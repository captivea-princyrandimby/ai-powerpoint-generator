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colors2.xml" ContentType="application/vnd.openxmlformats-officedocument.drawingml.diagramColors+xml"/>
  <Override PartName="/ppt/diagrams/colors3.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drawing3.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layout3.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diagrams/quickStyle3.xml" ContentType="application/vnd.openxmlformats-officedocument.drawingml.diagramStyle+xml"/>
  <Override PartName="/ppt/media/image1.svg" ContentType="image/svg+xml"/>
  <Override PartName="/ppt/media/image10.svg" ContentType="image/svg+xml"/>
  <Override PartName="/ppt/media/image11.svg" ContentType="image/svg+xml"/>
  <Override PartName="/ppt/media/image12.svg" ContentType="image/svg+xml"/>
  <Override PartName="/ppt/media/image13.svg" ContentType="image/svg+xml"/>
  <Override PartName="/ppt/media/image14.svg" ContentType="image/svg+xml"/>
  <Override PartName="/ppt/media/image15.svg" ContentType="image/svg+xml"/>
  <Override PartName="/ppt/media/image16.svg" ContentType="image/svg+xml"/>
  <Override PartName="/ppt/media/image17.svg" ContentType="image/svg+xml"/>
  <Override PartName="/ppt/media/image18.svg" ContentType="image/svg+xml"/>
  <Override PartName="/ppt/media/image19.svg" ContentType="image/svg+xml"/>
  <Override PartName="/ppt/media/image2.svg" ContentType="image/svg+xml"/>
  <Override PartName="/ppt/media/image20.svg" ContentType="image/svg+xml"/>
  <Override PartName="/ppt/media/image21.svg" ContentType="image/svg+xml"/>
  <Override PartName="/ppt/media/image22.svg" ContentType="image/svg+xml"/>
  <Override PartName="/ppt/media/image23.svg" ContentType="image/svg+xml"/>
  <Override PartName="/ppt/media/image24.svg" ContentType="image/svg+xml"/>
  <Override PartName="/ppt/media/image25.svg" ContentType="image/svg+xml"/>
  <Override PartName="/ppt/media/image26.svg" ContentType="image/svg+xml"/>
  <Override PartName="/ppt/media/image27.svg" ContentType="image/svg+xml"/>
  <Override PartName="/ppt/media/image28.svg" ContentType="image/svg+xml"/>
  <Override PartName="/ppt/media/image29.svg" ContentType="image/svg+xml"/>
  <Override PartName="/ppt/media/image3.svg" ContentType="image/svg+xml"/>
  <Override PartName="/ppt/media/image30.svg" ContentType="image/svg+xml"/>
  <Override PartName="/ppt/media/image31.svg" ContentType="image/svg+xml"/>
  <Override PartName="/ppt/media/image32.svg" ContentType="image/svg+xml"/>
  <Override PartName="/ppt/media/image33.svg" ContentType="image/svg+xml"/>
  <Override PartName="/ppt/media/image34.svg" ContentType="image/svg+xml"/>
  <Override PartName="/ppt/media/image4.svg" ContentType="image/svg+xml"/>
  <Override PartName="/ppt/media/image5.svg" ContentType="image/svg+xml"/>
  <Override PartName="/ppt/media/image6.svg" ContentType="image/svg+xml"/>
  <Override PartName="/ppt/media/image7.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6"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4"/>
  </p:notesMasterIdLst>
  <p:sldIdLst>
    <p:sldId id="285" r:id="rId39"/>
    <p:sldId id="286" r:id="rId40"/>
    <p:sldId id="287" r:id="rId41"/>
    <p:sldId id="288" r:id="rId42"/>
    <p:sldId id="289" r:id="rId43"/>
    <p:sldId id="290" r:id="rId44"/>
    <p:sldId id="291" r:id="rId45"/>
    <p:sldId id="292" r:id="rId46"/>
    <p:sldId id="293" r:id="rId47"/>
    <p:sldId id="294" r:id="rId48"/>
    <p:sldId id="295" r:id="rId49"/>
    <p:sldId id="296" r:id="rId50"/>
    <p:sldId id="297" r:id="rId51"/>
    <p:sldId id="298" r:id="rId52"/>
    <p:sldId id="299" r:id="rId53"/>
    <p:sldId id="300" r:id="rId54"/>
    <p:sldId id="301" r:id="rId55"/>
    <p:sldId id="302" r:id="rId56"/>
    <p:sldId id="303" r:id="rId57"/>
    <p:sldId id="304" r:id="rId58"/>
    <p:sldId id="305" r:id="rId59"/>
    <p:sldId id="306" r:id="rId60"/>
    <p:sldId id="307" r:id="rId61"/>
    <p:sldId id="308" r:id="rId62"/>
    <p:sldId id="309" r:id="rId63"/>
    <p:sldId id="310" r:id="rId64"/>
    <p:sldId id="311" r:id="rId65"/>
    <p:sldId id="312" r:id="rId66"/>
    <p:sldId id="313" r:id="rId67"/>
    <p:sldId id="314" r:id="rId68"/>
    <p:sldId id="315" r:id="rId69"/>
    <p:sldId id="316" r:id="rId70"/>
    <p:sldId id="317" r:id="rId71"/>
    <p:sldId id="318" r:id="rId72"/>
    <p:sldId id="319" r:id="rId73"/>
    <p:sldId id="320" r:id="rId74"/>
    <p:sldId id="321" r:id="rId75"/>
    <p:sldId id="322" r:id="rId76"/>
    <p:sldId id="323" r:id="rId77"/>
    <p:sldId id="324" r:id="rId78"/>
    <p:sldId id="325" r:id="rId79"/>
    <p:sldId id="326" r:id="rId80"/>
    <p:sldId id="327" r:id="rId81"/>
    <p:sldId id="328" r:id="rId82"/>
    <p:sldId id="329" r:id="rId83"/>
    <p:sldId id="330" r:id="rId84"/>
    <p:sldId id="331" r:id="rId85"/>
    <p:sldId id="332" r:id="rId86"/>
    <p:sldId id="333" r:id="rId87"/>
    <p:sldId id="334" r:id="rId88"/>
    <p:sldId id="335" r:id="rId89"/>
    <p:sldId id="336" r:id="rId90"/>
    <p:sldId id="337" r:id="rId91"/>
    <p:sldId id="338" r:id="rId92"/>
    <p:sldId id="339" r:id="rId93"/>
    <p:sldId id="340" r:id="rId94"/>
    <p:sldId id="341" r:id="rId95"/>
    <p:sldId id="342" r:id="rId96"/>
    <p:sldId id="343" r:id="rId97"/>
    <p:sldId id="344" r:id="rId98"/>
    <p:sldId id="345" r:id="rId99"/>
    <p:sldId id="346" r:id="rId100"/>
    <p:sldId id="347" r:id="rId101"/>
    <p:sldId id="348" r:id="rId102"/>
    <p:sldId id="349" r:id="rId103"/>
    <p:sldId id="350" r:id="rId104"/>
    <p:sldId id="351" r:id="rId105"/>
    <p:sldId id="352" r:id="rId106"/>
    <p:sldId id="353" r:id="rId107"/>
    <p:sldId id="354" r:id="rId108"/>
    <p:sldId id="355" r:id="rId109"/>
    <p:sldId id="356" r:id="rId110"/>
    <p:sldId id="357" r:id="rId111"/>
    <p:sldId id="358" r:id="rId112"/>
    <p:sldId id="359" r:id="rId113"/>
    <p:sldId id="360" r:id="rId114"/>
    <p:sldId id="361" r:id="rId115"/>
    <p:sldId id="362" r:id="rId116"/>
    <p:sldId id="363" r:id="rId117"/>
    <p:sldId id="364" r:id="rId118"/>
    <p:sldId id="365" r:id="rId119"/>
    <p:sldId id="366" r:id="rId120"/>
    <p:sldId id="367" r:id="rId121"/>
    <p:sldId id="368" r:id="rId122"/>
    <p:sldId id="369" r:id="rId123"/>
    <p:sldId id="370" r:id="rId124"/>
    <p:sldId id="371" r:id="rId125"/>
    <p:sldId id="372" r:id="rId126"/>
    <p:sldId id="373" r:id="rId127"/>
    <p:sldId id="374" r:id="rId128"/>
    <p:sldId id="375" r:id="rId129"/>
    <p:sldId id="376" r:id="rId130"/>
    <p:sldId id="377" r:id="rId131"/>
    <p:sldId id="378" r:id="rId132"/>
    <p:sldId id="379" r:id="rId133"/>
    <p:sldId id="380" r:id="rId134"/>
    <p:sldId id="381" r:id="rId135"/>
    <p:sldId id="382" r:id="rId136"/>
    <p:sldId id="383" r:id="rId137"/>
    <p:sldId id="384" r:id="rId138"/>
    <p:sldId id="385" r:id="rId139"/>
    <p:sldId id="386" r:id="rId140"/>
    <p:sldId id="387" r:id="rId141"/>
    <p:sldId id="388" r:id="rId142"/>
    <p:sldId id="389" r:id="rId143"/>
    <p:sldId id="390" r:id="rId144"/>
    <p:sldId id="391" r:id="rId145"/>
    <p:sldId id="392" r:id="rId146"/>
    <p:sldId id="393" r:id="rId147"/>
    <p:sldId id="394" r:id="rId148"/>
    <p:sldId id="395" r:id="rId149"/>
    <p:sldId id="396" r:id="rId150"/>
    <p:sldId id="397" r:id="rId151"/>
    <p:sldId id="398" r:id="rId152"/>
    <p:sldId id="399" r:id="rId153"/>
    <p:sldId id="400" r:id="rId154"/>
    <p:sldId id="401" r:id="rId155"/>
    <p:sldId id="402" r:id="rId156"/>
    <p:sldId id="403" r:id="rId157"/>
    <p:sldId id="404" r:id="rId158"/>
    <p:sldId id="405" r:id="rId159"/>
    <p:sldId id="406" r:id="rId160"/>
    <p:sldId id="407" r:id="rId161"/>
    <p:sldId id="408" r:id="rId162"/>
    <p:sldId id="409" r:id="rId163"/>
    <p:sldId id="410" r:id="rId164"/>
    <p:sldId id="411" r:id="rId165"/>
    <p:sldId id="412" r:id="rId166"/>
    <p:sldId id="413" r:id="rId167"/>
    <p:sldId id="414" r:id="rId168"/>
    <p:sldId id="415" r:id="rId169"/>
    <p:sldId id="416" r:id="rId170"/>
    <p:sldId id="417" r:id="rId171"/>
    <p:sldId id="418" r:id="rId172"/>
    <p:sldId id="419" r:id="rId173"/>
    <p:sldId id="420" r:id="rId174"/>
    <p:sldId id="421" r:id="rId175"/>
    <p:sldId id="422" r:id="rId176"/>
    <p:sldId id="423" r:id="rId177"/>
    <p:sldId id="424" r:id="rId178"/>
    <p:sldId id="425" r:id="rId179"/>
    <p:sldId id="426" r:id="rId180"/>
    <p:sldId id="427" r:id="rId181"/>
    <p:sldId id="428" r:id="rId182"/>
    <p:sldId id="429" r:id="rId183"/>
    <p:sldId id="430" r:id="rId184"/>
    <p:sldId id="431" r:id="rId185"/>
    <p:sldId id="432" r:id="rId186"/>
    <p:sldId id="433" r:id="rId187"/>
    <p:sldId id="434" r:id="rId188"/>
    <p:sldId id="435" r:id="rId189"/>
    <p:sldId id="436" r:id="rId190"/>
    <p:sldId id="437" r:id="rId191"/>
    <p:sldId id="438" r:id="rId192"/>
    <p:sldId id="439" r:id="rId193"/>
    <p:sldId id="440" r:id="rId194"/>
    <p:sldId id="441" r:id="rId195"/>
    <p:sldId id="442" r:id="rId196"/>
    <p:sldId id="443" r:id="rId197"/>
    <p:sldId id="444" r:id="rId198"/>
    <p:sldId id="445" r:id="rId199"/>
    <p:sldId id="446" r:id="rId20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 Id="rId39" Type="http://schemas.openxmlformats.org/officeDocument/2006/relationships/slide" Target="slides/slide30.xml"/><Relationship Id="rId40" Type="http://schemas.openxmlformats.org/officeDocument/2006/relationships/slide" Target="slides/slide31.xml"/><Relationship Id="rId41" Type="http://schemas.openxmlformats.org/officeDocument/2006/relationships/slide" Target="slides/slide32.xml"/><Relationship Id="rId42" Type="http://schemas.openxmlformats.org/officeDocument/2006/relationships/slide" Target="slides/slide33.xml"/><Relationship Id="rId43" Type="http://schemas.openxmlformats.org/officeDocument/2006/relationships/slide" Target="slides/slide34.xml"/><Relationship Id="rId44" Type="http://schemas.openxmlformats.org/officeDocument/2006/relationships/slide" Target="slides/slide35.xml"/><Relationship Id="rId45" Type="http://schemas.openxmlformats.org/officeDocument/2006/relationships/slide" Target="slides/slide36.xml"/><Relationship Id="rId46" Type="http://schemas.openxmlformats.org/officeDocument/2006/relationships/slide" Target="slides/slide37.xml"/><Relationship Id="rId47" Type="http://schemas.openxmlformats.org/officeDocument/2006/relationships/slide" Target="slides/slide38.xml"/><Relationship Id="rId48" Type="http://schemas.openxmlformats.org/officeDocument/2006/relationships/slide" Target="slides/slide39.xml"/><Relationship Id="rId49" Type="http://schemas.openxmlformats.org/officeDocument/2006/relationships/slide" Target="slides/slide40.xml"/><Relationship Id="rId50" Type="http://schemas.openxmlformats.org/officeDocument/2006/relationships/slide" Target="slides/slide41.xml"/><Relationship Id="rId51" Type="http://schemas.openxmlformats.org/officeDocument/2006/relationships/slide" Target="slides/slide42.xml"/><Relationship Id="rId52" Type="http://schemas.openxmlformats.org/officeDocument/2006/relationships/slide" Target="slides/slide43.xml"/><Relationship Id="rId53" Type="http://schemas.openxmlformats.org/officeDocument/2006/relationships/slide" Target="slides/slide44.xml"/><Relationship Id="rId54" Type="http://schemas.openxmlformats.org/officeDocument/2006/relationships/slide" Target="slides/slide45.xml"/><Relationship Id="rId55" Type="http://schemas.openxmlformats.org/officeDocument/2006/relationships/slide" Target="slides/slide46.xml"/><Relationship Id="rId56" Type="http://schemas.openxmlformats.org/officeDocument/2006/relationships/slide" Target="slides/slide47.xml"/><Relationship Id="rId57" Type="http://schemas.openxmlformats.org/officeDocument/2006/relationships/slide" Target="slides/slide48.xml"/><Relationship Id="rId58" Type="http://schemas.openxmlformats.org/officeDocument/2006/relationships/slide" Target="slides/slide49.xml"/><Relationship Id="rId59" Type="http://schemas.openxmlformats.org/officeDocument/2006/relationships/slide" Target="slides/slide50.xml"/><Relationship Id="rId60" Type="http://schemas.openxmlformats.org/officeDocument/2006/relationships/slide" Target="slides/slide51.xml"/><Relationship Id="rId61" Type="http://schemas.openxmlformats.org/officeDocument/2006/relationships/slide" Target="slides/slide52.xml"/><Relationship Id="rId62" Type="http://schemas.openxmlformats.org/officeDocument/2006/relationships/slide" Target="slides/slide53.xml"/><Relationship Id="rId63" Type="http://schemas.openxmlformats.org/officeDocument/2006/relationships/slide" Target="slides/slide54.xml"/><Relationship Id="rId64" Type="http://schemas.openxmlformats.org/officeDocument/2006/relationships/slide" Target="slides/slide55.xml"/><Relationship Id="rId65" Type="http://schemas.openxmlformats.org/officeDocument/2006/relationships/slide" Target="slides/slide56.xml"/><Relationship Id="rId66" Type="http://schemas.openxmlformats.org/officeDocument/2006/relationships/slide" Target="slides/slide57.xml"/><Relationship Id="rId67" Type="http://schemas.openxmlformats.org/officeDocument/2006/relationships/slide" Target="slides/slide58.xml"/><Relationship Id="rId68" Type="http://schemas.openxmlformats.org/officeDocument/2006/relationships/slide" Target="slides/slide59.xml"/><Relationship Id="rId69" Type="http://schemas.openxmlformats.org/officeDocument/2006/relationships/slide" Target="slides/slide60.xml"/><Relationship Id="rId70" Type="http://schemas.openxmlformats.org/officeDocument/2006/relationships/slide" Target="slides/slide61.xml"/><Relationship Id="rId71" Type="http://schemas.openxmlformats.org/officeDocument/2006/relationships/slide" Target="slides/slide62.xml"/><Relationship Id="rId72" Type="http://schemas.openxmlformats.org/officeDocument/2006/relationships/slide" Target="slides/slide63.xml"/><Relationship Id="rId73" Type="http://schemas.openxmlformats.org/officeDocument/2006/relationships/slide" Target="slides/slide64.xml"/><Relationship Id="rId74" Type="http://schemas.openxmlformats.org/officeDocument/2006/relationships/slide" Target="slides/slide65.xml"/><Relationship Id="rId75" Type="http://schemas.openxmlformats.org/officeDocument/2006/relationships/slide" Target="slides/slide66.xml"/><Relationship Id="rId76" Type="http://schemas.openxmlformats.org/officeDocument/2006/relationships/slide" Target="slides/slide67.xml"/><Relationship Id="rId77" Type="http://schemas.openxmlformats.org/officeDocument/2006/relationships/slide" Target="slides/slide68.xml"/><Relationship Id="rId78" Type="http://schemas.openxmlformats.org/officeDocument/2006/relationships/slide" Target="slides/slide69.xml"/><Relationship Id="rId79" Type="http://schemas.openxmlformats.org/officeDocument/2006/relationships/slide" Target="slides/slide70.xml"/><Relationship Id="rId80" Type="http://schemas.openxmlformats.org/officeDocument/2006/relationships/slide" Target="slides/slide71.xml"/><Relationship Id="rId81" Type="http://schemas.openxmlformats.org/officeDocument/2006/relationships/slide" Target="slides/slide72.xml"/><Relationship Id="rId82" Type="http://schemas.openxmlformats.org/officeDocument/2006/relationships/slide" Target="slides/slide73.xml"/><Relationship Id="rId83" Type="http://schemas.openxmlformats.org/officeDocument/2006/relationships/slide" Target="slides/slide74.xml"/><Relationship Id="rId84" Type="http://schemas.openxmlformats.org/officeDocument/2006/relationships/slide" Target="slides/slide75.xml"/><Relationship Id="rId85" Type="http://schemas.openxmlformats.org/officeDocument/2006/relationships/slide" Target="slides/slide76.xml"/><Relationship Id="rId86" Type="http://schemas.openxmlformats.org/officeDocument/2006/relationships/slide" Target="slides/slide77.xml"/><Relationship Id="rId87" Type="http://schemas.openxmlformats.org/officeDocument/2006/relationships/slide" Target="slides/slide78.xml"/><Relationship Id="rId88" Type="http://schemas.openxmlformats.org/officeDocument/2006/relationships/slide" Target="slides/slide79.xml"/><Relationship Id="rId89" Type="http://schemas.openxmlformats.org/officeDocument/2006/relationships/slide" Target="slides/slide80.xml"/><Relationship Id="rId90" Type="http://schemas.openxmlformats.org/officeDocument/2006/relationships/slide" Target="slides/slide81.xml"/><Relationship Id="rId91" Type="http://schemas.openxmlformats.org/officeDocument/2006/relationships/slide" Target="slides/slide82.xml"/><Relationship Id="rId92" Type="http://schemas.openxmlformats.org/officeDocument/2006/relationships/slide" Target="slides/slide83.xml"/><Relationship Id="rId93" Type="http://schemas.openxmlformats.org/officeDocument/2006/relationships/slide" Target="slides/slide84.xml"/><Relationship Id="rId94" Type="http://schemas.openxmlformats.org/officeDocument/2006/relationships/slide" Target="slides/slide85.xml"/><Relationship Id="rId95" Type="http://schemas.openxmlformats.org/officeDocument/2006/relationships/slide" Target="slides/slide86.xml"/><Relationship Id="rId96" Type="http://schemas.openxmlformats.org/officeDocument/2006/relationships/slide" Target="slides/slide87.xml"/><Relationship Id="rId97" Type="http://schemas.openxmlformats.org/officeDocument/2006/relationships/slide" Target="slides/slide88.xml"/><Relationship Id="rId98" Type="http://schemas.openxmlformats.org/officeDocument/2006/relationships/slide" Target="slides/slide89.xml"/><Relationship Id="rId99" Type="http://schemas.openxmlformats.org/officeDocument/2006/relationships/slide" Target="slides/slide90.xml"/><Relationship Id="rId100" Type="http://schemas.openxmlformats.org/officeDocument/2006/relationships/slide" Target="slides/slide91.xml"/><Relationship Id="rId101" Type="http://schemas.openxmlformats.org/officeDocument/2006/relationships/slide" Target="slides/slide92.xml"/><Relationship Id="rId102" Type="http://schemas.openxmlformats.org/officeDocument/2006/relationships/slide" Target="slides/slide93.xml"/><Relationship Id="rId103" Type="http://schemas.openxmlformats.org/officeDocument/2006/relationships/slide" Target="slides/slide94.xml"/><Relationship Id="rId104" Type="http://schemas.openxmlformats.org/officeDocument/2006/relationships/slide" Target="slides/slide95.xml"/><Relationship Id="rId105" Type="http://schemas.openxmlformats.org/officeDocument/2006/relationships/slide" Target="slides/slide96.xml"/><Relationship Id="rId106" Type="http://schemas.openxmlformats.org/officeDocument/2006/relationships/slide" Target="slides/slide97.xml"/><Relationship Id="rId107" Type="http://schemas.openxmlformats.org/officeDocument/2006/relationships/slide" Target="slides/slide98.xml"/><Relationship Id="rId108" Type="http://schemas.openxmlformats.org/officeDocument/2006/relationships/slide" Target="slides/slide99.xml"/><Relationship Id="rId109" Type="http://schemas.openxmlformats.org/officeDocument/2006/relationships/slide" Target="slides/slide100.xml"/><Relationship Id="rId110" Type="http://schemas.openxmlformats.org/officeDocument/2006/relationships/slide" Target="slides/slide101.xml"/><Relationship Id="rId111" Type="http://schemas.openxmlformats.org/officeDocument/2006/relationships/slide" Target="slides/slide102.xml"/><Relationship Id="rId112" Type="http://schemas.openxmlformats.org/officeDocument/2006/relationships/slide" Target="slides/slide103.xml"/><Relationship Id="rId113" Type="http://schemas.openxmlformats.org/officeDocument/2006/relationships/slide" Target="slides/slide104.xml"/><Relationship Id="rId114" Type="http://schemas.openxmlformats.org/officeDocument/2006/relationships/slide" Target="slides/slide105.xml"/><Relationship Id="rId115" Type="http://schemas.openxmlformats.org/officeDocument/2006/relationships/slide" Target="slides/slide106.xml"/><Relationship Id="rId116" Type="http://schemas.openxmlformats.org/officeDocument/2006/relationships/slide" Target="slides/slide107.xml"/><Relationship Id="rId117" Type="http://schemas.openxmlformats.org/officeDocument/2006/relationships/slide" Target="slides/slide108.xml"/><Relationship Id="rId118" Type="http://schemas.openxmlformats.org/officeDocument/2006/relationships/slide" Target="slides/slide109.xml"/><Relationship Id="rId119" Type="http://schemas.openxmlformats.org/officeDocument/2006/relationships/slide" Target="slides/slide110.xml"/><Relationship Id="rId120" Type="http://schemas.openxmlformats.org/officeDocument/2006/relationships/slide" Target="slides/slide111.xml"/><Relationship Id="rId121" Type="http://schemas.openxmlformats.org/officeDocument/2006/relationships/slide" Target="slides/slide112.xml"/><Relationship Id="rId122" Type="http://schemas.openxmlformats.org/officeDocument/2006/relationships/slide" Target="slides/slide113.xml"/><Relationship Id="rId123" Type="http://schemas.openxmlformats.org/officeDocument/2006/relationships/slide" Target="slides/slide114.xml"/><Relationship Id="rId124" Type="http://schemas.openxmlformats.org/officeDocument/2006/relationships/slide" Target="slides/slide115.xml"/><Relationship Id="rId125" Type="http://schemas.openxmlformats.org/officeDocument/2006/relationships/slide" Target="slides/slide116.xml"/><Relationship Id="rId126" Type="http://schemas.openxmlformats.org/officeDocument/2006/relationships/slide" Target="slides/slide117.xml"/><Relationship Id="rId127" Type="http://schemas.openxmlformats.org/officeDocument/2006/relationships/slide" Target="slides/slide118.xml"/><Relationship Id="rId128" Type="http://schemas.openxmlformats.org/officeDocument/2006/relationships/slide" Target="slides/slide119.xml"/><Relationship Id="rId129" Type="http://schemas.openxmlformats.org/officeDocument/2006/relationships/slide" Target="slides/slide120.xml"/><Relationship Id="rId130" Type="http://schemas.openxmlformats.org/officeDocument/2006/relationships/slide" Target="slides/slide121.xml"/><Relationship Id="rId131" Type="http://schemas.openxmlformats.org/officeDocument/2006/relationships/slide" Target="slides/slide122.xml"/><Relationship Id="rId132" Type="http://schemas.openxmlformats.org/officeDocument/2006/relationships/slide" Target="slides/slide123.xml"/><Relationship Id="rId133" Type="http://schemas.openxmlformats.org/officeDocument/2006/relationships/slide" Target="slides/slide124.xml"/><Relationship Id="rId134" Type="http://schemas.openxmlformats.org/officeDocument/2006/relationships/slide" Target="slides/slide125.xml"/><Relationship Id="rId135" Type="http://schemas.openxmlformats.org/officeDocument/2006/relationships/slide" Target="slides/slide126.xml"/><Relationship Id="rId136" Type="http://schemas.openxmlformats.org/officeDocument/2006/relationships/slide" Target="slides/slide127.xml"/><Relationship Id="rId137" Type="http://schemas.openxmlformats.org/officeDocument/2006/relationships/slide" Target="slides/slide128.xml"/><Relationship Id="rId138" Type="http://schemas.openxmlformats.org/officeDocument/2006/relationships/slide" Target="slides/slide129.xml"/><Relationship Id="rId139" Type="http://schemas.openxmlformats.org/officeDocument/2006/relationships/slide" Target="slides/slide130.xml"/><Relationship Id="rId140" Type="http://schemas.openxmlformats.org/officeDocument/2006/relationships/slide" Target="slides/slide131.xml"/><Relationship Id="rId141" Type="http://schemas.openxmlformats.org/officeDocument/2006/relationships/slide" Target="slides/slide132.xml"/><Relationship Id="rId142" Type="http://schemas.openxmlformats.org/officeDocument/2006/relationships/slide" Target="slides/slide133.xml"/><Relationship Id="rId143" Type="http://schemas.openxmlformats.org/officeDocument/2006/relationships/slide" Target="slides/slide134.xml"/><Relationship Id="rId144" Type="http://schemas.openxmlformats.org/officeDocument/2006/relationships/slide" Target="slides/slide135.xml"/><Relationship Id="rId145" Type="http://schemas.openxmlformats.org/officeDocument/2006/relationships/slide" Target="slides/slide136.xml"/><Relationship Id="rId146" Type="http://schemas.openxmlformats.org/officeDocument/2006/relationships/slide" Target="slides/slide137.xml"/><Relationship Id="rId147" Type="http://schemas.openxmlformats.org/officeDocument/2006/relationships/slide" Target="slides/slide138.xml"/><Relationship Id="rId148" Type="http://schemas.openxmlformats.org/officeDocument/2006/relationships/slide" Target="slides/slide139.xml"/><Relationship Id="rId149" Type="http://schemas.openxmlformats.org/officeDocument/2006/relationships/slide" Target="slides/slide140.xml"/><Relationship Id="rId150" Type="http://schemas.openxmlformats.org/officeDocument/2006/relationships/slide" Target="slides/slide141.xml"/><Relationship Id="rId151" Type="http://schemas.openxmlformats.org/officeDocument/2006/relationships/slide" Target="slides/slide142.xml"/><Relationship Id="rId152" Type="http://schemas.openxmlformats.org/officeDocument/2006/relationships/slide" Target="slides/slide143.xml"/><Relationship Id="rId153" Type="http://schemas.openxmlformats.org/officeDocument/2006/relationships/slide" Target="slides/slide144.xml"/><Relationship Id="rId154" Type="http://schemas.openxmlformats.org/officeDocument/2006/relationships/slide" Target="slides/slide145.xml"/><Relationship Id="rId155" Type="http://schemas.openxmlformats.org/officeDocument/2006/relationships/slide" Target="slides/slide146.xml"/><Relationship Id="rId156" Type="http://schemas.openxmlformats.org/officeDocument/2006/relationships/slide" Target="slides/slide147.xml"/><Relationship Id="rId157" Type="http://schemas.openxmlformats.org/officeDocument/2006/relationships/slide" Target="slides/slide148.xml"/><Relationship Id="rId158" Type="http://schemas.openxmlformats.org/officeDocument/2006/relationships/slide" Target="slides/slide149.xml"/><Relationship Id="rId159" Type="http://schemas.openxmlformats.org/officeDocument/2006/relationships/slide" Target="slides/slide150.xml"/><Relationship Id="rId160" Type="http://schemas.openxmlformats.org/officeDocument/2006/relationships/slide" Target="slides/slide151.xml"/><Relationship Id="rId161" Type="http://schemas.openxmlformats.org/officeDocument/2006/relationships/slide" Target="slides/slide152.xml"/><Relationship Id="rId162" Type="http://schemas.openxmlformats.org/officeDocument/2006/relationships/slide" Target="slides/slide153.xml"/><Relationship Id="rId163" Type="http://schemas.openxmlformats.org/officeDocument/2006/relationships/slide" Target="slides/slide154.xml"/><Relationship Id="rId164" Type="http://schemas.openxmlformats.org/officeDocument/2006/relationships/slide" Target="slides/slide155.xml"/><Relationship Id="rId165" Type="http://schemas.openxmlformats.org/officeDocument/2006/relationships/slide" Target="slides/slide156.xml"/><Relationship Id="rId166" Type="http://schemas.openxmlformats.org/officeDocument/2006/relationships/slide" Target="slides/slide157.xml"/><Relationship Id="rId167" Type="http://schemas.openxmlformats.org/officeDocument/2006/relationships/slide" Target="slides/slide158.xml"/><Relationship Id="rId168" Type="http://schemas.openxmlformats.org/officeDocument/2006/relationships/slide" Target="slides/slide159.xml"/><Relationship Id="rId169" Type="http://schemas.openxmlformats.org/officeDocument/2006/relationships/slide" Target="slides/slide160.xml"/><Relationship Id="rId170" Type="http://schemas.openxmlformats.org/officeDocument/2006/relationships/slide" Target="slides/slide161.xml"/><Relationship Id="rId171" Type="http://schemas.openxmlformats.org/officeDocument/2006/relationships/slide" Target="slides/slide162.xml"/><Relationship Id="rId172" Type="http://schemas.openxmlformats.org/officeDocument/2006/relationships/slide" Target="slides/slide163.xml"/><Relationship Id="rId173" Type="http://schemas.openxmlformats.org/officeDocument/2006/relationships/slide" Target="slides/slide164.xml"/><Relationship Id="rId174" Type="http://schemas.openxmlformats.org/officeDocument/2006/relationships/slide" Target="slides/slide165.xml"/><Relationship Id="rId175" Type="http://schemas.openxmlformats.org/officeDocument/2006/relationships/slide" Target="slides/slide166.xml"/><Relationship Id="rId176" Type="http://schemas.openxmlformats.org/officeDocument/2006/relationships/slide" Target="slides/slide167.xml"/><Relationship Id="rId177" Type="http://schemas.openxmlformats.org/officeDocument/2006/relationships/slide" Target="slides/slide168.xml"/><Relationship Id="rId178" Type="http://schemas.openxmlformats.org/officeDocument/2006/relationships/slide" Target="slides/slide169.xml"/><Relationship Id="rId179" Type="http://schemas.openxmlformats.org/officeDocument/2006/relationships/slide" Target="slides/slide170.xml"/><Relationship Id="rId180" Type="http://schemas.openxmlformats.org/officeDocument/2006/relationships/slide" Target="slides/slide171.xml"/><Relationship Id="rId181" Type="http://schemas.openxmlformats.org/officeDocument/2006/relationships/slide" Target="slides/slide172.xml"/><Relationship Id="rId182" Type="http://schemas.openxmlformats.org/officeDocument/2006/relationships/slide" Target="slides/slide173.xml"/><Relationship Id="rId183" Type="http://schemas.openxmlformats.org/officeDocument/2006/relationships/slide" Target="slides/slide174.xml"/><Relationship Id="rId184" Type="http://schemas.openxmlformats.org/officeDocument/2006/relationships/slide" Target="slides/slide175.xml"/><Relationship Id="rId185" Type="http://schemas.openxmlformats.org/officeDocument/2006/relationships/slide" Target="slides/slide176.xml"/><Relationship Id="rId186" Type="http://schemas.openxmlformats.org/officeDocument/2006/relationships/slide" Target="slides/slide177.xml"/><Relationship Id="rId187" Type="http://schemas.openxmlformats.org/officeDocument/2006/relationships/slide" Target="slides/slide178.xml"/><Relationship Id="rId188" Type="http://schemas.openxmlformats.org/officeDocument/2006/relationships/slide" Target="slides/slide179.xml"/><Relationship Id="rId189" Type="http://schemas.openxmlformats.org/officeDocument/2006/relationships/slide" Target="slides/slide180.xml"/><Relationship Id="rId190" Type="http://schemas.openxmlformats.org/officeDocument/2006/relationships/slide" Target="slides/slide181.xml"/><Relationship Id="rId191" Type="http://schemas.openxmlformats.org/officeDocument/2006/relationships/slide" Target="slides/slide182.xml"/><Relationship Id="rId192" Type="http://schemas.openxmlformats.org/officeDocument/2006/relationships/slide" Target="slides/slide183.xml"/><Relationship Id="rId193" Type="http://schemas.openxmlformats.org/officeDocument/2006/relationships/slide" Target="slides/slide184.xml"/><Relationship Id="rId194" Type="http://schemas.openxmlformats.org/officeDocument/2006/relationships/slide" Target="slides/slide185.xml"/><Relationship Id="rId195" Type="http://schemas.openxmlformats.org/officeDocument/2006/relationships/slide" Target="slides/slide186.xml"/><Relationship Id="rId196" Type="http://schemas.openxmlformats.org/officeDocument/2006/relationships/slide" Target="slides/slide187.xml"/><Relationship Id="rId197" Type="http://schemas.openxmlformats.org/officeDocument/2006/relationships/slide" Target="slides/slide188.xml"/><Relationship Id="rId198" Type="http://schemas.openxmlformats.org/officeDocument/2006/relationships/slide" Target="slides/slide189.xml"/><Relationship Id="rId199" Type="http://schemas.openxmlformats.org/officeDocument/2006/relationships/slide" Target="slides/slide190.xml"/><Relationship Id="rId200" Type="http://schemas.openxmlformats.org/officeDocument/2006/relationships/slide" Target="slides/slide191.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9850817-9BBE-426F-9BC4-58E2B148E89A}" type="doc">
      <dgm:prSet loTypeId="urn:microsoft.com/office/officeart/2005/8/layout/chevron1" loCatId="process" qsTypeId="urn:microsoft.com/office/officeart/2005/8/quickstyle/simple1" qsCatId="simple" csTypeId="urn:microsoft.com/office/officeart/2005/8/colors/colorful1" csCatId="colorful" phldr="1"/>
      <dgm:spPr/>
    </dgm:pt>
    <dgm:pt modelId="{30F9F84A-0137-4426-8B37-E3B86F109118}">
      <dgm:prSet phldrT="[Text]"/>
      <dgm:spPr/>
      <dgm:t>
        <a:bodyPr/>
        <a:lstStyle/>
        <a:p>
          <a:r>
            <a:rPr lang="fr-FR" noProof="0" dirty="0"/>
            <a:t>Stop sur l’ancien système à ..:..</a:t>
          </a:r>
          <a:endParaRPr lang="en-US" dirty="0"/>
        </a:p>
      </dgm:t>
    </dgm:pt>
    <dgm:pt modelId="{CB713CA1-DB97-4160-8816-3DF648B46CCC}" type="parTrans" cxnId="{2A62C234-8FD3-497A-9B03-83CF189713B1}">
      <dgm:prSet/>
      <dgm:spPr/>
      <dgm:t>
        <a:bodyPr/>
        <a:lstStyle/>
        <a:p>
          <a:endParaRPr lang="en-US"/>
        </a:p>
      </dgm:t>
    </dgm:pt>
    <dgm:pt modelId="{D1E906B9-52F8-4F44-A4FD-1DF835E6C092}" type="sibTrans" cxnId="{2A62C234-8FD3-497A-9B03-83CF189713B1}">
      <dgm:prSet/>
      <dgm:spPr/>
      <dgm:t>
        <a:bodyPr/>
        <a:lstStyle/>
        <a:p>
          <a:endParaRPr lang="en-US"/>
        </a:p>
      </dgm:t>
    </dgm:pt>
    <dgm:pt modelId="{78F0A920-D4A0-45CA-8311-EDF0A4FD6C2F}">
      <dgm:prSet/>
      <dgm:spPr/>
      <dgm:t>
        <a:bodyPr/>
        <a:lstStyle/>
        <a:p>
          <a:r>
            <a:rPr lang="fr-FR" noProof="0"/>
            <a:t>Début de la migration</a:t>
          </a:r>
          <a:endParaRPr lang="fr-FR" noProof="0" dirty="0"/>
        </a:p>
      </dgm:t>
    </dgm:pt>
    <dgm:pt modelId="{00423CAE-FC75-4FB2-AF25-F6783C0AEECC}" type="parTrans" cxnId="{AAF22B10-8ACE-4770-AEC6-E0E497ED759C}">
      <dgm:prSet/>
      <dgm:spPr/>
      <dgm:t>
        <a:bodyPr/>
        <a:lstStyle/>
        <a:p>
          <a:endParaRPr lang="en-US"/>
        </a:p>
      </dgm:t>
    </dgm:pt>
    <dgm:pt modelId="{2C404558-9A28-4869-8217-3C77A76A8C55}" type="sibTrans" cxnId="{AAF22B10-8ACE-4770-AEC6-E0E497ED759C}">
      <dgm:prSet/>
      <dgm:spPr/>
      <dgm:t>
        <a:bodyPr/>
        <a:lstStyle/>
        <a:p>
          <a:endParaRPr lang="en-US"/>
        </a:p>
      </dgm:t>
    </dgm:pt>
    <dgm:pt modelId="{19926A6D-1CF8-4450-A11D-F23559F0AC87}">
      <dgm:prSet/>
      <dgm:spPr/>
      <dgm:t>
        <a:bodyPr/>
        <a:lstStyle/>
        <a:p>
          <a:r>
            <a:rPr lang="fr-FR"/>
            <a:t>Tests</a:t>
          </a:r>
          <a:endParaRPr lang="fr-FR" dirty="0"/>
        </a:p>
      </dgm:t>
    </dgm:pt>
    <dgm:pt modelId="{3ED81305-A529-4B69-8865-2805D20BD600}" type="parTrans" cxnId="{D4D2F449-365E-4EE2-9211-C51C50A750CB}">
      <dgm:prSet/>
      <dgm:spPr/>
      <dgm:t>
        <a:bodyPr/>
        <a:lstStyle/>
        <a:p>
          <a:endParaRPr lang="en-US"/>
        </a:p>
      </dgm:t>
    </dgm:pt>
    <dgm:pt modelId="{42C268D7-E39C-447A-9F73-7B0EF48FBEF3}" type="sibTrans" cxnId="{D4D2F449-365E-4EE2-9211-C51C50A750CB}">
      <dgm:prSet/>
      <dgm:spPr/>
      <dgm:t>
        <a:bodyPr/>
        <a:lstStyle/>
        <a:p>
          <a:endParaRPr lang="en-US"/>
        </a:p>
      </dgm:t>
    </dgm:pt>
    <dgm:pt modelId="{47351610-21D3-41BF-A1C8-E5A4366A0A77}">
      <dgm:prSet/>
      <dgm:spPr/>
      <dgm:t>
        <a:bodyPr/>
        <a:lstStyle/>
        <a:p>
          <a:r>
            <a:rPr lang="fr-FR" noProof="0"/>
            <a:t>Passage sur nouveau système</a:t>
          </a:r>
          <a:endParaRPr lang="fr-FR" noProof="0" dirty="0"/>
        </a:p>
      </dgm:t>
    </dgm:pt>
    <dgm:pt modelId="{54668329-4326-4048-A914-B2270C0FD2F3}" type="parTrans" cxnId="{9D426F9D-709A-4E74-B70E-BEEACBBD4D86}">
      <dgm:prSet/>
      <dgm:spPr/>
      <dgm:t>
        <a:bodyPr/>
        <a:lstStyle/>
        <a:p>
          <a:endParaRPr lang="en-US"/>
        </a:p>
      </dgm:t>
    </dgm:pt>
    <dgm:pt modelId="{85A51D2D-5535-482B-A094-F271655297F1}" type="sibTrans" cxnId="{9D426F9D-709A-4E74-B70E-BEEACBBD4D86}">
      <dgm:prSet/>
      <dgm:spPr/>
      <dgm:t>
        <a:bodyPr/>
        <a:lstStyle/>
        <a:p>
          <a:endParaRPr lang="en-US"/>
        </a:p>
      </dgm:t>
    </dgm:pt>
    <dgm:pt modelId="{CF7F3A54-9B39-40E0-A3C7-7A988716C64F}" type="pres">
      <dgm:prSet presAssocID="{99850817-9BBE-426F-9BC4-58E2B148E89A}" presName="Name0" presStyleCnt="0">
        <dgm:presLayoutVars>
          <dgm:dir/>
          <dgm:animLvl val="lvl"/>
          <dgm:resizeHandles val="exact"/>
        </dgm:presLayoutVars>
      </dgm:prSet>
      <dgm:spPr/>
    </dgm:pt>
    <dgm:pt modelId="{3D5196C6-EB8E-42E9-B72F-BE794FA2E659}" type="pres">
      <dgm:prSet presAssocID="{30F9F84A-0137-4426-8B37-E3B86F109118}" presName="parTxOnly" presStyleLbl="node1" presStyleIdx="0" presStyleCnt="4">
        <dgm:presLayoutVars>
          <dgm:chMax val="0"/>
          <dgm:chPref val="0"/>
          <dgm:bulletEnabled val="1"/>
        </dgm:presLayoutVars>
      </dgm:prSet>
      <dgm:spPr/>
    </dgm:pt>
    <dgm:pt modelId="{B9037A9F-99D4-4266-82C6-C89C6FDDD3AC}" type="pres">
      <dgm:prSet presAssocID="{D1E906B9-52F8-4F44-A4FD-1DF835E6C092}" presName="parTxOnlySpace" presStyleCnt="0"/>
      <dgm:spPr/>
    </dgm:pt>
    <dgm:pt modelId="{6492EBC1-5B6C-49B3-9742-E885879ED0E3}" type="pres">
      <dgm:prSet presAssocID="{78F0A920-D4A0-45CA-8311-EDF0A4FD6C2F}" presName="parTxOnly" presStyleLbl="node1" presStyleIdx="1" presStyleCnt="4">
        <dgm:presLayoutVars>
          <dgm:chMax val="0"/>
          <dgm:chPref val="0"/>
          <dgm:bulletEnabled val="1"/>
        </dgm:presLayoutVars>
      </dgm:prSet>
      <dgm:spPr/>
    </dgm:pt>
    <dgm:pt modelId="{FFC46793-C279-44DC-8D05-745BD0FF5E31}" type="pres">
      <dgm:prSet presAssocID="{2C404558-9A28-4869-8217-3C77A76A8C55}" presName="parTxOnlySpace" presStyleCnt="0"/>
      <dgm:spPr/>
    </dgm:pt>
    <dgm:pt modelId="{948373F2-4AB9-41F5-93E6-E811DA842659}" type="pres">
      <dgm:prSet presAssocID="{19926A6D-1CF8-4450-A11D-F23559F0AC87}" presName="parTxOnly" presStyleLbl="node1" presStyleIdx="2" presStyleCnt="4">
        <dgm:presLayoutVars>
          <dgm:chMax val="0"/>
          <dgm:chPref val="0"/>
          <dgm:bulletEnabled val="1"/>
        </dgm:presLayoutVars>
      </dgm:prSet>
      <dgm:spPr/>
    </dgm:pt>
    <dgm:pt modelId="{A73A9C3D-282A-4D6C-9AB1-3ECD870EFEB4}" type="pres">
      <dgm:prSet presAssocID="{42C268D7-E39C-447A-9F73-7B0EF48FBEF3}" presName="parTxOnlySpace" presStyleCnt="0"/>
      <dgm:spPr/>
    </dgm:pt>
    <dgm:pt modelId="{350B00D0-F5D5-4A79-A03D-6ADADCC49446}" type="pres">
      <dgm:prSet presAssocID="{47351610-21D3-41BF-A1C8-E5A4366A0A77}" presName="parTxOnly" presStyleLbl="node1" presStyleIdx="3" presStyleCnt="4">
        <dgm:presLayoutVars>
          <dgm:chMax val="0"/>
          <dgm:chPref val="0"/>
          <dgm:bulletEnabled val="1"/>
        </dgm:presLayoutVars>
      </dgm:prSet>
      <dgm:spPr/>
    </dgm:pt>
  </dgm:ptLst>
  <dgm:cxnLst>
    <dgm:cxn modelId="{AAF22B10-8ACE-4770-AEC6-E0E497ED759C}" srcId="{99850817-9BBE-426F-9BC4-58E2B148E89A}" destId="{78F0A920-D4A0-45CA-8311-EDF0A4FD6C2F}" srcOrd="1" destOrd="0" parTransId="{00423CAE-FC75-4FB2-AF25-F6783C0AEECC}" sibTransId="{2C404558-9A28-4869-8217-3C77A76A8C55}"/>
    <dgm:cxn modelId="{2A62C234-8FD3-497A-9B03-83CF189713B1}" srcId="{99850817-9BBE-426F-9BC4-58E2B148E89A}" destId="{30F9F84A-0137-4426-8B37-E3B86F109118}" srcOrd="0" destOrd="0" parTransId="{CB713CA1-DB97-4160-8816-3DF648B46CCC}" sibTransId="{D1E906B9-52F8-4F44-A4FD-1DF835E6C092}"/>
    <dgm:cxn modelId="{D4D2F449-365E-4EE2-9211-C51C50A750CB}" srcId="{99850817-9BBE-426F-9BC4-58E2B148E89A}" destId="{19926A6D-1CF8-4450-A11D-F23559F0AC87}" srcOrd="2" destOrd="0" parTransId="{3ED81305-A529-4B69-8865-2805D20BD600}" sibTransId="{42C268D7-E39C-447A-9F73-7B0EF48FBEF3}"/>
    <dgm:cxn modelId="{04D28B8F-A644-41E1-ABC7-9C21B4AEFC3E}" type="presOf" srcId="{30F9F84A-0137-4426-8B37-E3B86F109118}" destId="{3D5196C6-EB8E-42E9-B72F-BE794FA2E659}" srcOrd="0" destOrd="0" presId="urn:microsoft.com/office/officeart/2005/8/layout/chevron1"/>
    <dgm:cxn modelId="{DF09F399-295E-4553-9D8E-FC0129E239F0}" type="presOf" srcId="{78F0A920-D4A0-45CA-8311-EDF0A4FD6C2F}" destId="{6492EBC1-5B6C-49B3-9742-E885879ED0E3}" srcOrd="0" destOrd="0" presId="urn:microsoft.com/office/officeart/2005/8/layout/chevron1"/>
    <dgm:cxn modelId="{9D426F9D-709A-4E74-B70E-BEEACBBD4D86}" srcId="{99850817-9BBE-426F-9BC4-58E2B148E89A}" destId="{47351610-21D3-41BF-A1C8-E5A4366A0A77}" srcOrd="3" destOrd="0" parTransId="{54668329-4326-4048-A914-B2270C0FD2F3}" sibTransId="{85A51D2D-5535-482B-A094-F271655297F1}"/>
    <dgm:cxn modelId="{1D0E51A8-53B8-4893-BA20-9EE0D0456467}" type="presOf" srcId="{47351610-21D3-41BF-A1C8-E5A4366A0A77}" destId="{350B00D0-F5D5-4A79-A03D-6ADADCC49446}" srcOrd="0" destOrd="0" presId="urn:microsoft.com/office/officeart/2005/8/layout/chevron1"/>
    <dgm:cxn modelId="{B31538C8-84EE-4189-8229-E7284533AFB2}" type="presOf" srcId="{99850817-9BBE-426F-9BC4-58E2B148E89A}" destId="{CF7F3A54-9B39-40E0-A3C7-7A988716C64F}" srcOrd="0" destOrd="0" presId="urn:microsoft.com/office/officeart/2005/8/layout/chevron1"/>
    <dgm:cxn modelId="{7B805ED7-DC22-4964-B796-35464887B139}" type="presOf" srcId="{19926A6D-1CF8-4450-A11D-F23559F0AC87}" destId="{948373F2-4AB9-41F5-93E6-E811DA842659}" srcOrd="0" destOrd="0" presId="urn:microsoft.com/office/officeart/2005/8/layout/chevron1"/>
    <dgm:cxn modelId="{AAFAFAD2-C349-49D8-A544-9D6D6A658B4A}" type="presParOf" srcId="{CF7F3A54-9B39-40E0-A3C7-7A988716C64F}" destId="{3D5196C6-EB8E-42E9-B72F-BE794FA2E659}" srcOrd="0" destOrd="0" presId="urn:microsoft.com/office/officeart/2005/8/layout/chevron1"/>
    <dgm:cxn modelId="{F82035CB-BE6A-4698-8BEB-03A5715D883E}" type="presParOf" srcId="{CF7F3A54-9B39-40E0-A3C7-7A988716C64F}" destId="{B9037A9F-99D4-4266-82C6-C89C6FDDD3AC}" srcOrd="1" destOrd="0" presId="urn:microsoft.com/office/officeart/2005/8/layout/chevron1"/>
    <dgm:cxn modelId="{0BB227A6-39A0-4A64-B0C5-12BA9AF8BDE8}" type="presParOf" srcId="{CF7F3A54-9B39-40E0-A3C7-7A988716C64F}" destId="{6492EBC1-5B6C-49B3-9742-E885879ED0E3}" srcOrd="2" destOrd="0" presId="urn:microsoft.com/office/officeart/2005/8/layout/chevron1"/>
    <dgm:cxn modelId="{A0468144-444A-49AE-B533-C276B3A6565B}" type="presParOf" srcId="{CF7F3A54-9B39-40E0-A3C7-7A988716C64F}" destId="{FFC46793-C279-44DC-8D05-745BD0FF5E31}" srcOrd="3" destOrd="0" presId="urn:microsoft.com/office/officeart/2005/8/layout/chevron1"/>
    <dgm:cxn modelId="{3D049BAA-405B-4350-92FF-F502B70C5465}" type="presParOf" srcId="{CF7F3A54-9B39-40E0-A3C7-7A988716C64F}" destId="{948373F2-4AB9-41F5-93E6-E811DA842659}" srcOrd="4" destOrd="0" presId="urn:microsoft.com/office/officeart/2005/8/layout/chevron1"/>
    <dgm:cxn modelId="{9DC4912D-7B61-40CC-B627-DA2E6D1CEBA5}" type="presParOf" srcId="{CF7F3A54-9B39-40E0-A3C7-7A988716C64F}" destId="{A73A9C3D-282A-4D6C-9AB1-3ECD870EFEB4}" srcOrd="5" destOrd="0" presId="urn:microsoft.com/office/officeart/2005/8/layout/chevron1"/>
    <dgm:cxn modelId="{79980F1C-071E-45A2-867B-21D28BB6F651}" type="presParOf" srcId="{CF7F3A54-9B39-40E0-A3C7-7A988716C64F}" destId="{350B00D0-F5D5-4A79-A03D-6ADADCC49446}" srcOrd="6"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9168BAB-02F3-4774-BD34-11BE75509F38}" type="doc">
      <dgm:prSet loTypeId="urn:microsoft.com/office/officeart/2008/layout/VerticalCurvedList" loCatId="list" qsTypeId="urn:microsoft.com/office/officeart/2005/8/quickstyle/simple1" qsCatId="simple" csTypeId="urn:microsoft.com/office/officeart/2005/8/colors/colorful1" csCatId="colorful" phldr="1"/>
      <dgm:spPr/>
      <dgm:t>
        <a:bodyPr/>
        <a:lstStyle/>
        <a:p>
          <a:endParaRPr lang="en-US"/>
        </a:p>
      </dgm:t>
    </dgm:pt>
    <dgm:pt modelId="{DCEB5D7B-F726-4004-A984-BA49721D923F}">
      <dgm:prSet phldrT="[Text]"/>
      <dgm:spPr/>
      <dgm:t>
        <a:bodyPr/>
        <a:lstStyle/>
        <a:p>
          <a:r>
            <a:rPr lang="fr-FR" noProof="0" dirty="0"/>
            <a:t>Réunion journalière </a:t>
          </a:r>
          <a:r>
            <a:rPr lang="fr-FR" noProof="0"/>
            <a:t>à ..:..</a:t>
          </a:r>
          <a:endParaRPr lang="en-US" dirty="0"/>
        </a:p>
      </dgm:t>
    </dgm:pt>
    <dgm:pt modelId="{AA2007CB-2F1D-4C77-8047-A04562540727}" type="parTrans" cxnId="{B57B3EA7-6873-423D-B4E7-D58221EDC14B}">
      <dgm:prSet/>
      <dgm:spPr/>
      <dgm:t>
        <a:bodyPr/>
        <a:lstStyle/>
        <a:p>
          <a:endParaRPr lang="en-US"/>
        </a:p>
      </dgm:t>
    </dgm:pt>
    <dgm:pt modelId="{1ED6037F-4F83-4AB6-BF62-BD7F6F51329A}" type="sibTrans" cxnId="{B57B3EA7-6873-423D-B4E7-D58221EDC14B}">
      <dgm:prSet/>
      <dgm:spPr/>
      <dgm:t>
        <a:bodyPr/>
        <a:lstStyle/>
        <a:p>
          <a:endParaRPr lang="en-US"/>
        </a:p>
      </dgm:t>
    </dgm:pt>
    <dgm:pt modelId="{A88EE3CF-4179-4551-B0F6-C9F156457DD2}">
      <dgm:prSet/>
      <dgm:spPr/>
      <dgm:t>
        <a:bodyPr/>
        <a:lstStyle/>
        <a:p>
          <a:r>
            <a:rPr lang="fr-FR"/>
            <a:t>Récupération des feedback et définition des priorités</a:t>
          </a:r>
          <a:endParaRPr lang="fr-FR" dirty="0"/>
        </a:p>
      </dgm:t>
    </dgm:pt>
    <dgm:pt modelId="{D1F961A0-AA62-47EC-93B3-066BBD5A1852}" type="parTrans" cxnId="{7F9A5522-9949-4915-A616-B4731FE6297E}">
      <dgm:prSet/>
      <dgm:spPr/>
      <dgm:t>
        <a:bodyPr/>
        <a:lstStyle/>
        <a:p>
          <a:endParaRPr lang="en-US"/>
        </a:p>
      </dgm:t>
    </dgm:pt>
    <dgm:pt modelId="{A2BCBC33-88D5-4A33-BDDF-C5529C963189}" type="sibTrans" cxnId="{7F9A5522-9949-4915-A616-B4731FE6297E}">
      <dgm:prSet/>
      <dgm:spPr/>
      <dgm:t>
        <a:bodyPr/>
        <a:lstStyle/>
        <a:p>
          <a:endParaRPr lang="en-US"/>
        </a:p>
      </dgm:t>
    </dgm:pt>
    <dgm:pt modelId="{431E7EE1-D67A-4F01-A5FD-8BF1493CAC15}">
      <dgm:prSet/>
      <dgm:spPr/>
      <dgm:t>
        <a:bodyPr/>
        <a:lstStyle/>
        <a:p>
          <a:r>
            <a:rPr lang="fr-FR"/>
            <a:t>Suivi de l’avancement</a:t>
          </a:r>
          <a:endParaRPr lang="fr-FR" noProof="0" dirty="0"/>
        </a:p>
      </dgm:t>
    </dgm:pt>
    <dgm:pt modelId="{CA82EC3C-5F70-47F8-8254-BEA6AD1F438C}" type="parTrans" cxnId="{BA5640C9-1B7D-4ABC-B424-B020C8DB7FD5}">
      <dgm:prSet/>
      <dgm:spPr/>
      <dgm:t>
        <a:bodyPr/>
        <a:lstStyle/>
        <a:p>
          <a:endParaRPr lang="en-US"/>
        </a:p>
      </dgm:t>
    </dgm:pt>
    <dgm:pt modelId="{BB11DB9C-C623-4A6B-A534-AA57D7FEB13D}" type="sibTrans" cxnId="{BA5640C9-1B7D-4ABC-B424-B020C8DB7FD5}">
      <dgm:prSet/>
      <dgm:spPr/>
      <dgm:t>
        <a:bodyPr/>
        <a:lstStyle/>
        <a:p>
          <a:endParaRPr lang="en-US"/>
        </a:p>
      </dgm:t>
    </dgm:pt>
    <dgm:pt modelId="{84401C51-3872-42F1-806E-CD8B9B7D3BF7}" type="pres">
      <dgm:prSet presAssocID="{A9168BAB-02F3-4774-BD34-11BE75509F38}" presName="Name0" presStyleCnt="0">
        <dgm:presLayoutVars>
          <dgm:chMax val="7"/>
          <dgm:chPref val="7"/>
          <dgm:dir/>
        </dgm:presLayoutVars>
      </dgm:prSet>
      <dgm:spPr/>
    </dgm:pt>
    <dgm:pt modelId="{2E3A738D-CD48-44E5-B493-7F3AE3223485}" type="pres">
      <dgm:prSet presAssocID="{A9168BAB-02F3-4774-BD34-11BE75509F38}" presName="Name1" presStyleCnt="0"/>
      <dgm:spPr/>
    </dgm:pt>
    <dgm:pt modelId="{22F9EADE-CED4-45D4-B239-4E42A22EDA2D}" type="pres">
      <dgm:prSet presAssocID="{A9168BAB-02F3-4774-BD34-11BE75509F38}" presName="cycle" presStyleCnt="0"/>
      <dgm:spPr/>
    </dgm:pt>
    <dgm:pt modelId="{391951F7-CD87-475A-8F89-589DC3ACD005}" type="pres">
      <dgm:prSet presAssocID="{A9168BAB-02F3-4774-BD34-11BE75509F38}" presName="srcNode" presStyleLbl="node1" presStyleIdx="0" presStyleCnt="3"/>
      <dgm:spPr/>
    </dgm:pt>
    <dgm:pt modelId="{37C2406F-D890-47A5-A8D4-5C668B3C7E78}" type="pres">
      <dgm:prSet presAssocID="{A9168BAB-02F3-4774-BD34-11BE75509F38}" presName="conn" presStyleLbl="parChTrans1D2" presStyleIdx="0" presStyleCnt="1"/>
      <dgm:spPr/>
    </dgm:pt>
    <dgm:pt modelId="{550D2509-929D-4242-ABCA-F867F1B483E0}" type="pres">
      <dgm:prSet presAssocID="{A9168BAB-02F3-4774-BD34-11BE75509F38}" presName="extraNode" presStyleLbl="node1" presStyleIdx="0" presStyleCnt="3"/>
      <dgm:spPr/>
    </dgm:pt>
    <dgm:pt modelId="{38C4BD92-BD8F-4BB6-B98F-632FD67221F7}" type="pres">
      <dgm:prSet presAssocID="{A9168BAB-02F3-4774-BD34-11BE75509F38}" presName="dstNode" presStyleLbl="node1" presStyleIdx="0" presStyleCnt="3"/>
      <dgm:spPr/>
    </dgm:pt>
    <dgm:pt modelId="{659E3B4D-2071-4B80-B344-F7920B6C3448}" type="pres">
      <dgm:prSet presAssocID="{DCEB5D7B-F726-4004-A984-BA49721D923F}" presName="text_1" presStyleLbl="node1" presStyleIdx="0" presStyleCnt="3">
        <dgm:presLayoutVars>
          <dgm:bulletEnabled val="1"/>
        </dgm:presLayoutVars>
      </dgm:prSet>
      <dgm:spPr/>
    </dgm:pt>
    <dgm:pt modelId="{8FF52082-4249-4739-907D-4BA37FB8FEFB}" type="pres">
      <dgm:prSet presAssocID="{DCEB5D7B-F726-4004-A984-BA49721D923F}" presName="accent_1" presStyleCnt="0"/>
      <dgm:spPr/>
    </dgm:pt>
    <dgm:pt modelId="{A724CAB9-52D6-4196-B5AA-3578FB8D1852}" type="pres">
      <dgm:prSet presAssocID="{DCEB5D7B-F726-4004-A984-BA49721D923F}" presName="accentRepeatNode" presStyleLbl="solidFgAcc1" presStyleIdx="0" presStyleCnt="3"/>
      <dgm:spPr/>
    </dgm:pt>
    <dgm:pt modelId="{4A0E9F36-9068-43D1-96A0-243BC3FC5A59}" type="pres">
      <dgm:prSet presAssocID="{A88EE3CF-4179-4551-B0F6-C9F156457DD2}" presName="text_2" presStyleLbl="node1" presStyleIdx="1" presStyleCnt="3">
        <dgm:presLayoutVars>
          <dgm:bulletEnabled val="1"/>
        </dgm:presLayoutVars>
      </dgm:prSet>
      <dgm:spPr/>
    </dgm:pt>
    <dgm:pt modelId="{24A802EF-E26F-487C-AD18-8D38734FBCCC}" type="pres">
      <dgm:prSet presAssocID="{A88EE3CF-4179-4551-B0F6-C9F156457DD2}" presName="accent_2" presStyleCnt="0"/>
      <dgm:spPr/>
    </dgm:pt>
    <dgm:pt modelId="{58F1A302-EFD9-498E-828D-D50A29E35DCF}" type="pres">
      <dgm:prSet presAssocID="{A88EE3CF-4179-4551-B0F6-C9F156457DD2}" presName="accentRepeatNode" presStyleLbl="solidFgAcc1" presStyleIdx="1" presStyleCnt="3"/>
      <dgm:spPr/>
    </dgm:pt>
    <dgm:pt modelId="{44AA0C31-4F94-46A1-81A1-EE4D240559C4}" type="pres">
      <dgm:prSet presAssocID="{431E7EE1-D67A-4F01-A5FD-8BF1493CAC15}" presName="text_3" presStyleLbl="node1" presStyleIdx="2" presStyleCnt="3">
        <dgm:presLayoutVars>
          <dgm:bulletEnabled val="1"/>
        </dgm:presLayoutVars>
      </dgm:prSet>
      <dgm:spPr/>
    </dgm:pt>
    <dgm:pt modelId="{4578B426-97A5-4EE3-9999-46DFF45A4F68}" type="pres">
      <dgm:prSet presAssocID="{431E7EE1-D67A-4F01-A5FD-8BF1493CAC15}" presName="accent_3" presStyleCnt="0"/>
      <dgm:spPr/>
    </dgm:pt>
    <dgm:pt modelId="{73F7E9A7-E64C-4177-876A-0D38A0D92123}" type="pres">
      <dgm:prSet presAssocID="{431E7EE1-D67A-4F01-A5FD-8BF1493CAC15}" presName="accentRepeatNode" presStyleLbl="solidFgAcc1" presStyleIdx="2" presStyleCnt="3"/>
      <dgm:spPr/>
    </dgm:pt>
  </dgm:ptLst>
  <dgm:cxnLst>
    <dgm:cxn modelId="{7F9A5522-9949-4915-A616-B4731FE6297E}" srcId="{A9168BAB-02F3-4774-BD34-11BE75509F38}" destId="{A88EE3CF-4179-4551-B0F6-C9F156457DD2}" srcOrd="1" destOrd="0" parTransId="{D1F961A0-AA62-47EC-93B3-066BBD5A1852}" sibTransId="{A2BCBC33-88D5-4A33-BDDF-C5529C963189}"/>
    <dgm:cxn modelId="{D185A541-67F4-41A1-87A6-9334F03A0C04}" type="presOf" srcId="{A88EE3CF-4179-4551-B0F6-C9F156457DD2}" destId="{4A0E9F36-9068-43D1-96A0-243BC3FC5A59}" srcOrd="0" destOrd="0" presId="urn:microsoft.com/office/officeart/2008/layout/VerticalCurvedList"/>
    <dgm:cxn modelId="{0264B74A-B9A5-42BD-8FA2-D9D0966DB76D}" type="presOf" srcId="{A9168BAB-02F3-4774-BD34-11BE75509F38}" destId="{84401C51-3872-42F1-806E-CD8B9B7D3BF7}" srcOrd="0" destOrd="0" presId="urn:microsoft.com/office/officeart/2008/layout/VerticalCurvedList"/>
    <dgm:cxn modelId="{17758F56-AAE1-4E09-B122-1D35FAF7C5F5}" type="presOf" srcId="{1ED6037F-4F83-4AB6-BF62-BD7F6F51329A}" destId="{37C2406F-D890-47A5-A8D4-5C668B3C7E78}" srcOrd="0" destOrd="0" presId="urn:microsoft.com/office/officeart/2008/layout/VerticalCurvedList"/>
    <dgm:cxn modelId="{B57B3EA7-6873-423D-B4E7-D58221EDC14B}" srcId="{A9168BAB-02F3-4774-BD34-11BE75509F38}" destId="{DCEB5D7B-F726-4004-A984-BA49721D923F}" srcOrd="0" destOrd="0" parTransId="{AA2007CB-2F1D-4C77-8047-A04562540727}" sibTransId="{1ED6037F-4F83-4AB6-BF62-BD7F6F51329A}"/>
    <dgm:cxn modelId="{BA5640C9-1B7D-4ABC-B424-B020C8DB7FD5}" srcId="{A9168BAB-02F3-4774-BD34-11BE75509F38}" destId="{431E7EE1-D67A-4F01-A5FD-8BF1493CAC15}" srcOrd="2" destOrd="0" parTransId="{CA82EC3C-5F70-47F8-8254-BEA6AD1F438C}" sibTransId="{BB11DB9C-C623-4A6B-A534-AA57D7FEB13D}"/>
    <dgm:cxn modelId="{FA7ACCD3-44BC-4D6D-BE2D-3B3A94379B1C}" type="presOf" srcId="{431E7EE1-D67A-4F01-A5FD-8BF1493CAC15}" destId="{44AA0C31-4F94-46A1-81A1-EE4D240559C4}" srcOrd="0" destOrd="0" presId="urn:microsoft.com/office/officeart/2008/layout/VerticalCurvedList"/>
    <dgm:cxn modelId="{9732D6F1-BDDF-47C6-8AA2-53EB5F1A900F}" type="presOf" srcId="{DCEB5D7B-F726-4004-A984-BA49721D923F}" destId="{659E3B4D-2071-4B80-B344-F7920B6C3448}" srcOrd="0" destOrd="0" presId="urn:microsoft.com/office/officeart/2008/layout/VerticalCurvedList"/>
    <dgm:cxn modelId="{ADF82549-343C-4541-913D-8F5491BF3357}" type="presParOf" srcId="{84401C51-3872-42F1-806E-CD8B9B7D3BF7}" destId="{2E3A738D-CD48-44E5-B493-7F3AE3223485}" srcOrd="0" destOrd="0" presId="urn:microsoft.com/office/officeart/2008/layout/VerticalCurvedList"/>
    <dgm:cxn modelId="{DB1E615C-8EBC-46BD-8A49-266C4F541395}" type="presParOf" srcId="{2E3A738D-CD48-44E5-B493-7F3AE3223485}" destId="{22F9EADE-CED4-45D4-B239-4E42A22EDA2D}" srcOrd="0" destOrd="0" presId="urn:microsoft.com/office/officeart/2008/layout/VerticalCurvedList"/>
    <dgm:cxn modelId="{FE759F1E-75AE-45CD-87FF-0B54C5722EED}" type="presParOf" srcId="{22F9EADE-CED4-45D4-B239-4E42A22EDA2D}" destId="{391951F7-CD87-475A-8F89-589DC3ACD005}" srcOrd="0" destOrd="0" presId="urn:microsoft.com/office/officeart/2008/layout/VerticalCurvedList"/>
    <dgm:cxn modelId="{51B97EB6-5DF2-4834-8C35-B289D4E517A5}" type="presParOf" srcId="{22F9EADE-CED4-45D4-B239-4E42A22EDA2D}" destId="{37C2406F-D890-47A5-A8D4-5C668B3C7E78}" srcOrd="1" destOrd="0" presId="urn:microsoft.com/office/officeart/2008/layout/VerticalCurvedList"/>
    <dgm:cxn modelId="{397DB8E5-9605-4F26-990C-19452064AC05}" type="presParOf" srcId="{22F9EADE-CED4-45D4-B239-4E42A22EDA2D}" destId="{550D2509-929D-4242-ABCA-F867F1B483E0}" srcOrd="2" destOrd="0" presId="urn:microsoft.com/office/officeart/2008/layout/VerticalCurvedList"/>
    <dgm:cxn modelId="{7444AC75-6151-401B-984A-BDFA39DCE51C}" type="presParOf" srcId="{22F9EADE-CED4-45D4-B239-4E42A22EDA2D}" destId="{38C4BD92-BD8F-4BB6-B98F-632FD67221F7}" srcOrd="3" destOrd="0" presId="urn:microsoft.com/office/officeart/2008/layout/VerticalCurvedList"/>
    <dgm:cxn modelId="{FA201646-4F06-4D7E-9C9D-49664FE86C3F}" type="presParOf" srcId="{2E3A738D-CD48-44E5-B493-7F3AE3223485}" destId="{659E3B4D-2071-4B80-B344-F7920B6C3448}" srcOrd="1" destOrd="0" presId="urn:microsoft.com/office/officeart/2008/layout/VerticalCurvedList"/>
    <dgm:cxn modelId="{2306CDAE-4602-4610-A78E-DD8B76105D5C}" type="presParOf" srcId="{2E3A738D-CD48-44E5-B493-7F3AE3223485}" destId="{8FF52082-4249-4739-907D-4BA37FB8FEFB}" srcOrd="2" destOrd="0" presId="urn:microsoft.com/office/officeart/2008/layout/VerticalCurvedList"/>
    <dgm:cxn modelId="{CEEC7B67-6810-4754-93EA-2E8BA347BE4C}" type="presParOf" srcId="{8FF52082-4249-4739-907D-4BA37FB8FEFB}" destId="{A724CAB9-52D6-4196-B5AA-3578FB8D1852}" srcOrd="0" destOrd="0" presId="urn:microsoft.com/office/officeart/2008/layout/VerticalCurvedList"/>
    <dgm:cxn modelId="{F6003F04-6DB2-4A14-AA7D-9F66E3302C83}" type="presParOf" srcId="{2E3A738D-CD48-44E5-B493-7F3AE3223485}" destId="{4A0E9F36-9068-43D1-96A0-243BC3FC5A59}" srcOrd="3" destOrd="0" presId="urn:microsoft.com/office/officeart/2008/layout/VerticalCurvedList"/>
    <dgm:cxn modelId="{58879848-0CAF-4C07-8393-852BAD4FE178}" type="presParOf" srcId="{2E3A738D-CD48-44E5-B493-7F3AE3223485}" destId="{24A802EF-E26F-487C-AD18-8D38734FBCCC}" srcOrd="4" destOrd="0" presId="urn:microsoft.com/office/officeart/2008/layout/VerticalCurvedList"/>
    <dgm:cxn modelId="{F778C437-3571-4039-824F-13C137ABCD44}" type="presParOf" srcId="{24A802EF-E26F-487C-AD18-8D38734FBCCC}" destId="{58F1A302-EFD9-498E-828D-D50A29E35DCF}" srcOrd="0" destOrd="0" presId="urn:microsoft.com/office/officeart/2008/layout/VerticalCurvedList"/>
    <dgm:cxn modelId="{CE96B2BE-C038-4E29-8BE1-6CB01ED064CA}" type="presParOf" srcId="{2E3A738D-CD48-44E5-B493-7F3AE3223485}" destId="{44AA0C31-4F94-46A1-81A1-EE4D240559C4}" srcOrd="5" destOrd="0" presId="urn:microsoft.com/office/officeart/2008/layout/VerticalCurvedList"/>
    <dgm:cxn modelId="{2178FB28-6217-49B0-9481-D8D8F6351763}" type="presParOf" srcId="{2E3A738D-CD48-44E5-B493-7F3AE3223485}" destId="{4578B426-97A5-4EE3-9999-46DFF45A4F68}" srcOrd="6" destOrd="0" presId="urn:microsoft.com/office/officeart/2008/layout/VerticalCurvedList"/>
    <dgm:cxn modelId="{AC9EE07D-E5ED-4AF0-88A8-C07A607A92E8}" type="presParOf" srcId="{4578B426-97A5-4EE3-9999-46DFF45A4F68}" destId="{73F7E9A7-E64C-4177-876A-0D38A0D92123}"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04E7DED-F4D7-41E7-B0B3-90DD651A9A96}" type="doc">
      <dgm:prSet loTypeId="urn:microsoft.com/office/officeart/2008/layout/VerticalCurvedList" loCatId="list" qsTypeId="urn:microsoft.com/office/officeart/2005/8/quickstyle/simple1" qsCatId="simple" csTypeId="urn:microsoft.com/office/officeart/2005/8/colors/colorful1" csCatId="colorful" phldr="1"/>
      <dgm:spPr/>
      <dgm:t>
        <a:bodyPr/>
        <a:lstStyle/>
        <a:p>
          <a:endParaRPr lang="en-US"/>
        </a:p>
      </dgm:t>
    </dgm:pt>
    <dgm:pt modelId="{F67697AC-7D4F-4236-B7BC-00C3362CAC28}">
      <dgm:prSet phldrT="[Text]"/>
      <dgm:spPr/>
      <dgm:t>
        <a:bodyPr/>
        <a:lstStyle/>
        <a:p>
          <a:r>
            <a:rPr lang="fr-FR" noProof="0" dirty="0"/>
            <a:t>Suite au copil de fin de mise en production</a:t>
          </a:r>
          <a:endParaRPr lang="en-US" dirty="0"/>
        </a:p>
      </dgm:t>
    </dgm:pt>
    <dgm:pt modelId="{575E173C-1416-43FD-AA2C-F74FB705E903}" type="parTrans" cxnId="{4525A947-353C-4A90-BDBC-179AC32D3102}">
      <dgm:prSet/>
      <dgm:spPr/>
      <dgm:t>
        <a:bodyPr/>
        <a:lstStyle/>
        <a:p>
          <a:endParaRPr lang="en-US"/>
        </a:p>
      </dgm:t>
    </dgm:pt>
    <dgm:pt modelId="{AD9AB256-ACBA-4086-BF2F-08F0BE3882EA}" type="sibTrans" cxnId="{4525A947-353C-4A90-BDBC-179AC32D3102}">
      <dgm:prSet/>
      <dgm:spPr/>
      <dgm:t>
        <a:bodyPr/>
        <a:lstStyle/>
        <a:p>
          <a:endParaRPr lang="en-US"/>
        </a:p>
      </dgm:t>
    </dgm:pt>
    <dgm:pt modelId="{6F9C5B93-DDEF-41A2-9998-7706342AE33F}">
      <dgm:prSet/>
      <dgm:spPr/>
      <dgm:t>
        <a:bodyPr/>
        <a:lstStyle/>
        <a:p>
          <a:r>
            <a:rPr lang="fr-FR"/>
            <a:t>Transfert progressif</a:t>
          </a:r>
          <a:endParaRPr lang="fr-FR" dirty="0"/>
        </a:p>
      </dgm:t>
    </dgm:pt>
    <dgm:pt modelId="{076F1410-55C4-43B6-BEF4-F753FB95BA64}" type="parTrans" cxnId="{802393BD-9DB8-44F4-88F8-BB80C1F84533}">
      <dgm:prSet/>
      <dgm:spPr/>
      <dgm:t>
        <a:bodyPr/>
        <a:lstStyle/>
        <a:p>
          <a:endParaRPr lang="en-US"/>
        </a:p>
      </dgm:t>
    </dgm:pt>
    <dgm:pt modelId="{B9C6F648-D7D4-4B9A-AF65-EAF36D81F221}" type="sibTrans" cxnId="{802393BD-9DB8-44F4-88F8-BB80C1F84533}">
      <dgm:prSet/>
      <dgm:spPr/>
      <dgm:t>
        <a:bodyPr/>
        <a:lstStyle/>
        <a:p>
          <a:endParaRPr lang="en-US"/>
        </a:p>
      </dgm:t>
    </dgm:pt>
    <dgm:pt modelId="{31B88D98-4661-441E-A403-A5A593D6D77F}">
      <dgm:prSet/>
      <dgm:spPr/>
      <dgm:t>
        <a:bodyPr/>
        <a:lstStyle/>
        <a:p>
          <a:r>
            <a:rPr lang="fr-FR"/>
            <a:t>Définition de la fréquence des Suivi projet</a:t>
          </a:r>
          <a:endParaRPr lang="en-US"/>
        </a:p>
      </dgm:t>
    </dgm:pt>
    <dgm:pt modelId="{74768C0C-B4E4-4A4D-863B-9AD6E21636ED}" type="parTrans" cxnId="{D244EE15-E8DB-4BB1-8E03-DD93A7FB4E3B}">
      <dgm:prSet/>
      <dgm:spPr/>
      <dgm:t>
        <a:bodyPr/>
        <a:lstStyle/>
        <a:p>
          <a:endParaRPr lang="en-US"/>
        </a:p>
      </dgm:t>
    </dgm:pt>
    <dgm:pt modelId="{550F0982-BD41-493C-A7DB-D068FC572C89}" type="sibTrans" cxnId="{D244EE15-E8DB-4BB1-8E03-DD93A7FB4E3B}">
      <dgm:prSet/>
      <dgm:spPr/>
      <dgm:t>
        <a:bodyPr/>
        <a:lstStyle/>
        <a:p>
          <a:endParaRPr lang="en-US"/>
        </a:p>
      </dgm:t>
    </dgm:pt>
    <dgm:pt modelId="{5139D567-6456-4414-ADCE-F63426CF9AC2}" type="pres">
      <dgm:prSet presAssocID="{504E7DED-F4D7-41E7-B0B3-90DD651A9A96}" presName="Name0" presStyleCnt="0">
        <dgm:presLayoutVars>
          <dgm:chMax val="7"/>
          <dgm:chPref val="7"/>
          <dgm:dir/>
        </dgm:presLayoutVars>
      </dgm:prSet>
      <dgm:spPr/>
    </dgm:pt>
    <dgm:pt modelId="{584CECD7-70AE-4C05-B020-E7758EA52716}" type="pres">
      <dgm:prSet presAssocID="{504E7DED-F4D7-41E7-B0B3-90DD651A9A96}" presName="Name1" presStyleCnt="0"/>
      <dgm:spPr/>
    </dgm:pt>
    <dgm:pt modelId="{CA4AAC26-8227-4E3B-83D5-2C36CC0AC88A}" type="pres">
      <dgm:prSet presAssocID="{504E7DED-F4D7-41E7-B0B3-90DD651A9A96}" presName="cycle" presStyleCnt="0"/>
      <dgm:spPr/>
    </dgm:pt>
    <dgm:pt modelId="{01FAB529-41AE-431F-8A71-08DB460F2363}" type="pres">
      <dgm:prSet presAssocID="{504E7DED-F4D7-41E7-B0B3-90DD651A9A96}" presName="srcNode" presStyleLbl="node1" presStyleIdx="0" presStyleCnt="3"/>
      <dgm:spPr/>
    </dgm:pt>
    <dgm:pt modelId="{BF991332-5BA1-4F44-9491-52CF3B4C3F7F}" type="pres">
      <dgm:prSet presAssocID="{504E7DED-F4D7-41E7-B0B3-90DD651A9A96}" presName="conn" presStyleLbl="parChTrans1D2" presStyleIdx="0" presStyleCnt="1"/>
      <dgm:spPr/>
    </dgm:pt>
    <dgm:pt modelId="{E5C0324B-4127-422B-AC4F-60A1727805DE}" type="pres">
      <dgm:prSet presAssocID="{504E7DED-F4D7-41E7-B0B3-90DD651A9A96}" presName="extraNode" presStyleLbl="node1" presStyleIdx="0" presStyleCnt="3"/>
      <dgm:spPr/>
    </dgm:pt>
    <dgm:pt modelId="{02468D47-E70F-4042-B9AF-EDB74E3776A2}" type="pres">
      <dgm:prSet presAssocID="{504E7DED-F4D7-41E7-B0B3-90DD651A9A96}" presName="dstNode" presStyleLbl="node1" presStyleIdx="0" presStyleCnt="3"/>
      <dgm:spPr/>
    </dgm:pt>
    <dgm:pt modelId="{806C7B68-CB0D-4E46-8BE9-0B08E7E25526}" type="pres">
      <dgm:prSet presAssocID="{F67697AC-7D4F-4236-B7BC-00C3362CAC28}" presName="text_1" presStyleLbl="node1" presStyleIdx="0" presStyleCnt="3">
        <dgm:presLayoutVars>
          <dgm:bulletEnabled val="1"/>
        </dgm:presLayoutVars>
      </dgm:prSet>
      <dgm:spPr/>
    </dgm:pt>
    <dgm:pt modelId="{69DB3A9F-184B-4B5F-8181-8F17CD15A74B}" type="pres">
      <dgm:prSet presAssocID="{F67697AC-7D4F-4236-B7BC-00C3362CAC28}" presName="accent_1" presStyleCnt="0"/>
      <dgm:spPr/>
    </dgm:pt>
    <dgm:pt modelId="{52B17895-C683-4FAF-A367-D9C9E65E41CE}" type="pres">
      <dgm:prSet presAssocID="{F67697AC-7D4F-4236-B7BC-00C3362CAC28}" presName="accentRepeatNode" presStyleLbl="solidFgAcc1" presStyleIdx="0" presStyleCnt="3"/>
      <dgm:spPr/>
    </dgm:pt>
    <dgm:pt modelId="{DA739D05-6928-43F4-ADE1-49F1FED1FB65}" type="pres">
      <dgm:prSet presAssocID="{6F9C5B93-DDEF-41A2-9998-7706342AE33F}" presName="text_2" presStyleLbl="node1" presStyleIdx="1" presStyleCnt="3">
        <dgm:presLayoutVars>
          <dgm:bulletEnabled val="1"/>
        </dgm:presLayoutVars>
      </dgm:prSet>
      <dgm:spPr/>
    </dgm:pt>
    <dgm:pt modelId="{3001D069-3144-4BBD-A636-9672D811F769}" type="pres">
      <dgm:prSet presAssocID="{6F9C5B93-DDEF-41A2-9998-7706342AE33F}" presName="accent_2" presStyleCnt="0"/>
      <dgm:spPr/>
    </dgm:pt>
    <dgm:pt modelId="{85E47004-B6F7-4784-975D-260E3322BD7F}" type="pres">
      <dgm:prSet presAssocID="{6F9C5B93-DDEF-41A2-9998-7706342AE33F}" presName="accentRepeatNode" presStyleLbl="solidFgAcc1" presStyleIdx="1" presStyleCnt="3"/>
      <dgm:spPr/>
    </dgm:pt>
    <dgm:pt modelId="{1313A0E1-D2F1-44C2-8531-09A0ADCADBE6}" type="pres">
      <dgm:prSet presAssocID="{31B88D98-4661-441E-A403-A5A593D6D77F}" presName="text_3" presStyleLbl="node1" presStyleIdx="2" presStyleCnt="3">
        <dgm:presLayoutVars>
          <dgm:bulletEnabled val="1"/>
        </dgm:presLayoutVars>
      </dgm:prSet>
      <dgm:spPr/>
    </dgm:pt>
    <dgm:pt modelId="{4D0F314A-4E18-45A1-98AE-D7DEDC81541B}" type="pres">
      <dgm:prSet presAssocID="{31B88D98-4661-441E-A403-A5A593D6D77F}" presName="accent_3" presStyleCnt="0"/>
      <dgm:spPr/>
    </dgm:pt>
    <dgm:pt modelId="{093777D7-8277-49B2-ACFD-952E88792DAD}" type="pres">
      <dgm:prSet presAssocID="{31B88D98-4661-441E-A403-A5A593D6D77F}" presName="accentRepeatNode" presStyleLbl="solidFgAcc1" presStyleIdx="2" presStyleCnt="3"/>
      <dgm:spPr/>
    </dgm:pt>
  </dgm:ptLst>
  <dgm:cxnLst>
    <dgm:cxn modelId="{D244EE15-E8DB-4BB1-8E03-DD93A7FB4E3B}" srcId="{504E7DED-F4D7-41E7-B0B3-90DD651A9A96}" destId="{31B88D98-4661-441E-A403-A5A593D6D77F}" srcOrd="2" destOrd="0" parTransId="{74768C0C-B4E4-4A4D-863B-9AD6E21636ED}" sibTransId="{550F0982-BD41-493C-A7DB-D068FC572C89}"/>
    <dgm:cxn modelId="{619A1541-CF38-4FCE-9494-A9AC4152EADE}" type="presOf" srcId="{AD9AB256-ACBA-4086-BF2F-08F0BE3882EA}" destId="{BF991332-5BA1-4F44-9491-52CF3B4C3F7F}" srcOrd="0" destOrd="0" presId="urn:microsoft.com/office/officeart/2008/layout/VerticalCurvedList"/>
    <dgm:cxn modelId="{5BC28942-7F76-40E8-9FEB-F4784A836ED2}" type="presOf" srcId="{504E7DED-F4D7-41E7-B0B3-90DD651A9A96}" destId="{5139D567-6456-4414-ADCE-F63426CF9AC2}" srcOrd="0" destOrd="0" presId="urn:microsoft.com/office/officeart/2008/layout/VerticalCurvedList"/>
    <dgm:cxn modelId="{4525A947-353C-4A90-BDBC-179AC32D3102}" srcId="{504E7DED-F4D7-41E7-B0B3-90DD651A9A96}" destId="{F67697AC-7D4F-4236-B7BC-00C3362CAC28}" srcOrd="0" destOrd="0" parTransId="{575E173C-1416-43FD-AA2C-F74FB705E903}" sibTransId="{AD9AB256-ACBA-4086-BF2F-08F0BE3882EA}"/>
    <dgm:cxn modelId="{70AE5352-1454-41BF-8B52-980CDDA04F61}" type="presOf" srcId="{F67697AC-7D4F-4236-B7BC-00C3362CAC28}" destId="{806C7B68-CB0D-4E46-8BE9-0B08E7E25526}" srcOrd="0" destOrd="0" presId="urn:microsoft.com/office/officeart/2008/layout/VerticalCurvedList"/>
    <dgm:cxn modelId="{90469080-94F4-435F-93E7-A1CEAE9E41C4}" type="presOf" srcId="{6F9C5B93-DDEF-41A2-9998-7706342AE33F}" destId="{DA739D05-6928-43F4-ADE1-49F1FED1FB65}" srcOrd="0" destOrd="0" presId="urn:microsoft.com/office/officeart/2008/layout/VerticalCurvedList"/>
    <dgm:cxn modelId="{802393BD-9DB8-44F4-88F8-BB80C1F84533}" srcId="{504E7DED-F4D7-41E7-B0B3-90DD651A9A96}" destId="{6F9C5B93-DDEF-41A2-9998-7706342AE33F}" srcOrd="1" destOrd="0" parTransId="{076F1410-55C4-43B6-BEF4-F753FB95BA64}" sibTransId="{B9C6F648-D7D4-4B9A-AF65-EAF36D81F221}"/>
    <dgm:cxn modelId="{01970CC1-20C9-4FDC-88FD-D55327B751B0}" type="presOf" srcId="{31B88D98-4661-441E-A403-A5A593D6D77F}" destId="{1313A0E1-D2F1-44C2-8531-09A0ADCADBE6}" srcOrd="0" destOrd="0" presId="urn:microsoft.com/office/officeart/2008/layout/VerticalCurvedList"/>
    <dgm:cxn modelId="{09147895-7501-4E45-941A-FBE25A40E876}" type="presParOf" srcId="{5139D567-6456-4414-ADCE-F63426CF9AC2}" destId="{584CECD7-70AE-4C05-B020-E7758EA52716}" srcOrd="0" destOrd="0" presId="urn:microsoft.com/office/officeart/2008/layout/VerticalCurvedList"/>
    <dgm:cxn modelId="{0ECED86A-978D-4D16-9E42-5569B273A947}" type="presParOf" srcId="{584CECD7-70AE-4C05-B020-E7758EA52716}" destId="{CA4AAC26-8227-4E3B-83D5-2C36CC0AC88A}" srcOrd="0" destOrd="0" presId="urn:microsoft.com/office/officeart/2008/layout/VerticalCurvedList"/>
    <dgm:cxn modelId="{26890EDA-E1F0-483B-B3DB-E5718E0E6CF9}" type="presParOf" srcId="{CA4AAC26-8227-4E3B-83D5-2C36CC0AC88A}" destId="{01FAB529-41AE-431F-8A71-08DB460F2363}" srcOrd="0" destOrd="0" presId="urn:microsoft.com/office/officeart/2008/layout/VerticalCurvedList"/>
    <dgm:cxn modelId="{AE705F2F-673E-4C3C-B7AF-780069BFA89B}" type="presParOf" srcId="{CA4AAC26-8227-4E3B-83D5-2C36CC0AC88A}" destId="{BF991332-5BA1-4F44-9491-52CF3B4C3F7F}" srcOrd="1" destOrd="0" presId="urn:microsoft.com/office/officeart/2008/layout/VerticalCurvedList"/>
    <dgm:cxn modelId="{D3EF8D75-0996-460B-9B5A-375391E4BFE6}" type="presParOf" srcId="{CA4AAC26-8227-4E3B-83D5-2C36CC0AC88A}" destId="{E5C0324B-4127-422B-AC4F-60A1727805DE}" srcOrd="2" destOrd="0" presId="urn:microsoft.com/office/officeart/2008/layout/VerticalCurvedList"/>
    <dgm:cxn modelId="{D6AE68C2-9714-4103-B73B-1437931AA616}" type="presParOf" srcId="{CA4AAC26-8227-4E3B-83D5-2C36CC0AC88A}" destId="{02468D47-E70F-4042-B9AF-EDB74E3776A2}" srcOrd="3" destOrd="0" presId="urn:microsoft.com/office/officeart/2008/layout/VerticalCurvedList"/>
    <dgm:cxn modelId="{53AE19DB-C88A-48B1-B45B-E02359C3836C}" type="presParOf" srcId="{584CECD7-70AE-4C05-B020-E7758EA52716}" destId="{806C7B68-CB0D-4E46-8BE9-0B08E7E25526}" srcOrd="1" destOrd="0" presId="urn:microsoft.com/office/officeart/2008/layout/VerticalCurvedList"/>
    <dgm:cxn modelId="{B7E1458E-A4CD-437A-B027-C81AC978BA9B}" type="presParOf" srcId="{584CECD7-70AE-4C05-B020-E7758EA52716}" destId="{69DB3A9F-184B-4B5F-8181-8F17CD15A74B}" srcOrd="2" destOrd="0" presId="urn:microsoft.com/office/officeart/2008/layout/VerticalCurvedList"/>
    <dgm:cxn modelId="{5E47F81A-3C6E-45F3-B9CD-C26147515811}" type="presParOf" srcId="{69DB3A9F-184B-4B5F-8181-8F17CD15A74B}" destId="{52B17895-C683-4FAF-A367-D9C9E65E41CE}" srcOrd="0" destOrd="0" presId="urn:microsoft.com/office/officeart/2008/layout/VerticalCurvedList"/>
    <dgm:cxn modelId="{B7FE5BE6-C255-4FEC-B0D9-5A6ED1EAEFAB}" type="presParOf" srcId="{584CECD7-70AE-4C05-B020-E7758EA52716}" destId="{DA739D05-6928-43F4-ADE1-49F1FED1FB65}" srcOrd="3" destOrd="0" presId="urn:microsoft.com/office/officeart/2008/layout/VerticalCurvedList"/>
    <dgm:cxn modelId="{61F6D788-628C-42F6-B05E-26605B0C5E6C}" type="presParOf" srcId="{584CECD7-70AE-4C05-B020-E7758EA52716}" destId="{3001D069-3144-4BBD-A636-9672D811F769}" srcOrd="4" destOrd="0" presId="urn:microsoft.com/office/officeart/2008/layout/VerticalCurvedList"/>
    <dgm:cxn modelId="{5ED64708-17A3-404C-ABE7-AAC6CD4E8EEA}" type="presParOf" srcId="{3001D069-3144-4BBD-A636-9672D811F769}" destId="{85E47004-B6F7-4784-975D-260E3322BD7F}" srcOrd="0" destOrd="0" presId="urn:microsoft.com/office/officeart/2008/layout/VerticalCurvedList"/>
    <dgm:cxn modelId="{FED10082-6E68-4BE1-901E-9AA7D312A944}" type="presParOf" srcId="{584CECD7-70AE-4C05-B020-E7758EA52716}" destId="{1313A0E1-D2F1-44C2-8531-09A0ADCADBE6}" srcOrd="5" destOrd="0" presId="urn:microsoft.com/office/officeart/2008/layout/VerticalCurvedList"/>
    <dgm:cxn modelId="{88768170-259D-4A99-94A0-4B2C552B3731}" type="presParOf" srcId="{584CECD7-70AE-4C05-B020-E7758EA52716}" destId="{4D0F314A-4E18-45A1-98AE-D7DEDC81541B}" srcOrd="6" destOrd="0" presId="urn:microsoft.com/office/officeart/2008/layout/VerticalCurvedList"/>
    <dgm:cxn modelId="{25BA949A-D4B5-41DE-BA6F-0D0679594ABD}" type="presParOf" srcId="{4D0F314A-4E18-45A1-98AE-D7DEDC81541B}" destId="{093777D7-8277-49B2-ACFD-952E88792DAD}"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D5196C6-EB8E-42E9-B72F-BE794FA2E659}">
      <dsp:nvSpPr>
        <dsp:cNvPr id="0" name=""/>
        <dsp:cNvSpPr/>
      </dsp:nvSpPr>
      <dsp:spPr>
        <a:xfrm>
          <a:off x="4415" y="2195282"/>
          <a:ext cx="2570253" cy="1028101"/>
        </a:xfrm>
        <a:prstGeom prst="chevron">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fr-FR" sz="1800" kern="1200" noProof="0" dirty="0"/>
            <a:t>Stop sur l’ancien système à ..:..</a:t>
          </a:r>
          <a:endParaRPr lang="en-US" sz="1800" kern="1200" dirty="0"/>
        </a:p>
      </dsp:txBody>
      <dsp:txXfrm>
        <a:off x="518466" y="2195282"/>
        <a:ext cx="1542152" cy="1028101"/>
      </dsp:txXfrm>
    </dsp:sp>
    <dsp:sp modelId="{6492EBC1-5B6C-49B3-9742-E885879ED0E3}">
      <dsp:nvSpPr>
        <dsp:cNvPr id="0" name=""/>
        <dsp:cNvSpPr/>
      </dsp:nvSpPr>
      <dsp:spPr>
        <a:xfrm>
          <a:off x="2317643" y="2195282"/>
          <a:ext cx="2570253" cy="1028101"/>
        </a:xfrm>
        <a:prstGeom prst="chevron">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fr-FR" sz="1800" kern="1200" noProof="0"/>
            <a:t>Début de la migration</a:t>
          </a:r>
          <a:endParaRPr lang="fr-FR" sz="1800" kern="1200" noProof="0" dirty="0"/>
        </a:p>
      </dsp:txBody>
      <dsp:txXfrm>
        <a:off x="2831694" y="2195282"/>
        <a:ext cx="1542152" cy="1028101"/>
      </dsp:txXfrm>
    </dsp:sp>
    <dsp:sp modelId="{948373F2-4AB9-41F5-93E6-E811DA842659}">
      <dsp:nvSpPr>
        <dsp:cNvPr id="0" name=""/>
        <dsp:cNvSpPr/>
      </dsp:nvSpPr>
      <dsp:spPr>
        <a:xfrm>
          <a:off x="4630872" y="2195282"/>
          <a:ext cx="2570253" cy="1028101"/>
        </a:xfrm>
        <a:prstGeom prst="chevron">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fr-FR" sz="1800" kern="1200"/>
            <a:t>Tests</a:t>
          </a:r>
          <a:endParaRPr lang="fr-FR" sz="1800" kern="1200" dirty="0"/>
        </a:p>
      </dsp:txBody>
      <dsp:txXfrm>
        <a:off x="5144923" y="2195282"/>
        <a:ext cx="1542152" cy="1028101"/>
      </dsp:txXfrm>
    </dsp:sp>
    <dsp:sp modelId="{350B00D0-F5D5-4A79-A03D-6ADADCC49446}">
      <dsp:nvSpPr>
        <dsp:cNvPr id="0" name=""/>
        <dsp:cNvSpPr/>
      </dsp:nvSpPr>
      <dsp:spPr>
        <a:xfrm>
          <a:off x="6944100" y="2195282"/>
          <a:ext cx="2570253" cy="1028101"/>
        </a:xfrm>
        <a:prstGeom prst="chevron">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fr-FR" sz="1800" kern="1200" noProof="0"/>
            <a:t>Passage sur nouveau système</a:t>
          </a:r>
          <a:endParaRPr lang="fr-FR" sz="1800" kern="1200" noProof="0" dirty="0"/>
        </a:p>
      </dsp:txBody>
      <dsp:txXfrm>
        <a:off x="7458151" y="2195282"/>
        <a:ext cx="1542152" cy="102810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7C2406F-D890-47A5-A8D4-5C668B3C7E78}">
      <dsp:nvSpPr>
        <dsp:cNvPr id="0" name=""/>
        <dsp:cNvSpPr/>
      </dsp:nvSpPr>
      <dsp:spPr>
        <a:xfrm>
          <a:off x="-4759678" y="-729544"/>
          <a:ext cx="5669230" cy="5669230"/>
        </a:xfrm>
        <a:prstGeom prst="blockArc">
          <a:avLst>
            <a:gd name="adj1" fmla="val 18900000"/>
            <a:gd name="adj2" fmla="val 2700000"/>
            <a:gd name="adj3" fmla="val 381"/>
          </a:avLst>
        </a:prstGeom>
        <a:noFill/>
        <a:ln w="1905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59E3B4D-2071-4B80-B344-F7920B6C3448}">
      <dsp:nvSpPr>
        <dsp:cNvPr id="0" name=""/>
        <dsp:cNvSpPr/>
      </dsp:nvSpPr>
      <dsp:spPr>
        <a:xfrm>
          <a:off x="584972" y="421014"/>
          <a:ext cx="8785349" cy="842028"/>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68360" tIns="66040" rIns="66040" bIns="66040" numCol="1" spcCol="1270" anchor="ctr" anchorCtr="0">
          <a:noAutofit/>
        </a:bodyPr>
        <a:lstStyle/>
        <a:p>
          <a:pPr marL="0" lvl="0" indent="0" algn="l" defTabSz="1155700">
            <a:lnSpc>
              <a:spcPct val="90000"/>
            </a:lnSpc>
            <a:spcBef>
              <a:spcPct val="0"/>
            </a:spcBef>
            <a:spcAft>
              <a:spcPct val="35000"/>
            </a:spcAft>
            <a:buNone/>
          </a:pPr>
          <a:r>
            <a:rPr lang="fr-FR" sz="2600" kern="1200" noProof="0" dirty="0"/>
            <a:t>Réunion journalière </a:t>
          </a:r>
          <a:r>
            <a:rPr lang="fr-FR" sz="2600" kern="1200" noProof="0"/>
            <a:t>à ..:..</a:t>
          </a:r>
          <a:endParaRPr lang="en-US" sz="2600" kern="1200" dirty="0"/>
        </a:p>
      </dsp:txBody>
      <dsp:txXfrm>
        <a:off x="584972" y="421014"/>
        <a:ext cx="8785349" cy="842028"/>
      </dsp:txXfrm>
    </dsp:sp>
    <dsp:sp modelId="{A724CAB9-52D6-4196-B5AA-3578FB8D1852}">
      <dsp:nvSpPr>
        <dsp:cNvPr id="0" name=""/>
        <dsp:cNvSpPr/>
      </dsp:nvSpPr>
      <dsp:spPr>
        <a:xfrm>
          <a:off x="58705" y="315760"/>
          <a:ext cx="1052535" cy="1052535"/>
        </a:xfrm>
        <a:prstGeom prst="ellipse">
          <a:avLst/>
        </a:prstGeom>
        <a:solidFill>
          <a:schemeClr val="lt1">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A0E9F36-9068-43D1-96A0-243BC3FC5A59}">
      <dsp:nvSpPr>
        <dsp:cNvPr id="0" name=""/>
        <dsp:cNvSpPr/>
      </dsp:nvSpPr>
      <dsp:spPr>
        <a:xfrm>
          <a:off x="891050" y="1684056"/>
          <a:ext cx="8479272" cy="842028"/>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68360" tIns="66040" rIns="66040" bIns="66040" numCol="1" spcCol="1270" anchor="ctr" anchorCtr="0">
          <a:noAutofit/>
        </a:bodyPr>
        <a:lstStyle/>
        <a:p>
          <a:pPr marL="0" lvl="0" indent="0" algn="l" defTabSz="1155700">
            <a:lnSpc>
              <a:spcPct val="90000"/>
            </a:lnSpc>
            <a:spcBef>
              <a:spcPct val="0"/>
            </a:spcBef>
            <a:spcAft>
              <a:spcPct val="35000"/>
            </a:spcAft>
            <a:buNone/>
          </a:pPr>
          <a:r>
            <a:rPr lang="fr-FR" sz="2600" kern="1200"/>
            <a:t>Récupération des feedback et définition des priorités</a:t>
          </a:r>
          <a:endParaRPr lang="fr-FR" sz="2600" kern="1200" dirty="0"/>
        </a:p>
      </dsp:txBody>
      <dsp:txXfrm>
        <a:off x="891050" y="1684056"/>
        <a:ext cx="8479272" cy="842028"/>
      </dsp:txXfrm>
    </dsp:sp>
    <dsp:sp modelId="{58F1A302-EFD9-498E-828D-D50A29E35DCF}">
      <dsp:nvSpPr>
        <dsp:cNvPr id="0" name=""/>
        <dsp:cNvSpPr/>
      </dsp:nvSpPr>
      <dsp:spPr>
        <a:xfrm>
          <a:off x="364782" y="1578803"/>
          <a:ext cx="1052535" cy="1052535"/>
        </a:xfrm>
        <a:prstGeom prst="ellipse">
          <a:avLst/>
        </a:prstGeom>
        <a:solidFill>
          <a:schemeClr val="lt1">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4AA0C31-4F94-46A1-81A1-EE4D240559C4}">
      <dsp:nvSpPr>
        <dsp:cNvPr id="0" name=""/>
        <dsp:cNvSpPr/>
      </dsp:nvSpPr>
      <dsp:spPr>
        <a:xfrm>
          <a:off x="584972" y="2947099"/>
          <a:ext cx="8785349" cy="842028"/>
        </a:xfrm>
        <a:prstGeom prst="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68360" tIns="66040" rIns="66040" bIns="66040" numCol="1" spcCol="1270" anchor="ctr" anchorCtr="0">
          <a:noAutofit/>
        </a:bodyPr>
        <a:lstStyle/>
        <a:p>
          <a:pPr marL="0" lvl="0" indent="0" algn="l" defTabSz="1155700">
            <a:lnSpc>
              <a:spcPct val="90000"/>
            </a:lnSpc>
            <a:spcBef>
              <a:spcPct val="0"/>
            </a:spcBef>
            <a:spcAft>
              <a:spcPct val="35000"/>
            </a:spcAft>
            <a:buNone/>
          </a:pPr>
          <a:r>
            <a:rPr lang="fr-FR" sz="2600" kern="1200"/>
            <a:t>Suivi de l’avancement</a:t>
          </a:r>
          <a:endParaRPr lang="fr-FR" sz="2600" kern="1200" noProof="0" dirty="0"/>
        </a:p>
      </dsp:txBody>
      <dsp:txXfrm>
        <a:off x="584972" y="2947099"/>
        <a:ext cx="8785349" cy="842028"/>
      </dsp:txXfrm>
    </dsp:sp>
    <dsp:sp modelId="{73F7E9A7-E64C-4177-876A-0D38A0D92123}">
      <dsp:nvSpPr>
        <dsp:cNvPr id="0" name=""/>
        <dsp:cNvSpPr/>
      </dsp:nvSpPr>
      <dsp:spPr>
        <a:xfrm>
          <a:off x="58705" y="2841845"/>
          <a:ext cx="1052535" cy="1052535"/>
        </a:xfrm>
        <a:prstGeom prst="ellipse">
          <a:avLst/>
        </a:prstGeom>
        <a:solidFill>
          <a:schemeClr val="lt1">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F991332-5BA1-4F44-9491-52CF3B4C3F7F}">
      <dsp:nvSpPr>
        <dsp:cNvPr id="0" name=""/>
        <dsp:cNvSpPr/>
      </dsp:nvSpPr>
      <dsp:spPr>
        <a:xfrm>
          <a:off x="-4488524" y="-688321"/>
          <a:ext cx="5347119" cy="5347119"/>
        </a:xfrm>
        <a:prstGeom prst="blockArc">
          <a:avLst>
            <a:gd name="adj1" fmla="val 18900000"/>
            <a:gd name="adj2" fmla="val 2700000"/>
            <a:gd name="adj3" fmla="val 404"/>
          </a:avLst>
        </a:prstGeom>
        <a:noFill/>
        <a:ln w="1905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06C7B68-CB0D-4E46-8BE9-0B08E7E25526}">
      <dsp:nvSpPr>
        <dsp:cNvPr id="0" name=""/>
        <dsp:cNvSpPr/>
      </dsp:nvSpPr>
      <dsp:spPr>
        <a:xfrm>
          <a:off x="552185" y="397047"/>
          <a:ext cx="9505514" cy="794095"/>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0313" tIns="88900" rIns="88900" bIns="88900" numCol="1" spcCol="1270" anchor="ctr" anchorCtr="0">
          <a:noAutofit/>
        </a:bodyPr>
        <a:lstStyle/>
        <a:p>
          <a:pPr marL="0" lvl="0" indent="0" algn="l" defTabSz="1555750">
            <a:lnSpc>
              <a:spcPct val="90000"/>
            </a:lnSpc>
            <a:spcBef>
              <a:spcPct val="0"/>
            </a:spcBef>
            <a:spcAft>
              <a:spcPct val="35000"/>
            </a:spcAft>
            <a:buNone/>
          </a:pPr>
          <a:r>
            <a:rPr lang="fr-FR" sz="3500" kern="1200" noProof="0" dirty="0"/>
            <a:t>Suite au copil de fin de mise en production</a:t>
          </a:r>
          <a:endParaRPr lang="en-US" sz="3500" kern="1200" dirty="0"/>
        </a:p>
      </dsp:txBody>
      <dsp:txXfrm>
        <a:off x="552185" y="397047"/>
        <a:ext cx="9505514" cy="794095"/>
      </dsp:txXfrm>
    </dsp:sp>
    <dsp:sp modelId="{52B17895-C683-4FAF-A367-D9C9E65E41CE}">
      <dsp:nvSpPr>
        <dsp:cNvPr id="0" name=""/>
        <dsp:cNvSpPr/>
      </dsp:nvSpPr>
      <dsp:spPr>
        <a:xfrm>
          <a:off x="55875" y="297785"/>
          <a:ext cx="992619" cy="992619"/>
        </a:xfrm>
        <a:prstGeom prst="ellipse">
          <a:avLst/>
        </a:prstGeom>
        <a:solidFill>
          <a:schemeClr val="lt1">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A739D05-6928-43F4-ADE1-49F1FED1FB65}">
      <dsp:nvSpPr>
        <dsp:cNvPr id="0" name=""/>
        <dsp:cNvSpPr/>
      </dsp:nvSpPr>
      <dsp:spPr>
        <a:xfrm>
          <a:off x="840838" y="1588190"/>
          <a:ext cx="9216860" cy="794095"/>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0313" tIns="88900" rIns="88900" bIns="88900" numCol="1" spcCol="1270" anchor="ctr" anchorCtr="0">
          <a:noAutofit/>
        </a:bodyPr>
        <a:lstStyle/>
        <a:p>
          <a:pPr marL="0" lvl="0" indent="0" algn="l" defTabSz="1555750">
            <a:lnSpc>
              <a:spcPct val="90000"/>
            </a:lnSpc>
            <a:spcBef>
              <a:spcPct val="0"/>
            </a:spcBef>
            <a:spcAft>
              <a:spcPct val="35000"/>
            </a:spcAft>
            <a:buNone/>
          </a:pPr>
          <a:r>
            <a:rPr lang="fr-FR" sz="3500" kern="1200"/>
            <a:t>Transfert progressif</a:t>
          </a:r>
          <a:endParaRPr lang="fr-FR" sz="3500" kern="1200" dirty="0"/>
        </a:p>
      </dsp:txBody>
      <dsp:txXfrm>
        <a:off x="840838" y="1588190"/>
        <a:ext cx="9216860" cy="794095"/>
      </dsp:txXfrm>
    </dsp:sp>
    <dsp:sp modelId="{85E47004-B6F7-4784-975D-260E3322BD7F}">
      <dsp:nvSpPr>
        <dsp:cNvPr id="0" name=""/>
        <dsp:cNvSpPr/>
      </dsp:nvSpPr>
      <dsp:spPr>
        <a:xfrm>
          <a:off x="344529" y="1488928"/>
          <a:ext cx="992619" cy="992619"/>
        </a:xfrm>
        <a:prstGeom prst="ellipse">
          <a:avLst/>
        </a:prstGeom>
        <a:solidFill>
          <a:schemeClr val="lt1">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313A0E1-D2F1-44C2-8531-09A0ADCADBE6}">
      <dsp:nvSpPr>
        <dsp:cNvPr id="0" name=""/>
        <dsp:cNvSpPr/>
      </dsp:nvSpPr>
      <dsp:spPr>
        <a:xfrm>
          <a:off x="552185" y="2779333"/>
          <a:ext cx="9505514" cy="794095"/>
        </a:xfrm>
        <a:prstGeom prst="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0313" tIns="88900" rIns="88900" bIns="88900" numCol="1" spcCol="1270" anchor="ctr" anchorCtr="0">
          <a:noAutofit/>
        </a:bodyPr>
        <a:lstStyle/>
        <a:p>
          <a:pPr marL="0" lvl="0" indent="0" algn="l" defTabSz="1555750">
            <a:lnSpc>
              <a:spcPct val="90000"/>
            </a:lnSpc>
            <a:spcBef>
              <a:spcPct val="0"/>
            </a:spcBef>
            <a:spcAft>
              <a:spcPct val="35000"/>
            </a:spcAft>
            <a:buNone/>
          </a:pPr>
          <a:r>
            <a:rPr lang="fr-FR" sz="3500" kern="1200"/>
            <a:t>Définition de la fréquence des Suivi projet</a:t>
          </a:r>
          <a:endParaRPr lang="en-US" sz="3500" kern="1200"/>
        </a:p>
      </dsp:txBody>
      <dsp:txXfrm>
        <a:off x="552185" y="2779333"/>
        <a:ext cx="9505514" cy="794095"/>
      </dsp:txXfrm>
    </dsp:sp>
    <dsp:sp modelId="{093777D7-8277-49B2-ACFD-952E88792DAD}">
      <dsp:nvSpPr>
        <dsp:cNvPr id="0" name=""/>
        <dsp:cNvSpPr/>
      </dsp:nvSpPr>
      <dsp:spPr>
        <a:xfrm>
          <a:off x="55875" y="2680071"/>
          <a:ext cx="992619" cy="992619"/>
        </a:xfrm>
        <a:prstGeom prst="ellipse">
          <a:avLst/>
        </a:prstGeom>
        <a:solidFill>
          <a:schemeClr val="lt1">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3.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A454D5-0C22-4E29-8273-CD8F6E3FBAB2}" type="datetimeFigureOut">
              <a:rPr lang="en-US" smtClean="0"/>
              <a:t>7/31/2026</a:t>
            </a:fld>
            <a:endParaRPr lang="en-US"/>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71C916-658F-4180-8896-F3B895078416}" type="slidenum">
              <a:rPr lang="en-US" smtClean="0"/>
              <a:t>‹N°›</a:t>
            </a:fld>
            <a:endParaRPr lang="en-US"/>
          </a:p>
        </p:txBody>
      </p:sp>
    </p:spTree>
    <p:extLst>
      <p:ext uri="{BB962C8B-B14F-4D97-AF65-F5344CB8AC3E}">
        <p14:creationId xmlns:p14="http://schemas.microsoft.com/office/powerpoint/2010/main" val="3208692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vais vous expliquer comment se déroule un projet chez Captivea.</a:t>
            </a:r>
          </a:p>
          <a:p/>
          <a:p>
            <a:r>
              <a:t>Actuellement, nous sommes dans la phase de consultation gratuite et d'estimation globale. Nous avons préparé une estimation initiale pour votre projet, que nous aborderons plus tard.</a:t>
            </a:r>
          </a:p>
          <a:p/>
          <a:p>
            <a:r>
              <a:t>La première étape de notre collaboration est une phase d'analyse. Durant cette phase, nous organiserons des ateliers de travail avec vos utilisateurs clés pour bien comprendre vos besoins et voir comment les intégrer avec Odoo. C'est un moment d'échange pour identifier comment vous pouvez vous adapter à Odoo et comment Odoo peut s'adapter à vous.</a:t>
            </a:r>
          </a:p>
          <a:p/>
          <a:p>
            <a:r>
              <a:t>À l'issue de cette phase d'analyse, nous vous fournirons une estimation détaillée de votre projet, incluant tout ce qu'il faut pour mettre en place le logiciel. Si vous validez cette estimation, nous démarrerons la phase de mise en œuvre.</a:t>
            </a:r>
          </a:p>
          <a:p/>
          <a:p>
            <a:r>
              <a:t>Lors de la phase de mise en œuvre, nous installerons le logiciel, effectuerons les adaptations et configurations nécessaires, puis nous passerons en production. </a:t>
            </a:r>
          </a:p>
          <a:p/>
          <a:p/>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Après la mise en production, nous resterons très réactifs pour ajuster le système et répondre rapidement à vos attentes.</a:t>
            </a:r>
          </a:p>
          <a:p>
            <a:r>
              <a:t>Par la suite, nous évaluerons le projet et définirons les prochaines étapes pour construire une version 2, puis une version 3.</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Parlons désormais de notre vision d’un projet réussi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Notre objectif principal est de lancer le produit aussi rapidement que possible. </a:t>
            </a:r>
          </a:p>
          <a:p/>
          <a:p>
            <a:r>
              <a:t>Pour y parvenir, nous allons rester proche du standard. </a:t>
            </a:r>
          </a:p>
          <a:p/>
          <a:p>
            <a:r>
              <a:t>Comme expliqué précédemment, nous effectuerons une analyse d’implémentation pour définir collaborativement le Produit Minimum Viable (MVP). Lors de cette analyse, nous explorerons comment intégrer vos processus actuels dans le cadre standard d'Odoo de la manière la plus fluide possible.</a:t>
            </a:r>
          </a:p>
          <a:p/>
          <a:p>
            <a:r>
              <a:t>Nous reporterons les améliorations et évolutions supplémentaires aux versions futures, telles que les versions 2 ou 3.</a:t>
            </a:r>
          </a:p>
          <a:p/>
          <a:p>
            <a:r>
              <a:t>La logique derrière cette approche est que vos retours seront plus précieux et pertinents une fois que vous utiliserez activement le logiciel, plutôt que d'anticiper comment vous pourriez l'utiliser.</a:t>
            </a:r>
          </a:p>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Nous sommes enthousiastes à l'idée d'entreprendre ce projet avec vous et nous croyons fermement que travailler ensemble en tant qu'équipe soudée sera la clé de sa réussite. </a:t>
            </a:r>
          </a:p>
          <a:p/>
          <a:p>
            <a:r>
              <a:t>Tout au long du projet, nous fournirons une formation continue aux utilisateurs clés afin de nous assurer qu'ils s’approprient le logiciel.</a:t>
            </a:r>
          </a:p>
          <a:p/>
          <a:p>
            <a:r>
              <a:t>Nous nous engageons à maintenir une communication étroite et à effectuer des suivis hebdomadaires avec vous. </a:t>
            </a:r>
          </a:p>
          <a:p/>
          <a:p>
            <a:r>
              <a:t>Notre objectif est de valider ensemble chaque étape du processus de mise en œuvre, garantissant ainsi que nous atteignons nos objectifs de manière efficace et efficiente.</a:t>
            </a:r>
          </a:p>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Tout au long du projet, vous avez la liberté de changer d'avis selon vos besoins. Nous conservons une flexibilité maximale, vous permettant d'ajouter ou de supprimer des fonctionnalités et d'ajuster le calendrier en fonction de votre disponibilité.</a:t>
            </a:r>
          </a:p>
          <a:p/>
          <a:p>
            <a:r>
              <a:t>Notre rôle est de vous guider à travers ces changements et de vous expliquer leur impact sur le calendrier et la livraison du projet. </a:t>
            </a:r>
          </a:p>
          <a:p/>
          <a:p>
            <a:r>
              <a:t>De plus, nous adapterons notre niveau de service en fonction de votre implication dans le projet. Par exemple, si des données doivent être importées, nous pouvons soit vous former pour gérer le processus d'importation dans Odoo, soit vous pouvez nous fournir les fichiers de données brutes, et nous nous chargerons de nettoyer et d'importer les données pour vous. </a:t>
            </a:r>
          </a:p>
          <a:p/>
          <a:p>
            <a:r>
              <a:t>Les deux options sont réalisables, mais le temps et les efforts nécessaires varieront en conséquence.</a:t>
            </a:r>
          </a:p>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Chez Captivea, nous sommes une équipe de consultants hautement expérimentés. Nous collaborons étroitement et pouvons déployer un consultant avec une expertise spécifique sur n'importe quel projet selon les besoins.</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Découvrez Odoo, un logiciel de gestion global complet conçu pour rationaliser toutes vos opérations au sein d'une plateforme centralisée.</a:t>
            </a:r>
          </a:p>
          <a:p/>
          <a:p>
            <a:r>
              <a:t>Avec Odoo, vous gagnez en flexibilité en commençant par quelques modules essentiels et en intégrant de manière transparente des fonctionnalités supplémentaires au fur et à mesure que votre entreprise se développe. </a:t>
            </a:r>
          </a:p>
          <a:p/>
          <a:p>
            <a:r>
              <a:t>Cette solution évolutive grandit avec vous, garantissant que les capacités de votre logiciel s'étendent avec les besoins de votre entreprise.</a:t>
            </a:r>
          </a:p>
          <a:p/>
          <a:p>
            <a:r>
              <a:t>L'une des caractéristiques phares d'Odoo est sa conception centrée sur l'utilisateur. Odoo accorde la priorité à l'expérience utilisateur, offrant une interface intuitive et conviviale qui rend la navigation et l'opération un jeu d'enfant. </a:t>
            </a:r>
          </a:p>
          <a:p/>
          <a:p>
            <a:r>
              <a:t>Odoo est plus qu'un simple logiciel ; c'est un outil conçu en pensant à l'utilisateur, permettant à votre équipe de travailler de manière plus efficace et efficiente.</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Odoo compte plus de 12 millions d'utilisateurs et emploie plus de 5 000 employées. </a:t>
            </a:r>
          </a:p>
          <a:p/>
          <a:p>
            <a:r>
              <a:t>L'un des plus grands atouts d'Odoo est sa flexibilité. En plus de la large gamme de modules standards, Odoo offre l'accès à une marketplace proposant plus de 47 000 modules supplémentaires. Cela vous permet d'adapter le logiciel précisément à vos besoins spécifiques.</a:t>
            </a:r>
          </a:p>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Local</a:t>
            </a:r>
          </a:p>
          <a:p>
            <a:r>
              <a:t>L'intégralité de l'équipe projet et commerciale est basée localement, c'est-à-dire dans le même pays ou la même région que votre entreprise. Les échanges et interactions se font en personne ou via des outils de communication, et des ressources peuvent être déployées sur place</a:t>
            </a:r>
          </a:p>
          <a:p>
            <a:r>
              <a:t>Hybride</a:t>
            </a:r>
          </a:p>
          <a:p>
            <a:r>
              <a:t>Une combinaison de ressources locales (sur place) et distantes (à distance). Les rôles clés tels que chef de projet et analyste d'affaires sont basés localement, tandis que le développement et les tests sont effectués à distance</a:t>
            </a:r>
          </a:p>
          <a:p>
            <a:r>
              <a:t>La gestion de projet et l'analyse commerciale peuvent être effectuées sur site</a:t>
            </a:r>
          </a:p>
          <a:p>
            <a:r>
              <a:t>Offshore</a:t>
            </a:r>
          </a:p>
          <a:p>
            <a:r>
              <a:t>L'ensemble de l'équipe de projet est basé à l'étranger, visant des ressources économiques</a:t>
            </a:r>
          </a:p>
          <a:p>
            <a:r>
              <a:t>Les communications sont uniquement menées via des conférences vidéo et des outils de gestion de projet en ligne</a:t>
            </a:r>
          </a:p>
          <a:p>
            <a:r>
              <a:t>Disponible uniquement en anglais</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Dans cette section, nous allons détailler notre offre pour la phase d'analyse, fournir une estimation pour la mise en œuvre et détailler les tarifs pour les licences et l'hébergement.</a:t>
            </a:r>
          </a:p>
          <a:p/>
          <a:p>
            <a:r>
              <a:t>Je tiens à souligner que vous n'aurez besoin d'acquérir la licence qu'après la finalisation de l'analyse. Cela signifie qu'en commençant par l'analyse, vous ne vous engagez pas sur la licence dès le départ. Cette approche garantit que vous pouvez avancer avec la licence uniquement lorsque vous êtes convaincu que le système répond pleinement à vos besoins.</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PRIX France EUR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Prix LUXEMBOURG EUR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PRIX MADAGASCAR EUR - MGA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PRIX CANADA CAD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Calcul temps de test :</a:t>
            </a:r>
          </a:p>
          <a:p>
            <a:r>
              <a:t>conf : 1670,51 * 10% = 167,051</a:t>
            </a:r>
          </a:p>
          <a:p>
            <a:r>
              <a:t>dev : 1936 * 20% = 387,2 </a:t>
            </a:r>
          </a:p>
          <a:p>
            <a:r>
              <a:t>total 554,251 h</a:t>
            </a:r>
          </a:p>
          <a:p/>
          <a:p>
            <a:r>
              <a:t>nb semaine 1 : 47,8 </a:t>
            </a:r>
          </a:p>
          <a:p>
            <a:r>
              <a:t>nb semaine 2 : 15,34 </a:t>
            </a:r>
          </a:p>
          <a:p>
            <a:r>
              <a:t>nb semaine 3 : 6,02</a:t>
            </a:r>
          </a:p>
          <a:p>
            <a:r>
              <a:t> </a:t>
            </a:r>
          </a:p>
          <a:p>
            <a:r>
              <a:t>hebdo 554,251 / 69,16 = 8,014039907 h/semaine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Calcul temps de test :</a:t>
            </a:r>
          </a:p>
          <a:p>
            <a:r>
              <a:t>conf : 1670,51 * 10% = 167,051</a:t>
            </a:r>
          </a:p>
          <a:p>
            <a:r>
              <a:t>dev : 1936 * 20% = 387,2 </a:t>
            </a:r>
          </a:p>
          <a:p>
            <a:r>
              <a:t>total 554,251 h</a:t>
            </a:r>
          </a:p>
          <a:p/>
          <a:p>
            <a:r>
              <a:t>nb semaine 1 : 47,8 </a:t>
            </a:r>
          </a:p>
          <a:p>
            <a:r>
              <a:t>nb semaine 2 : 15,34 </a:t>
            </a:r>
          </a:p>
          <a:p>
            <a:r>
              <a:t>nb semaine 3 : 6,02</a:t>
            </a:r>
          </a:p>
          <a:p>
            <a:r>
              <a:t> </a:t>
            </a:r>
          </a:p>
          <a:p>
            <a:r>
              <a:t>hebdo 554,251 / 69,16 = 8,014039907 h/semaine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Calcul temps de test :</a:t>
            </a:r>
          </a:p>
          <a:p>
            <a:r>
              <a:t>conf : 1670,51 * 10% = 167,051</a:t>
            </a:r>
          </a:p>
          <a:p>
            <a:r>
              <a:t>dev : 1936 * 20% = 387,2 </a:t>
            </a:r>
          </a:p>
          <a:p>
            <a:r>
              <a:t>total 554,251 h</a:t>
            </a:r>
          </a:p>
          <a:p/>
          <a:p>
            <a:r>
              <a:t>nb semaine 1 : 47,8 </a:t>
            </a:r>
          </a:p>
          <a:p>
            <a:r>
              <a:t>nb semaine 2 : 15,34 </a:t>
            </a:r>
          </a:p>
          <a:p>
            <a:r>
              <a:t>nb semaine 3 : 6,02</a:t>
            </a:r>
          </a:p>
          <a:p>
            <a:r>
              <a:t> </a:t>
            </a:r>
          </a:p>
          <a:p>
            <a:r>
              <a:t>hebdo 554,251 / 69,16 = 8,014039907 h/semaine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sv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sv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Main Title">
    <p:bg>
      <p:bgPr>
        <a:gradFill>
          <a:gsLst>
            <a:gs pos="0">
              <a:srgbClr val="BA131A"/>
            </a:gs>
            <a:gs pos="100000">
              <a:srgbClr val="E2575D"/>
            </a:gs>
          </a:gsLst>
          <a:lin ang="2700000" scaled="1"/>
        </a:gra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C209197B-1A2E-289C-7B9B-E5FE68623C87}"/>
              </a:ext>
            </a:extLst>
          </p:cNvPr>
          <p:cNvSpPr/>
          <p:nvPr userDrawn="1"/>
        </p:nvSpPr>
        <p:spPr>
          <a:xfrm>
            <a:off x="-5" y="0"/>
            <a:ext cx="12192005" cy="6858000"/>
          </a:xfrm>
          <a:prstGeom prst="rect">
            <a:avLst/>
          </a:prstGeom>
          <a:gradFill>
            <a:gsLst>
              <a:gs pos="0">
                <a:srgbClr val="BA131A"/>
              </a:gs>
              <a:gs pos="100000">
                <a:srgbClr val="E2575D"/>
              </a:gs>
            </a:gsLst>
            <a:lin ang="2700000" scaled="1"/>
          </a:gradFill>
          <a:ln w="3175">
            <a:solidFill>
              <a:srgbClr val="EDE3E3"/>
            </a:solidFill>
            <a:prstDash val="solid"/>
          </a:ln>
          <a:effectLst>
            <a:outerShdw blurRad="114300" dist="38100" dir="5400000" algn="bl" rotWithShape="0">
              <a:srgbClr val="223843">
                <a:alpha val="13000"/>
              </a:srgbClr>
            </a:outerShdw>
          </a:effectLst>
        </p:spPr>
        <p:txBody>
          <a:bodyPr rtlCol="0" anchor="ctr"/>
          <a:lstStyle/>
          <a:p>
            <a:pPr algn="l"/>
            <a:endParaRPr lang="en-US"/>
          </a:p>
        </p:txBody>
      </p:sp>
      <p:sp>
        <p:nvSpPr>
          <p:cNvPr id="9" name="Organigramme : Délai 8">
            <a:extLst>
              <a:ext uri="{FF2B5EF4-FFF2-40B4-BE49-F238E27FC236}">
                <a16:creationId xmlns:a16="http://schemas.microsoft.com/office/drawing/2014/main" id="{74CC0FF3-C744-83BE-8E40-F90444B9AE7D}"/>
              </a:ext>
            </a:extLst>
          </p:cNvPr>
          <p:cNvSpPr/>
          <p:nvPr userDrawn="1"/>
        </p:nvSpPr>
        <p:spPr>
          <a:xfrm rot="5400000">
            <a:off x="4381499" y="-4381499"/>
            <a:ext cx="3429003" cy="12192004"/>
          </a:xfrm>
          <a:prstGeom prst="flowChartDelay">
            <a:avLst/>
          </a:prstGeom>
          <a:solidFill>
            <a:schemeClr val="bg1"/>
          </a:solidFill>
          <a:ln w="3175">
            <a:solidFill>
              <a:srgbClr val="EDE3E3"/>
            </a:solidFill>
            <a:prstDash val="solid"/>
          </a:ln>
          <a:effectLst>
            <a:outerShdw blurRad="114300" dist="38100" dir="5400000" algn="bl" rotWithShape="0">
              <a:srgbClr val="223843">
                <a:alpha val="13000"/>
              </a:srgbClr>
            </a:outerShdw>
          </a:effectLst>
        </p:spPr>
        <p:txBody>
          <a:bodyPr rtlCol="0" anchor="ctr"/>
          <a:lstStyle/>
          <a:p>
            <a:pPr algn="l"/>
            <a:endParaRPr lang="en-US"/>
          </a:p>
        </p:txBody>
      </p:sp>
      <p:sp>
        <p:nvSpPr>
          <p:cNvPr id="2" name="Titre 1">
            <a:extLst>
              <a:ext uri="{FF2B5EF4-FFF2-40B4-BE49-F238E27FC236}">
                <a16:creationId xmlns:a16="http://schemas.microsoft.com/office/drawing/2014/main" id="{C30BB28A-E1C2-3A9B-4EED-FB33DF5A0583}"/>
              </a:ext>
            </a:extLst>
          </p:cNvPr>
          <p:cNvSpPr>
            <a:spLocks noGrp="1"/>
          </p:cNvSpPr>
          <p:nvPr>
            <p:ph type="ctrTitle"/>
          </p:nvPr>
        </p:nvSpPr>
        <p:spPr>
          <a:xfrm>
            <a:off x="696000" y="3759200"/>
            <a:ext cx="10800000" cy="1471733"/>
          </a:xfrm>
        </p:spPr>
        <p:txBody>
          <a:bodyPr anchor="t"/>
          <a:lstStyle>
            <a:lvl1pPr algn="ctr">
              <a:defRPr sz="6000">
                <a:solidFill>
                  <a:schemeClr val="bg1"/>
                </a:solidFill>
              </a:defRPr>
            </a:lvl1pPr>
          </a:lstStyle>
          <a:p>
            <a:r>
              <a:rPr lang="fr-FR" dirty="0"/>
              <a:t>Modifiez le style du titre</a:t>
            </a:r>
            <a:endParaRPr lang="en-US" dirty="0"/>
          </a:p>
        </p:txBody>
      </p:sp>
      <p:sp>
        <p:nvSpPr>
          <p:cNvPr id="10" name="Espace réservé du texte 2">
            <a:extLst>
              <a:ext uri="{FF2B5EF4-FFF2-40B4-BE49-F238E27FC236}">
                <a16:creationId xmlns:a16="http://schemas.microsoft.com/office/drawing/2014/main" id="{FB881D63-9F92-FA21-6BC4-DC27AB4FF215}"/>
              </a:ext>
            </a:extLst>
          </p:cNvPr>
          <p:cNvSpPr>
            <a:spLocks noGrp="1"/>
          </p:cNvSpPr>
          <p:nvPr>
            <p:ph type="body" idx="1"/>
          </p:nvPr>
        </p:nvSpPr>
        <p:spPr>
          <a:xfrm>
            <a:off x="696000" y="5294373"/>
            <a:ext cx="10800000" cy="1207179"/>
          </a:xfrm>
        </p:spPr>
        <p:txBody>
          <a:bodyPr anchor="ctr"/>
          <a:lstStyle>
            <a:lvl1pPr marL="0" indent="0" algn="ctr">
              <a:buNone/>
              <a:defRPr sz="240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dirty="0"/>
              <a:t>Cliquez pour modifier les styles du texte du masque</a:t>
            </a:r>
          </a:p>
        </p:txBody>
      </p:sp>
      <p:pic>
        <p:nvPicPr>
          <p:cNvPr id="12" name="Graphique 11">
            <a:extLst>
              <a:ext uri="{FF2B5EF4-FFF2-40B4-BE49-F238E27FC236}">
                <a16:creationId xmlns:a16="http://schemas.microsoft.com/office/drawing/2014/main" id="{D6A2EEBB-30A0-BBA7-B382-0A5FC862F00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852057" y="456269"/>
            <a:ext cx="6487885" cy="2002971"/>
          </a:xfrm>
          <a:prstGeom prst="rect">
            <a:avLst/>
          </a:prstGeom>
        </p:spPr>
      </p:pic>
    </p:spTree>
    <p:extLst>
      <p:ext uri="{BB962C8B-B14F-4D97-AF65-F5344CB8AC3E}">
        <p14:creationId xmlns:p14="http://schemas.microsoft.com/office/powerpoint/2010/main" val="312141639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Title">
    <p:bg>
      <p:bgPr>
        <a:gradFill>
          <a:gsLst>
            <a:gs pos="0">
              <a:srgbClr val="BA131A"/>
            </a:gs>
            <a:gs pos="100000">
              <a:srgbClr val="E2575D"/>
            </a:gs>
          </a:gsLst>
          <a:lin ang="2700000" scaled="1"/>
        </a:gra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01333B7-E98D-AF61-A85D-3AB370149EA4}"/>
              </a:ext>
            </a:extLst>
          </p:cNvPr>
          <p:cNvSpPr>
            <a:spLocks noGrp="1"/>
          </p:cNvSpPr>
          <p:nvPr>
            <p:ph type="title"/>
          </p:nvPr>
        </p:nvSpPr>
        <p:spPr>
          <a:xfrm>
            <a:off x="696000" y="1944221"/>
            <a:ext cx="10800000" cy="1800000"/>
          </a:xfrm>
        </p:spPr>
        <p:txBody>
          <a:bodyPr anchor="ctr"/>
          <a:lstStyle>
            <a:lvl1pPr>
              <a:defRPr sz="6000">
                <a:solidFill>
                  <a:schemeClr val="bg1"/>
                </a:solidFill>
              </a:defRPr>
            </a:lvl1pPr>
          </a:lstStyle>
          <a:p>
            <a:r>
              <a:rPr lang="fr-FR" dirty="0"/>
              <a:t>Modifiez le style du titre</a:t>
            </a:r>
            <a:endParaRPr lang="en-US" dirty="0"/>
          </a:p>
        </p:txBody>
      </p:sp>
      <p:sp>
        <p:nvSpPr>
          <p:cNvPr id="3" name="Espace réservé du texte 2">
            <a:extLst>
              <a:ext uri="{FF2B5EF4-FFF2-40B4-BE49-F238E27FC236}">
                <a16:creationId xmlns:a16="http://schemas.microsoft.com/office/drawing/2014/main" id="{A71EEFE9-9784-068B-6C36-7D6425A21037}"/>
              </a:ext>
            </a:extLst>
          </p:cNvPr>
          <p:cNvSpPr>
            <a:spLocks noGrp="1"/>
          </p:cNvSpPr>
          <p:nvPr>
            <p:ph type="body" idx="1"/>
          </p:nvPr>
        </p:nvSpPr>
        <p:spPr>
          <a:xfrm>
            <a:off x="696000" y="3982798"/>
            <a:ext cx="10800000" cy="1500187"/>
          </a:xfrm>
        </p:spPr>
        <p:txBody>
          <a:bodyPr anchor="ctr"/>
          <a:lstStyle>
            <a:lvl1pPr marL="0" indent="0">
              <a:buNone/>
              <a:defRPr sz="240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dirty="0"/>
              <a:t>Cliquez pour modifier les styles du texte du masque</a:t>
            </a:r>
          </a:p>
        </p:txBody>
      </p:sp>
      <p:sp>
        <p:nvSpPr>
          <p:cNvPr id="8" name="Espace réservé du numéro de diapositive 7">
            <a:extLst>
              <a:ext uri="{FF2B5EF4-FFF2-40B4-BE49-F238E27FC236}">
                <a16:creationId xmlns:a16="http://schemas.microsoft.com/office/drawing/2014/main" id="{69C4BCC6-E581-9CD7-175B-B8E8E94242FE}"/>
              </a:ext>
            </a:extLst>
          </p:cNvPr>
          <p:cNvSpPr>
            <a:spLocks noGrp="1"/>
          </p:cNvSpPr>
          <p:nvPr>
            <p:ph type="sldNum" sz="quarter" idx="14"/>
          </p:nvPr>
        </p:nvSpPr>
        <p:spPr/>
        <p:txBody>
          <a:bodyPr/>
          <a:lstStyle>
            <a:lvl1pPr>
              <a:defRPr>
                <a:solidFill>
                  <a:schemeClr val="bg1"/>
                </a:solidFill>
              </a:defRPr>
            </a:lvl1pPr>
          </a:lstStyle>
          <a:p>
            <a:fld id="{262175C0-8CD5-419A-A749-8C17692C9EAC}" type="slidenum">
              <a:rPr lang="en-US" smtClean="0"/>
              <a:pPr/>
              <a:t>‹N°›</a:t>
            </a:fld>
            <a:endParaRPr lang="en-US"/>
          </a:p>
        </p:txBody>
      </p:sp>
      <p:sp>
        <p:nvSpPr>
          <p:cNvPr id="15" name="Espace réservé du texte 8">
            <a:extLst>
              <a:ext uri="{FF2B5EF4-FFF2-40B4-BE49-F238E27FC236}">
                <a16:creationId xmlns:a16="http://schemas.microsoft.com/office/drawing/2014/main" id="{3937C1BE-B2B5-A3E0-199E-A613C266685D}"/>
              </a:ext>
            </a:extLst>
          </p:cNvPr>
          <p:cNvSpPr>
            <a:spLocks noGrp="1"/>
          </p:cNvSpPr>
          <p:nvPr>
            <p:ph type="body" sz="quarter" idx="13" hasCustomPrompt="1"/>
          </p:nvPr>
        </p:nvSpPr>
        <p:spPr>
          <a:xfrm>
            <a:off x="696000" y="750887"/>
            <a:ext cx="3420000" cy="432000"/>
          </a:xfrm>
          <a:prstGeom prst="roundRect">
            <a:avLst>
              <a:gd name="adj" fmla="val 50000"/>
            </a:avLst>
          </a:prstGeom>
          <a:solidFill>
            <a:schemeClr val="bg1"/>
          </a:solidFill>
          <a:ln>
            <a:noFill/>
          </a:ln>
        </p:spPr>
        <p:style>
          <a:lnRef idx="2">
            <a:schemeClr val="accent3">
              <a:shade val="15000"/>
            </a:schemeClr>
          </a:lnRef>
          <a:fillRef idx="1">
            <a:schemeClr val="accent3"/>
          </a:fillRef>
          <a:effectRef idx="0">
            <a:schemeClr val="accent3"/>
          </a:effectRef>
          <a:fontRef idx="minor">
            <a:schemeClr val="lt1"/>
          </a:fontRef>
        </p:style>
        <p:txBody>
          <a:bodyPr anchor="ctr">
            <a:noAutofit/>
          </a:bodyPr>
          <a:lstStyle>
            <a:lvl1pPr algn="ctr">
              <a:buNone/>
              <a:defRPr sz="1600" b="1">
                <a:solidFill>
                  <a:schemeClr val="tx1"/>
                </a:solidFill>
              </a:defRPr>
            </a:lvl1pPr>
          </a:lstStyle>
          <a:p>
            <a:pPr lvl="0"/>
            <a:r>
              <a:rPr lang="fr-FR" dirty="0"/>
              <a:t>Titre</a:t>
            </a:r>
            <a:endParaRPr lang="en-US" dirty="0"/>
          </a:p>
        </p:txBody>
      </p:sp>
      <p:pic>
        <p:nvPicPr>
          <p:cNvPr id="17" name="Graphique 16">
            <a:extLst>
              <a:ext uri="{FF2B5EF4-FFF2-40B4-BE49-F238E27FC236}">
                <a16:creationId xmlns:a16="http://schemas.microsoft.com/office/drawing/2014/main" id="{1578DF43-3655-AB6D-336B-68FE5F777AA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076775" y="6321425"/>
            <a:ext cx="1419225" cy="400050"/>
          </a:xfrm>
          <a:prstGeom prst="rect">
            <a:avLst/>
          </a:prstGeom>
        </p:spPr>
      </p:pic>
    </p:spTree>
    <p:extLst>
      <p:ext uri="{BB962C8B-B14F-4D97-AF65-F5344CB8AC3E}">
        <p14:creationId xmlns:p14="http://schemas.microsoft.com/office/powerpoint/2010/main" val="3379113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7" name="Espace réservé du numéro de diapositive 6">
            <a:extLst>
              <a:ext uri="{FF2B5EF4-FFF2-40B4-BE49-F238E27FC236}">
                <a16:creationId xmlns:a16="http://schemas.microsoft.com/office/drawing/2014/main" id="{0A5B7FC8-A17D-CBD6-27FC-A3E63A0BB972}"/>
              </a:ext>
            </a:extLst>
          </p:cNvPr>
          <p:cNvSpPr>
            <a:spLocks noGrp="1"/>
          </p:cNvSpPr>
          <p:nvPr>
            <p:ph type="sldNum" sz="quarter" idx="10"/>
          </p:nvPr>
        </p:nvSpPr>
        <p:spPr/>
        <p:txBody>
          <a:bodyPr/>
          <a:lstStyle/>
          <a:p>
            <a:fld id="{262175C0-8CD5-419A-A749-8C17692C9EAC}" type="slidenum">
              <a:rPr lang="en-US" smtClean="0"/>
              <a:t>‹N°›</a:t>
            </a:fld>
            <a:endParaRPr lang="en-US"/>
          </a:p>
        </p:txBody>
      </p:sp>
      <p:sp>
        <p:nvSpPr>
          <p:cNvPr id="8" name="Titre 7">
            <a:extLst>
              <a:ext uri="{FF2B5EF4-FFF2-40B4-BE49-F238E27FC236}">
                <a16:creationId xmlns:a16="http://schemas.microsoft.com/office/drawing/2014/main" id="{9DE98BF1-80D6-261C-1BA8-E7F725B21F9F}"/>
              </a:ext>
            </a:extLst>
          </p:cNvPr>
          <p:cNvSpPr>
            <a:spLocks noGrp="1"/>
          </p:cNvSpPr>
          <p:nvPr>
            <p:ph type="title"/>
          </p:nvPr>
        </p:nvSpPr>
        <p:spPr/>
        <p:txBody>
          <a:bodyPr/>
          <a:lstStyle/>
          <a:p>
            <a:r>
              <a:rPr lang="fr-FR" dirty="0"/>
              <a:t>Modifiez le style du titre</a:t>
            </a:r>
            <a:endParaRPr lang="en-US" dirty="0"/>
          </a:p>
        </p:txBody>
      </p:sp>
      <p:sp>
        <p:nvSpPr>
          <p:cNvPr id="4" name="Espace réservé du texte 3">
            <a:extLst>
              <a:ext uri="{FF2B5EF4-FFF2-40B4-BE49-F238E27FC236}">
                <a16:creationId xmlns:a16="http://schemas.microsoft.com/office/drawing/2014/main" id="{8B45B99E-CD15-2084-61F7-00054B0051E3}"/>
              </a:ext>
            </a:extLst>
          </p:cNvPr>
          <p:cNvSpPr>
            <a:spLocks noGrp="1"/>
          </p:cNvSpPr>
          <p:nvPr>
            <p:ph type="body" sz="quarter" idx="14" hasCustomPrompt="1"/>
          </p:nvPr>
        </p:nvSpPr>
        <p:spPr>
          <a:xfrm>
            <a:off x="695325" y="2598738"/>
            <a:ext cx="633413" cy="625475"/>
          </a:xfrm>
          <a:blipFill>
            <a:blip r:embed="rId2"/>
            <a:stretch>
              <a:fillRect/>
            </a:stretch>
          </a:blipFill>
        </p:spPr>
        <p:txBody>
          <a:bodyPr anchor="ctr">
            <a:normAutofit/>
          </a:bodyPr>
          <a:lstStyle>
            <a:lvl1pPr algn="ctr">
              <a:buNone/>
              <a:defRPr sz="1800" b="1">
                <a:gradFill>
                  <a:gsLst>
                    <a:gs pos="0">
                      <a:srgbClr val="BA131A"/>
                    </a:gs>
                    <a:gs pos="100000">
                      <a:srgbClr val="E2575D"/>
                    </a:gs>
                  </a:gsLst>
                  <a:lin ang="2700000" scaled="1"/>
                </a:gradFill>
              </a:defRPr>
            </a:lvl1pPr>
          </a:lstStyle>
          <a:p>
            <a:pPr lvl="0"/>
            <a:r>
              <a:rPr lang="fr-FR" dirty="0"/>
              <a:t>1</a:t>
            </a:r>
            <a:endParaRPr lang="en-US" dirty="0"/>
          </a:p>
        </p:txBody>
      </p:sp>
      <p:sp>
        <p:nvSpPr>
          <p:cNvPr id="13" name="Espace réservé du texte 12">
            <a:extLst>
              <a:ext uri="{FF2B5EF4-FFF2-40B4-BE49-F238E27FC236}">
                <a16:creationId xmlns:a16="http://schemas.microsoft.com/office/drawing/2014/main" id="{037A5053-EE5A-6B34-927F-9C4E55CD9FA0}"/>
              </a:ext>
            </a:extLst>
          </p:cNvPr>
          <p:cNvSpPr>
            <a:spLocks noGrp="1"/>
          </p:cNvSpPr>
          <p:nvPr>
            <p:ph type="body" sz="quarter" idx="15" hasCustomPrompt="1"/>
          </p:nvPr>
        </p:nvSpPr>
        <p:spPr>
          <a:xfrm>
            <a:off x="1404938" y="2598738"/>
            <a:ext cx="4322094" cy="625475"/>
          </a:xfrm>
        </p:spPr>
        <p:txBody>
          <a:bodyPr anchor="ctr" anchorCtr="0">
            <a:noAutofit/>
          </a:bodyPr>
          <a:lstStyle>
            <a:lvl1pPr marL="0" indent="0">
              <a:buFont typeface="Arial" panose="020B0604020202020204" pitchFamily="34" charset="0"/>
              <a:buNone/>
              <a:defRPr sz="2000"/>
            </a:lvl1pPr>
          </a:lstStyle>
          <a:p>
            <a:pPr lvl="0"/>
            <a:r>
              <a:rPr lang="fr-FR" dirty="0"/>
              <a:t>Cliquez pour modifier le texte</a:t>
            </a:r>
          </a:p>
        </p:txBody>
      </p:sp>
      <p:sp>
        <p:nvSpPr>
          <p:cNvPr id="16" name="Espace réservé du texte 3">
            <a:extLst>
              <a:ext uri="{FF2B5EF4-FFF2-40B4-BE49-F238E27FC236}">
                <a16:creationId xmlns:a16="http://schemas.microsoft.com/office/drawing/2014/main" id="{37B10C8D-E7A3-3EB9-F37B-57DC7F0F9B96}"/>
              </a:ext>
            </a:extLst>
          </p:cNvPr>
          <p:cNvSpPr>
            <a:spLocks noGrp="1"/>
          </p:cNvSpPr>
          <p:nvPr>
            <p:ph type="body" sz="quarter" idx="16" hasCustomPrompt="1"/>
          </p:nvPr>
        </p:nvSpPr>
        <p:spPr>
          <a:xfrm>
            <a:off x="6464970" y="2598738"/>
            <a:ext cx="633413" cy="625475"/>
          </a:xfrm>
          <a:blipFill>
            <a:blip r:embed="rId2"/>
            <a:stretch>
              <a:fillRect/>
            </a:stretch>
          </a:blipFill>
        </p:spPr>
        <p:txBody>
          <a:bodyPr anchor="ctr">
            <a:normAutofit/>
          </a:bodyPr>
          <a:lstStyle>
            <a:lvl1pPr algn="ctr">
              <a:buNone/>
              <a:defRPr sz="1800" b="1">
                <a:gradFill>
                  <a:gsLst>
                    <a:gs pos="0">
                      <a:srgbClr val="BA131A"/>
                    </a:gs>
                    <a:gs pos="100000">
                      <a:srgbClr val="E2575D"/>
                    </a:gs>
                  </a:gsLst>
                  <a:lin ang="2700000" scaled="1"/>
                </a:gradFill>
              </a:defRPr>
            </a:lvl1pPr>
          </a:lstStyle>
          <a:p>
            <a:pPr lvl="0"/>
            <a:r>
              <a:rPr lang="fr-FR" dirty="0"/>
              <a:t>1</a:t>
            </a:r>
            <a:endParaRPr lang="en-US" dirty="0"/>
          </a:p>
        </p:txBody>
      </p:sp>
      <p:sp>
        <p:nvSpPr>
          <p:cNvPr id="17" name="Espace réservé du texte 12">
            <a:extLst>
              <a:ext uri="{FF2B5EF4-FFF2-40B4-BE49-F238E27FC236}">
                <a16:creationId xmlns:a16="http://schemas.microsoft.com/office/drawing/2014/main" id="{D75F4C70-7D37-6422-549C-8BC029446EC5}"/>
              </a:ext>
            </a:extLst>
          </p:cNvPr>
          <p:cNvSpPr>
            <a:spLocks noGrp="1"/>
          </p:cNvSpPr>
          <p:nvPr>
            <p:ph type="body" sz="quarter" idx="17" hasCustomPrompt="1"/>
          </p:nvPr>
        </p:nvSpPr>
        <p:spPr>
          <a:xfrm>
            <a:off x="7174583" y="2598738"/>
            <a:ext cx="4322094" cy="625475"/>
          </a:xfrm>
        </p:spPr>
        <p:txBody>
          <a:bodyPr anchor="ctr" anchorCtr="0">
            <a:noAutofit/>
          </a:bodyPr>
          <a:lstStyle>
            <a:lvl1pPr marL="0" indent="0">
              <a:buFont typeface="Arial" panose="020B0604020202020204" pitchFamily="34" charset="0"/>
              <a:buNone/>
              <a:defRPr sz="2000"/>
            </a:lvl1pPr>
          </a:lstStyle>
          <a:p>
            <a:pPr lvl="0"/>
            <a:r>
              <a:rPr lang="fr-FR" dirty="0"/>
              <a:t>Cliquez pour modifier le texte</a:t>
            </a:r>
          </a:p>
        </p:txBody>
      </p:sp>
      <p:sp>
        <p:nvSpPr>
          <p:cNvPr id="18" name="Espace réservé du texte 3">
            <a:extLst>
              <a:ext uri="{FF2B5EF4-FFF2-40B4-BE49-F238E27FC236}">
                <a16:creationId xmlns:a16="http://schemas.microsoft.com/office/drawing/2014/main" id="{F42EDF3E-2673-2006-0186-D29AD86F8617}"/>
              </a:ext>
            </a:extLst>
          </p:cNvPr>
          <p:cNvSpPr>
            <a:spLocks noGrp="1"/>
          </p:cNvSpPr>
          <p:nvPr>
            <p:ph type="body" sz="quarter" idx="18" hasCustomPrompt="1"/>
          </p:nvPr>
        </p:nvSpPr>
        <p:spPr>
          <a:xfrm>
            <a:off x="695325" y="3321050"/>
            <a:ext cx="633413" cy="625475"/>
          </a:xfrm>
          <a:blipFill>
            <a:blip r:embed="rId2"/>
            <a:stretch>
              <a:fillRect/>
            </a:stretch>
          </a:blipFill>
        </p:spPr>
        <p:txBody>
          <a:bodyPr anchor="ctr">
            <a:normAutofit/>
          </a:bodyPr>
          <a:lstStyle>
            <a:lvl1pPr algn="ctr">
              <a:buNone/>
              <a:defRPr sz="1800" b="1">
                <a:gradFill>
                  <a:gsLst>
                    <a:gs pos="0">
                      <a:srgbClr val="BA131A"/>
                    </a:gs>
                    <a:gs pos="100000">
                      <a:srgbClr val="E2575D"/>
                    </a:gs>
                  </a:gsLst>
                  <a:lin ang="2700000" scaled="1"/>
                </a:gradFill>
              </a:defRPr>
            </a:lvl1pPr>
          </a:lstStyle>
          <a:p>
            <a:pPr lvl="0"/>
            <a:r>
              <a:rPr lang="fr-FR" dirty="0"/>
              <a:t>1</a:t>
            </a:r>
            <a:endParaRPr lang="en-US" dirty="0"/>
          </a:p>
        </p:txBody>
      </p:sp>
      <p:sp>
        <p:nvSpPr>
          <p:cNvPr id="19" name="Espace réservé du texte 12">
            <a:extLst>
              <a:ext uri="{FF2B5EF4-FFF2-40B4-BE49-F238E27FC236}">
                <a16:creationId xmlns:a16="http://schemas.microsoft.com/office/drawing/2014/main" id="{1E5627AE-C427-2C90-9F92-A876CB22AE0C}"/>
              </a:ext>
            </a:extLst>
          </p:cNvPr>
          <p:cNvSpPr>
            <a:spLocks noGrp="1"/>
          </p:cNvSpPr>
          <p:nvPr>
            <p:ph type="body" sz="quarter" idx="19" hasCustomPrompt="1"/>
          </p:nvPr>
        </p:nvSpPr>
        <p:spPr>
          <a:xfrm>
            <a:off x="1404938" y="3321050"/>
            <a:ext cx="4322094" cy="625475"/>
          </a:xfrm>
        </p:spPr>
        <p:txBody>
          <a:bodyPr anchor="ctr" anchorCtr="0">
            <a:noAutofit/>
          </a:bodyPr>
          <a:lstStyle>
            <a:lvl1pPr marL="0" indent="0">
              <a:buFont typeface="Arial" panose="020B0604020202020204" pitchFamily="34" charset="0"/>
              <a:buNone/>
              <a:defRPr sz="2000"/>
            </a:lvl1pPr>
          </a:lstStyle>
          <a:p>
            <a:pPr lvl="0"/>
            <a:r>
              <a:rPr lang="fr-FR" dirty="0"/>
              <a:t>Cliquez pour modifier le texte</a:t>
            </a:r>
          </a:p>
        </p:txBody>
      </p:sp>
      <p:sp>
        <p:nvSpPr>
          <p:cNvPr id="20" name="Espace réservé du texte 3">
            <a:extLst>
              <a:ext uri="{FF2B5EF4-FFF2-40B4-BE49-F238E27FC236}">
                <a16:creationId xmlns:a16="http://schemas.microsoft.com/office/drawing/2014/main" id="{08FC9DE3-8C50-FB4E-D578-DAE00A91EA43}"/>
              </a:ext>
            </a:extLst>
          </p:cNvPr>
          <p:cNvSpPr>
            <a:spLocks noGrp="1"/>
          </p:cNvSpPr>
          <p:nvPr>
            <p:ph type="body" sz="quarter" idx="20" hasCustomPrompt="1"/>
          </p:nvPr>
        </p:nvSpPr>
        <p:spPr>
          <a:xfrm>
            <a:off x="6464970" y="3321050"/>
            <a:ext cx="633413" cy="625475"/>
          </a:xfrm>
          <a:blipFill>
            <a:blip r:embed="rId2"/>
            <a:stretch>
              <a:fillRect/>
            </a:stretch>
          </a:blipFill>
        </p:spPr>
        <p:txBody>
          <a:bodyPr anchor="ctr">
            <a:normAutofit/>
          </a:bodyPr>
          <a:lstStyle>
            <a:lvl1pPr algn="ctr">
              <a:buNone/>
              <a:defRPr sz="1800" b="1">
                <a:gradFill>
                  <a:gsLst>
                    <a:gs pos="0">
                      <a:srgbClr val="BA131A"/>
                    </a:gs>
                    <a:gs pos="100000">
                      <a:srgbClr val="E2575D"/>
                    </a:gs>
                  </a:gsLst>
                  <a:lin ang="2700000" scaled="1"/>
                </a:gradFill>
              </a:defRPr>
            </a:lvl1pPr>
          </a:lstStyle>
          <a:p>
            <a:pPr lvl="0"/>
            <a:r>
              <a:rPr lang="fr-FR" dirty="0"/>
              <a:t>1</a:t>
            </a:r>
            <a:endParaRPr lang="en-US" dirty="0"/>
          </a:p>
        </p:txBody>
      </p:sp>
      <p:sp>
        <p:nvSpPr>
          <p:cNvPr id="21" name="Espace réservé du texte 12">
            <a:extLst>
              <a:ext uri="{FF2B5EF4-FFF2-40B4-BE49-F238E27FC236}">
                <a16:creationId xmlns:a16="http://schemas.microsoft.com/office/drawing/2014/main" id="{ABEBFC6C-4F81-67C0-8740-118A5BBF06A1}"/>
              </a:ext>
            </a:extLst>
          </p:cNvPr>
          <p:cNvSpPr>
            <a:spLocks noGrp="1"/>
          </p:cNvSpPr>
          <p:nvPr>
            <p:ph type="body" sz="quarter" idx="21" hasCustomPrompt="1"/>
          </p:nvPr>
        </p:nvSpPr>
        <p:spPr>
          <a:xfrm>
            <a:off x="7174583" y="3321050"/>
            <a:ext cx="4322094" cy="625475"/>
          </a:xfrm>
        </p:spPr>
        <p:txBody>
          <a:bodyPr anchor="ctr" anchorCtr="0">
            <a:noAutofit/>
          </a:bodyPr>
          <a:lstStyle>
            <a:lvl1pPr marL="0" indent="0">
              <a:buFont typeface="Arial" panose="020B0604020202020204" pitchFamily="34" charset="0"/>
              <a:buNone/>
              <a:defRPr sz="2000"/>
            </a:lvl1pPr>
          </a:lstStyle>
          <a:p>
            <a:pPr lvl="0"/>
            <a:r>
              <a:rPr lang="fr-FR" dirty="0"/>
              <a:t>Cliquez pour modifier le texte</a:t>
            </a:r>
          </a:p>
        </p:txBody>
      </p:sp>
      <p:sp>
        <p:nvSpPr>
          <p:cNvPr id="22" name="Espace réservé du texte 3">
            <a:extLst>
              <a:ext uri="{FF2B5EF4-FFF2-40B4-BE49-F238E27FC236}">
                <a16:creationId xmlns:a16="http://schemas.microsoft.com/office/drawing/2014/main" id="{58593767-FBE3-512B-22ED-E3812B324B71}"/>
              </a:ext>
            </a:extLst>
          </p:cNvPr>
          <p:cNvSpPr>
            <a:spLocks noGrp="1"/>
          </p:cNvSpPr>
          <p:nvPr>
            <p:ph type="body" sz="quarter" idx="22" hasCustomPrompt="1"/>
          </p:nvPr>
        </p:nvSpPr>
        <p:spPr>
          <a:xfrm>
            <a:off x="694648" y="4043362"/>
            <a:ext cx="633413" cy="625475"/>
          </a:xfrm>
          <a:blipFill>
            <a:blip r:embed="rId2"/>
            <a:stretch>
              <a:fillRect/>
            </a:stretch>
          </a:blipFill>
        </p:spPr>
        <p:txBody>
          <a:bodyPr anchor="ctr">
            <a:normAutofit/>
          </a:bodyPr>
          <a:lstStyle>
            <a:lvl1pPr algn="ctr">
              <a:buNone/>
              <a:defRPr sz="1800" b="1">
                <a:gradFill>
                  <a:gsLst>
                    <a:gs pos="0">
                      <a:srgbClr val="BA131A"/>
                    </a:gs>
                    <a:gs pos="100000">
                      <a:srgbClr val="E2575D"/>
                    </a:gs>
                  </a:gsLst>
                  <a:lin ang="2700000" scaled="1"/>
                </a:gradFill>
              </a:defRPr>
            </a:lvl1pPr>
          </a:lstStyle>
          <a:p>
            <a:pPr lvl="0"/>
            <a:r>
              <a:rPr lang="fr-FR" dirty="0"/>
              <a:t>1</a:t>
            </a:r>
            <a:endParaRPr lang="en-US" dirty="0"/>
          </a:p>
        </p:txBody>
      </p:sp>
      <p:sp>
        <p:nvSpPr>
          <p:cNvPr id="23" name="Espace réservé du texte 12">
            <a:extLst>
              <a:ext uri="{FF2B5EF4-FFF2-40B4-BE49-F238E27FC236}">
                <a16:creationId xmlns:a16="http://schemas.microsoft.com/office/drawing/2014/main" id="{886672C8-1E60-411E-1CFA-098486E5FC2A}"/>
              </a:ext>
            </a:extLst>
          </p:cNvPr>
          <p:cNvSpPr>
            <a:spLocks noGrp="1"/>
          </p:cNvSpPr>
          <p:nvPr>
            <p:ph type="body" sz="quarter" idx="23" hasCustomPrompt="1"/>
          </p:nvPr>
        </p:nvSpPr>
        <p:spPr>
          <a:xfrm>
            <a:off x="1404261" y="4043362"/>
            <a:ext cx="4322094" cy="625475"/>
          </a:xfrm>
        </p:spPr>
        <p:txBody>
          <a:bodyPr anchor="ctr" anchorCtr="0">
            <a:noAutofit/>
          </a:bodyPr>
          <a:lstStyle>
            <a:lvl1pPr marL="0" indent="0">
              <a:buFont typeface="Arial" panose="020B0604020202020204" pitchFamily="34" charset="0"/>
              <a:buNone/>
              <a:defRPr sz="2000"/>
            </a:lvl1pPr>
          </a:lstStyle>
          <a:p>
            <a:pPr lvl="0"/>
            <a:r>
              <a:rPr lang="fr-FR" dirty="0"/>
              <a:t>Cliquez pour modifier le texte</a:t>
            </a:r>
          </a:p>
        </p:txBody>
      </p:sp>
      <p:sp>
        <p:nvSpPr>
          <p:cNvPr id="24" name="Espace réservé du texte 3">
            <a:extLst>
              <a:ext uri="{FF2B5EF4-FFF2-40B4-BE49-F238E27FC236}">
                <a16:creationId xmlns:a16="http://schemas.microsoft.com/office/drawing/2014/main" id="{70390B80-2C6F-F656-0B5F-FFA695ADA3CD}"/>
              </a:ext>
            </a:extLst>
          </p:cNvPr>
          <p:cNvSpPr>
            <a:spLocks noGrp="1"/>
          </p:cNvSpPr>
          <p:nvPr>
            <p:ph type="body" sz="quarter" idx="24" hasCustomPrompt="1"/>
          </p:nvPr>
        </p:nvSpPr>
        <p:spPr>
          <a:xfrm>
            <a:off x="6464293" y="4043362"/>
            <a:ext cx="633413" cy="625475"/>
          </a:xfrm>
          <a:blipFill>
            <a:blip r:embed="rId2"/>
            <a:stretch>
              <a:fillRect/>
            </a:stretch>
          </a:blipFill>
        </p:spPr>
        <p:txBody>
          <a:bodyPr anchor="ctr">
            <a:normAutofit/>
          </a:bodyPr>
          <a:lstStyle>
            <a:lvl1pPr algn="ctr">
              <a:buNone/>
              <a:defRPr sz="1800" b="1">
                <a:gradFill>
                  <a:gsLst>
                    <a:gs pos="0">
                      <a:srgbClr val="BA131A"/>
                    </a:gs>
                    <a:gs pos="100000">
                      <a:srgbClr val="E2575D"/>
                    </a:gs>
                  </a:gsLst>
                  <a:lin ang="2700000" scaled="1"/>
                </a:gradFill>
              </a:defRPr>
            </a:lvl1pPr>
          </a:lstStyle>
          <a:p>
            <a:pPr lvl="0"/>
            <a:r>
              <a:rPr lang="fr-FR" dirty="0"/>
              <a:t>1</a:t>
            </a:r>
            <a:endParaRPr lang="en-US" dirty="0"/>
          </a:p>
        </p:txBody>
      </p:sp>
      <p:sp>
        <p:nvSpPr>
          <p:cNvPr id="25" name="Espace réservé du texte 12">
            <a:extLst>
              <a:ext uri="{FF2B5EF4-FFF2-40B4-BE49-F238E27FC236}">
                <a16:creationId xmlns:a16="http://schemas.microsoft.com/office/drawing/2014/main" id="{9511E3B7-8C14-A1A5-1AFB-90B6D87F2CB1}"/>
              </a:ext>
            </a:extLst>
          </p:cNvPr>
          <p:cNvSpPr>
            <a:spLocks noGrp="1"/>
          </p:cNvSpPr>
          <p:nvPr>
            <p:ph type="body" sz="quarter" idx="25" hasCustomPrompt="1"/>
          </p:nvPr>
        </p:nvSpPr>
        <p:spPr>
          <a:xfrm>
            <a:off x="7173906" y="4043362"/>
            <a:ext cx="4322094" cy="625475"/>
          </a:xfrm>
        </p:spPr>
        <p:txBody>
          <a:bodyPr anchor="ctr" anchorCtr="0">
            <a:noAutofit/>
          </a:bodyPr>
          <a:lstStyle>
            <a:lvl1pPr marL="0" indent="0">
              <a:buFont typeface="Arial" panose="020B0604020202020204" pitchFamily="34" charset="0"/>
              <a:buNone/>
              <a:defRPr sz="2000"/>
            </a:lvl1pPr>
          </a:lstStyle>
          <a:p>
            <a:pPr lvl="0"/>
            <a:r>
              <a:rPr lang="fr-FR" dirty="0"/>
              <a:t>Cliquez pour modifier le texte</a:t>
            </a:r>
          </a:p>
        </p:txBody>
      </p:sp>
      <p:sp>
        <p:nvSpPr>
          <p:cNvPr id="30" name="Espace réservé du texte 3">
            <a:extLst>
              <a:ext uri="{FF2B5EF4-FFF2-40B4-BE49-F238E27FC236}">
                <a16:creationId xmlns:a16="http://schemas.microsoft.com/office/drawing/2014/main" id="{3C6A7EAE-227C-0333-9F79-A563B41EC0B0}"/>
              </a:ext>
            </a:extLst>
          </p:cNvPr>
          <p:cNvSpPr>
            <a:spLocks noGrp="1"/>
          </p:cNvSpPr>
          <p:nvPr>
            <p:ph type="body" sz="quarter" idx="26" hasCustomPrompt="1"/>
          </p:nvPr>
        </p:nvSpPr>
        <p:spPr>
          <a:xfrm>
            <a:off x="693464" y="4759325"/>
            <a:ext cx="633413" cy="625475"/>
          </a:xfrm>
          <a:blipFill>
            <a:blip r:embed="rId2"/>
            <a:stretch>
              <a:fillRect/>
            </a:stretch>
          </a:blipFill>
        </p:spPr>
        <p:txBody>
          <a:bodyPr anchor="ctr">
            <a:normAutofit/>
          </a:bodyPr>
          <a:lstStyle>
            <a:lvl1pPr algn="ctr">
              <a:buNone/>
              <a:defRPr sz="1800" b="1">
                <a:gradFill>
                  <a:gsLst>
                    <a:gs pos="0">
                      <a:srgbClr val="BA131A"/>
                    </a:gs>
                    <a:gs pos="100000">
                      <a:srgbClr val="E2575D"/>
                    </a:gs>
                  </a:gsLst>
                  <a:lin ang="2700000" scaled="1"/>
                </a:gradFill>
              </a:defRPr>
            </a:lvl1pPr>
          </a:lstStyle>
          <a:p>
            <a:pPr lvl="0"/>
            <a:r>
              <a:rPr lang="fr-FR" dirty="0"/>
              <a:t>1</a:t>
            </a:r>
            <a:endParaRPr lang="en-US" dirty="0"/>
          </a:p>
        </p:txBody>
      </p:sp>
      <p:sp>
        <p:nvSpPr>
          <p:cNvPr id="31" name="Espace réservé du texte 12">
            <a:extLst>
              <a:ext uri="{FF2B5EF4-FFF2-40B4-BE49-F238E27FC236}">
                <a16:creationId xmlns:a16="http://schemas.microsoft.com/office/drawing/2014/main" id="{2E66C591-A11D-4B8A-57B1-A050A585082A}"/>
              </a:ext>
            </a:extLst>
          </p:cNvPr>
          <p:cNvSpPr>
            <a:spLocks noGrp="1"/>
          </p:cNvSpPr>
          <p:nvPr>
            <p:ph type="body" sz="quarter" idx="27" hasCustomPrompt="1"/>
          </p:nvPr>
        </p:nvSpPr>
        <p:spPr>
          <a:xfrm>
            <a:off x="1403077" y="4759325"/>
            <a:ext cx="4322094" cy="625475"/>
          </a:xfrm>
        </p:spPr>
        <p:txBody>
          <a:bodyPr anchor="ctr" anchorCtr="0">
            <a:noAutofit/>
          </a:bodyPr>
          <a:lstStyle>
            <a:lvl1pPr marL="0" indent="0">
              <a:buFont typeface="Arial" panose="020B0604020202020204" pitchFamily="34" charset="0"/>
              <a:buNone/>
              <a:defRPr sz="2000"/>
            </a:lvl1pPr>
          </a:lstStyle>
          <a:p>
            <a:pPr lvl="0"/>
            <a:r>
              <a:rPr lang="fr-FR" dirty="0"/>
              <a:t>Cliquez pour modifier le texte</a:t>
            </a:r>
          </a:p>
        </p:txBody>
      </p:sp>
      <p:sp>
        <p:nvSpPr>
          <p:cNvPr id="32" name="Espace réservé du texte 3">
            <a:extLst>
              <a:ext uri="{FF2B5EF4-FFF2-40B4-BE49-F238E27FC236}">
                <a16:creationId xmlns:a16="http://schemas.microsoft.com/office/drawing/2014/main" id="{5AC6DE88-F043-182B-AAEF-A280B455B834}"/>
              </a:ext>
            </a:extLst>
          </p:cNvPr>
          <p:cNvSpPr>
            <a:spLocks noGrp="1"/>
          </p:cNvSpPr>
          <p:nvPr>
            <p:ph type="body" sz="quarter" idx="28" hasCustomPrompt="1"/>
          </p:nvPr>
        </p:nvSpPr>
        <p:spPr>
          <a:xfrm>
            <a:off x="6463109" y="4759325"/>
            <a:ext cx="633413" cy="625475"/>
          </a:xfrm>
          <a:blipFill>
            <a:blip r:embed="rId2"/>
            <a:stretch>
              <a:fillRect/>
            </a:stretch>
          </a:blipFill>
        </p:spPr>
        <p:txBody>
          <a:bodyPr anchor="ctr">
            <a:normAutofit/>
          </a:bodyPr>
          <a:lstStyle>
            <a:lvl1pPr algn="ctr">
              <a:buNone/>
              <a:defRPr sz="1800" b="1">
                <a:gradFill>
                  <a:gsLst>
                    <a:gs pos="0">
                      <a:srgbClr val="BA131A"/>
                    </a:gs>
                    <a:gs pos="100000">
                      <a:srgbClr val="E2575D"/>
                    </a:gs>
                  </a:gsLst>
                  <a:lin ang="2700000" scaled="1"/>
                </a:gradFill>
              </a:defRPr>
            </a:lvl1pPr>
          </a:lstStyle>
          <a:p>
            <a:pPr lvl="0"/>
            <a:r>
              <a:rPr lang="fr-FR" dirty="0"/>
              <a:t>1</a:t>
            </a:r>
            <a:endParaRPr lang="en-US" dirty="0"/>
          </a:p>
        </p:txBody>
      </p:sp>
      <p:sp>
        <p:nvSpPr>
          <p:cNvPr id="33" name="Espace réservé du texte 12">
            <a:extLst>
              <a:ext uri="{FF2B5EF4-FFF2-40B4-BE49-F238E27FC236}">
                <a16:creationId xmlns:a16="http://schemas.microsoft.com/office/drawing/2014/main" id="{F86C5F9C-2250-120C-852E-17DF2DE60AE7}"/>
              </a:ext>
            </a:extLst>
          </p:cNvPr>
          <p:cNvSpPr>
            <a:spLocks noGrp="1"/>
          </p:cNvSpPr>
          <p:nvPr>
            <p:ph type="body" sz="quarter" idx="29" hasCustomPrompt="1"/>
          </p:nvPr>
        </p:nvSpPr>
        <p:spPr>
          <a:xfrm>
            <a:off x="7172722" y="4759325"/>
            <a:ext cx="4322094" cy="625475"/>
          </a:xfrm>
        </p:spPr>
        <p:txBody>
          <a:bodyPr anchor="ctr" anchorCtr="0">
            <a:noAutofit/>
          </a:bodyPr>
          <a:lstStyle>
            <a:lvl1pPr marL="0" indent="0">
              <a:buFont typeface="Arial" panose="020B0604020202020204" pitchFamily="34" charset="0"/>
              <a:buNone/>
              <a:defRPr sz="2000"/>
            </a:lvl1pPr>
          </a:lstStyle>
          <a:p>
            <a:pPr lvl="0"/>
            <a:r>
              <a:rPr lang="fr-FR" dirty="0"/>
              <a:t>Cliquez pour modifier le texte</a:t>
            </a:r>
          </a:p>
        </p:txBody>
      </p:sp>
      <p:sp>
        <p:nvSpPr>
          <p:cNvPr id="34" name="Espace réservé du texte 3">
            <a:extLst>
              <a:ext uri="{FF2B5EF4-FFF2-40B4-BE49-F238E27FC236}">
                <a16:creationId xmlns:a16="http://schemas.microsoft.com/office/drawing/2014/main" id="{A02CBABD-95BD-3532-BD3B-A3E5E0F31C9E}"/>
              </a:ext>
            </a:extLst>
          </p:cNvPr>
          <p:cNvSpPr>
            <a:spLocks noGrp="1"/>
          </p:cNvSpPr>
          <p:nvPr>
            <p:ph type="body" sz="quarter" idx="30" hasCustomPrompt="1"/>
          </p:nvPr>
        </p:nvSpPr>
        <p:spPr>
          <a:xfrm>
            <a:off x="692787" y="5481637"/>
            <a:ext cx="633413" cy="625475"/>
          </a:xfrm>
          <a:blipFill>
            <a:blip r:embed="rId2"/>
            <a:stretch>
              <a:fillRect/>
            </a:stretch>
          </a:blipFill>
        </p:spPr>
        <p:txBody>
          <a:bodyPr anchor="ctr">
            <a:normAutofit/>
          </a:bodyPr>
          <a:lstStyle>
            <a:lvl1pPr algn="ctr">
              <a:buNone/>
              <a:defRPr sz="1800" b="1">
                <a:gradFill>
                  <a:gsLst>
                    <a:gs pos="0">
                      <a:srgbClr val="BA131A"/>
                    </a:gs>
                    <a:gs pos="100000">
                      <a:srgbClr val="E2575D"/>
                    </a:gs>
                  </a:gsLst>
                  <a:lin ang="2700000" scaled="1"/>
                </a:gradFill>
              </a:defRPr>
            </a:lvl1pPr>
          </a:lstStyle>
          <a:p>
            <a:pPr lvl="0"/>
            <a:r>
              <a:rPr lang="fr-FR" dirty="0"/>
              <a:t>1</a:t>
            </a:r>
            <a:endParaRPr lang="en-US" dirty="0"/>
          </a:p>
        </p:txBody>
      </p:sp>
      <p:sp>
        <p:nvSpPr>
          <p:cNvPr id="35" name="Espace réservé du texte 12">
            <a:extLst>
              <a:ext uri="{FF2B5EF4-FFF2-40B4-BE49-F238E27FC236}">
                <a16:creationId xmlns:a16="http://schemas.microsoft.com/office/drawing/2014/main" id="{87F91DDE-9596-B7A3-FE82-E435B261F14A}"/>
              </a:ext>
            </a:extLst>
          </p:cNvPr>
          <p:cNvSpPr>
            <a:spLocks noGrp="1"/>
          </p:cNvSpPr>
          <p:nvPr>
            <p:ph type="body" sz="quarter" idx="31" hasCustomPrompt="1"/>
          </p:nvPr>
        </p:nvSpPr>
        <p:spPr>
          <a:xfrm>
            <a:off x="1402400" y="5481637"/>
            <a:ext cx="4322094" cy="625475"/>
          </a:xfrm>
        </p:spPr>
        <p:txBody>
          <a:bodyPr anchor="ctr" anchorCtr="0">
            <a:noAutofit/>
          </a:bodyPr>
          <a:lstStyle>
            <a:lvl1pPr marL="0" indent="0">
              <a:buFont typeface="Arial" panose="020B0604020202020204" pitchFamily="34" charset="0"/>
              <a:buNone/>
              <a:defRPr sz="2000"/>
            </a:lvl1pPr>
          </a:lstStyle>
          <a:p>
            <a:pPr lvl="0"/>
            <a:r>
              <a:rPr lang="fr-FR" dirty="0"/>
              <a:t>Cliquez pour modifier le texte</a:t>
            </a:r>
          </a:p>
        </p:txBody>
      </p:sp>
      <p:sp>
        <p:nvSpPr>
          <p:cNvPr id="36" name="Espace réservé du texte 3">
            <a:extLst>
              <a:ext uri="{FF2B5EF4-FFF2-40B4-BE49-F238E27FC236}">
                <a16:creationId xmlns:a16="http://schemas.microsoft.com/office/drawing/2014/main" id="{FD5170CF-50C0-4F6C-705F-CA808B116EFA}"/>
              </a:ext>
            </a:extLst>
          </p:cNvPr>
          <p:cNvSpPr>
            <a:spLocks noGrp="1"/>
          </p:cNvSpPr>
          <p:nvPr>
            <p:ph type="body" sz="quarter" idx="32" hasCustomPrompt="1"/>
          </p:nvPr>
        </p:nvSpPr>
        <p:spPr>
          <a:xfrm>
            <a:off x="6462432" y="5481637"/>
            <a:ext cx="633413" cy="625475"/>
          </a:xfrm>
          <a:blipFill>
            <a:blip r:embed="rId2"/>
            <a:stretch>
              <a:fillRect/>
            </a:stretch>
          </a:blipFill>
        </p:spPr>
        <p:txBody>
          <a:bodyPr anchor="ctr">
            <a:normAutofit/>
          </a:bodyPr>
          <a:lstStyle>
            <a:lvl1pPr algn="ctr">
              <a:buNone/>
              <a:defRPr sz="1800" b="1">
                <a:gradFill>
                  <a:gsLst>
                    <a:gs pos="0">
                      <a:srgbClr val="BA131A"/>
                    </a:gs>
                    <a:gs pos="100000">
                      <a:srgbClr val="E2575D"/>
                    </a:gs>
                  </a:gsLst>
                  <a:lin ang="2700000" scaled="1"/>
                </a:gradFill>
              </a:defRPr>
            </a:lvl1pPr>
          </a:lstStyle>
          <a:p>
            <a:pPr lvl="0"/>
            <a:r>
              <a:rPr lang="fr-FR" dirty="0"/>
              <a:t>1</a:t>
            </a:r>
            <a:endParaRPr lang="en-US" dirty="0"/>
          </a:p>
        </p:txBody>
      </p:sp>
      <p:sp>
        <p:nvSpPr>
          <p:cNvPr id="37" name="Espace réservé du texte 12">
            <a:extLst>
              <a:ext uri="{FF2B5EF4-FFF2-40B4-BE49-F238E27FC236}">
                <a16:creationId xmlns:a16="http://schemas.microsoft.com/office/drawing/2014/main" id="{C4EDF958-DBC5-B24F-90F9-5274EA3AAFD9}"/>
              </a:ext>
            </a:extLst>
          </p:cNvPr>
          <p:cNvSpPr>
            <a:spLocks noGrp="1"/>
          </p:cNvSpPr>
          <p:nvPr>
            <p:ph type="body" sz="quarter" idx="33" hasCustomPrompt="1"/>
          </p:nvPr>
        </p:nvSpPr>
        <p:spPr>
          <a:xfrm>
            <a:off x="7172045" y="5481637"/>
            <a:ext cx="4322094" cy="625475"/>
          </a:xfrm>
        </p:spPr>
        <p:txBody>
          <a:bodyPr anchor="ctr" anchorCtr="0">
            <a:noAutofit/>
          </a:bodyPr>
          <a:lstStyle>
            <a:lvl1pPr marL="0" indent="0">
              <a:buFont typeface="Arial" panose="020B0604020202020204" pitchFamily="34" charset="0"/>
              <a:buNone/>
              <a:defRPr sz="2000"/>
            </a:lvl1pPr>
          </a:lstStyle>
          <a:p>
            <a:pPr lvl="0"/>
            <a:r>
              <a:rPr lang="fr-FR" dirty="0"/>
              <a:t>Cliquez pour modifier le texte</a:t>
            </a:r>
          </a:p>
        </p:txBody>
      </p:sp>
      <p:sp>
        <p:nvSpPr>
          <p:cNvPr id="38" name="Espace réservé du texte 8">
            <a:extLst>
              <a:ext uri="{FF2B5EF4-FFF2-40B4-BE49-F238E27FC236}">
                <a16:creationId xmlns:a16="http://schemas.microsoft.com/office/drawing/2014/main" id="{AF4A9231-E321-0818-5D89-275CC425D9E3}"/>
              </a:ext>
            </a:extLst>
          </p:cNvPr>
          <p:cNvSpPr>
            <a:spLocks noGrp="1"/>
          </p:cNvSpPr>
          <p:nvPr>
            <p:ph type="body" sz="quarter" idx="13" hasCustomPrompt="1"/>
          </p:nvPr>
        </p:nvSpPr>
        <p:spPr>
          <a:xfrm>
            <a:off x="696000" y="750887"/>
            <a:ext cx="3420000" cy="432000"/>
          </a:xfrm>
          <a:prstGeom prst="roundRect">
            <a:avLst>
              <a:gd name="adj" fmla="val 50000"/>
            </a:avLst>
          </a:prstGeom>
          <a:solidFill>
            <a:schemeClr val="accent3">
              <a:lumMod val="40000"/>
              <a:lumOff val="60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anchor="ctr">
            <a:noAutofit/>
          </a:bodyPr>
          <a:lstStyle>
            <a:lvl1pPr algn="ctr">
              <a:buNone/>
              <a:defRPr sz="1600" b="1">
                <a:solidFill>
                  <a:schemeClr val="accent1"/>
                </a:solidFill>
              </a:defRPr>
            </a:lvl1pPr>
          </a:lstStyle>
          <a:p>
            <a:pPr lvl="0"/>
            <a:r>
              <a:rPr lang="fr-FR" dirty="0"/>
              <a:t>Titre</a:t>
            </a:r>
            <a:endParaRPr lang="en-US" dirty="0"/>
          </a:p>
        </p:txBody>
      </p:sp>
    </p:spTree>
    <p:extLst>
      <p:ext uri="{BB962C8B-B14F-4D97-AF65-F5344CB8AC3E}">
        <p14:creationId xmlns:p14="http://schemas.microsoft.com/office/powerpoint/2010/main" val="16551135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tandard - 1 column">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C8C89BF5-44F6-D3C5-0E07-9165D07C9E75}"/>
              </a:ext>
            </a:extLst>
          </p:cNvPr>
          <p:cNvSpPr>
            <a:spLocks noGrp="1"/>
          </p:cNvSpPr>
          <p:nvPr>
            <p:ph idx="1"/>
          </p:nvPr>
        </p:nvSpPr>
        <p:spPr/>
        <p:txBody>
          <a:bodyPr anchor="t" anchorCtr="0"/>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7" name="Espace réservé du numéro de diapositive 6">
            <a:extLst>
              <a:ext uri="{FF2B5EF4-FFF2-40B4-BE49-F238E27FC236}">
                <a16:creationId xmlns:a16="http://schemas.microsoft.com/office/drawing/2014/main" id="{0A5B7FC8-A17D-CBD6-27FC-A3E63A0BB972}"/>
              </a:ext>
            </a:extLst>
          </p:cNvPr>
          <p:cNvSpPr>
            <a:spLocks noGrp="1"/>
          </p:cNvSpPr>
          <p:nvPr>
            <p:ph type="sldNum" sz="quarter" idx="10"/>
          </p:nvPr>
        </p:nvSpPr>
        <p:spPr/>
        <p:txBody>
          <a:bodyPr/>
          <a:lstStyle/>
          <a:p>
            <a:fld id="{262175C0-8CD5-419A-A749-8C17692C9EAC}" type="slidenum">
              <a:rPr lang="en-US" smtClean="0"/>
              <a:t>‹N°›</a:t>
            </a:fld>
            <a:endParaRPr lang="en-US"/>
          </a:p>
        </p:txBody>
      </p:sp>
      <p:sp>
        <p:nvSpPr>
          <p:cNvPr id="10" name="Titre 9">
            <a:extLst>
              <a:ext uri="{FF2B5EF4-FFF2-40B4-BE49-F238E27FC236}">
                <a16:creationId xmlns:a16="http://schemas.microsoft.com/office/drawing/2014/main" id="{2470EF96-8F52-9DC7-FFB7-A98EEA643767}"/>
              </a:ext>
            </a:extLst>
          </p:cNvPr>
          <p:cNvSpPr>
            <a:spLocks noGrp="1"/>
          </p:cNvSpPr>
          <p:nvPr>
            <p:ph type="title"/>
          </p:nvPr>
        </p:nvSpPr>
        <p:spPr/>
        <p:txBody>
          <a:bodyPr/>
          <a:lstStyle/>
          <a:p>
            <a:r>
              <a:rPr lang="fr-FR"/>
              <a:t>Modifiez le style du titre</a:t>
            </a:r>
            <a:endParaRPr lang="en-US"/>
          </a:p>
        </p:txBody>
      </p:sp>
      <p:sp>
        <p:nvSpPr>
          <p:cNvPr id="11" name="Espace réservé du texte 8">
            <a:extLst>
              <a:ext uri="{FF2B5EF4-FFF2-40B4-BE49-F238E27FC236}">
                <a16:creationId xmlns:a16="http://schemas.microsoft.com/office/drawing/2014/main" id="{121B8B79-86D2-A557-75F6-8A2C4A960FA5}"/>
              </a:ext>
            </a:extLst>
          </p:cNvPr>
          <p:cNvSpPr>
            <a:spLocks noGrp="1"/>
          </p:cNvSpPr>
          <p:nvPr>
            <p:ph type="body" sz="quarter" idx="13" hasCustomPrompt="1"/>
          </p:nvPr>
        </p:nvSpPr>
        <p:spPr>
          <a:xfrm>
            <a:off x="696000" y="750887"/>
            <a:ext cx="3420000" cy="432000"/>
          </a:xfrm>
          <a:prstGeom prst="roundRect">
            <a:avLst>
              <a:gd name="adj" fmla="val 50000"/>
            </a:avLst>
          </a:prstGeom>
          <a:solidFill>
            <a:schemeClr val="accent3">
              <a:lumMod val="40000"/>
              <a:lumOff val="60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anchor="ctr">
            <a:noAutofit/>
          </a:bodyPr>
          <a:lstStyle>
            <a:lvl1pPr algn="ctr">
              <a:buNone/>
              <a:defRPr sz="1600" b="1">
                <a:solidFill>
                  <a:schemeClr val="accent1"/>
                </a:solidFill>
              </a:defRPr>
            </a:lvl1pPr>
          </a:lstStyle>
          <a:p>
            <a:pPr lvl="0"/>
            <a:r>
              <a:rPr lang="fr-FR" dirty="0"/>
              <a:t>Titre</a:t>
            </a:r>
            <a:endParaRPr lang="en-US" dirty="0"/>
          </a:p>
        </p:txBody>
      </p:sp>
    </p:spTree>
    <p:extLst>
      <p:ext uri="{BB962C8B-B14F-4D97-AF65-F5344CB8AC3E}">
        <p14:creationId xmlns:p14="http://schemas.microsoft.com/office/powerpoint/2010/main" val="37887513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tandard - 2 column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A3CC2F6-6F94-521F-E89C-8CB6AA357B38}"/>
              </a:ext>
            </a:extLst>
          </p:cNvPr>
          <p:cNvSpPr>
            <a:spLocks noGrp="1"/>
          </p:cNvSpPr>
          <p:nvPr>
            <p:ph type="title"/>
          </p:nvPr>
        </p:nvSpPr>
        <p:spPr/>
        <p:txBody>
          <a:bodyPr/>
          <a:lstStyle/>
          <a:p>
            <a:r>
              <a:rPr lang="fr-FR"/>
              <a:t>Modifiez le style du titre</a:t>
            </a:r>
            <a:endParaRPr lang="en-US"/>
          </a:p>
        </p:txBody>
      </p:sp>
      <p:sp>
        <p:nvSpPr>
          <p:cNvPr id="3" name="Espace réservé du contenu 2">
            <a:extLst>
              <a:ext uri="{FF2B5EF4-FFF2-40B4-BE49-F238E27FC236}">
                <a16:creationId xmlns:a16="http://schemas.microsoft.com/office/drawing/2014/main" id="{14D1C833-57CE-15EF-5D5A-B277AE6304F9}"/>
              </a:ext>
            </a:extLst>
          </p:cNvPr>
          <p:cNvSpPr>
            <a:spLocks noGrp="1"/>
          </p:cNvSpPr>
          <p:nvPr>
            <p:ph sz="half" idx="1"/>
          </p:nvPr>
        </p:nvSpPr>
        <p:spPr>
          <a:xfrm>
            <a:off x="696000" y="2367815"/>
            <a:ext cx="5181600" cy="3809148"/>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4" name="Espace réservé du contenu 3">
            <a:extLst>
              <a:ext uri="{FF2B5EF4-FFF2-40B4-BE49-F238E27FC236}">
                <a16:creationId xmlns:a16="http://schemas.microsoft.com/office/drawing/2014/main" id="{133968FD-23C6-D542-CBC0-669D70A2F87A}"/>
              </a:ext>
            </a:extLst>
          </p:cNvPr>
          <p:cNvSpPr>
            <a:spLocks noGrp="1"/>
          </p:cNvSpPr>
          <p:nvPr>
            <p:ph sz="half" idx="2"/>
          </p:nvPr>
        </p:nvSpPr>
        <p:spPr>
          <a:xfrm>
            <a:off x="6314400" y="2367815"/>
            <a:ext cx="5181600" cy="3809148"/>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8" name="Espace réservé du numéro de diapositive 7">
            <a:extLst>
              <a:ext uri="{FF2B5EF4-FFF2-40B4-BE49-F238E27FC236}">
                <a16:creationId xmlns:a16="http://schemas.microsoft.com/office/drawing/2014/main" id="{CDC8B1F5-E1BD-4E14-DA3A-2EF54CC6214A}"/>
              </a:ext>
            </a:extLst>
          </p:cNvPr>
          <p:cNvSpPr>
            <a:spLocks noGrp="1"/>
          </p:cNvSpPr>
          <p:nvPr>
            <p:ph type="sldNum" sz="quarter" idx="10"/>
          </p:nvPr>
        </p:nvSpPr>
        <p:spPr/>
        <p:txBody>
          <a:bodyPr/>
          <a:lstStyle/>
          <a:p>
            <a:fld id="{262175C0-8CD5-419A-A749-8C17692C9EAC}" type="slidenum">
              <a:rPr lang="en-US" smtClean="0"/>
              <a:t>‹N°›</a:t>
            </a:fld>
            <a:endParaRPr lang="en-US"/>
          </a:p>
        </p:txBody>
      </p:sp>
      <p:sp>
        <p:nvSpPr>
          <p:cNvPr id="10" name="Espace réservé du texte 8">
            <a:extLst>
              <a:ext uri="{FF2B5EF4-FFF2-40B4-BE49-F238E27FC236}">
                <a16:creationId xmlns:a16="http://schemas.microsoft.com/office/drawing/2014/main" id="{1DE855B1-5A35-08E5-98D3-ED32C81BDE1A}"/>
              </a:ext>
            </a:extLst>
          </p:cNvPr>
          <p:cNvSpPr>
            <a:spLocks noGrp="1"/>
          </p:cNvSpPr>
          <p:nvPr>
            <p:ph type="body" sz="quarter" idx="13" hasCustomPrompt="1"/>
          </p:nvPr>
        </p:nvSpPr>
        <p:spPr>
          <a:xfrm>
            <a:off x="696000" y="750887"/>
            <a:ext cx="3420000" cy="432000"/>
          </a:xfrm>
          <a:prstGeom prst="roundRect">
            <a:avLst>
              <a:gd name="adj" fmla="val 50000"/>
            </a:avLst>
          </a:prstGeom>
          <a:solidFill>
            <a:schemeClr val="accent3">
              <a:lumMod val="40000"/>
              <a:lumOff val="60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anchor="ctr">
            <a:noAutofit/>
          </a:bodyPr>
          <a:lstStyle>
            <a:lvl1pPr algn="ctr">
              <a:buNone/>
              <a:defRPr sz="1600" b="1">
                <a:solidFill>
                  <a:schemeClr val="accent1"/>
                </a:solidFill>
              </a:defRPr>
            </a:lvl1pPr>
          </a:lstStyle>
          <a:p>
            <a:pPr lvl="0"/>
            <a:r>
              <a:rPr lang="fr-FR" dirty="0"/>
              <a:t>Titre</a:t>
            </a:r>
            <a:endParaRPr lang="en-US" dirty="0"/>
          </a:p>
        </p:txBody>
      </p:sp>
    </p:spTree>
    <p:extLst>
      <p:ext uri="{BB962C8B-B14F-4D97-AF65-F5344CB8AC3E}">
        <p14:creationId xmlns:p14="http://schemas.microsoft.com/office/powerpoint/2010/main" val="1705460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tandard - 2 columns with subititle">
    <p:spTree>
      <p:nvGrpSpPr>
        <p:cNvPr id="1" name=""/>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61974711-9403-92F6-12EF-503A2E308CD5}"/>
              </a:ext>
            </a:extLst>
          </p:cNvPr>
          <p:cNvSpPr>
            <a:spLocks noGrp="1"/>
          </p:cNvSpPr>
          <p:nvPr>
            <p:ph type="body" idx="1"/>
          </p:nvPr>
        </p:nvSpPr>
        <p:spPr>
          <a:xfrm>
            <a:off x="696000" y="2349500"/>
            <a:ext cx="5157787" cy="7498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dirty="0"/>
              <a:t>Cliquez pour modifier les styles du texte du masque</a:t>
            </a:r>
          </a:p>
        </p:txBody>
      </p:sp>
      <p:sp>
        <p:nvSpPr>
          <p:cNvPr id="4" name="Espace réservé du contenu 3">
            <a:extLst>
              <a:ext uri="{FF2B5EF4-FFF2-40B4-BE49-F238E27FC236}">
                <a16:creationId xmlns:a16="http://schemas.microsoft.com/office/drawing/2014/main" id="{A34F213E-09F7-35B7-88BA-576C94FDE280}"/>
              </a:ext>
            </a:extLst>
          </p:cNvPr>
          <p:cNvSpPr>
            <a:spLocks noGrp="1"/>
          </p:cNvSpPr>
          <p:nvPr>
            <p:ph sz="half" idx="2"/>
          </p:nvPr>
        </p:nvSpPr>
        <p:spPr>
          <a:xfrm>
            <a:off x="696000" y="3173412"/>
            <a:ext cx="5157787" cy="302525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Espace réservé du texte 4">
            <a:extLst>
              <a:ext uri="{FF2B5EF4-FFF2-40B4-BE49-F238E27FC236}">
                <a16:creationId xmlns:a16="http://schemas.microsoft.com/office/drawing/2014/main" id="{6AA51D94-60B1-4CBC-7E97-DF6281EC4D26}"/>
              </a:ext>
            </a:extLst>
          </p:cNvPr>
          <p:cNvSpPr>
            <a:spLocks noGrp="1"/>
          </p:cNvSpPr>
          <p:nvPr>
            <p:ph type="body" sz="quarter" idx="3"/>
          </p:nvPr>
        </p:nvSpPr>
        <p:spPr>
          <a:xfrm>
            <a:off x="6312812" y="2349500"/>
            <a:ext cx="5183188" cy="7498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D2A863FD-66DD-83A5-0EB4-E2DA2A2C26F3}"/>
              </a:ext>
            </a:extLst>
          </p:cNvPr>
          <p:cNvSpPr>
            <a:spLocks noGrp="1"/>
          </p:cNvSpPr>
          <p:nvPr>
            <p:ph sz="quarter" idx="4"/>
          </p:nvPr>
        </p:nvSpPr>
        <p:spPr>
          <a:xfrm>
            <a:off x="6312812" y="3173412"/>
            <a:ext cx="5183188" cy="3025257"/>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11" name="Espace réservé du numéro de diapositive 10">
            <a:extLst>
              <a:ext uri="{FF2B5EF4-FFF2-40B4-BE49-F238E27FC236}">
                <a16:creationId xmlns:a16="http://schemas.microsoft.com/office/drawing/2014/main" id="{954DF801-D208-5420-D8DF-1DFEE267AFE2}"/>
              </a:ext>
            </a:extLst>
          </p:cNvPr>
          <p:cNvSpPr>
            <a:spLocks noGrp="1"/>
          </p:cNvSpPr>
          <p:nvPr>
            <p:ph type="sldNum" sz="quarter" idx="14"/>
          </p:nvPr>
        </p:nvSpPr>
        <p:spPr/>
        <p:txBody>
          <a:bodyPr/>
          <a:lstStyle/>
          <a:p>
            <a:fld id="{262175C0-8CD5-419A-A749-8C17692C9EAC}" type="slidenum">
              <a:rPr lang="en-US" smtClean="0"/>
              <a:t>‹N°›</a:t>
            </a:fld>
            <a:endParaRPr lang="en-US"/>
          </a:p>
        </p:txBody>
      </p:sp>
      <p:sp>
        <p:nvSpPr>
          <p:cNvPr id="12" name="Titre 11">
            <a:extLst>
              <a:ext uri="{FF2B5EF4-FFF2-40B4-BE49-F238E27FC236}">
                <a16:creationId xmlns:a16="http://schemas.microsoft.com/office/drawing/2014/main" id="{CD869FB1-939C-8AFA-5854-E607A22084D4}"/>
              </a:ext>
            </a:extLst>
          </p:cNvPr>
          <p:cNvSpPr>
            <a:spLocks noGrp="1"/>
          </p:cNvSpPr>
          <p:nvPr>
            <p:ph type="title"/>
          </p:nvPr>
        </p:nvSpPr>
        <p:spPr/>
        <p:txBody>
          <a:bodyPr/>
          <a:lstStyle/>
          <a:p>
            <a:r>
              <a:rPr lang="fr-FR"/>
              <a:t>Modifiez le style du titre</a:t>
            </a:r>
            <a:endParaRPr lang="en-US"/>
          </a:p>
        </p:txBody>
      </p:sp>
      <p:sp>
        <p:nvSpPr>
          <p:cNvPr id="13" name="Espace réservé du texte 8">
            <a:extLst>
              <a:ext uri="{FF2B5EF4-FFF2-40B4-BE49-F238E27FC236}">
                <a16:creationId xmlns:a16="http://schemas.microsoft.com/office/drawing/2014/main" id="{4AF522F6-B8F3-AE1B-5E41-3AAE350DDBB1}"/>
              </a:ext>
            </a:extLst>
          </p:cNvPr>
          <p:cNvSpPr>
            <a:spLocks noGrp="1"/>
          </p:cNvSpPr>
          <p:nvPr>
            <p:ph type="body" sz="quarter" idx="13" hasCustomPrompt="1"/>
          </p:nvPr>
        </p:nvSpPr>
        <p:spPr>
          <a:xfrm>
            <a:off x="696000" y="750887"/>
            <a:ext cx="3420000" cy="432000"/>
          </a:xfrm>
          <a:prstGeom prst="roundRect">
            <a:avLst>
              <a:gd name="adj" fmla="val 50000"/>
            </a:avLst>
          </a:prstGeom>
          <a:solidFill>
            <a:schemeClr val="accent3">
              <a:lumMod val="40000"/>
              <a:lumOff val="60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anchor="ctr">
            <a:noAutofit/>
          </a:bodyPr>
          <a:lstStyle>
            <a:lvl1pPr algn="ctr">
              <a:buNone/>
              <a:defRPr sz="1600" b="1">
                <a:solidFill>
                  <a:schemeClr val="accent1"/>
                </a:solidFill>
              </a:defRPr>
            </a:lvl1pPr>
          </a:lstStyle>
          <a:p>
            <a:pPr lvl="0"/>
            <a:r>
              <a:rPr lang="fr-FR" dirty="0"/>
              <a:t>Titre</a:t>
            </a:r>
            <a:endParaRPr lang="en-US" dirty="0"/>
          </a:p>
        </p:txBody>
      </p:sp>
    </p:spTree>
    <p:extLst>
      <p:ext uri="{BB962C8B-B14F-4D97-AF65-F5344CB8AC3E}">
        <p14:creationId xmlns:p14="http://schemas.microsoft.com/office/powerpoint/2010/main" val="35939394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tandard - 3 column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E8B66DC-8879-6B50-6C1C-73111FB3B129}"/>
              </a:ext>
            </a:extLst>
          </p:cNvPr>
          <p:cNvSpPr>
            <a:spLocks noGrp="1"/>
          </p:cNvSpPr>
          <p:nvPr>
            <p:ph type="title"/>
          </p:nvPr>
        </p:nvSpPr>
        <p:spPr/>
        <p:txBody>
          <a:bodyPr/>
          <a:lstStyle/>
          <a:p>
            <a:r>
              <a:rPr lang="fr-FR"/>
              <a:t>Modifiez le style du titre</a:t>
            </a:r>
            <a:endParaRPr lang="en-US"/>
          </a:p>
        </p:txBody>
      </p:sp>
      <p:sp>
        <p:nvSpPr>
          <p:cNvPr id="3" name="Espace réservé du numéro de diapositive 2">
            <a:extLst>
              <a:ext uri="{FF2B5EF4-FFF2-40B4-BE49-F238E27FC236}">
                <a16:creationId xmlns:a16="http://schemas.microsoft.com/office/drawing/2014/main" id="{A47FD755-1BCC-B9C4-E33C-82D51850ACC9}"/>
              </a:ext>
            </a:extLst>
          </p:cNvPr>
          <p:cNvSpPr>
            <a:spLocks noGrp="1"/>
          </p:cNvSpPr>
          <p:nvPr>
            <p:ph type="sldNum" sz="quarter" idx="10"/>
          </p:nvPr>
        </p:nvSpPr>
        <p:spPr/>
        <p:txBody>
          <a:bodyPr/>
          <a:lstStyle/>
          <a:p>
            <a:fld id="{262175C0-8CD5-419A-A749-8C17692C9EAC}" type="slidenum">
              <a:rPr lang="en-US" smtClean="0"/>
              <a:t>‹N°›</a:t>
            </a:fld>
            <a:endParaRPr lang="en-US"/>
          </a:p>
        </p:txBody>
      </p:sp>
      <p:sp>
        <p:nvSpPr>
          <p:cNvPr id="11" name="Espace réservé du texte 12">
            <a:extLst>
              <a:ext uri="{FF2B5EF4-FFF2-40B4-BE49-F238E27FC236}">
                <a16:creationId xmlns:a16="http://schemas.microsoft.com/office/drawing/2014/main" id="{04C3D23F-1D17-2A8A-A73E-7988D074FA5C}"/>
              </a:ext>
            </a:extLst>
          </p:cNvPr>
          <p:cNvSpPr>
            <a:spLocks noGrp="1"/>
          </p:cNvSpPr>
          <p:nvPr>
            <p:ph type="body" sz="quarter" idx="15" hasCustomPrompt="1"/>
          </p:nvPr>
        </p:nvSpPr>
        <p:spPr>
          <a:xfrm>
            <a:off x="696000" y="2453364"/>
            <a:ext cx="3240000" cy="625475"/>
          </a:xfrm>
        </p:spPr>
        <p:txBody>
          <a:bodyPr anchor="ctr" anchorCtr="0">
            <a:noAutofit/>
          </a:bodyPr>
          <a:lstStyle>
            <a:lvl1pPr marL="0" indent="0">
              <a:buFont typeface="Arial" panose="020B0604020202020204" pitchFamily="34" charset="0"/>
              <a:buNone/>
              <a:defRPr sz="2000" b="1">
                <a:latin typeface="+mj-lt"/>
              </a:defRPr>
            </a:lvl1pPr>
          </a:lstStyle>
          <a:p>
            <a:pPr lvl="0"/>
            <a:r>
              <a:rPr lang="fr-FR" dirty="0"/>
              <a:t>Cliquez pour modifier le texte</a:t>
            </a:r>
          </a:p>
        </p:txBody>
      </p:sp>
      <p:sp>
        <p:nvSpPr>
          <p:cNvPr id="12" name="Espace réservé du texte 12">
            <a:extLst>
              <a:ext uri="{FF2B5EF4-FFF2-40B4-BE49-F238E27FC236}">
                <a16:creationId xmlns:a16="http://schemas.microsoft.com/office/drawing/2014/main" id="{22F8E94B-4420-0C8D-01EB-DED6FFB48077}"/>
              </a:ext>
            </a:extLst>
          </p:cNvPr>
          <p:cNvSpPr>
            <a:spLocks noGrp="1"/>
          </p:cNvSpPr>
          <p:nvPr>
            <p:ph type="body" sz="quarter" idx="16" hasCustomPrompt="1"/>
          </p:nvPr>
        </p:nvSpPr>
        <p:spPr>
          <a:xfrm>
            <a:off x="696000" y="3201049"/>
            <a:ext cx="3240000" cy="2906064"/>
          </a:xfrm>
        </p:spPr>
        <p:txBody>
          <a:bodyPr anchor="t" anchorCtr="0">
            <a:noAutofit/>
          </a:bodyPr>
          <a:lstStyle>
            <a:lvl1pPr marL="0" indent="0">
              <a:buFont typeface="Arial" panose="020B0604020202020204" pitchFamily="34" charset="0"/>
              <a:buNone/>
              <a:defRPr sz="1800"/>
            </a:lvl1pPr>
          </a:lstStyle>
          <a:p>
            <a:pPr lvl="0"/>
            <a:r>
              <a:rPr lang="fr-FR" dirty="0"/>
              <a:t>Cliquez pour modifier le texte</a:t>
            </a:r>
          </a:p>
        </p:txBody>
      </p:sp>
      <p:sp>
        <p:nvSpPr>
          <p:cNvPr id="21" name="Espace réservé du texte 8">
            <a:extLst>
              <a:ext uri="{FF2B5EF4-FFF2-40B4-BE49-F238E27FC236}">
                <a16:creationId xmlns:a16="http://schemas.microsoft.com/office/drawing/2014/main" id="{44A0F437-DBD2-CFDA-A585-C152D0AF9910}"/>
              </a:ext>
            </a:extLst>
          </p:cNvPr>
          <p:cNvSpPr>
            <a:spLocks noGrp="1"/>
          </p:cNvSpPr>
          <p:nvPr>
            <p:ph type="body" sz="quarter" idx="13" hasCustomPrompt="1"/>
          </p:nvPr>
        </p:nvSpPr>
        <p:spPr>
          <a:xfrm>
            <a:off x="696000" y="750887"/>
            <a:ext cx="3420000" cy="432000"/>
          </a:xfrm>
          <a:prstGeom prst="roundRect">
            <a:avLst>
              <a:gd name="adj" fmla="val 50000"/>
            </a:avLst>
          </a:prstGeom>
          <a:solidFill>
            <a:schemeClr val="accent3">
              <a:lumMod val="40000"/>
              <a:lumOff val="60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anchor="ctr">
            <a:noAutofit/>
          </a:bodyPr>
          <a:lstStyle>
            <a:lvl1pPr algn="ctr">
              <a:buNone/>
              <a:defRPr sz="1600" b="1">
                <a:solidFill>
                  <a:schemeClr val="accent1"/>
                </a:solidFill>
              </a:defRPr>
            </a:lvl1pPr>
          </a:lstStyle>
          <a:p>
            <a:pPr lvl="0"/>
            <a:r>
              <a:rPr lang="fr-FR" dirty="0"/>
              <a:t>Titre</a:t>
            </a:r>
            <a:endParaRPr lang="en-US" dirty="0"/>
          </a:p>
        </p:txBody>
      </p:sp>
      <p:sp>
        <p:nvSpPr>
          <p:cNvPr id="4" name="Espace réservé du texte 12">
            <a:extLst>
              <a:ext uri="{FF2B5EF4-FFF2-40B4-BE49-F238E27FC236}">
                <a16:creationId xmlns:a16="http://schemas.microsoft.com/office/drawing/2014/main" id="{83139CF2-974A-31EB-49AB-8B8C82F82A16}"/>
              </a:ext>
            </a:extLst>
          </p:cNvPr>
          <p:cNvSpPr>
            <a:spLocks noGrp="1"/>
          </p:cNvSpPr>
          <p:nvPr>
            <p:ph type="body" sz="quarter" idx="17" hasCustomPrompt="1"/>
          </p:nvPr>
        </p:nvSpPr>
        <p:spPr>
          <a:xfrm>
            <a:off x="8256002" y="2453364"/>
            <a:ext cx="3240000" cy="625475"/>
          </a:xfrm>
        </p:spPr>
        <p:txBody>
          <a:bodyPr anchor="ctr" anchorCtr="0">
            <a:noAutofit/>
          </a:bodyPr>
          <a:lstStyle>
            <a:lvl1pPr marL="0" indent="0">
              <a:buFont typeface="Arial" panose="020B0604020202020204" pitchFamily="34" charset="0"/>
              <a:buNone/>
              <a:defRPr sz="2000" b="1">
                <a:latin typeface="+mj-lt"/>
              </a:defRPr>
            </a:lvl1pPr>
          </a:lstStyle>
          <a:p>
            <a:pPr lvl="0"/>
            <a:r>
              <a:rPr lang="fr-FR" dirty="0"/>
              <a:t>Cliquez pour modifier le texte</a:t>
            </a:r>
          </a:p>
        </p:txBody>
      </p:sp>
      <p:sp>
        <p:nvSpPr>
          <p:cNvPr id="5" name="Espace réservé du texte 12">
            <a:extLst>
              <a:ext uri="{FF2B5EF4-FFF2-40B4-BE49-F238E27FC236}">
                <a16:creationId xmlns:a16="http://schemas.microsoft.com/office/drawing/2014/main" id="{B03C5E25-23B2-0890-1BF2-5B36F7477A5B}"/>
              </a:ext>
            </a:extLst>
          </p:cNvPr>
          <p:cNvSpPr>
            <a:spLocks noGrp="1"/>
          </p:cNvSpPr>
          <p:nvPr>
            <p:ph type="body" sz="quarter" idx="18" hasCustomPrompt="1"/>
          </p:nvPr>
        </p:nvSpPr>
        <p:spPr>
          <a:xfrm>
            <a:off x="8256002" y="3201049"/>
            <a:ext cx="3240000" cy="2906064"/>
          </a:xfrm>
        </p:spPr>
        <p:txBody>
          <a:bodyPr anchor="t" anchorCtr="0">
            <a:noAutofit/>
          </a:bodyPr>
          <a:lstStyle>
            <a:lvl1pPr marL="0" indent="0">
              <a:buFont typeface="Arial" panose="020B0604020202020204" pitchFamily="34" charset="0"/>
              <a:buNone/>
              <a:defRPr sz="1800"/>
            </a:lvl1pPr>
          </a:lstStyle>
          <a:p>
            <a:pPr lvl="0"/>
            <a:r>
              <a:rPr lang="fr-FR" dirty="0"/>
              <a:t>Cliquez pour modifier le texte</a:t>
            </a:r>
          </a:p>
        </p:txBody>
      </p:sp>
      <p:sp>
        <p:nvSpPr>
          <p:cNvPr id="6" name="Espace réservé du texte 12">
            <a:extLst>
              <a:ext uri="{FF2B5EF4-FFF2-40B4-BE49-F238E27FC236}">
                <a16:creationId xmlns:a16="http://schemas.microsoft.com/office/drawing/2014/main" id="{7548B3A6-9E2D-BFCB-BC90-840786B67CCF}"/>
              </a:ext>
            </a:extLst>
          </p:cNvPr>
          <p:cNvSpPr>
            <a:spLocks noGrp="1"/>
          </p:cNvSpPr>
          <p:nvPr>
            <p:ph type="body" sz="quarter" idx="19" hasCustomPrompt="1"/>
          </p:nvPr>
        </p:nvSpPr>
        <p:spPr>
          <a:xfrm>
            <a:off x="4476000" y="2453364"/>
            <a:ext cx="3240000" cy="625475"/>
          </a:xfrm>
        </p:spPr>
        <p:txBody>
          <a:bodyPr anchor="ctr" anchorCtr="0">
            <a:noAutofit/>
          </a:bodyPr>
          <a:lstStyle>
            <a:lvl1pPr marL="0" indent="0">
              <a:buFont typeface="Arial" panose="020B0604020202020204" pitchFamily="34" charset="0"/>
              <a:buNone/>
              <a:defRPr sz="2000" b="1">
                <a:latin typeface="+mj-lt"/>
              </a:defRPr>
            </a:lvl1pPr>
          </a:lstStyle>
          <a:p>
            <a:pPr lvl="0"/>
            <a:r>
              <a:rPr lang="fr-FR" dirty="0"/>
              <a:t>Cliquez pour modifier le texte</a:t>
            </a:r>
          </a:p>
        </p:txBody>
      </p:sp>
      <p:sp>
        <p:nvSpPr>
          <p:cNvPr id="7" name="Espace réservé du texte 12">
            <a:extLst>
              <a:ext uri="{FF2B5EF4-FFF2-40B4-BE49-F238E27FC236}">
                <a16:creationId xmlns:a16="http://schemas.microsoft.com/office/drawing/2014/main" id="{CB963D4B-B258-4FE0-FDD7-4219988CDD99}"/>
              </a:ext>
            </a:extLst>
          </p:cNvPr>
          <p:cNvSpPr>
            <a:spLocks noGrp="1"/>
          </p:cNvSpPr>
          <p:nvPr>
            <p:ph type="body" sz="quarter" idx="20" hasCustomPrompt="1"/>
          </p:nvPr>
        </p:nvSpPr>
        <p:spPr>
          <a:xfrm>
            <a:off x="4476000" y="3201049"/>
            <a:ext cx="3240000" cy="2906064"/>
          </a:xfrm>
        </p:spPr>
        <p:txBody>
          <a:bodyPr anchor="t" anchorCtr="0">
            <a:noAutofit/>
          </a:bodyPr>
          <a:lstStyle>
            <a:lvl1pPr marL="0" indent="0">
              <a:buFont typeface="Arial" panose="020B0604020202020204" pitchFamily="34" charset="0"/>
              <a:buNone/>
              <a:defRPr sz="1800"/>
            </a:lvl1pPr>
          </a:lstStyle>
          <a:p>
            <a:pPr lvl="0"/>
            <a:r>
              <a:rPr lang="fr-FR" dirty="0"/>
              <a:t>Cliquez pour modifier le texte</a:t>
            </a:r>
          </a:p>
        </p:txBody>
      </p:sp>
    </p:spTree>
    <p:extLst>
      <p:ext uri="{BB962C8B-B14F-4D97-AF65-F5344CB8AC3E}">
        <p14:creationId xmlns:p14="http://schemas.microsoft.com/office/powerpoint/2010/main" val="42752237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tandard - Title only">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3E2236D-4ACA-4597-B214-70D7B222F84E}"/>
              </a:ext>
            </a:extLst>
          </p:cNvPr>
          <p:cNvSpPr>
            <a:spLocks noGrp="1"/>
          </p:cNvSpPr>
          <p:nvPr>
            <p:ph type="title"/>
          </p:nvPr>
        </p:nvSpPr>
        <p:spPr/>
        <p:txBody>
          <a:bodyPr/>
          <a:lstStyle/>
          <a:p>
            <a:r>
              <a:rPr lang="fr-FR"/>
              <a:t>Modifiez le style du titre</a:t>
            </a:r>
            <a:endParaRPr lang="en-US"/>
          </a:p>
        </p:txBody>
      </p:sp>
      <p:sp>
        <p:nvSpPr>
          <p:cNvPr id="8" name="Espace réservé du texte 8">
            <a:extLst>
              <a:ext uri="{FF2B5EF4-FFF2-40B4-BE49-F238E27FC236}">
                <a16:creationId xmlns:a16="http://schemas.microsoft.com/office/drawing/2014/main" id="{EDD9CE1F-96E5-6B04-AEB8-B23A7ABCF237}"/>
              </a:ext>
            </a:extLst>
          </p:cNvPr>
          <p:cNvSpPr>
            <a:spLocks noGrp="1"/>
          </p:cNvSpPr>
          <p:nvPr>
            <p:ph type="body" sz="quarter" idx="13" hasCustomPrompt="1"/>
          </p:nvPr>
        </p:nvSpPr>
        <p:spPr>
          <a:xfrm>
            <a:off x="696000" y="750887"/>
            <a:ext cx="3420000" cy="432000"/>
          </a:xfrm>
          <a:prstGeom prst="roundRect">
            <a:avLst>
              <a:gd name="adj" fmla="val 50000"/>
            </a:avLst>
          </a:prstGeom>
          <a:solidFill>
            <a:schemeClr val="accent3">
              <a:lumMod val="40000"/>
              <a:lumOff val="60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anchor="ctr">
            <a:noAutofit/>
          </a:bodyPr>
          <a:lstStyle>
            <a:lvl1pPr algn="ctr">
              <a:buNone/>
              <a:defRPr sz="1600" b="1">
                <a:solidFill>
                  <a:schemeClr val="accent1"/>
                </a:solidFill>
              </a:defRPr>
            </a:lvl1pPr>
          </a:lstStyle>
          <a:p>
            <a:pPr lvl="0"/>
            <a:r>
              <a:rPr lang="fr-FR" dirty="0"/>
              <a:t>Titre</a:t>
            </a:r>
            <a:endParaRPr lang="en-US" dirty="0"/>
          </a:p>
        </p:txBody>
      </p:sp>
      <p:sp>
        <p:nvSpPr>
          <p:cNvPr id="3" name="Espace réservé du numéro de diapositive 2">
            <a:extLst>
              <a:ext uri="{FF2B5EF4-FFF2-40B4-BE49-F238E27FC236}">
                <a16:creationId xmlns:a16="http://schemas.microsoft.com/office/drawing/2014/main" id="{7259B92D-9B86-0989-C0BD-29D806D50464}"/>
              </a:ext>
            </a:extLst>
          </p:cNvPr>
          <p:cNvSpPr>
            <a:spLocks noGrp="1"/>
          </p:cNvSpPr>
          <p:nvPr>
            <p:ph type="sldNum" sz="quarter" idx="14"/>
          </p:nvPr>
        </p:nvSpPr>
        <p:spPr/>
        <p:txBody>
          <a:bodyPr/>
          <a:lstStyle/>
          <a:p>
            <a:fld id="{262175C0-8CD5-419A-A749-8C17692C9EAC}" type="slidenum">
              <a:rPr lang="en-US" smtClean="0"/>
              <a:pPr/>
              <a:t>‹N°›</a:t>
            </a:fld>
            <a:endParaRPr lang="en-US" sz="1000"/>
          </a:p>
        </p:txBody>
      </p:sp>
    </p:spTree>
    <p:extLst>
      <p:ext uri="{BB962C8B-B14F-4D97-AF65-F5344CB8AC3E}">
        <p14:creationId xmlns:p14="http://schemas.microsoft.com/office/powerpoint/2010/main" val="39897115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tandard - Title only - Wi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3E2236D-4ACA-4597-B214-70D7B222F84E}"/>
              </a:ext>
            </a:extLst>
          </p:cNvPr>
          <p:cNvSpPr>
            <a:spLocks noGrp="1"/>
          </p:cNvSpPr>
          <p:nvPr>
            <p:ph type="title"/>
          </p:nvPr>
        </p:nvSpPr>
        <p:spPr>
          <a:xfrm>
            <a:off x="4527612" y="543295"/>
            <a:ext cx="6968388" cy="847184"/>
          </a:xfrm>
        </p:spPr>
        <p:txBody>
          <a:bodyPr/>
          <a:lstStyle/>
          <a:p>
            <a:r>
              <a:rPr lang="fr-FR"/>
              <a:t>Modifiez le style du titre</a:t>
            </a:r>
            <a:endParaRPr lang="en-US"/>
          </a:p>
        </p:txBody>
      </p:sp>
      <p:sp>
        <p:nvSpPr>
          <p:cNvPr id="7" name="Espace réservé du numéro de diapositive 6">
            <a:extLst>
              <a:ext uri="{FF2B5EF4-FFF2-40B4-BE49-F238E27FC236}">
                <a16:creationId xmlns:a16="http://schemas.microsoft.com/office/drawing/2014/main" id="{4DD28049-69C0-8EB6-1C6D-5D5E290E7D1C}"/>
              </a:ext>
            </a:extLst>
          </p:cNvPr>
          <p:cNvSpPr>
            <a:spLocks noGrp="1"/>
          </p:cNvSpPr>
          <p:nvPr>
            <p:ph type="sldNum" sz="quarter" idx="14"/>
          </p:nvPr>
        </p:nvSpPr>
        <p:spPr/>
        <p:txBody>
          <a:bodyPr/>
          <a:lstStyle/>
          <a:p>
            <a:fld id="{262175C0-8CD5-419A-A749-8C17692C9EAC}" type="slidenum">
              <a:rPr lang="en-US" smtClean="0"/>
              <a:t>‹N°›</a:t>
            </a:fld>
            <a:endParaRPr lang="en-US"/>
          </a:p>
        </p:txBody>
      </p:sp>
      <p:sp>
        <p:nvSpPr>
          <p:cNvPr id="8" name="Espace réservé du texte 8">
            <a:extLst>
              <a:ext uri="{FF2B5EF4-FFF2-40B4-BE49-F238E27FC236}">
                <a16:creationId xmlns:a16="http://schemas.microsoft.com/office/drawing/2014/main" id="{EDD9CE1F-96E5-6B04-AEB8-B23A7ABCF237}"/>
              </a:ext>
            </a:extLst>
          </p:cNvPr>
          <p:cNvSpPr>
            <a:spLocks noGrp="1"/>
          </p:cNvSpPr>
          <p:nvPr>
            <p:ph type="body" sz="quarter" idx="13" hasCustomPrompt="1"/>
          </p:nvPr>
        </p:nvSpPr>
        <p:spPr>
          <a:xfrm>
            <a:off x="696000" y="750887"/>
            <a:ext cx="3420000" cy="432000"/>
          </a:xfrm>
          <a:prstGeom prst="roundRect">
            <a:avLst>
              <a:gd name="adj" fmla="val 50000"/>
            </a:avLst>
          </a:prstGeom>
          <a:solidFill>
            <a:schemeClr val="accent3">
              <a:lumMod val="40000"/>
              <a:lumOff val="60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anchor="ctr">
            <a:noAutofit/>
          </a:bodyPr>
          <a:lstStyle>
            <a:lvl1pPr algn="ctr">
              <a:buNone/>
              <a:defRPr sz="1600" b="1">
                <a:solidFill>
                  <a:schemeClr val="accent1"/>
                </a:solidFill>
              </a:defRPr>
            </a:lvl1pPr>
          </a:lstStyle>
          <a:p>
            <a:pPr lvl="0"/>
            <a:r>
              <a:rPr lang="fr-FR" dirty="0"/>
              <a:t>Titre</a:t>
            </a:r>
            <a:endParaRPr lang="en-US" dirty="0"/>
          </a:p>
        </p:txBody>
      </p:sp>
    </p:spTree>
    <p:extLst>
      <p:ext uri="{BB962C8B-B14F-4D97-AF65-F5344CB8AC3E}">
        <p14:creationId xmlns:p14="http://schemas.microsoft.com/office/powerpoint/2010/main" val="25716270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Standard - Empty">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A53371D3-1C36-F9E0-F047-86153E99500D}"/>
              </a:ext>
            </a:extLst>
          </p:cNvPr>
          <p:cNvSpPr>
            <a:spLocks noGrp="1"/>
          </p:cNvSpPr>
          <p:nvPr>
            <p:ph type="sldNum" sz="quarter" idx="10"/>
          </p:nvPr>
        </p:nvSpPr>
        <p:spPr/>
        <p:txBody>
          <a:bodyPr/>
          <a:lstStyle/>
          <a:p>
            <a:fld id="{262175C0-8CD5-419A-A749-8C17692C9EAC}" type="slidenum">
              <a:rPr lang="en-US" smtClean="0"/>
              <a:pPr/>
              <a:t>‹N°›</a:t>
            </a:fld>
            <a:endParaRPr lang="en-US" sz="1000"/>
          </a:p>
        </p:txBody>
      </p:sp>
    </p:spTree>
    <p:extLst>
      <p:ext uri="{BB962C8B-B14F-4D97-AF65-F5344CB8AC3E}">
        <p14:creationId xmlns:p14="http://schemas.microsoft.com/office/powerpoint/2010/main" val="1903533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tandard - 1/3 2/3 columns ">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55B5106-96D0-721F-6A54-FACD6352636B}"/>
              </a:ext>
            </a:extLst>
          </p:cNvPr>
          <p:cNvSpPr>
            <a:spLocks noGrp="1"/>
          </p:cNvSpPr>
          <p:nvPr>
            <p:ph type="title"/>
          </p:nvPr>
        </p:nvSpPr>
        <p:spPr>
          <a:xfrm>
            <a:off x="696000" y="1347536"/>
            <a:ext cx="3932237" cy="1087656"/>
          </a:xfrm>
        </p:spPr>
        <p:txBody>
          <a:bodyPr anchor="b"/>
          <a:lstStyle>
            <a:lvl1pPr>
              <a:defRPr sz="3200"/>
            </a:lvl1pPr>
          </a:lstStyle>
          <a:p>
            <a:r>
              <a:rPr lang="fr-FR" dirty="0"/>
              <a:t>Modifiez le style du titre</a:t>
            </a:r>
            <a:endParaRPr lang="en-US" dirty="0"/>
          </a:p>
        </p:txBody>
      </p:sp>
      <p:sp>
        <p:nvSpPr>
          <p:cNvPr id="3" name="Espace réservé du contenu 2">
            <a:extLst>
              <a:ext uri="{FF2B5EF4-FFF2-40B4-BE49-F238E27FC236}">
                <a16:creationId xmlns:a16="http://schemas.microsoft.com/office/drawing/2014/main" id="{58A72B70-3046-0512-58ED-00C8250C84D7}"/>
              </a:ext>
            </a:extLst>
          </p:cNvPr>
          <p:cNvSpPr>
            <a:spLocks noGrp="1"/>
          </p:cNvSpPr>
          <p:nvPr>
            <p:ph idx="1"/>
          </p:nvPr>
        </p:nvSpPr>
        <p:spPr>
          <a:xfrm>
            <a:off x="5323800" y="1347535"/>
            <a:ext cx="6172200" cy="478375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u texte 3">
            <a:extLst>
              <a:ext uri="{FF2B5EF4-FFF2-40B4-BE49-F238E27FC236}">
                <a16:creationId xmlns:a16="http://schemas.microsoft.com/office/drawing/2014/main" id="{897D936D-447D-5E74-300E-82305D7FB8B7}"/>
              </a:ext>
            </a:extLst>
          </p:cNvPr>
          <p:cNvSpPr>
            <a:spLocks noGrp="1"/>
          </p:cNvSpPr>
          <p:nvPr>
            <p:ph type="body" sz="half" idx="2"/>
          </p:nvPr>
        </p:nvSpPr>
        <p:spPr>
          <a:xfrm>
            <a:off x="696000" y="2589196"/>
            <a:ext cx="3932237" cy="351791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dirty="0"/>
              <a:t>Cliquez pour modifier les styles du texte du masque</a:t>
            </a:r>
          </a:p>
        </p:txBody>
      </p:sp>
      <p:sp>
        <p:nvSpPr>
          <p:cNvPr id="8" name="Espace réservé du numéro de diapositive 7">
            <a:extLst>
              <a:ext uri="{FF2B5EF4-FFF2-40B4-BE49-F238E27FC236}">
                <a16:creationId xmlns:a16="http://schemas.microsoft.com/office/drawing/2014/main" id="{F9897BF8-57B3-ABE9-8B1B-8540DADA9CB5}"/>
              </a:ext>
            </a:extLst>
          </p:cNvPr>
          <p:cNvSpPr>
            <a:spLocks noGrp="1"/>
          </p:cNvSpPr>
          <p:nvPr>
            <p:ph type="sldNum" sz="quarter" idx="10"/>
          </p:nvPr>
        </p:nvSpPr>
        <p:spPr/>
        <p:txBody>
          <a:bodyPr/>
          <a:lstStyle/>
          <a:p>
            <a:fld id="{262175C0-8CD5-419A-A749-8C17692C9EAC}" type="slidenum">
              <a:rPr lang="en-US" smtClean="0"/>
              <a:t>‹N°›</a:t>
            </a:fld>
            <a:endParaRPr lang="en-US"/>
          </a:p>
        </p:txBody>
      </p:sp>
      <p:sp>
        <p:nvSpPr>
          <p:cNvPr id="12" name="Espace réservé du texte 8">
            <a:extLst>
              <a:ext uri="{FF2B5EF4-FFF2-40B4-BE49-F238E27FC236}">
                <a16:creationId xmlns:a16="http://schemas.microsoft.com/office/drawing/2014/main" id="{B6703056-B8A3-DD4E-4EC6-3128085FEFD9}"/>
              </a:ext>
            </a:extLst>
          </p:cNvPr>
          <p:cNvSpPr>
            <a:spLocks noGrp="1"/>
          </p:cNvSpPr>
          <p:nvPr>
            <p:ph type="body" sz="quarter" idx="13" hasCustomPrompt="1"/>
          </p:nvPr>
        </p:nvSpPr>
        <p:spPr>
          <a:xfrm>
            <a:off x="696000" y="750887"/>
            <a:ext cx="3420000" cy="432000"/>
          </a:xfrm>
          <a:prstGeom prst="roundRect">
            <a:avLst>
              <a:gd name="adj" fmla="val 50000"/>
            </a:avLst>
          </a:prstGeom>
          <a:solidFill>
            <a:schemeClr val="accent3">
              <a:lumMod val="40000"/>
              <a:lumOff val="60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anchor="ctr">
            <a:noAutofit/>
          </a:bodyPr>
          <a:lstStyle>
            <a:lvl1pPr algn="ctr">
              <a:buNone/>
              <a:defRPr sz="1600" b="1">
                <a:solidFill>
                  <a:schemeClr val="accent1"/>
                </a:solidFill>
              </a:defRPr>
            </a:lvl1pPr>
          </a:lstStyle>
          <a:p>
            <a:pPr lvl="0"/>
            <a:r>
              <a:rPr lang="fr-FR" dirty="0"/>
              <a:t>Titre</a:t>
            </a:r>
            <a:endParaRPr lang="en-US" dirty="0"/>
          </a:p>
        </p:txBody>
      </p:sp>
    </p:spTree>
    <p:extLst>
      <p:ext uri="{BB962C8B-B14F-4D97-AF65-F5344CB8AC3E}">
        <p14:creationId xmlns:p14="http://schemas.microsoft.com/office/powerpoint/2010/main" val="1194090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Standard -  2/3 1/3 columns ">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58A72B70-3046-0512-58ED-00C8250C84D7}"/>
              </a:ext>
            </a:extLst>
          </p:cNvPr>
          <p:cNvSpPr>
            <a:spLocks noGrp="1"/>
          </p:cNvSpPr>
          <p:nvPr>
            <p:ph idx="1"/>
          </p:nvPr>
        </p:nvSpPr>
        <p:spPr>
          <a:xfrm>
            <a:off x="696000" y="2369399"/>
            <a:ext cx="6172200" cy="376189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8" name="Espace réservé du numéro de diapositive 7">
            <a:extLst>
              <a:ext uri="{FF2B5EF4-FFF2-40B4-BE49-F238E27FC236}">
                <a16:creationId xmlns:a16="http://schemas.microsoft.com/office/drawing/2014/main" id="{F9897BF8-57B3-ABE9-8B1B-8540DADA9CB5}"/>
              </a:ext>
            </a:extLst>
          </p:cNvPr>
          <p:cNvSpPr>
            <a:spLocks noGrp="1"/>
          </p:cNvSpPr>
          <p:nvPr>
            <p:ph type="sldNum" sz="quarter" idx="10"/>
          </p:nvPr>
        </p:nvSpPr>
        <p:spPr/>
        <p:txBody>
          <a:bodyPr/>
          <a:lstStyle/>
          <a:p>
            <a:fld id="{262175C0-8CD5-419A-A749-8C17692C9EAC}" type="slidenum">
              <a:rPr lang="en-US" smtClean="0"/>
              <a:t>‹N°›</a:t>
            </a:fld>
            <a:endParaRPr lang="en-US"/>
          </a:p>
        </p:txBody>
      </p:sp>
      <p:sp>
        <p:nvSpPr>
          <p:cNvPr id="12" name="Espace réservé du texte 8">
            <a:extLst>
              <a:ext uri="{FF2B5EF4-FFF2-40B4-BE49-F238E27FC236}">
                <a16:creationId xmlns:a16="http://schemas.microsoft.com/office/drawing/2014/main" id="{B6703056-B8A3-DD4E-4EC6-3128085FEFD9}"/>
              </a:ext>
            </a:extLst>
          </p:cNvPr>
          <p:cNvSpPr>
            <a:spLocks noGrp="1"/>
          </p:cNvSpPr>
          <p:nvPr>
            <p:ph type="body" sz="quarter" idx="13" hasCustomPrompt="1"/>
          </p:nvPr>
        </p:nvSpPr>
        <p:spPr>
          <a:xfrm>
            <a:off x="696000" y="750887"/>
            <a:ext cx="3420000" cy="432000"/>
          </a:xfrm>
          <a:prstGeom prst="roundRect">
            <a:avLst>
              <a:gd name="adj" fmla="val 50000"/>
            </a:avLst>
          </a:prstGeom>
          <a:solidFill>
            <a:schemeClr val="accent3">
              <a:lumMod val="40000"/>
              <a:lumOff val="60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anchor="ctr">
            <a:noAutofit/>
          </a:bodyPr>
          <a:lstStyle>
            <a:lvl1pPr algn="ctr">
              <a:buNone/>
              <a:defRPr sz="1600" b="1">
                <a:solidFill>
                  <a:schemeClr val="accent1"/>
                </a:solidFill>
              </a:defRPr>
            </a:lvl1pPr>
          </a:lstStyle>
          <a:p>
            <a:pPr lvl="0"/>
            <a:r>
              <a:rPr lang="fr-FR" dirty="0"/>
              <a:t>Titre</a:t>
            </a:r>
            <a:endParaRPr lang="en-US" dirty="0"/>
          </a:p>
        </p:txBody>
      </p:sp>
      <p:sp>
        <p:nvSpPr>
          <p:cNvPr id="5" name="Titre 4">
            <a:extLst>
              <a:ext uri="{FF2B5EF4-FFF2-40B4-BE49-F238E27FC236}">
                <a16:creationId xmlns:a16="http://schemas.microsoft.com/office/drawing/2014/main" id="{D12B56A3-7CEA-97A1-351C-A111D9CABE57}"/>
              </a:ext>
            </a:extLst>
          </p:cNvPr>
          <p:cNvSpPr>
            <a:spLocks noGrp="1"/>
          </p:cNvSpPr>
          <p:nvPr>
            <p:ph type="title"/>
          </p:nvPr>
        </p:nvSpPr>
        <p:spPr/>
        <p:txBody>
          <a:bodyPr/>
          <a:lstStyle/>
          <a:p>
            <a:r>
              <a:rPr lang="fr-FR"/>
              <a:t>Modifiez le style du titre</a:t>
            </a:r>
            <a:endParaRPr lang="en-US"/>
          </a:p>
        </p:txBody>
      </p:sp>
      <p:sp>
        <p:nvSpPr>
          <p:cNvPr id="6" name="Espace réservé du contenu 2">
            <a:extLst>
              <a:ext uri="{FF2B5EF4-FFF2-40B4-BE49-F238E27FC236}">
                <a16:creationId xmlns:a16="http://schemas.microsoft.com/office/drawing/2014/main" id="{D8A1E075-1888-68D1-DE4F-00C71324BF81}"/>
              </a:ext>
            </a:extLst>
          </p:cNvPr>
          <p:cNvSpPr>
            <a:spLocks noGrp="1"/>
          </p:cNvSpPr>
          <p:nvPr>
            <p:ph idx="14"/>
          </p:nvPr>
        </p:nvSpPr>
        <p:spPr>
          <a:xfrm>
            <a:off x="7155402" y="2369399"/>
            <a:ext cx="4340598" cy="376189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Tree>
    <p:extLst>
      <p:ext uri="{BB962C8B-B14F-4D97-AF65-F5344CB8AC3E}">
        <p14:creationId xmlns:p14="http://schemas.microsoft.com/office/powerpoint/2010/main" val="7734372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oxed - 2 columns ">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E8B66DC-8879-6B50-6C1C-73111FB3B129}"/>
              </a:ext>
            </a:extLst>
          </p:cNvPr>
          <p:cNvSpPr>
            <a:spLocks noGrp="1"/>
          </p:cNvSpPr>
          <p:nvPr>
            <p:ph type="title"/>
          </p:nvPr>
        </p:nvSpPr>
        <p:spPr/>
        <p:txBody>
          <a:bodyPr/>
          <a:lstStyle/>
          <a:p>
            <a:r>
              <a:rPr lang="fr-FR"/>
              <a:t>Modifiez le style du titre</a:t>
            </a:r>
            <a:endParaRPr lang="en-US"/>
          </a:p>
        </p:txBody>
      </p:sp>
      <p:sp>
        <p:nvSpPr>
          <p:cNvPr id="3" name="Espace réservé du numéro de diapositive 2">
            <a:extLst>
              <a:ext uri="{FF2B5EF4-FFF2-40B4-BE49-F238E27FC236}">
                <a16:creationId xmlns:a16="http://schemas.microsoft.com/office/drawing/2014/main" id="{A47FD755-1BCC-B9C4-E33C-82D51850ACC9}"/>
              </a:ext>
            </a:extLst>
          </p:cNvPr>
          <p:cNvSpPr>
            <a:spLocks noGrp="1"/>
          </p:cNvSpPr>
          <p:nvPr>
            <p:ph type="sldNum" sz="quarter" idx="10"/>
          </p:nvPr>
        </p:nvSpPr>
        <p:spPr/>
        <p:txBody>
          <a:bodyPr/>
          <a:lstStyle/>
          <a:p>
            <a:fld id="{262175C0-8CD5-419A-A749-8C17692C9EAC}" type="slidenum">
              <a:rPr lang="en-US" smtClean="0"/>
              <a:t>‹N°›</a:t>
            </a:fld>
            <a:endParaRPr lang="en-US"/>
          </a:p>
        </p:txBody>
      </p:sp>
      <p:sp>
        <p:nvSpPr>
          <p:cNvPr id="9" name="Shape 13">
            <a:extLst>
              <a:ext uri="{FF2B5EF4-FFF2-40B4-BE49-F238E27FC236}">
                <a16:creationId xmlns:a16="http://schemas.microsoft.com/office/drawing/2014/main" id="{E23C69E5-A89F-4C85-8E9A-DECBADE554AC}"/>
              </a:ext>
            </a:extLst>
          </p:cNvPr>
          <p:cNvSpPr/>
          <p:nvPr userDrawn="1"/>
        </p:nvSpPr>
        <p:spPr>
          <a:xfrm>
            <a:off x="696000" y="2408902"/>
            <a:ext cx="5220000" cy="3559278"/>
          </a:xfrm>
          <a:prstGeom prst="roundRect">
            <a:avLst>
              <a:gd name="adj" fmla="val 8148"/>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a:lstStyle/>
          <a:p>
            <a:endParaRPr lang="en-US"/>
          </a:p>
        </p:txBody>
      </p:sp>
      <p:sp>
        <p:nvSpPr>
          <p:cNvPr id="10" name="Espace réservé du texte 3">
            <a:extLst>
              <a:ext uri="{FF2B5EF4-FFF2-40B4-BE49-F238E27FC236}">
                <a16:creationId xmlns:a16="http://schemas.microsoft.com/office/drawing/2014/main" id="{D67EFB87-03C0-E044-BDC8-D5282439D12E}"/>
              </a:ext>
            </a:extLst>
          </p:cNvPr>
          <p:cNvSpPr>
            <a:spLocks noGrp="1"/>
          </p:cNvSpPr>
          <p:nvPr>
            <p:ph type="body" sz="quarter" idx="14" hasCustomPrompt="1"/>
          </p:nvPr>
        </p:nvSpPr>
        <p:spPr>
          <a:xfrm>
            <a:off x="876000" y="2573304"/>
            <a:ext cx="633413" cy="625475"/>
          </a:xfrm>
          <a:blipFill>
            <a:blip r:embed="rId2"/>
            <a:stretch>
              <a:fillRect/>
            </a:stretch>
          </a:blipFill>
        </p:spPr>
        <p:txBody>
          <a:bodyPr anchor="ctr">
            <a:normAutofit/>
          </a:bodyPr>
          <a:lstStyle>
            <a:lvl1pPr algn="ctr">
              <a:buNone/>
              <a:defRPr sz="2400" b="1">
                <a:gradFill>
                  <a:gsLst>
                    <a:gs pos="0">
                      <a:srgbClr val="BA131A"/>
                    </a:gs>
                    <a:gs pos="100000">
                      <a:srgbClr val="E2575D"/>
                    </a:gs>
                  </a:gsLst>
                  <a:lin ang="2700000" scaled="1"/>
                </a:gradFill>
              </a:defRPr>
            </a:lvl1pPr>
          </a:lstStyle>
          <a:p>
            <a:pPr lvl="0"/>
            <a:r>
              <a:rPr lang="fr-FR" dirty="0"/>
              <a:t>1</a:t>
            </a:r>
            <a:endParaRPr lang="en-US" dirty="0"/>
          </a:p>
        </p:txBody>
      </p:sp>
      <p:sp>
        <p:nvSpPr>
          <p:cNvPr id="11" name="Espace réservé du texte 12">
            <a:extLst>
              <a:ext uri="{FF2B5EF4-FFF2-40B4-BE49-F238E27FC236}">
                <a16:creationId xmlns:a16="http://schemas.microsoft.com/office/drawing/2014/main" id="{04C3D23F-1D17-2A8A-A73E-7988D074FA5C}"/>
              </a:ext>
            </a:extLst>
          </p:cNvPr>
          <p:cNvSpPr>
            <a:spLocks noGrp="1"/>
          </p:cNvSpPr>
          <p:nvPr>
            <p:ph type="body" sz="quarter" idx="15" hasCustomPrompt="1"/>
          </p:nvPr>
        </p:nvSpPr>
        <p:spPr>
          <a:xfrm>
            <a:off x="876000" y="3363180"/>
            <a:ext cx="4856206" cy="625475"/>
          </a:xfrm>
        </p:spPr>
        <p:txBody>
          <a:bodyPr anchor="ctr" anchorCtr="0">
            <a:noAutofit/>
          </a:bodyPr>
          <a:lstStyle>
            <a:lvl1pPr marL="0" indent="0">
              <a:buFont typeface="Arial" panose="020B0604020202020204" pitchFamily="34" charset="0"/>
              <a:buNone/>
              <a:defRPr sz="2000" b="1">
                <a:latin typeface="+mj-lt"/>
              </a:defRPr>
            </a:lvl1pPr>
          </a:lstStyle>
          <a:p>
            <a:pPr lvl="0"/>
            <a:r>
              <a:rPr lang="fr-FR" dirty="0"/>
              <a:t>Cliquez pour modifier le texte</a:t>
            </a:r>
          </a:p>
        </p:txBody>
      </p:sp>
      <p:sp>
        <p:nvSpPr>
          <p:cNvPr id="12" name="Espace réservé du texte 12">
            <a:extLst>
              <a:ext uri="{FF2B5EF4-FFF2-40B4-BE49-F238E27FC236}">
                <a16:creationId xmlns:a16="http://schemas.microsoft.com/office/drawing/2014/main" id="{22F8E94B-4420-0C8D-01EB-DED6FFB48077}"/>
              </a:ext>
            </a:extLst>
          </p:cNvPr>
          <p:cNvSpPr>
            <a:spLocks noGrp="1"/>
          </p:cNvSpPr>
          <p:nvPr>
            <p:ph type="body" sz="quarter" idx="16" hasCustomPrompt="1"/>
          </p:nvPr>
        </p:nvSpPr>
        <p:spPr>
          <a:xfrm>
            <a:off x="876000" y="4110865"/>
            <a:ext cx="4856206" cy="1650722"/>
          </a:xfrm>
        </p:spPr>
        <p:txBody>
          <a:bodyPr anchor="t" anchorCtr="0">
            <a:noAutofit/>
          </a:bodyPr>
          <a:lstStyle>
            <a:lvl1pPr marL="0" indent="0">
              <a:buFont typeface="Arial" panose="020B0604020202020204" pitchFamily="34" charset="0"/>
              <a:buNone/>
              <a:defRPr sz="1800"/>
            </a:lvl1pPr>
          </a:lstStyle>
          <a:p>
            <a:pPr lvl="0"/>
            <a:r>
              <a:rPr lang="fr-FR" dirty="0"/>
              <a:t>Cliquez pour modifier le texte</a:t>
            </a:r>
          </a:p>
        </p:txBody>
      </p:sp>
      <p:sp>
        <p:nvSpPr>
          <p:cNvPr id="21" name="Espace réservé du texte 8">
            <a:extLst>
              <a:ext uri="{FF2B5EF4-FFF2-40B4-BE49-F238E27FC236}">
                <a16:creationId xmlns:a16="http://schemas.microsoft.com/office/drawing/2014/main" id="{44A0F437-DBD2-CFDA-A585-C152D0AF9910}"/>
              </a:ext>
            </a:extLst>
          </p:cNvPr>
          <p:cNvSpPr>
            <a:spLocks noGrp="1"/>
          </p:cNvSpPr>
          <p:nvPr>
            <p:ph type="body" sz="quarter" idx="13" hasCustomPrompt="1"/>
          </p:nvPr>
        </p:nvSpPr>
        <p:spPr>
          <a:xfrm>
            <a:off x="696000" y="750887"/>
            <a:ext cx="3420000" cy="432000"/>
          </a:xfrm>
          <a:prstGeom prst="roundRect">
            <a:avLst>
              <a:gd name="adj" fmla="val 50000"/>
            </a:avLst>
          </a:prstGeom>
          <a:solidFill>
            <a:schemeClr val="accent3">
              <a:lumMod val="40000"/>
              <a:lumOff val="60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anchor="ctr">
            <a:noAutofit/>
          </a:bodyPr>
          <a:lstStyle>
            <a:lvl1pPr algn="ctr">
              <a:buNone/>
              <a:defRPr sz="1600" b="1">
                <a:solidFill>
                  <a:schemeClr val="accent1"/>
                </a:solidFill>
              </a:defRPr>
            </a:lvl1pPr>
          </a:lstStyle>
          <a:p>
            <a:pPr lvl="0"/>
            <a:r>
              <a:rPr lang="fr-FR" dirty="0"/>
              <a:t>Titre</a:t>
            </a:r>
            <a:endParaRPr lang="en-US" dirty="0"/>
          </a:p>
        </p:txBody>
      </p:sp>
      <p:sp>
        <p:nvSpPr>
          <p:cNvPr id="4" name="Shape 13">
            <a:extLst>
              <a:ext uri="{FF2B5EF4-FFF2-40B4-BE49-F238E27FC236}">
                <a16:creationId xmlns:a16="http://schemas.microsoft.com/office/drawing/2014/main" id="{A1EFEE6E-F767-24F8-8F7F-15FBD909A105}"/>
              </a:ext>
            </a:extLst>
          </p:cNvPr>
          <p:cNvSpPr/>
          <p:nvPr userDrawn="1"/>
        </p:nvSpPr>
        <p:spPr>
          <a:xfrm>
            <a:off x="6276000" y="2408902"/>
            <a:ext cx="5220000" cy="3559278"/>
          </a:xfrm>
          <a:prstGeom prst="roundRect">
            <a:avLst>
              <a:gd name="adj" fmla="val 8148"/>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a:lstStyle/>
          <a:p>
            <a:endParaRPr lang="en-US"/>
          </a:p>
        </p:txBody>
      </p:sp>
      <p:sp>
        <p:nvSpPr>
          <p:cNvPr id="5" name="Espace réservé du texte 3">
            <a:extLst>
              <a:ext uri="{FF2B5EF4-FFF2-40B4-BE49-F238E27FC236}">
                <a16:creationId xmlns:a16="http://schemas.microsoft.com/office/drawing/2014/main" id="{5F0832A9-D9C2-C7AF-1F98-C680FB30CC39}"/>
              </a:ext>
            </a:extLst>
          </p:cNvPr>
          <p:cNvSpPr>
            <a:spLocks noGrp="1"/>
          </p:cNvSpPr>
          <p:nvPr>
            <p:ph type="body" sz="quarter" idx="17" hasCustomPrompt="1"/>
          </p:nvPr>
        </p:nvSpPr>
        <p:spPr>
          <a:xfrm>
            <a:off x="6456000" y="2573304"/>
            <a:ext cx="633413" cy="625475"/>
          </a:xfrm>
          <a:blipFill>
            <a:blip r:embed="rId2"/>
            <a:stretch>
              <a:fillRect/>
            </a:stretch>
          </a:blipFill>
        </p:spPr>
        <p:txBody>
          <a:bodyPr anchor="ctr">
            <a:normAutofit/>
          </a:bodyPr>
          <a:lstStyle>
            <a:lvl1pPr algn="ctr">
              <a:buNone/>
              <a:defRPr sz="2400" b="1">
                <a:gradFill>
                  <a:gsLst>
                    <a:gs pos="0">
                      <a:srgbClr val="BA131A"/>
                    </a:gs>
                    <a:gs pos="100000">
                      <a:srgbClr val="E2575D"/>
                    </a:gs>
                  </a:gsLst>
                  <a:lin ang="2700000" scaled="1"/>
                </a:gradFill>
              </a:defRPr>
            </a:lvl1pPr>
          </a:lstStyle>
          <a:p>
            <a:pPr lvl="0"/>
            <a:r>
              <a:rPr lang="fr-FR" dirty="0"/>
              <a:t>1</a:t>
            </a:r>
            <a:endParaRPr lang="en-US" dirty="0"/>
          </a:p>
        </p:txBody>
      </p:sp>
      <p:sp>
        <p:nvSpPr>
          <p:cNvPr id="6" name="Espace réservé du texte 12">
            <a:extLst>
              <a:ext uri="{FF2B5EF4-FFF2-40B4-BE49-F238E27FC236}">
                <a16:creationId xmlns:a16="http://schemas.microsoft.com/office/drawing/2014/main" id="{69077FA6-772E-44A4-8485-04197043C4E8}"/>
              </a:ext>
            </a:extLst>
          </p:cNvPr>
          <p:cNvSpPr>
            <a:spLocks noGrp="1"/>
          </p:cNvSpPr>
          <p:nvPr>
            <p:ph type="body" sz="quarter" idx="18" hasCustomPrompt="1"/>
          </p:nvPr>
        </p:nvSpPr>
        <p:spPr>
          <a:xfrm>
            <a:off x="6456000" y="3363180"/>
            <a:ext cx="4856206" cy="625475"/>
          </a:xfrm>
        </p:spPr>
        <p:txBody>
          <a:bodyPr anchor="ctr" anchorCtr="0">
            <a:noAutofit/>
          </a:bodyPr>
          <a:lstStyle>
            <a:lvl1pPr marL="0" indent="0">
              <a:buFont typeface="Arial" panose="020B0604020202020204" pitchFamily="34" charset="0"/>
              <a:buNone/>
              <a:defRPr sz="2000" b="1">
                <a:latin typeface="+mj-lt"/>
              </a:defRPr>
            </a:lvl1pPr>
          </a:lstStyle>
          <a:p>
            <a:pPr lvl="0"/>
            <a:r>
              <a:rPr lang="fr-FR" dirty="0"/>
              <a:t>Cliquez pour modifier le texte</a:t>
            </a:r>
          </a:p>
        </p:txBody>
      </p:sp>
      <p:sp>
        <p:nvSpPr>
          <p:cNvPr id="7" name="Espace réservé du texte 12">
            <a:extLst>
              <a:ext uri="{FF2B5EF4-FFF2-40B4-BE49-F238E27FC236}">
                <a16:creationId xmlns:a16="http://schemas.microsoft.com/office/drawing/2014/main" id="{1ED7B6C0-DB8C-C4B9-4826-633BCF30F2A9}"/>
              </a:ext>
            </a:extLst>
          </p:cNvPr>
          <p:cNvSpPr>
            <a:spLocks noGrp="1"/>
          </p:cNvSpPr>
          <p:nvPr>
            <p:ph type="body" sz="quarter" idx="19" hasCustomPrompt="1"/>
          </p:nvPr>
        </p:nvSpPr>
        <p:spPr>
          <a:xfrm>
            <a:off x="6456000" y="4110865"/>
            <a:ext cx="4856206" cy="1650722"/>
          </a:xfrm>
        </p:spPr>
        <p:txBody>
          <a:bodyPr anchor="t" anchorCtr="0">
            <a:noAutofit/>
          </a:bodyPr>
          <a:lstStyle>
            <a:lvl1pPr marL="0" indent="0">
              <a:buFont typeface="Arial" panose="020B0604020202020204" pitchFamily="34" charset="0"/>
              <a:buNone/>
              <a:defRPr sz="1800"/>
            </a:lvl1pPr>
          </a:lstStyle>
          <a:p>
            <a:pPr lvl="0"/>
            <a:r>
              <a:rPr lang="fr-FR" dirty="0"/>
              <a:t>Cliquez pour modifier le texte</a:t>
            </a:r>
          </a:p>
        </p:txBody>
      </p:sp>
    </p:spTree>
    <p:extLst>
      <p:ext uri="{BB962C8B-B14F-4D97-AF65-F5344CB8AC3E}">
        <p14:creationId xmlns:p14="http://schemas.microsoft.com/office/powerpoint/2010/main" val="20094735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oxed - 2 columns with subtitl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E8B66DC-8879-6B50-6C1C-73111FB3B129}"/>
              </a:ext>
            </a:extLst>
          </p:cNvPr>
          <p:cNvSpPr>
            <a:spLocks noGrp="1"/>
          </p:cNvSpPr>
          <p:nvPr>
            <p:ph type="title"/>
          </p:nvPr>
        </p:nvSpPr>
        <p:spPr/>
        <p:txBody>
          <a:bodyPr/>
          <a:lstStyle/>
          <a:p>
            <a:r>
              <a:rPr lang="fr-FR"/>
              <a:t>Modifiez le style du titre</a:t>
            </a:r>
            <a:endParaRPr lang="en-US"/>
          </a:p>
        </p:txBody>
      </p:sp>
      <p:sp>
        <p:nvSpPr>
          <p:cNvPr id="3" name="Espace réservé du numéro de diapositive 2">
            <a:extLst>
              <a:ext uri="{FF2B5EF4-FFF2-40B4-BE49-F238E27FC236}">
                <a16:creationId xmlns:a16="http://schemas.microsoft.com/office/drawing/2014/main" id="{A47FD755-1BCC-B9C4-E33C-82D51850ACC9}"/>
              </a:ext>
            </a:extLst>
          </p:cNvPr>
          <p:cNvSpPr>
            <a:spLocks noGrp="1"/>
          </p:cNvSpPr>
          <p:nvPr>
            <p:ph type="sldNum" sz="quarter" idx="10"/>
          </p:nvPr>
        </p:nvSpPr>
        <p:spPr/>
        <p:txBody>
          <a:bodyPr/>
          <a:lstStyle/>
          <a:p>
            <a:fld id="{262175C0-8CD5-419A-A749-8C17692C9EAC}" type="slidenum">
              <a:rPr lang="en-US" smtClean="0"/>
              <a:t>‹N°›</a:t>
            </a:fld>
            <a:endParaRPr lang="en-US"/>
          </a:p>
        </p:txBody>
      </p:sp>
      <p:sp>
        <p:nvSpPr>
          <p:cNvPr id="9" name="Shape 13">
            <a:extLst>
              <a:ext uri="{FF2B5EF4-FFF2-40B4-BE49-F238E27FC236}">
                <a16:creationId xmlns:a16="http://schemas.microsoft.com/office/drawing/2014/main" id="{E23C69E5-A89F-4C85-8E9A-DECBADE554AC}"/>
              </a:ext>
            </a:extLst>
          </p:cNvPr>
          <p:cNvSpPr/>
          <p:nvPr userDrawn="1"/>
        </p:nvSpPr>
        <p:spPr>
          <a:xfrm>
            <a:off x="696000" y="3205316"/>
            <a:ext cx="5220000" cy="3077496"/>
          </a:xfrm>
          <a:prstGeom prst="roundRect">
            <a:avLst>
              <a:gd name="adj" fmla="val 8148"/>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a:lstStyle/>
          <a:p>
            <a:endParaRPr lang="en-US"/>
          </a:p>
        </p:txBody>
      </p:sp>
      <p:sp>
        <p:nvSpPr>
          <p:cNvPr id="10" name="Espace réservé du texte 3">
            <a:extLst>
              <a:ext uri="{FF2B5EF4-FFF2-40B4-BE49-F238E27FC236}">
                <a16:creationId xmlns:a16="http://schemas.microsoft.com/office/drawing/2014/main" id="{D67EFB87-03C0-E044-BDC8-D5282439D12E}"/>
              </a:ext>
            </a:extLst>
          </p:cNvPr>
          <p:cNvSpPr>
            <a:spLocks noGrp="1"/>
          </p:cNvSpPr>
          <p:nvPr>
            <p:ph type="body" sz="quarter" idx="14" hasCustomPrompt="1"/>
          </p:nvPr>
        </p:nvSpPr>
        <p:spPr>
          <a:xfrm>
            <a:off x="876000" y="3354783"/>
            <a:ext cx="633413" cy="625475"/>
          </a:xfrm>
          <a:blipFill>
            <a:blip r:embed="rId2"/>
            <a:stretch>
              <a:fillRect/>
            </a:stretch>
          </a:blipFill>
        </p:spPr>
        <p:txBody>
          <a:bodyPr anchor="ctr">
            <a:normAutofit/>
          </a:bodyPr>
          <a:lstStyle>
            <a:lvl1pPr algn="ctr">
              <a:buNone/>
              <a:defRPr sz="2400" b="1">
                <a:gradFill>
                  <a:gsLst>
                    <a:gs pos="0">
                      <a:srgbClr val="BA131A"/>
                    </a:gs>
                    <a:gs pos="100000">
                      <a:srgbClr val="E2575D"/>
                    </a:gs>
                  </a:gsLst>
                  <a:lin ang="2700000" scaled="1"/>
                </a:gradFill>
              </a:defRPr>
            </a:lvl1pPr>
          </a:lstStyle>
          <a:p>
            <a:pPr lvl="0"/>
            <a:r>
              <a:rPr lang="fr-FR" dirty="0"/>
              <a:t>1</a:t>
            </a:r>
            <a:endParaRPr lang="en-US" dirty="0"/>
          </a:p>
        </p:txBody>
      </p:sp>
      <p:sp>
        <p:nvSpPr>
          <p:cNvPr id="11" name="Espace réservé du texte 12">
            <a:extLst>
              <a:ext uri="{FF2B5EF4-FFF2-40B4-BE49-F238E27FC236}">
                <a16:creationId xmlns:a16="http://schemas.microsoft.com/office/drawing/2014/main" id="{04C3D23F-1D17-2A8A-A73E-7988D074FA5C}"/>
              </a:ext>
            </a:extLst>
          </p:cNvPr>
          <p:cNvSpPr>
            <a:spLocks noGrp="1"/>
          </p:cNvSpPr>
          <p:nvPr>
            <p:ph type="body" sz="quarter" idx="15" hasCustomPrompt="1"/>
          </p:nvPr>
        </p:nvSpPr>
        <p:spPr>
          <a:xfrm>
            <a:off x="875999" y="4047408"/>
            <a:ext cx="4885703" cy="625475"/>
          </a:xfrm>
        </p:spPr>
        <p:txBody>
          <a:bodyPr anchor="ctr" anchorCtr="0">
            <a:noAutofit/>
          </a:bodyPr>
          <a:lstStyle>
            <a:lvl1pPr marL="0" indent="0">
              <a:buFont typeface="Arial" panose="020B0604020202020204" pitchFamily="34" charset="0"/>
              <a:buNone/>
              <a:defRPr sz="2000" b="1">
                <a:latin typeface="+mj-lt"/>
              </a:defRPr>
            </a:lvl1pPr>
          </a:lstStyle>
          <a:p>
            <a:pPr lvl="0"/>
            <a:r>
              <a:rPr lang="fr-FR" dirty="0"/>
              <a:t>Cliquez pour modifier le texte</a:t>
            </a:r>
          </a:p>
        </p:txBody>
      </p:sp>
      <p:sp>
        <p:nvSpPr>
          <p:cNvPr id="12" name="Espace réservé du texte 12">
            <a:extLst>
              <a:ext uri="{FF2B5EF4-FFF2-40B4-BE49-F238E27FC236}">
                <a16:creationId xmlns:a16="http://schemas.microsoft.com/office/drawing/2014/main" id="{22F8E94B-4420-0C8D-01EB-DED6FFB48077}"/>
              </a:ext>
            </a:extLst>
          </p:cNvPr>
          <p:cNvSpPr>
            <a:spLocks noGrp="1"/>
          </p:cNvSpPr>
          <p:nvPr>
            <p:ph type="body" sz="quarter" idx="16" hasCustomPrompt="1"/>
          </p:nvPr>
        </p:nvSpPr>
        <p:spPr>
          <a:xfrm>
            <a:off x="875999" y="4709652"/>
            <a:ext cx="4885703" cy="1366566"/>
          </a:xfrm>
        </p:spPr>
        <p:txBody>
          <a:bodyPr anchor="t" anchorCtr="0">
            <a:noAutofit/>
          </a:bodyPr>
          <a:lstStyle>
            <a:lvl1pPr marL="0" indent="0">
              <a:buFont typeface="Arial" panose="020B0604020202020204" pitchFamily="34" charset="0"/>
              <a:buNone/>
              <a:defRPr sz="1800"/>
            </a:lvl1pPr>
          </a:lstStyle>
          <a:p>
            <a:pPr lvl="0"/>
            <a:r>
              <a:rPr lang="fr-FR" dirty="0"/>
              <a:t>Cliquez pour modifier le texte</a:t>
            </a:r>
          </a:p>
        </p:txBody>
      </p:sp>
      <p:sp>
        <p:nvSpPr>
          <p:cNvPr id="21" name="Espace réservé du texte 8">
            <a:extLst>
              <a:ext uri="{FF2B5EF4-FFF2-40B4-BE49-F238E27FC236}">
                <a16:creationId xmlns:a16="http://schemas.microsoft.com/office/drawing/2014/main" id="{44A0F437-DBD2-CFDA-A585-C152D0AF9910}"/>
              </a:ext>
            </a:extLst>
          </p:cNvPr>
          <p:cNvSpPr>
            <a:spLocks noGrp="1"/>
          </p:cNvSpPr>
          <p:nvPr>
            <p:ph type="body" sz="quarter" idx="13" hasCustomPrompt="1"/>
          </p:nvPr>
        </p:nvSpPr>
        <p:spPr>
          <a:xfrm>
            <a:off x="696000" y="750887"/>
            <a:ext cx="3420000" cy="432000"/>
          </a:xfrm>
          <a:prstGeom prst="roundRect">
            <a:avLst>
              <a:gd name="adj" fmla="val 50000"/>
            </a:avLst>
          </a:prstGeom>
          <a:solidFill>
            <a:schemeClr val="accent3">
              <a:lumMod val="40000"/>
              <a:lumOff val="60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anchor="ctr">
            <a:noAutofit/>
          </a:bodyPr>
          <a:lstStyle>
            <a:lvl1pPr algn="ctr">
              <a:buNone/>
              <a:defRPr sz="1600" b="1">
                <a:solidFill>
                  <a:schemeClr val="accent1"/>
                </a:solidFill>
              </a:defRPr>
            </a:lvl1pPr>
          </a:lstStyle>
          <a:p>
            <a:pPr lvl="0"/>
            <a:r>
              <a:rPr lang="fr-FR" dirty="0"/>
              <a:t>Titre</a:t>
            </a:r>
            <a:endParaRPr lang="en-US" dirty="0"/>
          </a:p>
        </p:txBody>
      </p:sp>
      <p:sp>
        <p:nvSpPr>
          <p:cNvPr id="4" name="Espace réservé du texte 12">
            <a:extLst>
              <a:ext uri="{FF2B5EF4-FFF2-40B4-BE49-F238E27FC236}">
                <a16:creationId xmlns:a16="http://schemas.microsoft.com/office/drawing/2014/main" id="{F3EE431A-625F-3E1C-71DA-4ED79C3044B0}"/>
              </a:ext>
            </a:extLst>
          </p:cNvPr>
          <p:cNvSpPr>
            <a:spLocks noGrp="1"/>
          </p:cNvSpPr>
          <p:nvPr>
            <p:ph type="body" sz="quarter" idx="23" hasCustomPrompt="1"/>
          </p:nvPr>
        </p:nvSpPr>
        <p:spPr>
          <a:xfrm>
            <a:off x="695999" y="2298256"/>
            <a:ext cx="10799999" cy="833522"/>
          </a:xfrm>
        </p:spPr>
        <p:txBody>
          <a:bodyPr anchor="ctr" anchorCtr="0">
            <a:noAutofit/>
          </a:bodyPr>
          <a:lstStyle>
            <a:lvl1pPr marL="0" indent="0">
              <a:buFont typeface="Arial" panose="020B0604020202020204" pitchFamily="34" charset="0"/>
              <a:buNone/>
              <a:defRPr sz="1800"/>
            </a:lvl1pPr>
          </a:lstStyle>
          <a:p>
            <a:pPr lvl="0"/>
            <a:r>
              <a:rPr lang="fr-FR" dirty="0"/>
              <a:t>Cliquez pour modifier le texte</a:t>
            </a:r>
          </a:p>
        </p:txBody>
      </p:sp>
      <p:sp>
        <p:nvSpPr>
          <p:cNvPr id="5" name="Shape 13">
            <a:extLst>
              <a:ext uri="{FF2B5EF4-FFF2-40B4-BE49-F238E27FC236}">
                <a16:creationId xmlns:a16="http://schemas.microsoft.com/office/drawing/2014/main" id="{F26CACFC-8458-9A84-B792-8A6CE8DA6F3E}"/>
              </a:ext>
            </a:extLst>
          </p:cNvPr>
          <p:cNvSpPr/>
          <p:nvPr userDrawn="1"/>
        </p:nvSpPr>
        <p:spPr>
          <a:xfrm>
            <a:off x="6276002" y="3205316"/>
            <a:ext cx="5220000" cy="3077496"/>
          </a:xfrm>
          <a:prstGeom prst="roundRect">
            <a:avLst>
              <a:gd name="adj" fmla="val 8148"/>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a:lstStyle/>
          <a:p>
            <a:endParaRPr lang="en-US"/>
          </a:p>
        </p:txBody>
      </p:sp>
      <p:sp>
        <p:nvSpPr>
          <p:cNvPr id="6" name="Espace réservé du texte 3">
            <a:extLst>
              <a:ext uri="{FF2B5EF4-FFF2-40B4-BE49-F238E27FC236}">
                <a16:creationId xmlns:a16="http://schemas.microsoft.com/office/drawing/2014/main" id="{2D07576F-74A7-CD7A-559C-695E743DDF79}"/>
              </a:ext>
            </a:extLst>
          </p:cNvPr>
          <p:cNvSpPr>
            <a:spLocks noGrp="1"/>
          </p:cNvSpPr>
          <p:nvPr>
            <p:ph type="body" sz="quarter" idx="24" hasCustomPrompt="1"/>
          </p:nvPr>
        </p:nvSpPr>
        <p:spPr>
          <a:xfrm>
            <a:off x="6456002" y="3354783"/>
            <a:ext cx="633413" cy="625475"/>
          </a:xfrm>
          <a:blipFill>
            <a:blip r:embed="rId2"/>
            <a:stretch>
              <a:fillRect/>
            </a:stretch>
          </a:blipFill>
        </p:spPr>
        <p:txBody>
          <a:bodyPr anchor="ctr">
            <a:normAutofit/>
          </a:bodyPr>
          <a:lstStyle>
            <a:lvl1pPr algn="ctr">
              <a:buNone/>
              <a:defRPr sz="2400" b="1">
                <a:gradFill>
                  <a:gsLst>
                    <a:gs pos="0">
                      <a:srgbClr val="BA131A"/>
                    </a:gs>
                    <a:gs pos="100000">
                      <a:srgbClr val="E2575D"/>
                    </a:gs>
                  </a:gsLst>
                  <a:lin ang="2700000" scaled="1"/>
                </a:gradFill>
              </a:defRPr>
            </a:lvl1pPr>
          </a:lstStyle>
          <a:p>
            <a:pPr lvl="0"/>
            <a:r>
              <a:rPr lang="fr-FR" dirty="0"/>
              <a:t>1</a:t>
            </a:r>
            <a:endParaRPr lang="en-US" dirty="0"/>
          </a:p>
        </p:txBody>
      </p:sp>
      <p:sp>
        <p:nvSpPr>
          <p:cNvPr id="7" name="Espace réservé du texte 12">
            <a:extLst>
              <a:ext uri="{FF2B5EF4-FFF2-40B4-BE49-F238E27FC236}">
                <a16:creationId xmlns:a16="http://schemas.microsoft.com/office/drawing/2014/main" id="{F58F38D0-3F0B-6A87-EAA2-A818E79EAC4E}"/>
              </a:ext>
            </a:extLst>
          </p:cNvPr>
          <p:cNvSpPr>
            <a:spLocks noGrp="1"/>
          </p:cNvSpPr>
          <p:nvPr>
            <p:ph type="body" sz="quarter" idx="25" hasCustomPrompt="1"/>
          </p:nvPr>
        </p:nvSpPr>
        <p:spPr>
          <a:xfrm>
            <a:off x="6456001" y="4047408"/>
            <a:ext cx="4885703" cy="625475"/>
          </a:xfrm>
        </p:spPr>
        <p:txBody>
          <a:bodyPr anchor="ctr" anchorCtr="0">
            <a:noAutofit/>
          </a:bodyPr>
          <a:lstStyle>
            <a:lvl1pPr marL="0" indent="0">
              <a:buFont typeface="Arial" panose="020B0604020202020204" pitchFamily="34" charset="0"/>
              <a:buNone/>
              <a:defRPr sz="2000" b="1">
                <a:latin typeface="+mj-lt"/>
              </a:defRPr>
            </a:lvl1pPr>
          </a:lstStyle>
          <a:p>
            <a:pPr lvl="0"/>
            <a:r>
              <a:rPr lang="fr-FR" dirty="0"/>
              <a:t>Cliquez pour modifier le texte</a:t>
            </a:r>
          </a:p>
        </p:txBody>
      </p:sp>
      <p:sp>
        <p:nvSpPr>
          <p:cNvPr id="8" name="Espace réservé du texte 12">
            <a:extLst>
              <a:ext uri="{FF2B5EF4-FFF2-40B4-BE49-F238E27FC236}">
                <a16:creationId xmlns:a16="http://schemas.microsoft.com/office/drawing/2014/main" id="{DF699DA6-5E7B-6C3B-C637-C66EF8BD8989}"/>
              </a:ext>
            </a:extLst>
          </p:cNvPr>
          <p:cNvSpPr>
            <a:spLocks noGrp="1"/>
          </p:cNvSpPr>
          <p:nvPr>
            <p:ph type="body" sz="quarter" idx="26" hasCustomPrompt="1"/>
          </p:nvPr>
        </p:nvSpPr>
        <p:spPr>
          <a:xfrm>
            <a:off x="6456001" y="4709652"/>
            <a:ext cx="4885703" cy="1366566"/>
          </a:xfrm>
        </p:spPr>
        <p:txBody>
          <a:bodyPr anchor="t" anchorCtr="0">
            <a:noAutofit/>
          </a:bodyPr>
          <a:lstStyle>
            <a:lvl1pPr marL="0" indent="0">
              <a:buFont typeface="Arial" panose="020B0604020202020204" pitchFamily="34" charset="0"/>
              <a:buNone/>
              <a:defRPr sz="1800"/>
            </a:lvl1pPr>
          </a:lstStyle>
          <a:p>
            <a:pPr lvl="0"/>
            <a:r>
              <a:rPr lang="fr-FR" dirty="0"/>
              <a:t>Cliquez pour modifier le texte</a:t>
            </a:r>
          </a:p>
        </p:txBody>
      </p:sp>
    </p:spTree>
    <p:extLst>
      <p:ext uri="{BB962C8B-B14F-4D97-AF65-F5344CB8AC3E}">
        <p14:creationId xmlns:p14="http://schemas.microsoft.com/office/powerpoint/2010/main" val="336399856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oxed - 3 column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E8B66DC-8879-6B50-6C1C-73111FB3B129}"/>
              </a:ext>
            </a:extLst>
          </p:cNvPr>
          <p:cNvSpPr>
            <a:spLocks noGrp="1"/>
          </p:cNvSpPr>
          <p:nvPr>
            <p:ph type="title"/>
          </p:nvPr>
        </p:nvSpPr>
        <p:spPr/>
        <p:txBody>
          <a:bodyPr/>
          <a:lstStyle/>
          <a:p>
            <a:r>
              <a:rPr lang="fr-FR"/>
              <a:t>Modifiez le style du titre</a:t>
            </a:r>
            <a:endParaRPr lang="en-US"/>
          </a:p>
        </p:txBody>
      </p:sp>
      <p:sp>
        <p:nvSpPr>
          <p:cNvPr id="3" name="Espace réservé du numéro de diapositive 2">
            <a:extLst>
              <a:ext uri="{FF2B5EF4-FFF2-40B4-BE49-F238E27FC236}">
                <a16:creationId xmlns:a16="http://schemas.microsoft.com/office/drawing/2014/main" id="{A47FD755-1BCC-B9C4-E33C-82D51850ACC9}"/>
              </a:ext>
            </a:extLst>
          </p:cNvPr>
          <p:cNvSpPr>
            <a:spLocks noGrp="1"/>
          </p:cNvSpPr>
          <p:nvPr>
            <p:ph type="sldNum" sz="quarter" idx="10"/>
          </p:nvPr>
        </p:nvSpPr>
        <p:spPr/>
        <p:txBody>
          <a:bodyPr/>
          <a:lstStyle/>
          <a:p>
            <a:fld id="{262175C0-8CD5-419A-A749-8C17692C9EAC}" type="slidenum">
              <a:rPr lang="en-US" smtClean="0"/>
              <a:t>‹N°›</a:t>
            </a:fld>
            <a:endParaRPr lang="en-US"/>
          </a:p>
        </p:txBody>
      </p:sp>
      <p:sp>
        <p:nvSpPr>
          <p:cNvPr id="9" name="Shape 13">
            <a:extLst>
              <a:ext uri="{FF2B5EF4-FFF2-40B4-BE49-F238E27FC236}">
                <a16:creationId xmlns:a16="http://schemas.microsoft.com/office/drawing/2014/main" id="{E23C69E5-A89F-4C85-8E9A-DECBADE554AC}"/>
              </a:ext>
            </a:extLst>
          </p:cNvPr>
          <p:cNvSpPr/>
          <p:nvPr userDrawn="1"/>
        </p:nvSpPr>
        <p:spPr>
          <a:xfrm>
            <a:off x="696000" y="2408902"/>
            <a:ext cx="3420000" cy="3559278"/>
          </a:xfrm>
          <a:prstGeom prst="roundRect">
            <a:avLst>
              <a:gd name="adj" fmla="val 8148"/>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a:lstStyle/>
          <a:p>
            <a:endParaRPr lang="en-US"/>
          </a:p>
        </p:txBody>
      </p:sp>
      <p:sp>
        <p:nvSpPr>
          <p:cNvPr id="10" name="Espace réservé du texte 3">
            <a:extLst>
              <a:ext uri="{FF2B5EF4-FFF2-40B4-BE49-F238E27FC236}">
                <a16:creationId xmlns:a16="http://schemas.microsoft.com/office/drawing/2014/main" id="{D67EFB87-03C0-E044-BDC8-D5282439D12E}"/>
              </a:ext>
            </a:extLst>
          </p:cNvPr>
          <p:cNvSpPr>
            <a:spLocks noGrp="1"/>
          </p:cNvSpPr>
          <p:nvPr>
            <p:ph type="body" sz="quarter" idx="14" hasCustomPrompt="1"/>
          </p:nvPr>
        </p:nvSpPr>
        <p:spPr>
          <a:xfrm>
            <a:off x="876000" y="2573304"/>
            <a:ext cx="633413" cy="625475"/>
          </a:xfrm>
          <a:blipFill>
            <a:blip r:embed="rId2"/>
            <a:stretch>
              <a:fillRect/>
            </a:stretch>
          </a:blipFill>
        </p:spPr>
        <p:txBody>
          <a:bodyPr anchor="ctr">
            <a:normAutofit/>
          </a:bodyPr>
          <a:lstStyle>
            <a:lvl1pPr algn="ctr">
              <a:buNone/>
              <a:defRPr sz="2400" b="1">
                <a:gradFill>
                  <a:gsLst>
                    <a:gs pos="0">
                      <a:srgbClr val="BA131A"/>
                    </a:gs>
                    <a:gs pos="100000">
                      <a:srgbClr val="E2575D"/>
                    </a:gs>
                  </a:gsLst>
                  <a:lin ang="2700000" scaled="1"/>
                </a:gradFill>
              </a:defRPr>
            </a:lvl1pPr>
          </a:lstStyle>
          <a:p>
            <a:pPr lvl="0"/>
            <a:r>
              <a:rPr lang="fr-FR" dirty="0"/>
              <a:t>1</a:t>
            </a:r>
            <a:endParaRPr lang="en-US" dirty="0"/>
          </a:p>
        </p:txBody>
      </p:sp>
      <p:sp>
        <p:nvSpPr>
          <p:cNvPr id="11" name="Espace réservé du texte 12">
            <a:extLst>
              <a:ext uri="{FF2B5EF4-FFF2-40B4-BE49-F238E27FC236}">
                <a16:creationId xmlns:a16="http://schemas.microsoft.com/office/drawing/2014/main" id="{04C3D23F-1D17-2A8A-A73E-7988D074FA5C}"/>
              </a:ext>
            </a:extLst>
          </p:cNvPr>
          <p:cNvSpPr>
            <a:spLocks noGrp="1"/>
          </p:cNvSpPr>
          <p:nvPr>
            <p:ph type="body" sz="quarter" idx="15" hasCustomPrompt="1"/>
          </p:nvPr>
        </p:nvSpPr>
        <p:spPr>
          <a:xfrm>
            <a:off x="876000" y="3363180"/>
            <a:ext cx="3060000" cy="625475"/>
          </a:xfrm>
        </p:spPr>
        <p:txBody>
          <a:bodyPr anchor="ctr" anchorCtr="0">
            <a:noAutofit/>
          </a:bodyPr>
          <a:lstStyle>
            <a:lvl1pPr marL="0" indent="0">
              <a:buFont typeface="Arial" panose="020B0604020202020204" pitchFamily="34" charset="0"/>
              <a:buNone/>
              <a:defRPr sz="2000" b="1">
                <a:latin typeface="+mj-lt"/>
              </a:defRPr>
            </a:lvl1pPr>
          </a:lstStyle>
          <a:p>
            <a:pPr lvl="0"/>
            <a:r>
              <a:rPr lang="fr-FR" dirty="0"/>
              <a:t>Cliquez pour modifier le texte</a:t>
            </a:r>
          </a:p>
        </p:txBody>
      </p:sp>
      <p:sp>
        <p:nvSpPr>
          <p:cNvPr id="12" name="Espace réservé du texte 12">
            <a:extLst>
              <a:ext uri="{FF2B5EF4-FFF2-40B4-BE49-F238E27FC236}">
                <a16:creationId xmlns:a16="http://schemas.microsoft.com/office/drawing/2014/main" id="{22F8E94B-4420-0C8D-01EB-DED6FFB48077}"/>
              </a:ext>
            </a:extLst>
          </p:cNvPr>
          <p:cNvSpPr>
            <a:spLocks noGrp="1"/>
          </p:cNvSpPr>
          <p:nvPr>
            <p:ph type="body" sz="quarter" idx="16" hasCustomPrompt="1"/>
          </p:nvPr>
        </p:nvSpPr>
        <p:spPr>
          <a:xfrm>
            <a:off x="876000" y="4110865"/>
            <a:ext cx="3060000" cy="1650722"/>
          </a:xfrm>
        </p:spPr>
        <p:txBody>
          <a:bodyPr anchor="t" anchorCtr="0">
            <a:noAutofit/>
          </a:bodyPr>
          <a:lstStyle>
            <a:lvl1pPr marL="0" indent="0">
              <a:buFont typeface="Arial" panose="020B0604020202020204" pitchFamily="34" charset="0"/>
              <a:buNone/>
              <a:defRPr sz="1800"/>
            </a:lvl1pPr>
          </a:lstStyle>
          <a:p>
            <a:pPr lvl="0"/>
            <a:r>
              <a:rPr lang="fr-FR" dirty="0"/>
              <a:t>Cliquez pour modifier le texte</a:t>
            </a:r>
          </a:p>
        </p:txBody>
      </p:sp>
      <p:sp>
        <p:nvSpPr>
          <p:cNvPr id="13" name="Shape 13">
            <a:extLst>
              <a:ext uri="{FF2B5EF4-FFF2-40B4-BE49-F238E27FC236}">
                <a16:creationId xmlns:a16="http://schemas.microsoft.com/office/drawing/2014/main" id="{E283F77C-1591-CCFF-7150-E02410ED113C}"/>
              </a:ext>
            </a:extLst>
          </p:cNvPr>
          <p:cNvSpPr/>
          <p:nvPr userDrawn="1"/>
        </p:nvSpPr>
        <p:spPr>
          <a:xfrm>
            <a:off x="8076000" y="2408902"/>
            <a:ext cx="3420000" cy="3559278"/>
          </a:xfrm>
          <a:prstGeom prst="roundRect">
            <a:avLst>
              <a:gd name="adj" fmla="val 8148"/>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a:lstStyle/>
          <a:p>
            <a:endParaRPr lang="en-US"/>
          </a:p>
        </p:txBody>
      </p:sp>
      <p:sp>
        <p:nvSpPr>
          <p:cNvPr id="14" name="Espace réservé du texte 3">
            <a:extLst>
              <a:ext uri="{FF2B5EF4-FFF2-40B4-BE49-F238E27FC236}">
                <a16:creationId xmlns:a16="http://schemas.microsoft.com/office/drawing/2014/main" id="{4D39D517-962E-48D0-A425-2A281E441ECF}"/>
              </a:ext>
            </a:extLst>
          </p:cNvPr>
          <p:cNvSpPr>
            <a:spLocks noGrp="1"/>
          </p:cNvSpPr>
          <p:nvPr>
            <p:ph type="body" sz="quarter" idx="17" hasCustomPrompt="1"/>
          </p:nvPr>
        </p:nvSpPr>
        <p:spPr>
          <a:xfrm>
            <a:off x="8256000" y="2573304"/>
            <a:ext cx="633413" cy="625475"/>
          </a:xfrm>
          <a:blipFill>
            <a:blip r:embed="rId2"/>
            <a:stretch>
              <a:fillRect/>
            </a:stretch>
          </a:blipFill>
        </p:spPr>
        <p:txBody>
          <a:bodyPr anchor="ctr">
            <a:normAutofit/>
          </a:bodyPr>
          <a:lstStyle>
            <a:lvl1pPr algn="ctr">
              <a:buNone/>
              <a:defRPr sz="2400" b="1">
                <a:gradFill>
                  <a:gsLst>
                    <a:gs pos="0">
                      <a:srgbClr val="BA131A"/>
                    </a:gs>
                    <a:gs pos="100000">
                      <a:srgbClr val="E2575D"/>
                    </a:gs>
                  </a:gsLst>
                  <a:lin ang="2700000" scaled="1"/>
                </a:gradFill>
              </a:defRPr>
            </a:lvl1pPr>
          </a:lstStyle>
          <a:p>
            <a:pPr lvl="0"/>
            <a:r>
              <a:rPr lang="fr-FR" dirty="0"/>
              <a:t>1</a:t>
            </a:r>
            <a:endParaRPr lang="en-US" dirty="0"/>
          </a:p>
        </p:txBody>
      </p:sp>
      <p:sp>
        <p:nvSpPr>
          <p:cNvPr id="15" name="Espace réservé du texte 12">
            <a:extLst>
              <a:ext uri="{FF2B5EF4-FFF2-40B4-BE49-F238E27FC236}">
                <a16:creationId xmlns:a16="http://schemas.microsoft.com/office/drawing/2014/main" id="{14741A0C-91C7-BFF5-8AF2-5B9D5BDCA2F9}"/>
              </a:ext>
            </a:extLst>
          </p:cNvPr>
          <p:cNvSpPr>
            <a:spLocks noGrp="1"/>
          </p:cNvSpPr>
          <p:nvPr>
            <p:ph type="body" sz="quarter" idx="18" hasCustomPrompt="1"/>
          </p:nvPr>
        </p:nvSpPr>
        <p:spPr>
          <a:xfrm>
            <a:off x="8256000" y="3363180"/>
            <a:ext cx="3060000" cy="625475"/>
          </a:xfrm>
        </p:spPr>
        <p:txBody>
          <a:bodyPr anchor="ctr" anchorCtr="0">
            <a:noAutofit/>
          </a:bodyPr>
          <a:lstStyle>
            <a:lvl1pPr marL="0" indent="0">
              <a:buFont typeface="Arial" panose="020B0604020202020204" pitchFamily="34" charset="0"/>
              <a:buNone/>
              <a:defRPr sz="2000" b="1">
                <a:latin typeface="+mj-lt"/>
              </a:defRPr>
            </a:lvl1pPr>
          </a:lstStyle>
          <a:p>
            <a:pPr lvl="0"/>
            <a:r>
              <a:rPr lang="fr-FR" dirty="0"/>
              <a:t>Cliquez pour modifier le texte</a:t>
            </a:r>
          </a:p>
        </p:txBody>
      </p:sp>
      <p:sp>
        <p:nvSpPr>
          <p:cNvPr id="16" name="Espace réservé du texte 12">
            <a:extLst>
              <a:ext uri="{FF2B5EF4-FFF2-40B4-BE49-F238E27FC236}">
                <a16:creationId xmlns:a16="http://schemas.microsoft.com/office/drawing/2014/main" id="{EA7EA455-ADB9-01C8-3588-826FA6176E24}"/>
              </a:ext>
            </a:extLst>
          </p:cNvPr>
          <p:cNvSpPr>
            <a:spLocks noGrp="1"/>
          </p:cNvSpPr>
          <p:nvPr>
            <p:ph type="body" sz="quarter" idx="19" hasCustomPrompt="1"/>
          </p:nvPr>
        </p:nvSpPr>
        <p:spPr>
          <a:xfrm>
            <a:off x="8256000" y="4110865"/>
            <a:ext cx="3060000" cy="1650722"/>
          </a:xfrm>
        </p:spPr>
        <p:txBody>
          <a:bodyPr anchor="t" anchorCtr="0">
            <a:noAutofit/>
          </a:bodyPr>
          <a:lstStyle>
            <a:lvl1pPr marL="0" indent="0">
              <a:buFont typeface="Arial" panose="020B0604020202020204" pitchFamily="34" charset="0"/>
              <a:buNone/>
              <a:defRPr sz="1800"/>
            </a:lvl1pPr>
          </a:lstStyle>
          <a:p>
            <a:pPr lvl="0"/>
            <a:r>
              <a:rPr lang="fr-FR" dirty="0"/>
              <a:t>Cliquez pour modifier le texte</a:t>
            </a:r>
          </a:p>
        </p:txBody>
      </p:sp>
      <p:sp>
        <p:nvSpPr>
          <p:cNvPr id="17" name="Shape 13">
            <a:extLst>
              <a:ext uri="{FF2B5EF4-FFF2-40B4-BE49-F238E27FC236}">
                <a16:creationId xmlns:a16="http://schemas.microsoft.com/office/drawing/2014/main" id="{1CD1FEDA-5B1E-C9A6-90B1-02624C640FD9}"/>
              </a:ext>
            </a:extLst>
          </p:cNvPr>
          <p:cNvSpPr/>
          <p:nvPr userDrawn="1"/>
        </p:nvSpPr>
        <p:spPr>
          <a:xfrm>
            <a:off x="4386000" y="2408902"/>
            <a:ext cx="3420000" cy="3559278"/>
          </a:xfrm>
          <a:prstGeom prst="roundRect">
            <a:avLst>
              <a:gd name="adj" fmla="val 8148"/>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a:lstStyle/>
          <a:p>
            <a:endParaRPr lang="en-US"/>
          </a:p>
        </p:txBody>
      </p:sp>
      <p:sp>
        <p:nvSpPr>
          <p:cNvPr id="18" name="Espace réservé du texte 3">
            <a:extLst>
              <a:ext uri="{FF2B5EF4-FFF2-40B4-BE49-F238E27FC236}">
                <a16:creationId xmlns:a16="http://schemas.microsoft.com/office/drawing/2014/main" id="{55C85639-51CA-B6C5-9D2F-2C07745FBFF1}"/>
              </a:ext>
            </a:extLst>
          </p:cNvPr>
          <p:cNvSpPr>
            <a:spLocks noGrp="1"/>
          </p:cNvSpPr>
          <p:nvPr>
            <p:ph type="body" sz="quarter" idx="20" hasCustomPrompt="1"/>
          </p:nvPr>
        </p:nvSpPr>
        <p:spPr>
          <a:xfrm>
            <a:off x="4566000" y="2573304"/>
            <a:ext cx="633413" cy="625475"/>
          </a:xfrm>
          <a:blipFill>
            <a:blip r:embed="rId2"/>
            <a:stretch>
              <a:fillRect/>
            </a:stretch>
          </a:blipFill>
        </p:spPr>
        <p:txBody>
          <a:bodyPr anchor="ctr">
            <a:normAutofit/>
          </a:bodyPr>
          <a:lstStyle>
            <a:lvl1pPr algn="ctr">
              <a:buNone/>
              <a:defRPr sz="2400" b="1">
                <a:gradFill>
                  <a:gsLst>
                    <a:gs pos="0">
                      <a:srgbClr val="BA131A"/>
                    </a:gs>
                    <a:gs pos="100000">
                      <a:srgbClr val="E2575D"/>
                    </a:gs>
                  </a:gsLst>
                  <a:lin ang="2700000" scaled="1"/>
                </a:gradFill>
              </a:defRPr>
            </a:lvl1pPr>
          </a:lstStyle>
          <a:p>
            <a:pPr lvl="0"/>
            <a:r>
              <a:rPr lang="fr-FR" dirty="0"/>
              <a:t>1</a:t>
            </a:r>
            <a:endParaRPr lang="en-US" dirty="0"/>
          </a:p>
        </p:txBody>
      </p:sp>
      <p:sp>
        <p:nvSpPr>
          <p:cNvPr id="19" name="Espace réservé du texte 12">
            <a:extLst>
              <a:ext uri="{FF2B5EF4-FFF2-40B4-BE49-F238E27FC236}">
                <a16:creationId xmlns:a16="http://schemas.microsoft.com/office/drawing/2014/main" id="{78F30498-141D-8F10-1160-D112F5860694}"/>
              </a:ext>
            </a:extLst>
          </p:cNvPr>
          <p:cNvSpPr>
            <a:spLocks noGrp="1"/>
          </p:cNvSpPr>
          <p:nvPr>
            <p:ph type="body" sz="quarter" idx="21" hasCustomPrompt="1"/>
          </p:nvPr>
        </p:nvSpPr>
        <p:spPr>
          <a:xfrm>
            <a:off x="4566000" y="3363180"/>
            <a:ext cx="3060000" cy="625475"/>
          </a:xfrm>
        </p:spPr>
        <p:txBody>
          <a:bodyPr anchor="ctr" anchorCtr="0">
            <a:noAutofit/>
          </a:bodyPr>
          <a:lstStyle>
            <a:lvl1pPr marL="0" indent="0">
              <a:buFont typeface="Arial" panose="020B0604020202020204" pitchFamily="34" charset="0"/>
              <a:buNone/>
              <a:defRPr sz="2000" b="1">
                <a:latin typeface="+mj-lt"/>
              </a:defRPr>
            </a:lvl1pPr>
          </a:lstStyle>
          <a:p>
            <a:pPr lvl="0"/>
            <a:r>
              <a:rPr lang="fr-FR" dirty="0"/>
              <a:t>Cliquez pour modifier le texte</a:t>
            </a:r>
          </a:p>
        </p:txBody>
      </p:sp>
      <p:sp>
        <p:nvSpPr>
          <p:cNvPr id="20" name="Espace réservé du texte 12">
            <a:extLst>
              <a:ext uri="{FF2B5EF4-FFF2-40B4-BE49-F238E27FC236}">
                <a16:creationId xmlns:a16="http://schemas.microsoft.com/office/drawing/2014/main" id="{8C7FB839-16A5-C363-23A4-EFCB2B912F39}"/>
              </a:ext>
            </a:extLst>
          </p:cNvPr>
          <p:cNvSpPr>
            <a:spLocks noGrp="1"/>
          </p:cNvSpPr>
          <p:nvPr>
            <p:ph type="body" sz="quarter" idx="22" hasCustomPrompt="1"/>
          </p:nvPr>
        </p:nvSpPr>
        <p:spPr>
          <a:xfrm>
            <a:off x="4566000" y="4110865"/>
            <a:ext cx="3060000" cy="1650722"/>
          </a:xfrm>
        </p:spPr>
        <p:txBody>
          <a:bodyPr anchor="t" anchorCtr="0">
            <a:noAutofit/>
          </a:bodyPr>
          <a:lstStyle>
            <a:lvl1pPr marL="0" indent="0">
              <a:buFont typeface="Arial" panose="020B0604020202020204" pitchFamily="34" charset="0"/>
              <a:buNone/>
              <a:defRPr sz="1800"/>
            </a:lvl1pPr>
          </a:lstStyle>
          <a:p>
            <a:pPr lvl="0"/>
            <a:r>
              <a:rPr lang="fr-FR" dirty="0"/>
              <a:t>Cliquez pour modifier le texte</a:t>
            </a:r>
          </a:p>
        </p:txBody>
      </p:sp>
      <p:sp>
        <p:nvSpPr>
          <p:cNvPr id="21" name="Espace réservé du texte 8">
            <a:extLst>
              <a:ext uri="{FF2B5EF4-FFF2-40B4-BE49-F238E27FC236}">
                <a16:creationId xmlns:a16="http://schemas.microsoft.com/office/drawing/2014/main" id="{44A0F437-DBD2-CFDA-A585-C152D0AF9910}"/>
              </a:ext>
            </a:extLst>
          </p:cNvPr>
          <p:cNvSpPr>
            <a:spLocks noGrp="1"/>
          </p:cNvSpPr>
          <p:nvPr>
            <p:ph type="body" sz="quarter" idx="13" hasCustomPrompt="1"/>
          </p:nvPr>
        </p:nvSpPr>
        <p:spPr>
          <a:xfrm>
            <a:off x="696000" y="750887"/>
            <a:ext cx="3420000" cy="432000"/>
          </a:xfrm>
          <a:prstGeom prst="roundRect">
            <a:avLst>
              <a:gd name="adj" fmla="val 50000"/>
            </a:avLst>
          </a:prstGeom>
          <a:solidFill>
            <a:schemeClr val="accent3">
              <a:lumMod val="40000"/>
              <a:lumOff val="60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anchor="ctr">
            <a:noAutofit/>
          </a:bodyPr>
          <a:lstStyle>
            <a:lvl1pPr algn="ctr">
              <a:buNone/>
              <a:defRPr sz="1600" b="1">
                <a:solidFill>
                  <a:schemeClr val="accent1"/>
                </a:solidFill>
              </a:defRPr>
            </a:lvl1pPr>
          </a:lstStyle>
          <a:p>
            <a:pPr lvl="0"/>
            <a:r>
              <a:rPr lang="fr-FR" dirty="0"/>
              <a:t>Titre</a:t>
            </a:r>
            <a:endParaRPr lang="en-US" dirty="0"/>
          </a:p>
        </p:txBody>
      </p:sp>
    </p:spTree>
    <p:extLst>
      <p:ext uri="{BB962C8B-B14F-4D97-AF65-F5344CB8AC3E}">
        <p14:creationId xmlns:p14="http://schemas.microsoft.com/office/powerpoint/2010/main" val="16756276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oxed - 3 columns with subtitl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E8B66DC-8879-6B50-6C1C-73111FB3B129}"/>
              </a:ext>
            </a:extLst>
          </p:cNvPr>
          <p:cNvSpPr>
            <a:spLocks noGrp="1"/>
          </p:cNvSpPr>
          <p:nvPr>
            <p:ph type="title"/>
          </p:nvPr>
        </p:nvSpPr>
        <p:spPr/>
        <p:txBody>
          <a:bodyPr/>
          <a:lstStyle/>
          <a:p>
            <a:r>
              <a:rPr lang="fr-FR"/>
              <a:t>Modifiez le style du titre</a:t>
            </a:r>
            <a:endParaRPr lang="en-US"/>
          </a:p>
        </p:txBody>
      </p:sp>
      <p:sp>
        <p:nvSpPr>
          <p:cNvPr id="3" name="Espace réservé du numéro de diapositive 2">
            <a:extLst>
              <a:ext uri="{FF2B5EF4-FFF2-40B4-BE49-F238E27FC236}">
                <a16:creationId xmlns:a16="http://schemas.microsoft.com/office/drawing/2014/main" id="{A47FD755-1BCC-B9C4-E33C-82D51850ACC9}"/>
              </a:ext>
            </a:extLst>
          </p:cNvPr>
          <p:cNvSpPr>
            <a:spLocks noGrp="1"/>
          </p:cNvSpPr>
          <p:nvPr>
            <p:ph type="sldNum" sz="quarter" idx="10"/>
          </p:nvPr>
        </p:nvSpPr>
        <p:spPr/>
        <p:txBody>
          <a:bodyPr/>
          <a:lstStyle/>
          <a:p>
            <a:fld id="{262175C0-8CD5-419A-A749-8C17692C9EAC}" type="slidenum">
              <a:rPr lang="en-US" smtClean="0"/>
              <a:t>‹N°›</a:t>
            </a:fld>
            <a:endParaRPr lang="en-US"/>
          </a:p>
        </p:txBody>
      </p:sp>
      <p:sp>
        <p:nvSpPr>
          <p:cNvPr id="9" name="Shape 13">
            <a:extLst>
              <a:ext uri="{FF2B5EF4-FFF2-40B4-BE49-F238E27FC236}">
                <a16:creationId xmlns:a16="http://schemas.microsoft.com/office/drawing/2014/main" id="{E23C69E5-A89F-4C85-8E9A-DECBADE554AC}"/>
              </a:ext>
            </a:extLst>
          </p:cNvPr>
          <p:cNvSpPr/>
          <p:nvPr userDrawn="1"/>
        </p:nvSpPr>
        <p:spPr>
          <a:xfrm>
            <a:off x="696000" y="3205316"/>
            <a:ext cx="3420000" cy="3077496"/>
          </a:xfrm>
          <a:prstGeom prst="roundRect">
            <a:avLst>
              <a:gd name="adj" fmla="val 8148"/>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a:lstStyle/>
          <a:p>
            <a:endParaRPr lang="en-US"/>
          </a:p>
        </p:txBody>
      </p:sp>
      <p:sp>
        <p:nvSpPr>
          <p:cNvPr id="10" name="Espace réservé du texte 3">
            <a:extLst>
              <a:ext uri="{FF2B5EF4-FFF2-40B4-BE49-F238E27FC236}">
                <a16:creationId xmlns:a16="http://schemas.microsoft.com/office/drawing/2014/main" id="{D67EFB87-03C0-E044-BDC8-D5282439D12E}"/>
              </a:ext>
            </a:extLst>
          </p:cNvPr>
          <p:cNvSpPr>
            <a:spLocks noGrp="1"/>
          </p:cNvSpPr>
          <p:nvPr>
            <p:ph type="body" sz="quarter" idx="14" hasCustomPrompt="1"/>
          </p:nvPr>
        </p:nvSpPr>
        <p:spPr>
          <a:xfrm>
            <a:off x="876000" y="3354783"/>
            <a:ext cx="633413" cy="625475"/>
          </a:xfrm>
          <a:blipFill>
            <a:blip r:embed="rId2"/>
            <a:stretch>
              <a:fillRect/>
            </a:stretch>
          </a:blipFill>
        </p:spPr>
        <p:txBody>
          <a:bodyPr anchor="ctr">
            <a:normAutofit/>
          </a:bodyPr>
          <a:lstStyle>
            <a:lvl1pPr algn="ctr">
              <a:buNone/>
              <a:defRPr sz="2400" b="1">
                <a:gradFill>
                  <a:gsLst>
                    <a:gs pos="0">
                      <a:srgbClr val="BA131A"/>
                    </a:gs>
                    <a:gs pos="100000">
                      <a:srgbClr val="E2575D"/>
                    </a:gs>
                  </a:gsLst>
                  <a:lin ang="2700000" scaled="1"/>
                </a:gradFill>
              </a:defRPr>
            </a:lvl1pPr>
          </a:lstStyle>
          <a:p>
            <a:pPr lvl="0"/>
            <a:r>
              <a:rPr lang="fr-FR" dirty="0"/>
              <a:t>1</a:t>
            </a:r>
            <a:endParaRPr lang="en-US" dirty="0"/>
          </a:p>
        </p:txBody>
      </p:sp>
      <p:sp>
        <p:nvSpPr>
          <p:cNvPr id="11" name="Espace réservé du texte 12">
            <a:extLst>
              <a:ext uri="{FF2B5EF4-FFF2-40B4-BE49-F238E27FC236}">
                <a16:creationId xmlns:a16="http://schemas.microsoft.com/office/drawing/2014/main" id="{04C3D23F-1D17-2A8A-A73E-7988D074FA5C}"/>
              </a:ext>
            </a:extLst>
          </p:cNvPr>
          <p:cNvSpPr>
            <a:spLocks noGrp="1"/>
          </p:cNvSpPr>
          <p:nvPr>
            <p:ph type="body" sz="quarter" idx="15" hasCustomPrompt="1"/>
          </p:nvPr>
        </p:nvSpPr>
        <p:spPr>
          <a:xfrm>
            <a:off x="876000" y="4047408"/>
            <a:ext cx="3060000" cy="625475"/>
          </a:xfrm>
        </p:spPr>
        <p:txBody>
          <a:bodyPr anchor="ctr" anchorCtr="0">
            <a:noAutofit/>
          </a:bodyPr>
          <a:lstStyle>
            <a:lvl1pPr marL="0" indent="0">
              <a:buFont typeface="Arial" panose="020B0604020202020204" pitchFamily="34" charset="0"/>
              <a:buNone/>
              <a:defRPr sz="2000" b="1">
                <a:latin typeface="+mj-lt"/>
              </a:defRPr>
            </a:lvl1pPr>
          </a:lstStyle>
          <a:p>
            <a:pPr lvl="0"/>
            <a:r>
              <a:rPr lang="fr-FR" dirty="0"/>
              <a:t>Cliquez pour modifier le texte</a:t>
            </a:r>
          </a:p>
        </p:txBody>
      </p:sp>
      <p:sp>
        <p:nvSpPr>
          <p:cNvPr id="12" name="Espace réservé du texte 12">
            <a:extLst>
              <a:ext uri="{FF2B5EF4-FFF2-40B4-BE49-F238E27FC236}">
                <a16:creationId xmlns:a16="http://schemas.microsoft.com/office/drawing/2014/main" id="{22F8E94B-4420-0C8D-01EB-DED6FFB48077}"/>
              </a:ext>
            </a:extLst>
          </p:cNvPr>
          <p:cNvSpPr>
            <a:spLocks noGrp="1"/>
          </p:cNvSpPr>
          <p:nvPr>
            <p:ph type="body" sz="quarter" idx="16" hasCustomPrompt="1"/>
          </p:nvPr>
        </p:nvSpPr>
        <p:spPr>
          <a:xfrm>
            <a:off x="876000" y="4709652"/>
            <a:ext cx="3060000" cy="1366566"/>
          </a:xfrm>
        </p:spPr>
        <p:txBody>
          <a:bodyPr anchor="t" anchorCtr="0">
            <a:noAutofit/>
          </a:bodyPr>
          <a:lstStyle>
            <a:lvl1pPr marL="0" indent="0">
              <a:buFont typeface="Arial" panose="020B0604020202020204" pitchFamily="34" charset="0"/>
              <a:buNone/>
              <a:defRPr sz="1800"/>
            </a:lvl1pPr>
          </a:lstStyle>
          <a:p>
            <a:pPr lvl="0"/>
            <a:r>
              <a:rPr lang="fr-FR" dirty="0"/>
              <a:t>Cliquez pour modifier le texte</a:t>
            </a:r>
          </a:p>
        </p:txBody>
      </p:sp>
      <p:sp>
        <p:nvSpPr>
          <p:cNvPr id="13" name="Shape 13">
            <a:extLst>
              <a:ext uri="{FF2B5EF4-FFF2-40B4-BE49-F238E27FC236}">
                <a16:creationId xmlns:a16="http://schemas.microsoft.com/office/drawing/2014/main" id="{E283F77C-1591-CCFF-7150-E02410ED113C}"/>
              </a:ext>
            </a:extLst>
          </p:cNvPr>
          <p:cNvSpPr/>
          <p:nvPr userDrawn="1"/>
        </p:nvSpPr>
        <p:spPr>
          <a:xfrm>
            <a:off x="8076000" y="3205316"/>
            <a:ext cx="3420000" cy="3077496"/>
          </a:xfrm>
          <a:prstGeom prst="roundRect">
            <a:avLst>
              <a:gd name="adj" fmla="val 8148"/>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a:lstStyle/>
          <a:p>
            <a:endParaRPr lang="en-US"/>
          </a:p>
        </p:txBody>
      </p:sp>
      <p:sp>
        <p:nvSpPr>
          <p:cNvPr id="14" name="Espace réservé du texte 3">
            <a:extLst>
              <a:ext uri="{FF2B5EF4-FFF2-40B4-BE49-F238E27FC236}">
                <a16:creationId xmlns:a16="http://schemas.microsoft.com/office/drawing/2014/main" id="{4D39D517-962E-48D0-A425-2A281E441ECF}"/>
              </a:ext>
            </a:extLst>
          </p:cNvPr>
          <p:cNvSpPr>
            <a:spLocks noGrp="1"/>
          </p:cNvSpPr>
          <p:nvPr>
            <p:ph type="body" sz="quarter" idx="17" hasCustomPrompt="1"/>
          </p:nvPr>
        </p:nvSpPr>
        <p:spPr>
          <a:xfrm>
            <a:off x="8256000" y="3354783"/>
            <a:ext cx="633413" cy="625475"/>
          </a:xfrm>
          <a:blipFill>
            <a:blip r:embed="rId2"/>
            <a:stretch>
              <a:fillRect/>
            </a:stretch>
          </a:blipFill>
        </p:spPr>
        <p:txBody>
          <a:bodyPr anchor="ctr">
            <a:normAutofit/>
          </a:bodyPr>
          <a:lstStyle>
            <a:lvl1pPr algn="ctr">
              <a:buNone/>
              <a:defRPr sz="2400" b="1">
                <a:gradFill>
                  <a:gsLst>
                    <a:gs pos="0">
                      <a:srgbClr val="BA131A"/>
                    </a:gs>
                    <a:gs pos="100000">
                      <a:srgbClr val="E2575D"/>
                    </a:gs>
                  </a:gsLst>
                  <a:lin ang="2700000" scaled="1"/>
                </a:gradFill>
              </a:defRPr>
            </a:lvl1pPr>
          </a:lstStyle>
          <a:p>
            <a:pPr lvl="0"/>
            <a:r>
              <a:rPr lang="fr-FR" dirty="0"/>
              <a:t>1</a:t>
            </a:r>
            <a:endParaRPr lang="en-US" dirty="0"/>
          </a:p>
        </p:txBody>
      </p:sp>
      <p:sp>
        <p:nvSpPr>
          <p:cNvPr id="15" name="Espace réservé du texte 12">
            <a:extLst>
              <a:ext uri="{FF2B5EF4-FFF2-40B4-BE49-F238E27FC236}">
                <a16:creationId xmlns:a16="http://schemas.microsoft.com/office/drawing/2014/main" id="{14741A0C-91C7-BFF5-8AF2-5B9D5BDCA2F9}"/>
              </a:ext>
            </a:extLst>
          </p:cNvPr>
          <p:cNvSpPr>
            <a:spLocks noGrp="1"/>
          </p:cNvSpPr>
          <p:nvPr>
            <p:ph type="body" sz="quarter" idx="18" hasCustomPrompt="1"/>
          </p:nvPr>
        </p:nvSpPr>
        <p:spPr>
          <a:xfrm>
            <a:off x="8256000" y="4047408"/>
            <a:ext cx="3060000" cy="625475"/>
          </a:xfrm>
        </p:spPr>
        <p:txBody>
          <a:bodyPr anchor="ctr" anchorCtr="0">
            <a:noAutofit/>
          </a:bodyPr>
          <a:lstStyle>
            <a:lvl1pPr marL="0" indent="0">
              <a:buFont typeface="Arial" panose="020B0604020202020204" pitchFamily="34" charset="0"/>
              <a:buNone/>
              <a:defRPr sz="2000" b="1">
                <a:latin typeface="+mj-lt"/>
              </a:defRPr>
            </a:lvl1pPr>
          </a:lstStyle>
          <a:p>
            <a:pPr lvl="0"/>
            <a:r>
              <a:rPr lang="fr-FR" dirty="0"/>
              <a:t>Cliquez pour modifier le texte</a:t>
            </a:r>
          </a:p>
        </p:txBody>
      </p:sp>
      <p:sp>
        <p:nvSpPr>
          <p:cNvPr id="16" name="Espace réservé du texte 12">
            <a:extLst>
              <a:ext uri="{FF2B5EF4-FFF2-40B4-BE49-F238E27FC236}">
                <a16:creationId xmlns:a16="http://schemas.microsoft.com/office/drawing/2014/main" id="{EA7EA455-ADB9-01C8-3588-826FA6176E24}"/>
              </a:ext>
            </a:extLst>
          </p:cNvPr>
          <p:cNvSpPr>
            <a:spLocks noGrp="1"/>
          </p:cNvSpPr>
          <p:nvPr>
            <p:ph type="body" sz="quarter" idx="19" hasCustomPrompt="1"/>
          </p:nvPr>
        </p:nvSpPr>
        <p:spPr>
          <a:xfrm>
            <a:off x="8256000" y="4709652"/>
            <a:ext cx="3060000" cy="1366566"/>
          </a:xfrm>
        </p:spPr>
        <p:txBody>
          <a:bodyPr anchor="t" anchorCtr="0">
            <a:noAutofit/>
          </a:bodyPr>
          <a:lstStyle>
            <a:lvl1pPr marL="0" indent="0">
              <a:buFont typeface="Arial" panose="020B0604020202020204" pitchFamily="34" charset="0"/>
              <a:buNone/>
              <a:defRPr sz="1800"/>
            </a:lvl1pPr>
          </a:lstStyle>
          <a:p>
            <a:pPr lvl="0"/>
            <a:r>
              <a:rPr lang="fr-FR" dirty="0"/>
              <a:t>Cliquez pour modifier le texte</a:t>
            </a:r>
          </a:p>
        </p:txBody>
      </p:sp>
      <p:sp>
        <p:nvSpPr>
          <p:cNvPr id="17" name="Shape 13">
            <a:extLst>
              <a:ext uri="{FF2B5EF4-FFF2-40B4-BE49-F238E27FC236}">
                <a16:creationId xmlns:a16="http://schemas.microsoft.com/office/drawing/2014/main" id="{1CD1FEDA-5B1E-C9A6-90B1-02624C640FD9}"/>
              </a:ext>
            </a:extLst>
          </p:cNvPr>
          <p:cNvSpPr/>
          <p:nvPr userDrawn="1"/>
        </p:nvSpPr>
        <p:spPr>
          <a:xfrm>
            <a:off x="4386000" y="3205316"/>
            <a:ext cx="3420000" cy="3077496"/>
          </a:xfrm>
          <a:prstGeom prst="roundRect">
            <a:avLst>
              <a:gd name="adj" fmla="val 8148"/>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a:lstStyle/>
          <a:p>
            <a:endParaRPr lang="en-US"/>
          </a:p>
        </p:txBody>
      </p:sp>
      <p:sp>
        <p:nvSpPr>
          <p:cNvPr id="18" name="Espace réservé du texte 3">
            <a:extLst>
              <a:ext uri="{FF2B5EF4-FFF2-40B4-BE49-F238E27FC236}">
                <a16:creationId xmlns:a16="http://schemas.microsoft.com/office/drawing/2014/main" id="{55C85639-51CA-B6C5-9D2F-2C07745FBFF1}"/>
              </a:ext>
            </a:extLst>
          </p:cNvPr>
          <p:cNvSpPr>
            <a:spLocks noGrp="1"/>
          </p:cNvSpPr>
          <p:nvPr>
            <p:ph type="body" sz="quarter" idx="20" hasCustomPrompt="1"/>
          </p:nvPr>
        </p:nvSpPr>
        <p:spPr>
          <a:xfrm>
            <a:off x="4566000" y="3354783"/>
            <a:ext cx="633413" cy="625475"/>
          </a:xfrm>
          <a:blipFill>
            <a:blip r:embed="rId2"/>
            <a:stretch>
              <a:fillRect/>
            </a:stretch>
          </a:blipFill>
        </p:spPr>
        <p:txBody>
          <a:bodyPr anchor="ctr">
            <a:normAutofit/>
          </a:bodyPr>
          <a:lstStyle>
            <a:lvl1pPr algn="ctr">
              <a:buNone/>
              <a:defRPr sz="2400" b="1">
                <a:gradFill>
                  <a:gsLst>
                    <a:gs pos="0">
                      <a:srgbClr val="BA131A"/>
                    </a:gs>
                    <a:gs pos="100000">
                      <a:srgbClr val="E2575D"/>
                    </a:gs>
                  </a:gsLst>
                  <a:lin ang="2700000" scaled="1"/>
                </a:gradFill>
              </a:defRPr>
            </a:lvl1pPr>
          </a:lstStyle>
          <a:p>
            <a:pPr lvl="0"/>
            <a:r>
              <a:rPr lang="fr-FR" dirty="0"/>
              <a:t>1</a:t>
            </a:r>
            <a:endParaRPr lang="en-US" dirty="0"/>
          </a:p>
        </p:txBody>
      </p:sp>
      <p:sp>
        <p:nvSpPr>
          <p:cNvPr id="19" name="Espace réservé du texte 12">
            <a:extLst>
              <a:ext uri="{FF2B5EF4-FFF2-40B4-BE49-F238E27FC236}">
                <a16:creationId xmlns:a16="http://schemas.microsoft.com/office/drawing/2014/main" id="{78F30498-141D-8F10-1160-D112F5860694}"/>
              </a:ext>
            </a:extLst>
          </p:cNvPr>
          <p:cNvSpPr>
            <a:spLocks noGrp="1"/>
          </p:cNvSpPr>
          <p:nvPr>
            <p:ph type="body" sz="quarter" idx="21" hasCustomPrompt="1"/>
          </p:nvPr>
        </p:nvSpPr>
        <p:spPr>
          <a:xfrm>
            <a:off x="4566000" y="4047408"/>
            <a:ext cx="3060000" cy="625475"/>
          </a:xfrm>
        </p:spPr>
        <p:txBody>
          <a:bodyPr anchor="ctr" anchorCtr="0">
            <a:noAutofit/>
          </a:bodyPr>
          <a:lstStyle>
            <a:lvl1pPr marL="0" indent="0">
              <a:buFont typeface="Arial" panose="020B0604020202020204" pitchFamily="34" charset="0"/>
              <a:buNone/>
              <a:defRPr sz="2000" b="1">
                <a:latin typeface="+mj-lt"/>
              </a:defRPr>
            </a:lvl1pPr>
          </a:lstStyle>
          <a:p>
            <a:pPr lvl="0"/>
            <a:r>
              <a:rPr lang="fr-FR" dirty="0"/>
              <a:t>Cliquez pour modifier le texte</a:t>
            </a:r>
          </a:p>
        </p:txBody>
      </p:sp>
      <p:sp>
        <p:nvSpPr>
          <p:cNvPr id="20" name="Espace réservé du texte 12">
            <a:extLst>
              <a:ext uri="{FF2B5EF4-FFF2-40B4-BE49-F238E27FC236}">
                <a16:creationId xmlns:a16="http://schemas.microsoft.com/office/drawing/2014/main" id="{8C7FB839-16A5-C363-23A4-EFCB2B912F39}"/>
              </a:ext>
            </a:extLst>
          </p:cNvPr>
          <p:cNvSpPr>
            <a:spLocks noGrp="1"/>
          </p:cNvSpPr>
          <p:nvPr>
            <p:ph type="body" sz="quarter" idx="22" hasCustomPrompt="1"/>
          </p:nvPr>
        </p:nvSpPr>
        <p:spPr>
          <a:xfrm>
            <a:off x="4566000" y="4709652"/>
            <a:ext cx="3060000" cy="1366566"/>
          </a:xfrm>
        </p:spPr>
        <p:txBody>
          <a:bodyPr anchor="t" anchorCtr="0">
            <a:noAutofit/>
          </a:bodyPr>
          <a:lstStyle>
            <a:lvl1pPr marL="0" indent="0">
              <a:buFont typeface="Arial" panose="020B0604020202020204" pitchFamily="34" charset="0"/>
              <a:buNone/>
              <a:defRPr sz="1800"/>
            </a:lvl1pPr>
          </a:lstStyle>
          <a:p>
            <a:pPr lvl="0"/>
            <a:r>
              <a:rPr lang="fr-FR" dirty="0"/>
              <a:t>Cliquez pour modifier le texte</a:t>
            </a:r>
          </a:p>
        </p:txBody>
      </p:sp>
      <p:sp>
        <p:nvSpPr>
          <p:cNvPr id="21" name="Espace réservé du texte 8">
            <a:extLst>
              <a:ext uri="{FF2B5EF4-FFF2-40B4-BE49-F238E27FC236}">
                <a16:creationId xmlns:a16="http://schemas.microsoft.com/office/drawing/2014/main" id="{44A0F437-DBD2-CFDA-A585-C152D0AF9910}"/>
              </a:ext>
            </a:extLst>
          </p:cNvPr>
          <p:cNvSpPr>
            <a:spLocks noGrp="1"/>
          </p:cNvSpPr>
          <p:nvPr>
            <p:ph type="body" sz="quarter" idx="13" hasCustomPrompt="1"/>
          </p:nvPr>
        </p:nvSpPr>
        <p:spPr>
          <a:xfrm>
            <a:off x="696000" y="750887"/>
            <a:ext cx="3420000" cy="432000"/>
          </a:xfrm>
          <a:prstGeom prst="roundRect">
            <a:avLst>
              <a:gd name="adj" fmla="val 50000"/>
            </a:avLst>
          </a:prstGeom>
          <a:solidFill>
            <a:schemeClr val="accent3">
              <a:lumMod val="40000"/>
              <a:lumOff val="60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anchor="ctr">
            <a:noAutofit/>
          </a:bodyPr>
          <a:lstStyle>
            <a:lvl1pPr algn="ctr">
              <a:buNone/>
              <a:defRPr sz="1600" b="1">
                <a:solidFill>
                  <a:schemeClr val="accent1"/>
                </a:solidFill>
              </a:defRPr>
            </a:lvl1pPr>
          </a:lstStyle>
          <a:p>
            <a:pPr lvl="0"/>
            <a:r>
              <a:rPr lang="fr-FR" dirty="0"/>
              <a:t>Titre</a:t>
            </a:r>
            <a:endParaRPr lang="en-US" dirty="0"/>
          </a:p>
        </p:txBody>
      </p:sp>
      <p:sp>
        <p:nvSpPr>
          <p:cNvPr id="4" name="Espace réservé du texte 12">
            <a:extLst>
              <a:ext uri="{FF2B5EF4-FFF2-40B4-BE49-F238E27FC236}">
                <a16:creationId xmlns:a16="http://schemas.microsoft.com/office/drawing/2014/main" id="{F3EE431A-625F-3E1C-71DA-4ED79C3044B0}"/>
              </a:ext>
            </a:extLst>
          </p:cNvPr>
          <p:cNvSpPr>
            <a:spLocks noGrp="1"/>
          </p:cNvSpPr>
          <p:nvPr>
            <p:ph type="body" sz="quarter" idx="23" hasCustomPrompt="1"/>
          </p:nvPr>
        </p:nvSpPr>
        <p:spPr>
          <a:xfrm>
            <a:off x="695999" y="2298256"/>
            <a:ext cx="10799999" cy="833522"/>
          </a:xfrm>
        </p:spPr>
        <p:txBody>
          <a:bodyPr anchor="ctr" anchorCtr="0">
            <a:noAutofit/>
          </a:bodyPr>
          <a:lstStyle>
            <a:lvl1pPr marL="0" indent="0">
              <a:buFont typeface="Arial" panose="020B0604020202020204" pitchFamily="34" charset="0"/>
              <a:buNone/>
              <a:defRPr sz="1800"/>
            </a:lvl1pPr>
          </a:lstStyle>
          <a:p>
            <a:pPr lvl="0"/>
            <a:r>
              <a:rPr lang="fr-FR" dirty="0"/>
              <a:t>Cliquez pour modifier le texte</a:t>
            </a:r>
          </a:p>
        </p:txBody>
      </p:sp>
    </p:spTree>
    <p:extLst>
      <p:ext uri="{BB962C8B-B14F-4D97-AF65-F5344CB8AC3E}">
        <p14:creationId xmlns:p14="http://schemas.microsoft.com/office/powerpoint/2010/main" val="71748679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oxed - 4 column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E8B66DC-8879-6B50-6C1C-73111FB3B129}"/>
              </a:ext>
            </a:extLst>
          </p:cNvPr>
          <p:cNvSpPr>
            <a:spLocks noGrp="1"/>
          </p:cNvSpPr>
          <p:nvPr>
            <p:ph type="title"/>
          </p:nvPr>
        </p:nvSpPr>
        <p:spPr/>
        <p:txBody>
          <a:bodyPr/>
          <a:lstStyle/>
          <a:p>
            <a:r>
              <a:rPr lang="fr-FR"/>
              <a:t>Modifiez le style du titre</a:t>
            </a:r>
            <a:endParaRPr lang="en-US"/>
          </a:p>
        </p:txBody>
      </p:sp>
      <p:sp>
        <p:nvSpPr>
          <p:cNvPr id="3" name="Espace réservé du numéro de diapositive 2">
            <a:extLst>
              <a:ext uri="{FF2B5EF4-FFF2-40B4-BE49-F238E27FC236}">
                <a16:creationId xmlns:a16="http://schemas.microsoft.com/office/drawing/2014/main" id="{A47FD755-1BCC-B9C4-E33C-82D51850ACC9}"/>
              </a:ext>
            </a:extLst>
          </p:cNvPr>
          <p:cNvSpPr>
            <a:spLocks noGrp="1"/>
          </p:cNvSpPr>
          <p:nvPr>
            <p:ph type="sldNum" sz="quarter" idx="10"/>
          </p:nvPr>
        </p:nvSpPr>
        <p:spPr/>
        <p:txBody>
          <a:bodyPr/>
          <a:lstStyle/>
          <a:p>
            <a:fld id="{262175C0-8CD5-419A-A749-8C17692C9EAC}" type="slidenum">
              <a:rPr lang="en-US" smtClean="0"/>
              <a:t>‹N°›</a:t>
            </a:fld>
            <a:endParaRPr lang="en-US"/>
          </a:p>
        </p:txBody>
      </p:sp>
      <p:sp>
        <p:nvSpPr>
          <p:cNvPr id="9" name="Shape 13">
            <a:extLst>
              <a:ext uri="{FF2B5EF4-FFF2-40B4-BE49-F238E27FC236}">
                <a16:creationId xmlns:a16="http://schemas.microsoft.com/office/drawing/2014/main" id="{E23C69E5-A89F-4C85-8E9A-DECBADE554AC}"/>
              </a:ext>
            </a:extLst>
          </p:cNvPr>
          <p:cNvSpPr/>
          <p:nvPr userDrawn="1"/>
        </p:nvSpPr>
        <p:spPr>
          <a:xfrm>
            <a:off x="696000" y="2408902"/>
            <a:ext cx="2520000" cy="3559278"/>
          </a:xfrm>
          <a:prstGeom prst="roundRect">
            <a:avLst>
              <a:gd name="adj" fmla="val 8148"/>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a:lstStyle/>
          <a:p>
            <a:endParaRPr lang="en-US"/>
          </a:p>
        </p:txBody>
      </p:sp>
      <p:sp>
        <p:nvSpPr>
          <p:cNvPr id="10" name="Espace réservé du texte 3">
            <a:extLst>
              <a:ext uri="{FF2B5EF4-FFF2-40B4-BE49-F238E27FC236}">
                <a16:creationId xmlns:a16="http://schemas.microsoft.com/office/drawing/2014/main" id="{D67EFB87-03C0-E044-BDC8-D5282439D12E}"/>
              </a:ext>
            </a:extLst>
          </p:cNvPr>
          <p:cNvSpPr>
            <a:spLocks noGrp="1"/>
          </p:cNvSpPr>
          <p:nvPr>
            <p:ph type="body" sz="quarter" idx="14" hasCustomPrompt="1"/>
          </p:nvPr>
        </p:nvSpPr>
        <p:spPr>
          <a:xfrm>
            <a:off x="876000" y="2573304"/>
            <a:ext cx="633413" cy="625475"/>
          </a:xfrm>
          <a:blipFill>
            <a:blip r:embed="rId2"/>
            <a:stretch>
              <a:fillRect/>
            </a:stretch>
          </a:blipFill>
        </p:spPr>
        <p:txBody>
          <a:bodyPr anchor="ctr">
            <a:normAutofit/>
          </a:bodyPr>
          <a:lstStyle>
            <a:lvl1pPr algn="ctr">
              <a:buNone/>
              <a:defRPr sz="2400" b="1">
                <a:gradFill>
                  <a:gsLst>
                    <a:gs pos="0">
                      <a:srgbClr val="BA131A"/>
                    </a:gs>
                    <a:gs pos="100000">
                      <a:srgbClr val="E2575D"/>
                    </a:gs>
                  </a:gsLst>
                  <a:lin ang="2700000" scaled="1"/>
                </a:gradFill>
              </a:defRPr>
            </a:lvl1pPr>
          </a:lstStyle>
          <a:p>
            <a:pPr lvl="0"/>
            <a:r>
              <a:rPr lang="fr-FR" dirty="0"/>
              <a:t>1</a:t>
            </a:r>
            <a:endParaRPr lang="en-US" dirty="0"/>
          </a:p>
        </p:txBody>
      </p:sp>
      <p:sp>
        <p:nvSpPr>
          <p:cNvPr id="11" name="Espace réservé du texte 12">
            <a:extLst>
              <a:ext uri="{FF2B5EF4-FFF2-40B4-BE49-F238E27FC236}">
                <a16:creationId xmlns:a16="http://schemas.microsoft.com/office/drawing/2014/main" id="{04C3D23F-1D17-2A8A-A73E-7988D074FA5C}"/>
              </a:ext>
            </a:extLst>
          </p:cNvPr>
          <p:cNvSpPr>
            <a:spLocks noGrp="1"/>
          </p:cNvSpPr>
          <p:nvPr>
            <p:ph type="body" sz="quarter" idx="15" hasCustomPrompt="1"/>
          </p:nvPr>
        </p:nvSpPr>
        <p:spPr>
          <a:xfrm>
            <a:off x="876000" y="3363180"/>
            <a:ext cx="2172000" cy="625475"/>
          </a:xfrm>
        </p:spPr>
        <p:txBody>
          <a:bodyPr anchor="ctr" anchorCtr="0">
            <a:noAutofit/>
          </a:bodyPr>
          <a:lstStyle>
            <a:lvl1pPr marL="0" indent="0">
              <a:buFont typeface="Arial" panose="020B0604020202020204" pitchFamily="34" charset="0"/>
              <a:buNone/>
              <a:defRPr sz="2000" b="1">
                <a:latin typeface="+mj-lt"/>
              </a:defRPr>
            </a:lvl1pPr>
          </a:lstStyle>
          <a:p>
            <a:pPr lvl="0"/>
            <a:r>
              <a:rPr lang="fr-FR" dirty="0"/>
              <a:t>Cliquez pour modifier le texte</a:t>
            </a:r>
          </a:p>
        </p:txBody>
      </p:sp>
      <p:sp>
        <p:nvSpPr>
          <p:cNvPr id="12" name="Espace réservé du texte 12">
            <a:extLst>
              <a:ext uri="{FF2B5EF4-FFF2-40B4-BE49-F238E27FC236}">
                <a16:creationId xmlns:a16="http://schemas.microsoft.com/office/drawing/2014/main" id="{22F8E94B-4420-0C8D-01EB-DED6FFB48077}"/>
              </a:ext>
            </a:extLst>
          </p:cNvPr>
          <p:cNvSpPr>
            <a:spLocks noGrp="1"/>
          </p:cNvSpPr>
          <p:nvPr>
            <p:ph type="body" sz="quarter" idx="16" hasCustomPrompt="1"/>
          </p:nvPr>
        </p:nvSpPr>
        <p:spPr>
          <a:xfrm>
            <a:off x="876000" y="4110865"/>
            <a:ext cx="2172000" cy="1650722"/>
          </a:xfrm>
        </p:spPr>
        <p:txBody>
          <a:bodyPr anchor="t" anchorCtr="0">
            <a:noAutofit/>
          </a:bodyPr>
          <a:lstStyle>
            <a:lvl1pPr marL="0" indent="0">
              <a:buFont typeface="Arial" panose="020B0604020202020204" pitchFamily="34" charset="0"/>
              <a:buNone/>
              <a:defRPr sz="1800"/>
            </a:lvl1pPr>
          </a:lstStyle>
          <a:p>
            <a:pPr lvl="0"/>
            <a:r>
              <a:rPr lang="fr-FR" dirty="0"/>
              <a:t>Cliquez pour modifier le texte</a:t>
            </a:r>
          </a:p>
        </p:txBody>
      </p:sp>
      <p:sp>
        <p:nvSpPr>
          <p:cNvPr id="21" name="Espace réservé du texte 8">
            <a:extLst>
              <a:ext uri="{FF2B5EF4-FFF2-40B4-BE49-F238E27FC236}">
                <a16:creationId xmlns:a16="http://schemas.microsoft.com/office/drawing/2014/main" id="{44A0F437-DBD2-CFDA-A585-C152D0AF9910}"/>
              </a:ext>
            </a:extLst>
          </p:cNvPr>
          <p:cNvSpPr>
            <a:spLocks noGrp="1"/>
          </p:cNvSpPr>
          <p:nvPr>
            <p:ph type="body" sz="quarter" idx="13" hasCustomPrompt="1"/>
          </p:nvPr>
        </p:nvSpPr>
        <p:spPr>
          <a:xfrm>
            <a:off x="696000" y="750887"/>
            <a:ext cx="3420000" cy="432000"/>
          </a:xfrm>
          <a:prstGeom prst="roundRect">
            <a:avLst>
              <a:gd name="adj" fmla="val 50000"/>
            </a:avLst>
          </a:prstGeom>
          <a:solidFill>
            <a:schemeClr val="accent3">
              <a:lumMod val="40000"/>
              <a:lumOff val="60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anchor="ctr">
            <a:noAutofit/>
          </a:bodyPr>
          <a:lstStyle>
            <a:lvl1pPr algn="ctr">
              <a:buNone/>
              <a:defRPr sz="1600" b="1">
                <a:solidFill>
                  <a:schemeClr val="accent1"/>
                </a:solidFill>
              </a:defRPr>
            </a:lvl1pPr>
          </a:lstStyle>
          <a:p>
            <a:pPr lvl="0"/>
            <a:r>
              <a:rPr lang="fr-FR" dirty="0"/>
              <a:t>Titre</a:t>
            </a:r>
            <a:endParaRPr lang="en-US" dirty="0"/>
          </a:p>
        </p:txBody>
      </p:sp>
      <p:sp>
        <p:nvSpPr>
          <p:cNvPr id="4" name="Shape 13">
            <a:extLst>
              <a:ext uri="{FF2B5EF4-FFF2-40B4-BE49-F238E27FC236}">
                <a16:creationId xmlns:a16="http://schemas.microsoft.com/office/drawing/2014/main" id="{459862DF-F56D-398A-B3FA-E476682FB7DB}"/>
              </a:ext>
            </a:extLst>
          </p:cNvPr>
          <p:cNvSpPr/>
          <p:nvPr userDrawn="1"/>
        </p:nvSpPr>
        <p:spPr>
          <a:xfrm>
            <a:off x="8976000" y="2408902"/>
            <a:ext cx="2520000" cy="3559278"/>
          </a:xfrm>
          <a:prstGeom prst="roundRect">
            <a:avLst>
              <a:gd name="adj" fmla="val 8148"/>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a:lstStyle/>
          <a:p>
            <a:endParaRPr lang="en-US"/>
          </a:p>
        </p:txBody>
      </p:sp>
      <p:sp>
        <p:nvSpPr>
          <p:cNvPr id="5" name="Espace réservé du texte 3">
            <a:extLst>
              <a:ext uri="{FF2B5EF4-FFF2-40B4-BE49-F238E27FC236}">
                <a16:creationId xmlns:a16="http://schemas.microsoft.com/office/drawing/2014/main" id="{257150C9-8AFA-8691-7E25-25747B2AF739}"/>
              </a:ext>
            </a:extLst>
          </p:cNvPr>
          <p:cNvSpPr>
            <a:spLocks noGrp="1"/>
          </p:cNvSpPr>
          <p:nvPr>
            <p:ph type="body" sz="quarter" idx="17" hasCustomPrompt="1"/>
          </p:nvPr>
        </p:nvSpPr>
        <p:spPr>
          <a:xfrm>
            <a:off x="9156000" y="2573304"/>
            <a:ext cx="633413" cy="625475"/>
          </a:xfrm>
          <a:blipFill>
            <a:blip r:embed="rId2"/>
            <a:stretch>
              <a:fillRect/>
            </a:stretch>
          </a:blipFill>
        </p:spPr>
        <p:txBody>
          <a:bodyPr anchor="ctr">
            <a:normAutofit/>
          </a:bodyPr>
          <a:lstStyle>
            <a:lvl1pPr algn="ctr">
              <a:buNone/>
              <a:defRPr sz="2400" b="1">
                <a:gradFill>
                  <a:gsLst>
                    <a:gs pos="0">
                      <a:srgbClr val="BA131A"/>
                    </a:gs>
                    <a:gs pos="100000">
                      <a:srgbClr val="E2575D"/>
                    </a:gs>
                  </a:gsLst>
                  <a:lin ang="2700000" scaled="1"/>
                </a:gradFill>
              </a:defRPr>
            </a:lvl1pPr>
          </a:lstStyle>
          <a:p>
            <a:pPr lvl="0"/>
            <a:r>
              <a:rPr lang="fr-FR" dirty="0"/>
              <a:t>1</a:t>
            </a:r>
            <a:endParaRPr lang="en-US" dirty="0"/>
          </a:p>
        </p:txBody>
      </p:sp>
      <p:sp>
        <p:nvSpPr>
          <p:cNvPr id="6" name="Espace réservé du texte 12">
            <a:extLst>
              <a:ext uri="{FF2B5EF4-FFF2-40B4-BE49-F238E27FC236}">
                <a16:creationId xmlns:a16="http://schemas.microsoft.com/office/drawing/2014/main" id="{F822E110-0F04-6276-871E-8B2CF73DEFF6}"/>
              </a:ext>
            </a:extLst>
          </p:cNvPr>
          <p:cNvSpPr>
            <a:spLocks noGrp="1"/>
          </p:cNvSpPr>
          <p:nvPr>
            <p:ph type="body" sz="quarter" idx="18" hasCustomPrompt="1"/>
          </p:nvPr>
        </p:nvSpPr>
        <p:spPr>
          <a:xfrm>
            <a:off x="9156000" y="3363180"/>
            <a:ext cx="2172000" cy="625475"/>
          </a:xfrm>
        </p:spPr>
        <p:txBody>
          <a:bodyPr anchor="ctr" anchorCtr="0">
            <a:noAutofit/>
          </a:bodyPr>
          <a:lstStyle>
            <a:lvl1pPr marL="0" indent="0">
              <a:buFont typeface="Arial" panose="020B0604020202020204" pitchFamily="34" charset="0"/>
              <a:buNone/>
              <a:defRPr sz="2000" b="1">
                <a:latin typeface="+mj-lt"/>
              </a:defRPr>
            </a:lvl1pPr>
          </a:lstStyle>
          <a:p>
            <a:pPr lvl="0"/>
            <a:r>
              <a:rPr lang="fr-FR" dirty="0"/>
              <a:t>Cliquez pour modifier le texte</a:t>
            </a:r>
          </a:p>
        </p:txBody>
      </p:sp>
      <p:sp>
        <p:nvSpPr>
          <p:cNvPr id="7" name="Espace réservé du texte 12">
            <a:extLst>
              <a:ext uri="{FF2B5EF4-FFF2-40B4-BE49-F238E27FC236}">
                <a16:creationId xmlns:a16="http://schemas.microsoft.com/office/drawing/2014/main" id="{D96DF4B0-E2FD-8FAE-37D9-A080033BF441}"/>
              </a:ext>
            </a:extLst>
          </p:cNvPr>
          <p:cNvSpPr>
            <a:spLocks noGrp="1"/>
          </p:cNvSpPr>
          <p:nvPr>
            <p:ph type="body" sz="quarter" idx="19" hasCustomPrompt="1"/>
          </p:nvPr>
        </p:nvSpPr>
        <p:spPr>
          <a:xfrm>
            <a:off x="9156000" y="4110865"/>
            <a:ext cx="2172000" cy="1650722"/>
          </a:xfrm>
        </p:spPr>
        <p:txBody>
          <a:bodyPr anchor="t" anchorCtr="0">
            <a:noAutofit/>
          </a:bodyPr>
          <a:lstStyle>
            <a:lvl1pPr marL="0" indent="0">
              <a:buFont typeface="Arial" panose="020B0604020202020204" pitchFamily="34" charset="0"/>
              <a:buNone/>
              <a:defRPr sz="1800"/>
            </a:lvl1pPr>
          </a:lstStyle>
          <a:p>
            <a:pPr lvl="0"/>
            <a:r>
              <a:rPr lang="fr-FR" dirty="0"/>
              <a:t>Cliquez pour modifier le texte</a:t>
            </a:r>
          </a:p>
        </p:txBody>
      </p:sp>
      <p:sp>
        <p:nvSpPr>
          <p:cNvPr id="8" name="Shape 13">
            <a:extLst>
              <a:ext uri="{FF2B5EF4-FFF2-40B4-BE49-F238E27FC236}">
                <a16:creationId xmlns:a16="http://schemas.microsoft.com/office/drawing/2014/main" id="{6741EC31-E008-A4F4-CE21-1F6D57F484D7}"/>
              </a:ext>
            </a:extLst>
          </p:cNvPr>
          <p:cNvSpPr/>
          <p:nvPr userDrawn="1"/>
        </p:nvSpPr>
        <p:spPr>
          <a:xfrm>
            <a:off x="3473612" y="2408902"/>
            <a:ext cx="2520000" cy="3559278"/>
          </a:xfrm>
          <a:prstGeom prst="roundRect">
            <a:avLst>
              <a:gd name="adj" fmla="val 8148"/>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a:lstStyle/>
          <a:p>
            <a:endParaRPr lang="en-US"/>
          </a:p>
        </p:txBody>
      </p:sp>
      <p:sp>
        <p:nvSpPr>
          <p:cNvPr id="22" name="Espace réservé du texte 3">
            <a:extLst>
              <a:ext uri="{FF2B5EF4-FFF2-40B4-BE49-F238E27FC236}">
                <a16:creationId xmlns:a16="http://schemas.microsoft.com/office/drawing/2014/main" id="{79DD687C-DB86-E95A-9BCA-37C8B0FB42FA}"/>
              </a:ext>
            </a:extLst>
          </p:cNvPr>
          <p:cNvSpPr>
            <a:spLocks noGrp="1"/>
          </p:cNvSpPr>
          <p:nvPr>
            <p:ph type="body" sz="quarter" idx="20" hasCustomPrompt="1"/>
          </p:nvPr>
        </p:nvSpPr>
        <p:spPr>
          <a:xfrm>
            <a:off x="3653612" y="2573304"/>
            <a:ext cx="633413" cy="625475"/>
          </a:xfrm>
          <a:blipFill>
            <a:blip r:embed="rId2"/>
            <a:stretch>
              <a:fillRect/>
            </a:stretch>
          </a:blipFill>
        </p:spPr>
        <p:txBody>
          <a:bodyPr anchor="ctr">
            <a:normAutofit/>
          </a:bodyPr>
          <a:lstStyle>
            <a:lvl1pPr algn="ctr">
              <a:buNone/>
              <a:defRPr sz="2400" b="1">
                <a:gradFill>
                  <a:gsLst>
                    <a:gs pos="0">
                      <a:srgbClr val="BA131A"/>
                    </a:gs>
                    <a:gs pos="100000">
                      <a:srgbClr val="E2575D"/>
                    </a:gs>
                  </a:gsLst>
                  <a:lin ang="2700000" scaled="1"/>
                </a:gradFill>
              </a:defRPr>
            </a:lvl1pPr>
          </a:lstStyle>
          <a:p>
            <a:pPr lvl="0"/>
            <a:r>
              <a:rPr lang="fr-FR" dirty="0"/>
              <a:t>1</a:t>
            </a:r>
            <a:endParaRPr lang="en-US" dirty="0"/>
          </a:p>
        </p:txBody>
      </p:sp>
      <p:sp>
        <p:nvSpPr>
          <p:cNvPr id="23" name="Espace réservé du texte 12">
            <a:extLst>
              <a:ext uri="{FF2B5EF4-FFF2-40B4-BE49-F238E27FC236}">
                <a16:creationId xmlns:a16="http://schemas.microsoft.com/office/drawing/2014/main" id="{CCF815C2-50D9-6498-3B8A-9E6D770C9214}"/>
              </a:ext>
            </a:extLst>
          </p:cNvPr>
          <p:cNvSpPr>
            <a:spLocks noGrp="1"/>
          </p:cNvSpPr>
          <p:nvPr>
            <p:ph type="body" sz="quarter" idx="21" hasCustomPrompt="1"/>
          </p:nvPr>
        </p:nvSpPr>
        <p:spPr>
          <a:xfrm>
            <a:off x="3653612" y="3363180"/>
            <a:ext cx="2172000" cy="625475"/>
          </a:xfrm>
        </p:spPr>
        <p:txBody>
          <a:bodyPr anchor="ctr" anchorCtr="0">
            <a:noAutofit/>
          </a:bodyPr>
          <a:lstStyle>
            <a:lvl1pPr marL="0" indent="0">
              <a:buFont typeface="Arial" panose="020B0604020202020204" pitchFamily="34" charset="0"/>
              <a:buNone/>
              <a:defRPr sz="2000" b="1">
                <a:latin typeface="+mj-lt"/>
              </a:defRPr>
            </a:lvl1pPr>
          </a:lstStyle>
          <a:p>
            <a:pPr lvl="0"/>
            <a:r>
              <a:rPr lang="fr-FR" dirty="0"/>
              <a:t>Cliquez pour modifier le texte</a:t>
            </a:r>
          </a:p>
        </p:txBody>
      </p:sp>
      <p:sp>
        <p:nvSpPr>
          <p:cNvPr id="24" name="Espace réservé du texte 12">
            <a:extLst>
              <a:ext uri="{FF2B5EF4-FFF2-40B4-BE49-F238E27FC236}">
                <a16:creationId xmlns:a16="http://schemas.microsoft.com/office/drawing/2014/main" id="{1DCF5B58-9201-FB61-C4B7-6B8E3D64912F}"/>
              </a:ext>
            </a:extLst>
          </p:cNvPr>
          <p:cNvSpPr>
            <a:spLocks noGrp="1"/>
          </p:cNvSpPr>
          <p:nvPr>
            <p:ph type="body" sz="quarter" idx="22" hasCustomPrompt="1"/>
          </p:nvPr>
        </p:nvSpPr>
        <p:spPr>
          <a:xfrm>
            <a:off x="3653612" y="4110865"/>
            <a:ext cx="2172000" cy="1650722"/>
          </a:xfrm>
        </p:spPr>
        <p:txBody>
          <a:bodyPr anchor="t" anchorCtr="0">
            <a:noAutofit/>
          </a:bodyPr>
          <a:lstStyle>
            <a:lvl1pPr marL="0" indent="0">
              <a:buFont typeface="Arial" panose="020B0604020202020204" pitchFamily="34" charset="0"/>
              <a:buNone/>
              <a:defRPr sz="1800"/>
            </a:lvl1pPr>
          </a:lstStyle>
          <a:p>
            <a:pPr lvl="0"/>
            <a:r>
              <a:rPr lang="fr-FR" dirty="0"/>
              <a:t>Cliquez pour modifier le texte</a:t>
            </a:r>
          </a:p>
        </p:txBody>
      </p:sp>
      <p:sp>
        <p:nvSpPr>
          <p:cNvPr id="25" name="Shape 13">
            <a:extLst>
              <a:ext uri="{FF2B5EF4-FFF2-40B4-BE49-F238E27FC236}">
                <a16:creationId xmlns:a16="http://schemas.microsoft.com/office/drawing/2014/main" id="{188B0A79-9683-A2DA-B9F1-A8D2D9A64903}"/>
              </a:ext>
            </a:extLst>
          </p:cNvPr>
          <p:cNvSpPr/>
          <p:nvPr userDrawn="1"/>
        </p:nvSpPr>
        <p:spPr>
          <a:xfrm>
            <a:off x="6198388" y="2408902"/>
            <a:ext cx="2520000" cy="3559278"/>
          </a:xfrm>
          <a:prstGeom prst="roundRect">
            <a:avLst>
              <a:gd name="adj" fmla="val 8148"/>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a:lstStyle/>
          <a:p>
            <a:endParaRPr lang="en-US"/>
          </a:p>
        </p:txBody>
      </p:sp>
      <p:sp>
        <p:nvSpPr>
          <p:cNvPr id="26" name="Espace réservé du texte 3">
            <a:extLst>
              <a:ext uri="{FF2B5EF4-FFF2-40B4-BE49-F238E27FC236}">
                <a16:creationId xmlns:a16="http://schemas.microsoft.com/office/drawing/2014/main" id="{8C410FDB-E701-3DCD-87D1-BEBEA37BFFF0}"/>
              </a:ext>
            </a:extLst>
          </p:cNvPr>
          <p:cNvSpPr>
            <a:spLocks noGrp="1"/>
          </p:cNvSpPr>
          <p:nvPr>
            <p:ph type="body" sz="quarter" idx="23" hasCustomPrompt="1"/>
          </p:nvPr>
        </p:nvSpPr>
        <p:spPr>
          <a:xfrm>
            <a:off x="6378388" y="2573304"/>
            <a:ext cx="633413" cy="625475"/>
          </a:xfrm>
          <a:blipFill>
            <a:blip r:embed="rId2"/>
            <a:stretch>
              <a:fillRect/>
            </a:stretch>
          </a:blipFill>
        </p:spPr>
        <p:txBody>
          <a:bodyPr anchor="ctr">
            <a:normAutofit/>
          </a:bodyPr>
          <a:lstStyle>
            <a:lvl1pPr algn="ctr">
              <a:buNone/>
              <a:defRPr sz="2400" b="1">
                <a:gradFill>
                  <a:gsLst>
                    <a:gs pos="0">
                      <a:srgbClr val="BA131A"/>
                    </a:gs>
                    <a:gs pos="100000">
                      <a:srgbClr val="E2575D"/>
                    </a:gs>
                  </a:gsLst>
                  <a:lin ang="2700000" scaled="1"/>
                </a:gradFill>
              </a:defRPr>
            </a:lvl1pPr>
          </a:lstStyle>
          <a:p>
            <a:pPr lvl="0"/>
            <a:r>
              <a:rPr lang="fr-FR" dirty="0"/>
              <a:t>1</a:t>
            </a:r>
            <a:endParaRPr lang="en-US" dirty="0"/>
          </a:p>
        </p:txBody>
      </p:sp>
      <p:sp>
        <p:nvSpPr>
          <p:cNvPr id="27" name="Espace réservé du texte 12">
            <a:extLst>
              <a:ext uri="{FF2B5EF4-FFF2-40B4-BE49-F238E27FC236}">
                <a16:creationId xmlns:a16="http://schemas.microsoft.com/office/drawing/2014/main" id="{6886520B-33B0-9229-D07C-8BD2E445893B}"/>
              </a:ext>
            </a:extLst>
          </p:cNvPr>
          <p:cNvSpPr>
            <a:spLocks noGrp="1"/>
          </p:cNvSpPr>
          <p:nvPr>
            <p:ph type="body" sz="quarter" idx="24" hasCustomPrompt="1"/>
          </p:nvPr>
        </p:nvSpPr>
        <p:spPr>
          <a:xfrm>
            <a:off x="6378388" y="3363180"/>
            <a:ext cx="2172000" cy="625475"/>
          </a:xfrm>
        </p:spPr>
        <p:txBody>
          <a:bodyPr anchor="ctr" anchorCtr="0">
            <a:noAutofit/>
          </a:bodyPr>
          <a:lstStyle>
            <a:lvl1pPr marL="0" indent="0">
              <a:buFont typeface="Arial" panose="020B0604020202020204" pitchFamily="34" charset="0"/>
              <a:buNone/>
              <a:defRPr sz="2000" b="1">
                <a:latin typeface="+mj-lt"/>
              </a:defRPr>
            </a:lvl1pPr>
          </a:lstStyle>
          <a:p>
            <a:pPr lvl="0"/>
            <a:r>
              <a:rPr lang="fr-FR" dirty="0"/>
              <a:t>Cliquez pour modifier le texte</a:t>
            </a:r>
          </a:p>
        </p:txBody>
      </p:sp>
      <p:sp>
        <p:nvSpPr>
          <p:cNvPr id="28" name="Espace réservé du texte 12">
            <a:extLst>
              <a:ext uri="{FF2B5EF4-FFF2-40B4-BE49-F238E27FC236}">
                <a16:creationId xmlns:a16="http://schemas.microsoft.com/office/drawing/2014/main" id="{BD266CD8-CDDA-6E60-3C7B-1F0810E40FC8}"/>
              </a:ext>
            </a:extLst>
          </p:cNvPr>
          <p:cNvSpPr>
            <a:spLocks noGrp="1"/>
          </p:cNvSpPr>
          <p:nvPr>
            <p:ph type="body" sz="quarter" idx="25" hasCustomPrompt="1"/>
          </p:nvPr>
        </p:nvSpPr>
        <p:spPr>
          <a:xfrm>
            <a:off x="6378388" y="4110865"/>
            <a:ext cx="2172000" cy="1650722"/>
          </a:xfrm>
        </p:spPr>
        <p:txBody>
          <a:bodyPr anchor="t" anchorCtr="0">
            <a:noAutofit/>
          </a:bodyPr>
          <a:lstStyle>
            <a:lvl1pPr marL="0" indent="0">
              <a:buFont typeface="Arial" panose="020B0604020202020204" pitchFamily="34" charset="0"/>
              <a:buNone/>
              <a:defRPr sz="1800"/>
            </a:lvl1pPr>
          </a:lstStyle>
          <a:p>
            <a:pPr lvl="0"/>
            <a:r>
              <a:rPr lang="fr-FR" dirty="0"/>
              <a:t>Cliquez pour modifier le texte</a:t>
            </a:r>
          </a:p>
        </p:txBody>
      </p:sp>
    </p:spTree>
    <p:extLst>
      <p:ext uri="{BB962C8B-B14F-4D97-AF65-F5344CB8AC3E}">
        <p14:creationId xmlns:p14="http://schemas.microsoft.com/office/powerpoint/2010/main" val="401283155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oxed - 4 columns with subtitl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E8B66DC-8879-6B50-6C1C-73111FB3B129}"/>
              </a:ext>
            </a:extLst>
          </p:cNvPr>
          <p:cNvSpPr>
            <a:spLocks noGrp="1"/>
          </p:cNvSpPr>
          <p:nvPr>
            <p:ph type="title"/>
          </p:nvPr>
        </p:nvSpPr>
        <p:spPr/>
        <p:txBody>
          <a:bodyPr/>
          <a:lstStyle/>
          <a:p>
            <a:r>
              <a:rPr lang="fr-FR"/>
              <a:t>Modifiez le style du titre</a:t>
            </a:r>
            <a:endParaRPr lang="en-US"/>
          </a:p>
        </p:txBody>
      </p:sp>
      <p:sp>
        <p:nvSpPr>
          <p:cNvPr id="3" name="Espace réservé du numéro de diapositive 2">
            <a:extLst>
              <a:ext uri="{FF2B5EF4-FFF2-40B4-BE49-F238E27FC236}">
                <a16:creationId xmlns:a16="http://schemas.microsoft.com/office/drawing/2014/main" id="{A47FD755-1BCC-B9C4-E33C-82D51850ACC9}"/>
              </a:ext>
            </a:extLst>
          </p:cNvPr>
          <p:cNvSpPr>
            <a:spLocks noGrp="1"/>
          </p:cNvSpPr>
          <p:nvPr>
            <p:ph type="sldNum" sz="quarter" idx="10"/>
          </p:nvPr>
        </p:nvSpPr>
        <p:spPr/>
        <p:txBody>
          <a:bodyPr/>
          <a:lstStyle/>
          <a:p>
            <a:fld id="{262175C0-8CD5-419A-A749-8C17692C9EAC}" type="slidenum">
              <a:rPr lang="en-US" smtClean="0"/>
              <a:t>‹N°›</a:t>
            </a:fld>
            <a:endParaRPr lang="en-US"/>
          </a:p>
        </p:txBody>
      </p:sp>
      <p:sp>
        <p:nvSpPr>
          <p:cNvPr id="9" name="Shape 13">
            <a:extLst>
              <a:ext uri="{FF2B5EF4-FFF2-40B4-BE49-F238E27FC236}">
                <a16:creationId xmlns:a16="http://schemas.microsoft.com/office/drawing/2014/main" id="{E23C69E5-A89F-4C85-8E9A-DECBADE554AC}"/>
              </a:ext>
            </a:extLst>
          </p:cNvPr>
          <p:cNvSpPr/>
          <p:nvPr userDrawn="1"/>
        </p:nvSpPr>
        <p:spPr>
          <a:xfrm>
            <a:off x="696000" y="3205316"/>
            <a:ext cx="2520000" cy="3077496"/>
          </a:xfrm>
          <a:prstGeom prst="roundRect">
            <a:avLst>
              <a:gd name="adj" fmla="val 8148"/>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a:lstStyle/>
          <a:p>
            <a:endParaRPr lang="en-US"/>
          </a:p>
        </p:txBody>
      </p:sp>
      <p:sp>
        <p:nvSpPr>
          <p:cNvPr id="10" name="Espace réservé du texte 3">
            <a:extLst>
              <a:ext uri="{FF2B5EF4-FFF2-40B4-BE49-F238E27FC236}">
                <a16:creationId xmlns:a16="http://schemas.microsoft.com/office/drawing/2014/main" id="{D67EFB87-03C0-E044-BDC8-D5282439D12E}"/>
              </a:ext>
            </a:extLst>
          </p:cNvPr>
          <p:cNvSpPr>
            <a:spLocks noGrp="1"/>
          </p:cNvSpPr>
          <p:nvPr>
            <p:ph type="body" sz="quarter" idx="14" hasCustomPrompt="1"/>
          </p:nvPr>
        </p:nvSpPr>
        <p:spPr>
          <a:xfrm>
            <a:off x="876000" y="3354783"/>
            <a:ext cx="633413" cy="625475"/>
          </a:xfrm>
          <a:blipFill>
            <a:blip r:embed="rId2"/>
            <a:stretch>
              <a:fillRect/>
            </a:stretch>
          </a:blipFill>
        </p:spPr>
        <p:txBody>
          <a:bodyPr anchor="ctr">
            <a:normAutofit/>
          </a:bodyPr>
          <a:lstStyle>
            <a:lvl1pPr algn="ctr">
              <a:buNone/>
              <a:defRPr sz="2400" b="1">
                <a:gradFill>
                  <a:gsLst>
                    <a:gs pos="0">
                      <a:srgbClr val="BA131A"/>
                    </a:gs>
                    <a:gs pos="100000">
                      <a:srgbClr val="E2575D"/>
                    </a:gs>
                  </a:gsLst>
                  <a:lin ang="2700000" scaled="1"/>
                </a:gradFill>
              </a:defRPr>
            </a:lvl1pPr>
          </a:lstStyle>
          <a:p>
            <a:pPr lvl="0"/>
            <a:r>
              <a:rPr lang="fr-FR" dirty="0"/>
              <a:t>1</a:t>
            </a:r>
            <a:endParaRPr lang="en-US" dirty="0"/>
          </a:p>
        </p:txBody>
      </p:sp>
      <p:sp>
        <p:nvSpPr>
          <p:cNvPr id="11" name="Espace réservé du texte 12">
            <a:extLst>
              <a:ext uri="{FF2B5EF4-FFF2-40B4-BE49-F238E27FC236}">
                <a16:creationId xmlns:a16="http://schemas.microsoft.com/office/drawing/2014/main" id="{04C3D23F-1D17-2A8A-A73E-7988D074FA5C}"/>
              </a:ext>
            </a:extLst>
          </p:cNvPr>
          <p:cNvSpPr>
            <a:spLocks noGrp="1"/>
          </p:cNvSpPr>
          <p:nvPr>
            <p:ph type="body" sz="quarter" idx="15" hasCustomPrompt="1"/>
          </p:nvPr>
        </p:nvSpPr>
        <p:spPr>
          <a:xfrm>
            <a:off x="876000" y="4047408"/>
            <a:ext cx="2181832" cy="625475"/>
          </a:xfrm>
        </p:spPr>
        <p:txBody>
          <a:bodyPr anchor="ctr" anchorCtr="0">
            <a:noAutofit/>
          </a:bodyPr>
          <a:lstStyle>
            <a:lvl1pPr marL="0" indent="0">
              <a:buFont typeface="Arial" panose="020B0604020202020204" pitchFamily="34" charset="0"/>
              <a:buNone/>
              <a:defRPr sz="2000" b="1">
                <a:latin typeface="+mj-lt"/>
              </a:defRPr>
            </a:lvl1pPr>
          </a:lstStyle>
          <a:p>
            <a:pPr lvl="0"/>
            <a:r>
              <a:rPr lang="fr-FR" dirty="0"/>
              <a:t>Cliquez pour modifier le texte</a:t>
            </a:r>
          </a:p>
        </p:txBody>
      </p:sp>
      <p:sp>
        <p:nvSpPr>
          <p:cNvPr id="12" name="Espace réservé du texte 12">
            <a:extLst>
              <a:ext uri="{FF2B5EF4-FFF2-40B4-BE49-F238E27FC236}">
                <a16:creationId xmlns:a16="http://schemas.microsoft.com/office/drawing/2014/main" id="{22F8E94B-4420-0C8D-01EB-DED6FFB48077}"/>
              </a:ext>
            </a:extLst>
          </p:cNvPr>
          <p:cNvSpPr>
            <a:spLocks noGrp="1"/>
          </p:cNvSpPr>
          <p:nvPr>
            <p:ph type="body" sz="quarter" idx="16" hasCustomPrompt="1"/>
          </p:nvPr>
        </p:nvSpPr>
        <p:spPr>
          <a:xfrm>
            <a:off x="876000" y="4709652"/>
            <a:ext cx="2181832" cy="1366566"/>
          </a:xfrm>
        </p:spPr>
        <p:txBody>
          <a:bodyPr anchor="ctr" anchorCtr="0">
            <a:noAutofit/>
          </a:bodyPr>
          <a:lstStyle>
            <a:lvl1pPr marL="0" indent="0">
              <a:buFont typeface="Arial" panose="020B0604020202020204" pitchFamily="34" charset="0"/>
              <a:buNone/>
              <a:defRPr sz="1800"/>
            </a:lvl1pPr>
          </a:lstStyle>
          <a:p>
            <a:pPr lvl="0"/>
            <a:r>
              <a:rPr lang="fr-FR" dirty="0"/>
              <a:t>Cliquez pour modifier le texte</a:t>
            </a:r>
          </a:p>
        </p:txBody>
      </p:sp>
      <p:sp>
        <p:nvSpPr>
          <p:cNvPr id="21" name="Espace réservé du texte 8">
            <a:extLst>
              <a:ext uri="{FF2B5EF4-FFF2-40B4-BE49-F238E27FC236}">
                <a16:creationId xmlns:a16="http://schemas.microsoft.com/office/drawing/2014/main" id="{44A0F437-DBD2-CFDA-A585-C152D0AF9910}"/>
              </a:ext>
            </a:extLst>
          </p:cNvPr>
          <p:cNvSpPr>
            <a:spLocks noGrp="1"/>
          </p:cNvSpPr>
          <p:nvPr>
            <p:ph type="body" sz="quarter" idx="13" hasCustomPrompt="1"/>
          </p:nvPr>
        </p:nvSpPr>
        <p:spPr>
          <a:xfrm>
            <a:off x="696000" y="750887"/>
            <a:ext cx="3420000" cy="432000"/>
          </a:xfrm>
          <a:prstGeom prst="roundRect">
            <a:avLst>
              <a:gd name="adj" fmla="val 50000"/>
            </a:avLst>
          </a:prstGeom>
          <a:solidFill>
            <a:schemeClr val="accent3">
              <a:lumMod val="40000"/>
              <a:lumOff val="60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anchor="ctr">
            <a:noAutofit/>
          </a:bodyPr>
          <a:lstStyle>
            <a:lvl1pPr algn="ctr">
              <a:buNone/>
              <a:defRPr sz="1600" b="1">
                <a:solidFill>
                  <a:schemeClr val="accent1"/>
                </a:solidFill>
              </a:defRPr>
            </a:lvl1pPr>
          </a:lstStyle>
          <a:p>
            <a:pPr lvl="0"/>
            <a:r>
              <a:rPr lang="fr-FR" dirty="0"/>
              <a:t>Titre</a:t>
            </a:r>
            <a:endParaRPr lang="en-US" dirty="0"/>
          </a:p>
        </p:txBody>
      </p:sp>
      <p:sp>
        <p:nvSpPr>
          <p:cNvPr id="4" name="Espace réservé du texte 12">
            <a:extLst>
              <a:ext uri="{FF2B5EF4-FFF2-40B4-BE49-F238E27FC236}">
                <a16:creationId xmlns:a16="http://schemas.microsoft.com/office/drawing/2014/main" id="{F3EE431A-625F-3E1C-71DA-4ED79C3044B0}"/>
              </a:ext>
            </a:extLst>
          </p:cNvPr>
          <p:cNvSpPr>
            <a:spLocks noGrp="1"/>
          </p:cNvSpPr>
          <p:nvPr>
            <p:ph type="body" sz="quarter" idx="23" hasCustomPrompt="1"/>
          </p:nvPr>
        </p:nvSpPr>
        <p:spPr>
          <a:xfrm>
            <a:off x="695999" y="2298256"/>
            <a:ext cx="10799999" cy="833522"/>
          </a:xfrm>
        </p:spPr>
        <p:txBody>
          <a:bodyPr anchor="ctr" anchorCtr="0">
            <a:noAutofit/>
          </a:bodyPr>
          <a:lstStyle>
            <a:lvl1pPr marL="0" indent="0">
              <a:buFont typeface="Arial" panose="020B0604020202020204" pitchFamily="34" charset="0"/>
              <a:buNone/>
              <a:defRPr sz="1800"/>
            </a:lvl1pPr>
          </a:lstStyle>
          <a:p>
            <a:pPr lvl="0"/>
            <a:r>
              <a:rPr lang="fr-FR" dirty="0"/>
              <a:t>Cliquez pour modifier le texte</a:t>
            </a:r>
          </a:p>
        </p:txBody>
      </p:sp>
      <p:sp>
        <p:nvSpPr>
          <p:cNvPr id="5" name="Shape 13">
            <a:extLst>
              <a:ext uri="{FF2B5EF4-FFF2-40B4-BE49-F238E27FC236}">
                <a16:creationId xmlns:a16="http://schemas.microsoft.com/office/drawing/2014/main" id="{7B1C5F78-1375-5D2F-0896-0E21FF982FD2}"/>
              </a:ext>
            </a:extLst>
          </p:cNvPr>
          <p:cNvSpPr/>
          <p:nvPr userDrawn="1"/>
        </p:nvSpPr>
        <p:spPr>
          <a:xfrm>
            <a:off x="8976002" y="3205316"/>
            <a:ext cx="2520000" cy="3077496"/>
          </a:xfrm>
          <a:prstGeom prst="roundRect">
            <a:avLst>
              <a:gd name="adj" fmla="val 8148"/>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a:lstStyle/>
          <a:p>
            <a:endParaRPr lang="en-US"/>
          </a:p>
        </p:txBody>
      </p:sp>
      <p:sp>
        <p:nvSpPr>
          <p:cNvPr id="6" name="Espace réservé du texte 3">
            <a:extLst>
              <a:ext uri="{FF2B5EF4-FFF2-40B4-BE49-F238E27FC236}">
                <a16:creationId xmlns:a16="http://schemas.microsoft.com/office/drawing/2014/main" id="{B368152A-8F7D-A337-EB30-8A6D51FF3C7C}"/>
              </a:ext>
            </a:extLst>
          </p:cNvPr>
          <p:cNvSpPr>
            <a:spLocks noGrp="1"/>
          </p:cNvSpPr>
          <p:nvPr>
            <p:ph type="body" sz="quarter" idx="24" hasCustomPrompt="1"/>
          </p:nvPr>
        </p:nvSpPr>
        <p:spPr>
          <a:xfrm>
            <a:off x="9156002" y="3354783"/>
            <a:ext cx="633413" cy="625475"/>
          </a:xfrm>
          <a:blipFill>
            <a:blip r:embed="rId2"/>
            <a:stretch>
              <a:fillRect/>
            </a:stretch>
          </a:blipFill>
        </p:spPr>
        <p:txBody>
          <a:bodyPr anchor="ctr">
            <a:normAutofit/>
          </a:bodyPr>
          <a:lstStyle>
            <a:lvl1pPr algn="ctr">
              <a:buNone/>
              <a:defRPr sz="2400" b="1">
                <a:gradFill>
                  <a:gsLst>
                    <a:gs pos="0">
                      <a:srgbClr val="BA131A"/>
                    </a:gs>
                    <a:gs pos="100000">
                      <a:srgbClr val="E2575D"/>
                    </a:gs>
                  </a:gsLst>
                  <a:lin ang="2700000" scaled="1"/>
                </a:gradFill>
              </a:defRPr>
            </a:lvl1pPr>
          </a:lstStyle>
          <a:p>
            <a:pPr lvl="0"/>
            <a:r>
              <a:rPr lang="fr-FR" dirty="0"/>
              <a:t>1</a:t>
            </a:r>
            <a:endParaRPr lang="en-US" dirty="0"/>
          </a:p>
        </p:txBody>
      </p:sp>
      <p:sp>
        <p:nvSpPr>
          <p:cNvPr id="7" name="Espace réservé du texte 12">
            <a:extLst>
              <a:ext uri="{FF2B5EF4-FFF2-40B4-BE49-F238E27FC236}">
                <a16:creationId xmlns:a16="http://schemas.microsoft.com/office/drawing/2014/main" id="{6C7D2C27-B532-BB68-71D9-93F8FA2DBFD1}"/>
              </a:ext>
            </a:extLst>
          </p:cNvPr>
          <p:cNvSpPr>
            <a:spLocks noGrp="1"/>
          </p:cNvSpPr>
          <p:nvPr>
            <p:ph type="body" sz="quarter" idx="25" hasCustomPrompt="1"/>
          </p:nvPr>
        </p:nvSpPr>
        <p:spPr>
          <a:xfrm>
            <a:off x="9156002" y="4047408"/>
            <a:ext cx="2181832" cy="625475"/>
          </a:xfrm>
        </p:spPr>
        <p:txBody>
          <a:bodyPr anchor="ctr" anchorCtr="0">
            <a:noAutofit/>
          </a:bodyPr>
          <a:lstStyle>
            <a:lvl1pPr marL="0" indent="0">
              <a:buFont typeface="Arial" panose="020B0604020202020204" pitchFamily="34" charset="0"/>
              <a:buNone/>
              <a:defRPr sz="2000" b="1">
                <a:latin typeface="+mj-lt"/>
              </a:defRPr>
            </a:lvl1pPr>
          </a:lstStyle>
          <a:p>
            <a:pPr lvl="0"/>
            <a:r>
              <a:rPr lang="fr-FR" dirty="0"/>
              <a:t>Cliquez pour modifier le texte</a:t>
            </a:r>
          </a:p>
        </p:txBody>
      </p:sp>
      <p:sp>
        <p:nvSpPr>
          <p:cNvPr id="8" name="Espace réservé du texte 12">
            <a:extLst>
              <a:ext uri="{FF2B5EF4-FFF2-40B4-BE49-F238E27FC236}">
                <a16:creationId xmlns:a16="http://schemas.microsoft.com/office/drawing/2014/main" id="{CE618A53-AF85-DFE6-61EA-11171A924343}"/>
              </a:ext>
            </a:extLst>
          </p:cNvPr>
          <p:cNvSpPr>
            <a:spLocks noGrp="1"/>
          </p:cNvSpPr>
          <p:nvPr>
            <p:ph type="body" sz="quarter" idx="26" hasCustomPrompt="1"/>
          </p:nvPr>
        </p:nvSpPr>
        <p:spPr>
          <a:xfrm>
            <a:off x="9156002" y="4709652"/>
            <a:ext cx="2181832" cy="1366566"/>
          </a:xfrm>
        </p:spPr>
        <p:txBody>
          <a:bodyPr anchor="ctr" anchorCtr="0">
            <a:noAutofit/>
          </a:bodyPr>
          <a:lstStyle>
            <a:lvl1pPr marL="0" indent="0">
              <a:buFont typeface="Arial" panose="020B0604020202020204" pitchFamily="34" charset="0"/>
              <a:buNone/>
              <a:defRPr sz="1800"/>
            </a:lvl1pPr>
          </a:lstStyle>
          <a:p>
            <a:pPr lvl="0"/>
            <a:r>
              <a:rPr lang="fr-FR" dirty="0"/>
              <a:t>Cliquez pour modifier le texte</a:t>
            </a:r>
          </a:p>
        </p:txBody>
      </p:sp>
      <p:sp>
        <p:nvSpPr>
          <p:cNvPr id="22" name="Shape 13">
            <a:extLst>
              <a:ext uri="{FF2B5EF4-FFF2-40B4-BE49-F238E27FC236}">
                <a16:creationId xmlns:a16="http://schemas.microsoft.com/office/drawing/2014/main" id="{F4C85711-1439-EA4B-5CA9-6663C0C93296}"/>
              </a:ext>
            </a:extLst>
          </p:cNvPr>
          <p:cNvSpPr/>
          <p:nvPr userDrawn="1"/>
        </p:nvSpPr>
        <p:spPr>
          <a:xfrm>
            <a:off x="3439201" y="3205316"/>
            <a:ext cx="2520000" cy="3077496"/>
          </a:xfrm>
          <a:prstGeom prst="roundRect">
            <a:avLst>
              <a:gd name="adj" fmla="val 8148"/>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a:lstStyle/>
          <a:p>
            <a:endParaRPr lang="en-US"/>
          </a:p>
        </p:txBody>
      </p:sp>
      <p:sp>
        <p:nvSpPr>
          <p:cNvPr id="23" name="Espace réservé du texte 3">
            <a:extLst>
              <a:ext uri="{FF2B5EF4-FFF2-40B4-BE49-F238E27FC236}">
                <a16:creationId xmlns:a16="http://schemas.microsoft.com/office/drawing/2014/main" id="{91BA1ADA-B9D9-3072-B64A-0E03C3C22C15}"/>
              </a:ext>
            </a:extLst>
          </p:cNvPr>
          <p:cNvSpPr>
            <a:spLocks noGrp="1"/>
          </p:cNvSpPr>
          <p:nvPr>
            <p:ph type="body" sz="quarter" idx="27" hasCustomPrompt="1"/>
          </p:nvPr>
        </p:nvSpPr>
        <p:spPr>
          <a:xfrm>
            <a:off x="3663445" y="3354783"/>
            <a:ext cx="633413" cy="625475"/>
          </a:xfrm>
          <a:blipFill>
            <a:blip r:embed="rId2"/>
            <a:stretch>
              <a:fillRect/>
            </a:stretch>
          </a:blipFill>
        </p:spPr>
        <p:txBody>
          <a:bodyPr anchor="ctr">
            <a:normAutofit/>
          </a:bodyPr>
          <a:lstStyle>
            <a:lvl1pPr algn="ctr">
              <a:buNone/>
              <a:defRPr sz="2400" b="1">
                <a:gradFill>
                  <a:gsLst>
                    <a:gs pos="0">
                      <a:srgbClr val="BA131A"/>
                    </a:gs>
                    <a:gs pos="100000">
                      <a:srgbClr val="E2575D"/>
                    </a:gs>
                  </a:gsLst>
                  <a:lin ang="2700000" scaled="1"/>
                </a:gradFill>
              </a:defRPr>
            </a:lvl1pPr>
          </a:lstStyle>
          <a:p>
            <a:pPr lvl="0"/>
            <a:r>
              <a:rPr lang="fr-FR" dirty="0"/>
              <a:t>1</a:t>
            </a:r>
            <a:endParaRPr lang="en-US" dirty="0"/>
          </a:p>
        </p:txBody>
      </p:sp>
      <p:sp>
        <p:nvSpPr>
          <p:cNvPr id="24" name="Espace réservé du texte 12">
            <a:extLst>
              <a:ext uri="{FF2B5EF4-FFF2-40B4-BE49-F238E27FC236}">
                <a16:creationId xmlns:a16="http://schemas.microsoft.com/office/drawing/2014/main" id="{E6A7234C-05E0-FE4E-451B-9023D7A76348}"/>
              </a:ext>
            </a:extLst>
          </p:cNvPr>
          <p:cNvSpPr>
            <a:spLocks noGrp="1"/>
          </p:cNvSpPr>
          <p:nvPr>
            <p:ph type="body" sz="quarter" idx="28" hasCustomPrompt="1"/>
          </p:nvPr>
        </p:nvSpPr>
        <p:spPr>
          <a:xfrm>
            <a:off x="3663445" y="4047408"/>
            <a:ext cx="2181832" cy="625475"/>
          </a:xfrm>
        </p:spPr>
        <p:txBody>
          <a:bodyPr anchor="ctr" anchorCtr="0">
            <a:noAutofit/>
          </a:bodyPr>
          <a:lstStyle>
            <a:lvl1pPr marL="0" indent="0">
              <a:buFont typeface="Arial" panose="020B0604020202020204" pitchFamily="34" charset="0"/>
              <a:buNone/>
              <a:defRPr sz="2000" b="1">
                <a:latin typeface="+mj-lt"/>
              </a:defRPr>
            </a:lvl1pPr>
          </a:lstStyle>
          <a:p>
            <a:pPr lvl="0"/>
            <a:r>
              <a:rPr lang="fr-FR" dirty="0"/>
              <a:t>Cliquez pour modifier le texte</a:t>
            </a:r>
          </a:p>
        </p:txBody>
      </p:sp>
      <p:sp>
        <p:nvSpPr>
          <p:cNvPr id="25" name="Espace réservé du texte 12">
            <a:extLst>
              <a:ext uri="{FF2B5EF4-FFF2-40B4-BE49-F238E27FC236}">
                <a16:creationId xmlns:a16="http://schemas.microsoft.com/office/drawing/2014/main" id="{556065E6-1309-5E0C-EA94-8DBACD2CC477}"/>
              </a:ext>
            </a:extLst>
          </p:cNvPr>
          <p:cNvSpPr>
            <a:spLocks noGrp="1"/>
          </p:cNvSpPr>
          <p:nvPr>
            <p:ph type="body" sz="quarter" idx="29" hasCustomPrompt="1"/>
          </p:nvPr>
        </p:nvSpPr>
        <p:spPr>
          <a:xfrm>
            <a:off x="3663445" y="4709652"/>
            <a:ext cx="2181832" cy="1366566"/>
          </a:xfrm>
        </p:spPr>
        <p:txBody>
          <a:bodyPr anchor="ctr" anchorCtr="0">
            <a:noAutofit/>
          </a:bodyPr>
          <a:lstStyle>
            <a:lvl1pPr marL="0" indent="0">
              <a:buFont typeface="Arial" panose="020B0604020202020204" pitchFamily="34" charset="0"/>
              <a:buNone/>
              <a:defRPr sz="1800"/>
            </a:lvl1pPr>
          </a:lstStyle>
          <a:p>
            <a:pPr lvl="0"/>
            <a:r>
              <a:rPr lang="fr-FR" dirty="0"/>
              <a:t>Cliquez pour modifier le texte</a:t>
            </a:r>
          </a:p>
        </p:txBody>
      </p:sp>
      <p:sp>
        <p:nvSpPr>
          <p:cNvPr id="26" name="Shape 13">
            <a:extLst>
              <a:ext uri="{FF2B5EF4-FFF2-40B4-BE49-F238E27FC236}">
                <a16:creationId xmlns:a16="http://schemas.microsoft.com/office/drawing/2014/main" id="{E6FD8120-B67E-392D-15C1-6D676EB35283}"/>
              </a:ext>
            </a:extLst>
          </p:cNvPr>
          <p:cNvSpPr/>
          <p:nvPr userDrawn="1"/>
        </p:nvSpPr>
        <p:spPr>
          <a:xfrm>
            <a:off x="6232800" y="3205316"/>
            <a:ext cx="2520000" cy="3077496"/>
          </a:xfrm>
          <a:prstGeom prst="roundRect">
            <a:avLst>
              <a:gd name="adj" fmla="val 8148"/>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a:lstStyle/>
          <a:p>
            <a:endParaRPr lang="en-US"/>
          </a:p>
        </p:txBody>
      </p:sp>
      <p:sp>
        <p:nvSpPr>
          <p:cNvPr id="27" name="Espace réservé du texte 3">
            <a:extLst>
              <a:ext uri="{FF2B5EF4-FFF2-40B4-BE49-F238E27FC236}">
                <a16:creationId xmlns:a16="http://schemas.microsoft.com/office/drawing/2014/main" id="{C22C5930-01F0-0E22-79B9-2994092BE80A}"/>
              </a:ext>
            </a:extLst>
          </p:cNvPr>
          <p:cNvSpPr>
            <a:spLocks noGrp="1"/>
          </p:cNvSpPr>
          <p:nvPr>
            <p:ph type="body" sz="quarter" idx="30" hasCustomPrompt="1"/>
          </p:nvPr>
        </p:nvSpPr>
        <p:spPr>
          <a:xfrm>
            <a:off x="6412800" y="3354783"/>
            <a:ext cx="633413" cy="625475"/>
          </a:xfrm>
          <a:blipFill>
            <a:blip r:embed="rId2"/>
            <a:stretch>
              <a:fillRect/>
            </a:stretch>
          </a:blipFill>
        </p:spPr>
        <p:txBody>
          <a:bodyPr anchor="ctr">
            <a:normAutofit/>
          </a:bodyPr>
          <a:lstStyle>
            <a:lvl1pPr algn="ctr">
              <a:buNone/>
              <a:defRPr sz="2400" b="1">
                <a:gradFill>
                  <a:gsLst>
                    <a:gs pos="0">
                      <a:srgbClr val="BA131A"/>
                    </a:gs>
                    <a:gs pos="100000">
                      <a:srgbClr val="E2575D"/>
                    </a:gs>
                  </a:gsLst>
                  <a:lin ang="2700000" scaled="1"/>
                </a:gradFill>
              </a:defRPr>
            </a:lvl1pPr>
          </a:lstStyle>
          <a:p>
            <a:pPr lvl="0"/>
            <a:r>
              <a:rPr lang="fr-FR" dirty="0"/>
              <a:t>1</a:t>
            </a:r>
            <a:endParaRPr lang="en-US" dirty="0"/>
          </a:p>
        </p:txBody>
      </p:sp>
      <p:sp>
        <p:nvSpPr>
          <p:cNvPr id="28" name="Espace réservé du texte 12">
            <a:extLst>
              <a:ext uri="{FF2B5EF4-FFF2-40B4-BE49-F238E27FC236}">
                <a16:creationId xmlns:a16="http://schemas.microsoft.com/office/drawing/2014/main" id="{1D020CE9-2BC5-82DA-40B7-A001B1470F21}"/>
              </a:ext>
            </a:extLst>
          </p:cNvPr>
          <p:cNvSpPr>
            <a:spLocks noGrp="1"/>
          </p:cNvSpPr>
          <p:nvPr>
            <p:ph type="body" sz="quarter" idx="31" hasCustomPrompt="1"/>
          </p:nvPr>
        </p:nvSpPr>
        <p:spPr>
          <a:xfrm>
            <a:off x="6412800" y="4047408"/>
            <a:ext cx="2181832" cy="625475"/>
          </a:xfrm>
        </p:spPr>
        <p:txBody>
          <a:bodyPr anchor="ctr" anchorCtr="0">
            <a:noAutofit/>
          </a:bodyPr>
          <a:lstStyle>
            <a:lvl1pPr marL="0" indent="0">
              <a:buFont typeface="Arial" panose="020B0604020202020204" pitchFamily="34" charset="0"/>
              <a:buNone/>
              <a:defRPr sz="2000" b="1">
                <a:latin typeface="+mj-lt"/>
              </a:defRPr>
            </a:lvl1pPr>
          </a:lstStyle>
          <a:p>
            <a:pPr lvl="0"/>
            <a:r>
              <a:rPr lang="fr-FR" dirty="0"/>
              <a:t>Cliquez pour modifier le texte</a:t>
            </a:r>
          </a:p>
        </p:txBody>
      </p:sp>
      <p:sp>
        <p:nvSpPr>
          <p:cNvPr id="29" name="Espace réservé du texte 12">
            <a:extLst>
              <a:ext uri="{FF2B5EF4-FFF2-40B4-BE49-F238E27FC236}">
                <a16:creationId xmlns:a16="http://schemas.microsoft.com/office/drawing/2014/main" id="{23C6EE50-C2CA-E247-EE03-644E4B3F90C3}"/>
              </a:ext>
            </a:extLst>
          </p:cNvPr>
          <p:cNvSpPr>
            <a:spLocks noGrp="1"/>
          </p:cNvSpPr>
          <p:nvPr>
            <p:ph type="body" sz="quarter" idx="32" hasCustomPrompt="1"/>
          </p:nvPr>
        </p:nvSpPr>
        <p:spPr>
          <a:xfrm>
            <a:off x="6412800" y="4709652"/>
            <a:ext cx="2181832" cy="1366566"/>
          </a:xfrm>
        </p:spPr>
        <p:txBody>
          <a:bodyPr anchor="ctr" anchorCtr="0">
            <a:noAutofit/>
          </a:bodyPr>
          <a:lstStyle>
            <a:lvl1pPr marL="0" indent="0">
              <a:buFont typeface="Arial" panose="020B0604020202020204" pitchFamily="34" charset="0"/>
              <a:buNone/>
              <a:defRPr sz="1800"/>
            </a:lvl1pPr>
          </a:lstStyle>
          <a:p>
            <a:pPr lvl="0"/>
            <a:r>
              <a:rPr lang="fr-FR" dirty="0"/>
              <a:t>Cliquez pour modifier le texte</a:t>
            </a:r>
          </a:p>
        </p:txBody>
      </p:sp>
    </p:spTree>
    <p:extLst>
      <p:ext uri="{BB962C8B-B14F-4D97-AF65-F5344CB8AC3E}">
        <p14:creationId xmlns:p14="http://schemas.microsoft.com/office/powerpoint/2010/main" val="292114949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oxed - 3 columns X2">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E8B66DC-8879-6B50-6C1C-73111FB3B129}"/>
              </a:ext>
            </a:extLst>
          </p:cNvPr>
          <p:cNvSpPr>
            <a:spLocks noGrp="1"/>
          </p:cNvSpPr>
          <p:nvPr>
            <p:ph type="title"/>
          </p:nvPr>
        </p:nvSpPr>
        <p:spPr/>
        <p:txBody>
          <a:bodyPr/>
          <a:lstStyle/>
          <a:p>
            <a:r>
              <a:rPr lang="fr-FR"/>
              <a:t>Modifiez le style du titre</a:t>
            </a:r>
            <a:endParaRPr lang="en-US"/>
          </a:p>
        </p:txBody>
      </p:sp>
      <p:sp>
        <p:nvSpPr>
          <p:cNvPr id="3" name="Espace réservé du numéro de diapositive 2">
            <a:extLst>
              <a:ext uri="{FF2B5EF4-FFF2-40B4-BE49-F238E27FC236}">
                <a16:creationId xmlns:a16="http://schemas.microsoft.com/office/drawing/2014/main" id="{A47FD755-1BCC-B9C4-E33C-82D51850ACC9}"/>
              </a:ext>
            </a:extLst>
          </p:cNvPr>
          <p:cNvSpPr>
            <a:spLocks noGrp="1"/>
          </p:cNvSpPr>
          <p:nvPr>
            <p:ph type="sldNum" sz="quarter" idx="10"/>
          </p:nvPr>
        </p:nvSpPr>
        <p:spPr/>
        <p:txBody>
          <a:bodyPr/>
          <a:lstStyle/>
          <a:p>
            <a:fld id="{262175C0-8CD5-419A-A749-8C17692C9EAC}" type="slidenum">
              <a:rPr lang="en-US" smtClean="0"/>
              <a:t>‹N°›</a:t>
            </a:fld>
            <a:endParaRPr lang="en-US"/>
          </a:p>
        </p:txBody>
      </p:sp>
      <p:sp>
        <p:nvSpPr>
          <p:cNvPr id="9" name="Shape 13">
            <a:extLst>
              <a:ext uri="{FF2B5EF4-FFF2-40B4-BE49-F238E27FC236}">
                <a16:creationId xmlns:a16="http://schemas.microsoft.com/office/drawing/2014/main" id="{E23C69E5-A89F-4C85-8E9A-DECBADE554AC}"/>
              </a:ext>
            </a:extLst>
          </p:cNvPr>
          <p:cNvSpPr/>
          <p:nvPr userDrawn="1"/>
        </p:nvSpPr>
        <p:spPr>
          <a:xfrm>
            <a:off x="696000" y="2408902"/>
            <a:ext cx="3420000" cy="1868130"/>
          </a:xfrm>
          <a:prstGeom prst="roundRect">
            <a:avLst>
              <a:gd name="adj" fmla="val 8148"/>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a:lstStyle/>
          <a:p>
            <a:endParaRPr lang="en-US"/>
          </a:p>
        </p:txBody>
      </p:sp>
      <p:sp>
        <p:nvSpPr>
          <p:cNvPr id="10" name="Espace réservé du texte 3">
            <a:extLst>
              <a:ext uri="{FF2B5EF4-FFF2-40B4-BE49-F238E27FC236}">
                <a16:creationId xmlns:a16="http://schemas.microsoft.com/office/drawing/2014/main" id="{D67EFB87-03C0-E044-BDC8-D5282439D12E}"/>
              </a:ext>
            </a:extLst>
          </p:cNvPr>
          <p:cNvSpPr>
            <a:spLocks noGrp="1"/>
          </p:cNvSpPr>
          <p:nvPr>
            <p:ph type="body" sz="quarter" idx="14" hasCustomPrompt="1"/>
          </p:nvPr>
        </p:nvSpPr>
        <p:spPr>
          <a:xfrm>
            <a:off x="876001" y="2598128"/>
            <a:ext cx="482724" cy="476674"/>
          </a:xfrm>
          <a:blipFill>
            <a:blip r:embed="rId2"/>
            <a:stretch>
              <a:fillRect/>
            </a:stretch>
          </a:blipFill>
        </p:spPr>
        <p:txBody>
          <a:bodyPr anchor="ctr">
            <a:normAutofit/>
          </a:bodyPr>
          <a:lstStyle>
            <a:lvl1pPr algn="ctr">
              <a:buNone/>
              <a:defRPr sz="1800" b="1">
                <a:gradFill>
                  <a:gsLst>
                    <a:gs pos="0">
                      <a:srgbClr val="BA131A"/>
                    </a:gs>
                    <a:gs pos="100000">
                      <a:srgbClr val="E2575D"/>
                    </a:gs>
                  </a:gsLst>
                  <a:lin ang="2700000" scaled="1"/>
                </a:gradFill>
              </a:defRPr>
            </a:lvl1pPr>
          </a:lstStyle>
          <a:p>
            <a:pPr lvl="0"/>
            <a:r>
              <a:rPr lang="fr-FR" dirty="0"/>
              <a:t>1</a:t>
            </a:r>
            <a:endParaRPr lang="en-US" dirty="0"/>
          </a:p>
        </p:txBody>
      </p:sp>
      <p:sp>
        <p:nvSpPr>
          <p:cNvPr id="11" name="Espace réservé du texte 12">
            <a:extLst>
              <a:ext uri="{FF2B5EF4-FFF2-40B4-BE49-F238E27FC236}">
                <a16:creationId xmlns:a16="http://schemas.microsoft.com/office/drawing/2014/main" id="{04C3D23F-1D17-2A8A-A73E-7988D074FA5C}"/>
              </a:ext>
            </a:extLst>
          </p:cNvPr>
          <p:cNvSpPr>
            <a:spLocks noGrp="1"/>
          </p:cNvSpPr>
          <p:nvPr>
            <p:ph type="body" sz="quarter" idx="15" hasCustomPrompt="1"/>
          </p:nvPr>
        </p:nvSpPr>
        <p:spPr>
          <a:xfrm>
            <a:off x="1358725" y="2545238"/>
            <a:ext cx="2577275" cy="625475"/>
          </a:xfrm>
        </p:spPr>
        <p:txBody>
          <a:bodyPr anchor="ctr" anchorCtr="0">
            <a:noAutofit/>
          </a:bodyPr>
          <a:lstStyle>
            <a:lvl1pPr marL="0" indent="0">
              <a:buFont typeface="Arial" panose="020B0604020202020204" pitchFamily="34" charset="0"/>
              <a:buNone/>
              <a:defRPr sz="2000" b="1">
                <a:latin typeface="+mj-lt"/>
              </a:defRPr>
            </a:lvl1pPr>
          </a:lstStyle>
          <a:p>
            <a:pPr lvl="0"/>
            <a:r>
              <a:rPr lang="fr-FR" dirty="0"/>
              <a:t>Cliquez pour modifier le texte</a:t>
            </a:r>
          </a:p>
        </p:txBody>
      </p:sp>
      <p:sp>
        <p:nvSpPr>
          <p:cNvPr id="12" name="Espace réservé du texte 12">
            <a:extLst>
              <a:ext uri="{FF2B5EF4-FFF2-40B4-BE49-F238E27FC236}">
                <a16:creationId xmlns:a16="http://schemas.microsoft.com/office/drawing/2014/main" id="{22F8E94B-4420-0C8D-01EB-DED6FFB48077}"/>
              </a:ext>
            </a:extLst>
          </p:cNvPr>
          <p:cNvSpPr>
            <a:spLocks noGrp="1"/>
          </p:cNvSpPr>
          <p:nvPr>
            <p:ph type="body" sz="quarter" idx="16" hasCustomPrompt="1"/>
          </p:nvPr>
        </p:nvSpPr>
        <p:spPr>
          <a:xfrm>
            <a:off x="876000" y="3181526"/>
            <a:ext cx="3060000" cy="988782"/>
          </a:xfrm>
        </p:spPr>
        <p:txBody>
          <a:bodyPr anchor="ctr" anchorCtr="0">
            <a:noAutofit/>
          </a:bodyPr>
          <a:lstStyle>
            <a:lvl1pPr marL="0" indent="0">
              <a:buFont typeface="Arial" panose="020B0604020202020204" pitchFamily="34" charset="0"/>
              <a:buNone/>
              <a:defRPr sz="1800"/>
            </a:lvl1pPr>
          </a:lstStyle>
          <a:p>
            <a:pPr lvl="0"/>
            <a:r>
              <a:rPr lang="fr-FR" dirty="0"/>
              <a:t>Cliquez pour modifier le texte</a:t>
            </a:r>
          </a:p>
        </p:txBody>
      </p:sp>
      <p:sp>
        <p:nvSpPr>
          <p:cNvPr id="21" name="Espace réservé du texte 8">
            <a:extLst>
              <a:ext uri="{FF2B5EF4-FFF2-40B4-BE49-F238E27FC236}">
                <a16:creationId xmlns:a16="http://schemas.microsoft.com/office/drawing/2014/main" id="{44A0F437-DBD2-CFDA-A585-C152D0AF9910}"/>
              </a:ext>
            </a:extLst>
          </p:cNvPr>
          <p:cNvSpPr>
            <a:spLocks noGrp="1"/>
          </p:cNvSpPr>
          <p:nvPr>
            <p:ph type="body" sz="quarter" idx="13" hasCustomPrompt="1"/>
          </p:nvPr>
        </p:nvSpPr>
        <p:spPr>
          <a:xfrm>
            <a:off x="696000" y="750887"/>
            <a:ext cx="3420000" cy="432000"/>
          </a:xfrm>
          <a:prstGeom prst="roundRect">
            <a:avLst>
              <a:gd name="adj" fmla="val 50000"/>
            </a:avLst>
          </a:prstGeom>
          <a:solidFill>
            <a:schemeClr val="accent3">
              <a:lumMod val="40000"/>
              <a:lumOff val="60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anchor="ctr">
            <a:noAutofit/>
          </a:bodyPr>
          <a:lstStyle>
            <a:lvl1pPr algn="ctr">
              <a:buNone/>
              <a:defRPr sz="1600" b="1">
                <a:solidFill>
                  <a:schemeClr val="accent1"/>
                </a:solidFill>
              </a:defRPr>
            </a:lvl1pPr>
          </a:lstStyle>
          <a:p>
            <a:pPr lvl="0"/>
            <a:r>
              <a:rPr lang="fr-FR" dirty="0"/>
              <a:t>Titre</a:t>
            </a:r>
            <a:endParaRPr lang="en-US" dirty="0"/>
          </a:p>
        </p:txBody>
      </p:sp>
      <p:sp>
        <p:nvSpPr>
          <p:cNvPr id="8" name="Shape 13">
            <a:extLst>
              <a:ext uri="{FF2B5EF4-FFF2-40B4-BE49-F238E27FC236}">
                <a16:creationId xmlns:a16="http://schemas.microsoft.com/office/drawing/2014/main" id="{7978CBC7-45E0-6373-CF23-CD07AFBE2705}"/>
              </a:ext>
            </a:extLst>
          </p:cNvPr>
          <p:cNvSpPr/>
          <p:nvPr userDrawn="1"/>
        </p:nvSpPr>
        <p:spPr>
          <a:xfrm>
            <a:off x="8076000" y="2408902"/>
            <a:ext cx="3420000" cy="1868130"/>
          </a:xfrm>
          <a:prstGeom prst="roundRect">
            <a:avLst>
              <a:gd name="adj" fmla="val 8148"/>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a:lstStyle/>
          <a:p>
            <a:endParaRPr lang="en-US"/>
          </a:p>
        </p:txBody>
      </p:sp>
      <p:sp>
        <p:nvSpPr>
          <p:cNvPr id="22" name="Espace réservé du texte 3">
            <a:extLst>
              <a:ext uri="{FF2B5EF4-FFF2-40B4-BE49-F238E27FC236}">
                <a16:creationId xmlns:a16="http://schemas.microsoft.com/office/drawing/2014/main" id="{D01E1FEC-8FBA-3F8B-19D2-8A190B908D35}"/>
              </a:ext>
            </a:extLst>
          </p:cNvPr>
          <p:cNvSpPr>
            <a:spLocks noGrp="1"/>
          </p:cNvSpPr>
          <p:nvPr>
            <p:ph type="body" sz="quarter" idx="17" hasCustomPrompt="1"/>
          </p:nvPr>
        </p:nvSpPr>
        <p:spPr>
          <a:xfrm>
            <a:off x="8256001" y="2598128"/>
            <a:ext cx="482724" cy="476674"/>
          </a:xfrm>
          <a:blipFill>
            <a:blip r:embed="rId2"/>
            <a:stretch>
              <a:fillRect/>
            </a:stretch>
          </a:blipFill>
        </p:spPr>
        <p:txBody>
          <a:bodyPr anchor="ctr">
            <a:normAutofit/>
          </a:bodyPr>
          <a:lstStyle>
            <a:lvl1pPr algn="ctr">
              <a:buNone/>
              <a:defRPr sz="1800" b="1">
                <a:gradFill>
                  <a:gsLst>
                    <a:gs pos="0">
                      <a:srgbClr val="BA131A"/>
                    </a:gs>
                    <a:gs pos="100000">
                      <a:srgbClr val="E2575D"/>
                    </a:gs>
                  </a:gsLst>
                  <a:lin ang="2700000" scaled="1"/>
                </a:gradFill>
              </a:defRPr>
            </a:lvl1pPr>
          </a:lstStyle>
          <a:p>
            <a:pPr lvl="0"/>
            <a:r>
              <a:rPr lang="fr-FR" dirty="0"/>
              <a:t>1</a:t>
            </a:r>
            <a:endParaRPr lang="en-US" dirty="0"/>
          </a:p>
        </p:txBody>
      </p:sp>
      <p:sp>
        <p:nvSpPr>
          <p:cNvPr id="23" name="Espace réservé du texte 12">
            <a:extLst>
              <a:ext uri="{FF2B5EF4-FFF2-40B4-BE49-F238E27FC236}">
                <a16:creationId xmlns:a16="http://schemas.microsoft.com/office/drawing/2014/main" id="{53C0DAAA-293C-F5E5-A53D-6069C50CEA12}"/>
              </a:ext>
            </a:extLst>
          </p:cNvPr>
          <p:cNvSpPr>
            <a:spLocks noGrp="1"/>
          </p:cNvSpPr>
          <p:nvPr>
            <p:ph type="body" sz="quarter" idx="18" hasCustomPrompt="1"/>
          </p:nvPr>
        </p:nvSpPr>
        <p:spPr>
          <a:xfrm>
            <a:off x="8738725" y="2545238"/>
            <a:ext cx="2577275" cy="625475"/>
          </a:xfrm>
        </p:spPr>
        <p:txBody>
          <a:bodyPr anchor="ctr" anchorCtr="0">
            <a:noAutofit/>
          </a:bodyPr>
          <a:lstStyle>
            <a:lvl1pPr marL="0" indent="0">
              <a:buFont typeface="Arial" panose="020B0604020202020204" pitchFamily="34" charset="0"/>
              <a:buNone/>
              <a:defRPr sz="2000" b="1">
                <a:latin typeface="+mj-lt"/>
              </a:defRPr>
            </a:lvl1pPr>
          </a:lstStyle>
          <a:p>
            <a:pPr lvl="0"/>
            <a:r>
              <a:rPr lang="fr-FR" dirty="0"/>
              <a:t>Cliquez pour modifier le texte</a:t>
            </a:r>
          </a:p>
        </p:txBody>
      </p:sp>
      <p:sp>
        <p:nvSpPr>
          <p:cNvPr id="24" name="Espace réservé du texte 12">
            <a:extLst>
              <a:ext uri="{FF2B5EF4-FFF2-40B4-BE49-F238E27FC236}">
                <a16:creationId xmlns:a16="http://schemas.microsoft.com/office/drawing/2014/main" id="{253012EA-FB5A-B044-376E-7C7C9A367564}"/>
              </a:ext>
            </a:extLst>
          </p:cNvPr>
          <p:cNvSpPr>
            <a:spLocks noGrp="1"/>
          </p:cNvSpPr>
          <p:nvPr>
            <p:ph type="body" sz="quarter" idx="19" hasCustomPrompt="1"/>
          </p:nvPr>
        </p:nvSpPr>
        <p:spPr>
          <a:xfrm>
            <a:off x="8256000" y="3181526"/>
            <a:ext cx="3060000" cy="988782"/>
          </a:xfrm>
        </p:spPr>
        <p:txBody>
          <a:bodyPr anchor="ctr" anchorCtr="0">
            <a:noAutofit/>
          </a:bodyPr>
          <a:lstStyle>
            <a:lvl1pPr marL="0" indent="0">
              <a:buFont typeface="Arial" panose="020B0604020202020204" pitchFamily="34" charset="0"/>
              <a:buNone/>
              <a:defRPr sz="1800"/>
            </a:lvl1pPr>
          </a:lstStyle>
          <a:p>
            <a:pPr lvl="0"/>
            <a:r>
              <a:rPr lang="fr-FR" dirty="0"/>
              <a:t>Cliquez pour modifier le texte</a:t>
            </a:r>
          </a:p>
        </p:txBody>
      </p:sp>
      <p:sp>
        <p:nvSpPr>
          <p:cNvPr id="25" name="Shape 13">
            <a:extLst>
              <a:ext uri="{FF2B5EF4-FFF2-40B4-BE49-F238E27FC236}">
                <a16:creationId xmlns:a16="http://schemas.microsoft.com/office/drawing/2014/main" id="{2142FA11-A1B6-6CED-A7A6-8326CB846972}"/>
              </a:ext>
            </a:extLst>
          </p:cNvPr>
          <p:cNvSpPr/>
          <p:nvPr userDrawn="1"/>
        </p:nvSpPr>
        <p:spPr>
          <a:xfrm>
            <a:off x="4386000" y="2408902"/>
            <a:ext cx="3420000" cy="1868130"/>
          </a:xfrm>
          <a:prstGeom prst="roundRect">
            <a:avLst>
              <a:gd name="adj" fmla="val 8148"/>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a:lstStyle/>
          <a:p>
            <a:endParaRPr lang="en-US"/>
          </a:p>
        </p:txBody>
      </p:sp>
      <p:sp>
        <p:nvSpPr>
          <p:cNvPr id="26" name="Espace réservé du texte 3">
            <a:extLst>
              <a:ext uri="{FF2B5EF4-FFF2-40B4-BE49-F238E27FC236}">
                <a16:creationId xmlns:a16="http://schemas.microsoft.com/office/drawing/2014/main" id="{31B0C20E-5CD4-1EB1-30F3-96B315F00BD8}"/>
              </a:ext>
            </a:extLst>
          </p:cNvPr>
          <p:cNvSpPr>
            <a:spLocks noGrp="1"/>
          </p:cNvSpPr>
          <p:nvPr>
            <p:ph type="body" sz="quarter" idx="20" hasCustomPrompt="1"/>
          </p:nvPr>
        </p:nvSpPr>
        <p:spPr>
          <a:xfrm>
            <a:off x="4566001" y="2598128"/>
            <a:ext cx="482724" cy="476674"/>
          </a:xfrm>
          <a:blipFill>
            <a:blip r:embed="rId2"/>
            <a:stretch>
              <a:fillRect/>
            </a:stretch>
          </a:blipFill>
        </p:spPr>
        <p:txBody>
          <a:bodyPr anchor="ctr">
            <a:normAutofit/>
          </a:bodyPr>
          <a:lstStyle>
            <a:lvl1pPr algn="ctr">
              <a:buNone/>
              <a:defRPr sz="1800" b="1">
                <a:gradFill>
                  <a:gsLst>
                    <a:gs pos="0">
                      <a:srgbClr val="BA131A"/>
                    </a:gs>
                    <a:gs pos="100000">
                      <a:srgbClr val="E2575D"/>
                    </a:gs>
                  </a:gsLst>
                  <a:lin ang="2700000" scaled="1"/>
                </a:gradFill>
              </a:defRPr>
            </a:lvl1pPr>
          </a:lstStyle>
          <a:p>
            <a:pPr lvl="0"/>
            <a:r>
              <a:rPr lang="fr-FR" dirty="0"/>
              <a:t>1</a:t>
            </a:r>
            <a:endParaRPr lang="en-US" dirty="0"/>
          </a:p>
        </p:txBody>
      </p:sp>
      <p:sp>
        <p:nvSpPr>
          <p:cNvPr id="27" name="Espace réservé du texte 12">
            <a:extLst>
              <a:ext uri="{FF2B5EF4-FFF2-40B4-BE49-F238E27FC236}">
                <a16:creationId xmlns:a16="http://schemas.microsoft.com/office/drawing/2014/main" id="{4BA39784-B240-5F57-923D-E054D3F72962}"/>
              </a:ext>
            </a:extLst>
          </p:cNvPr>
          <p:cNvSpPr>
            <a:spLocks noGrp="1"/>
          </p:cNvSpPr>
          <p:nvPr>
            <p:ph type="body" sz="quarter" idx="21" hasCustomPrompt="1"/>
          </p:nvPr>
        </p:nvSpPr>
        <p:spPr>
          <a:xfrm>
            <a:off x="5048725" y="2545238"/>
            <a:ext cx="2577275" cy="625475"/>
          </a:xfrm>
        </p:spPr>
        <p:txBody>
          <a:bodyPr anchor="ctr" anchorCtr="0">
            <a:noAutofit/>
          </a:bodyPr>
          <a:lstStyle>
            <a:lvl1pPr marL="0" indent="0">
              <a:buFont typeface="Arial" panose="020B0604020202020204" pitchFamily="34" charset="0"/>
              <a:buNone/>
              <a:defRPr sz="2000" b="1">
                <a:latin typeface="+mj-lt"/>
              </a:defRPr>
            </a:lvl1pPr>
          </a:lstStyle>
          <a:p>
            <a:pPr lvl="0"/>
            <a:r>
              <a:rPr lang="fr-FR" dirty="0"/>
              <a:t>Cliquez pour modifier le texte</a:t>
            </a:r>
          </a:p>
        </p:txBody>
      </p:sp>
      <p:sp>
        <p:nvSpPr>
          <p:cNvPr id="28" name="Espace réservé du texte 12">
            <a:extLst>
              <a:ext uri="{FF2B5EF4-FFF2-40B4-BE49-F238E27FC236}">
                <a16:creationId xmlns:a16="http://schemas.microsoft.com/office/drawing/2014/main" id="{4B540A9E-14DE-E557-8445-BA9D6922F783}"/>
              </a:ext>
            </a:extLst>
          </p:cNvPr>
          <p:cNvSpPr>
            <a:spLocks noGrp="1"/>
          </p:cNvSpPr>
          <p:nvPr>
            <p:ph type="body" sz="quarter" idx="22" hasCustomPrompt="1"/>
          </p:nvPr>
        </p:nvSpPr>
        <p:spPr>
          <a:xfrm>
            <a:off x="4566000" y="3181526"/>
            <a:ext cx="3060000" cy="988782"/>
          </a:xfrm>
        </p:spPr>
        <p:txBody>
          <a:bodyPr anchor="ctr" anchorCtr="0">
            <a:noAutofit/>
          </a:bodyPr>
          <a:lstStyle>
            <a:lvl1pPr marL="0" indent="0">
              <a:buFont typeface="Arial" panose="020B0604020202020204" pitchFamily="34" charset="0"/>
              <a:buNone/>
              <a:defRPr sz="1800"/>
            </a:lvl1pPr>
          </a:lstStyle>
          <a:p>
            <a:pPr lvl="0"/>
            <a:r>
              <a:rPr lang="fr-FR" dirty="0"/>
              <a:t>Cliquez pour modifier le texte</a:t>
            </a:r>
          </a:p>
        </p:txBody>
      </p:sp>
      <p:sp>
        <p:nvSpPr>
          <p:cNvPr id="29" name="Shape 13">
            <a:extLst>
              <a:ext uri="{FF2B5EF4-FFF2-40B4-BE49-F238E27FC236}">
                <a16:creationId xmlns:a16="http://schemas.microsoft.com/office/drawing/2014/main" id="{5C4B1955-2F95-9280-14E0-B960BC3677DA}"/>
              </a:ext>
            </a:extLst>
          </p:cNvPr>
          <p:cNvSpPr/>
          <p:nvPr userDrawn="1"/>
        </p:nvSpPr>
        <p:spPr>
          <a:xfrm>
            <a:off x="696000" y="4381496"/>
            <a:ext cx="3420000" cy="1868130"/>
          </a:xfrm>
          <a:prstGeom prst="roundRect">
            <a:avLst>
              <a:gd name="adj" fmla="val 8148"/>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a:lstStyle/>
          <a:p>
            <a:endParaRPr lang="en-US"/>
          </a:p>
        </p:txBody>
      </p:sp>
      <p:sp>
        <p:nvSpPr>
          <p:cNvPr id="30" name="Espace réservé du texte 3">
            <a:extLst>
              <a:ext uri="{FF2B5EF4-FFF2-40B4-BE49-F238E27FC236}">
                <a16:creationId xmlns:a16="http://schemas.microsoft.com/office/drawing/2014/main" id="{4FBA8AC7-7C68-EF1A-16E6-40CDE81FE910}"/>
              </a:ext>
            </a:extLst>
          </p:cNvPr>
          <p:cNvSpPr>
            <a:spLocks noGrp="1"/>
          </p:cNvSpPr>
          <p:nvPr>
            <p:ph type="body" sz="quarter" idx="23" hasCustomPrompt="1"/>
          </p:nvPr>
        </p:nvSpPr>
        <p:spPr>
          <a:xfrm>
            <a:off x="876001" y="4570722"/>
            <a:ext cx="482724" cy="476674"/>
          </a:xfrm>
          <a:blipFill>
            <a:blip r:embed="rId2"/>
            <a:stretch>
              <a:fillRect/>
            </a:stretch>
          </a:blipFill>
        </p:spPr>
        <p:txBody>
          <a:bodyPr anchor="ctr">
            <a:normAutofit/>
          </a:bodyPr>
          <a:lstStyle>
            <a:lvl1pPr algn="ctr">
              <a:buNone/>
              <a:defRPr sz="1800" b="1">
                <a:gradFill>
                  <a:gsLst>
                    <a:gs pos="0">
                      <a:srgbClr val="BA131A"/>
                    </a:gs>
                    <a:gs pos="100000">
                      <a:srgbClr val="E2575D"/>
                    </a:gs>
                  </a:gsLst>
                  <a:lin ang="2700000" scaled="1"/>
                </a:gradFill>
              </a:defRPr>
            </a:lvl1pPr>
          </a:lstStyle>
          <a:p>
            <a:pPr lvl="0"/>
            <a:r>
              <a:rPr lang="fr-FR" dirty="0"/>
              <a:t>1</a:t>
            </a:r>
            <a:endParaRPr lang="en-US" dirty="0"/>
          </a:p>
        </p:txBody>
      </p:sp>
      <p:sp>
        <p:nvSpPr>
          <p:cNvPr id="31" name="Espace réservé du texte 12">
            <a:extLst>
              <a:ext uri="{FF2B5EF4-FFF2-40B4-BE49-F238E27FC236}">
                <a16:creationId xmlns:a16="http://schemas.microsoft.com/office/drawing/2014/main" id="{6D28D858-BB49-43EE-724C-15786D81D9D0}"/>
              </a:ext>
            </a:extLst>
          </p:cNvPr>
          <p:cNvSpPr>
            <a:spLocks noGrp="1"/>
          </p:cNvSpPr>
          <p:nvPr>
            <p:ph type="body" sz="quarter" idx="24" hasCustomPrompt="1"/>
          </p:nvPr>
        </p:nvSpPr>
        <p:spPr>
          <a:xfrm>
            <a:off x="1358725" y="4517832"/>
            <a:ext cx="2577275" cy="625475"/>
          </a:xfrm>
        </p:spPr>
        <p:txBody>
          <a:bodyPr anchor="ctr" anchorCtr="0">
            <a:noAutofit/>
          </a:bodyPr>
          <a:lstStyle>
            <a:lvl1pPr marL="0" indent="0">
              <a:buFont typeface="Arial" panose="020B0604020202020204" pitchFamily="34" charset="0"/>
              <a:buNone/>
              <a:defRPr sz="2000" b="1">
                <a:latin typeface="+mj-lt"/>
              </a:defRPr>
            </a:lvl1pPr>
          </a:lstStyle>
          <a:p>
            <a:pPr lvl="0"/>
            <a:r>
              <a:rPr lang="fr-FR" dirty="0"/>
              <a:t>Cliquez pour modifier le texte</a:t>
            </a:r>
          </a:p>
        </p:txBody>
      </p:sp>
      <p:sp>
        <p:nvSpPr>
          <p:cNvPr id="32" name="Espace réservé du texte 12">
            <a:extLst>
              <a:ext uri="{FF2B5EF4-FFF2-40B4-BE49-F238E27FC236}">
                <a16:creationId xmlns:a16="http://schemas.microsoft.com/office/drawing/2014/main" id="{F94A6D25-64EC-1252-8E77-8CA778F73772}"/>
              </a:ext>
            </a:extLst>
          </p:cNvPr>
          <p:cNvSpPr>
            <a:spLocks noGrp="1"/>
          </p:cNvSpPr>
          <p:nvPr>
            <p:ph type="body" sz="quarter" idx="25" hasCustomPrompt="1"/>
          </p:nvPr>
        </p:nvSpPr>
        <p:spPr>
          <a:xfrm>
            <a:off x="876000" y="5154120"/>
            <a:ext cx="3060000" cy="988782"/>
          </a:xfrm>
        </p:spPr>
        <p:txBody>
          <a:bodyPr anchor="ctr" anchorCtr="0">
            <a:noAutofit/>
          </a:bodyPr>
          <a:lstStyle>
            <a:lvl1pPr marL="0" indent="0">
              <a:buFont typeface="Arial" panose="020B0604020202020204" pitchFamily="34" charset="0"/>
              <a:buNone/>
              <a:defRPr sz="1800"/>
            </a:lvl1pPr>
          </a:lstStyle>
          <a:p>
            <a:pPr lvl="0"/>
            <a:r>
              <a:rPr lang="fr-FR" dirty="0"/>
              <a:t>Cliquez pour modifier le texte</a:t>
            </a:r>
          </a:p>
        </p:txBody>
      </p:sp>
      <p:sp>
        <p:nvSpPr>
          <p:cNvPr id="33" name="Shape 13">
            <a:extLst>
              <a:ext uri="{FF2B5EF4-FFF2-40B4-BE49-F238E27FC236}">
                <a16:creationId xmlns:a16="http://schemas.microsoft.com/office/drawing/2014/main" id="{322BE1A0-F056-8288-ED0A-A32E39079076}"/>
              </a:ext>
            </a:extLst>
          </p:cNvPr>
          <p:cNvSpPr/>
          <p:nvPr userDrawn="1"/>
        </p:nvSpPr>
        <p:spPr>
          <a:xfrm>
            <a:off x="8076000" y="4381496"/>
            <a:ext cx="3420000" cy="1868130"/>
          </a:xfrm>
          <a:prstGeom prst="roundRect">
            <a:avLst>
              <a:gd name="adj" fmla="val 8148"/>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a:lstStyle/>
          <a:p>
            <a:endParaRPr lang="en-US"/>
          </a:p>
        </p:txBody>
      </p:sp>
      <p:sp>
        <p:nvSpPr>
          <p:cNvPr id="34" name="Espace réservé du texte 3">
            <a:extLst>
              <a:ext uri="{FF2B5EF4-FFF2-40B4-BE49-F238E27FC236}">
                <a16:creationId xmlns:a16="http://schemas.microsoft.com/office/drawing/2014/main" id="{BD732D84-8C7E-B81D-2BD5-6B6360F18714}"/>
              </a:ext>
            </a:extLst>
          </p:cNvPr>
          <p:cNvSpPr>
            <a:spLocks noGrp="1"/>
          </p:cNvSpPr>
          <p:nvPr>
            <p:ph type="body" sz="quarter" idx="26" hasCustomPrompt="1"/>
          </p:nvPr>
        </p:nvSpPr>
        <p:spPr>
          <a:xfrm>
            <a:off x="8256001" y="4570722"/>
            <a:ext cx="482724" cy="476674"/>
          </a:xfrm>
          <a:blipFill>
            <a:blip r:embed="rId2"/>
            <a:stretch>
              <a:fillRect/>
            </a:stretch>
          </a:blipFill>
        </p:spPr>
        <p:txBody>
          <a:bodyPr anchor="ctr">
            <a:normAutofit/>
          </a:bodyPr>
          <a:lstStyle>
            <a:lvl1pPr algn="ctr">
              <a:buNone/>
              <a:defRPr sz="1800" b="1">
                <a:gradFill>
                  <a:gsLst>
                    <a:gs pos="0">
                      <a:srgbClr val="BA131A"/>
                    </a:gs>
                    <a:gs pos="100000">
                      <a:srgbClr val="E2575D"/>
                    </a:gs>
                  </a:gsLst>
                  <a:lin ang="2700000" scaled="1"/>
                </a:gradFill>
              </a:defRPr>
            </a:lvl1pPr>
          </a:lstStyle>
          <a:p>
            <a:pPr lvl="0"/>
            <a:r>
              <a:rPr lang="fr-FR" dirty="0"/>
              <a:t>1</a:t>
            </a:r>
            <a:endParaRPr lang="en-US" dirty="0"/>
          </a:p>
        </p:txBody>
      </p:sp>
      <p:sp>
        <p:nvSpPr>
          <p:cNvPr id="35" name="Espace réservé du texte 12">
            <a:extLst>
              <a:ext uri="{FF2B5EF4-FFF2-40B4-BE49-F238E27FC236}">
                <a16:creationId xmlns:a16="http://schemas.microsoft.com/office/drawing/2014/main" id="{E51B75EC-6604-BCB1-25FA-DF08FB28FC4A}"/>
              </a:ext>
            </a:extLst>
          </p:cNvPr>
          <p:cNvSpPr>
            <a:spLocks noGrp="1"/>
          </p:cNvSpPr>
          <p:nvPr>
            <p:ph type="body" sz="quarter" idx="27" hasCustomPrompt="1"/>
          </p:nvPr>
        </p:nvSpPr>
        <p:spPr>
          <a:xfrm>
            <a:off x="8738725" y="4517832"/>
            <a:ext cx="2577275" cy="625475"/>
          </a:xfrm>
        </p:spPr>
        <p:txBody>
          <a:bodyPr anchor="ctr" anchorCtr="0">
            <a:noAutofit/>
          </a:bodyPr>
          <a:lstStyle>
            <a:lvl1pPr marL="0" indent="0">
              <a:buFont typeface="Arial" panose="020B0604020202020204" pitchFamily="34" charset="0"/>
              <a:buNone/>
              <a:defRPr sz="2000" b="1">
                <a:latin typeface="+mj-lt"/>
              </a:defRPr>
            </a:lvl1pPr>
          </a:lstStyle>
          <a:p>
            <a:pPr lvl="0"/>
            <a:r>
              <a:rPr lang="fr-FR" dirty="0"/>
              <a:t>Cliquez pour modifier le texte</a:t>
            </a:r>
          </a:p>
        </p:txBody>
      </p:sp>
      <p:sp>
        <p:nvSpPr>
          <p:cNvPr id="36" name="Espace réservé du texte 12">
            <a:extLst>
              <a:ext uri="{FF2B5EF4-FFF2-40B4-BE49-F238E27FC236}">
                <a16:creationId xmlns:a16="http://schemas.microsoft.com/office/drawing/2014/main" id="{A609108B-9B13-1DCC-2288-5FFD7104BCBD}"/>
              </a:ext>
            </a:extLst>
          </p:cNvPr>
          <p:cNvSpPr>
            <a:spLocks noGrp="1"/>
          </p:cNvSpPr>
          <p:nvPr>
            <p:ph type="body" sz="quarter" idx="28" hasCustomPrompt="1"/>
          </p:nvPr>
        </p:nvSpPr>
        <p:spPr>
          <a:xfrm>
            <a:off x="8256000" y="5154120"/>
            <a:ext cx="3060000" cy="988782"/>
          </a:xfrm>
        </p:spPr>
        <p:txBody>
          <a:bodyPr anchor="ctr" anchorCtr="0">
            <a:noAutofit/>
          </a:bodyPr>
          <a:lstStyle>
            <a:lvl1pPr marL="0" indent="0">
              <a:buFont typeface="Arial" panose="020B0604020202020204" pitchFamily="34" charset="0"/>
              <a:buNone/>
              <a:defRPr sz="1800"/>
            </a:lvl1pPr>
          </a:lstStyle>
          <a:p>
            <a:pPr lvl="0"/>
            <a:r>
              <a:rPr lang="fr-FR" dirty="0"/>
              <a:t>Cliquez pour modifier le texte</a:t>
            </a:r>
          </a:p>
        </p:txBody>
      </p:sp>
      <p:sp>
        <p:nvSpPr>
          <p:cNvPr id="37" name="Shape 13">
            <a:extLst>
              <a:ext uri="{FF2B5EF4-FFF2-40B4-BE49-F238E27FC236}">
                <a16:creationId xmlns:a16="http://schemas.microsoft.com/office/drawing/2014/main" id="{6BE6177F-7891-4172-C94E-1E9A555FDEF4}"/>
              </a:ext>
            </a:extLst>
          </p:cNvPr>
          <p:cNvSpPr/>
          <p:nvPr userDrawn="1"/>
        </p:nvSpPr>
        <p:spPr>
          <a:xfrm>
            <a:off x="4386000" y="4381496"/>
            <a:ext cx="3420000" cy="1868130"/>
          </a:xfrm>
          <a:prstGeom prst="roundRect">
            <a:avLst>
              <a:gd name="adj" fmla="val 8148"/>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a:lstStyle/>
          <a:p>
            <a:endParaRPr lang="en-US"/>
          </a:p>
        </p:txBody>
      </p:sp>
      <p:sp>
        <p:nvSpPr>
          <p:cNvPr id="38" name="Espace réservé du texte 3">
            <a:extLst>
              <a:ext uri="{FF2B5EF4-FFF2-40B4-BE49-F238E27FC236}">
                <a16:creationId xmlns:a16="http://schemas.microsoft.com/office/drawing/2014/main" id="{87EEF48A-A86A-B1B3-97DA-4D033C5E206B}"/>
              </a:ext>
            </a:extLst>
          </p:cNvPr>
          <p:cNvSpPr>
            <a:spLocks noGrp="1"/>
          </p:cNvSpPr>
          <p:nvPr>
            <p:ph type="body" sz="quarter" idx="29" hasCustomPrompt="1"/>
          </p:nvPr>
        </p:nvSpPr>
        <p:spPr>
          <a:xfrm>
            <a:off x="4566001" y="4570722"/>
            <a:ext cx="482724" cy="476674"/>
          </a:xfrm>
          <a:blipFill>
            <a:blip r:embed="rId2"/>
            <a:stretch>
              <a:fillRect/>
            </a:stretch>
          </a:blipFill>
        </p:spPr>
        <p:txBody>
          <a:bodyPr anchor="ctr">
            <a:normAutofit/>
          </a:bodyPr>
          <a:lstStyle>
            <a:lvl1pPr algn="ctr">
              <a:buNone/>
              <a:defRPr sz="1800" b="1">
                <a:gradFill>
                  <a:gsLst>
                    <a:gs pos="0">
                      <a:srgbClr val="BA131A"/>
                    </a:gs>
                    <a:gs pos="100000">
                      <a:srgbClr val="E2575D"/>
                    </a:gs>
                  </a:gsLst>
                  <a:lin ang="2700000" scaled="1"/>
                </a:gradFill>
              </a:defRPr>
            </a:lvl1pPr>
          </a:lstStyle>
          <a:p>
            <a:pPr lvl="0"/>
            <a:r>
              <a:rPr lang="fr-FR" dirty="0"/>
              <a:t>1</a:t>
            </a:r>
            <a:endParaRPr lang="en-US" dirty="0"/>
          </a:p>
        </p:txBody>
      </p:sp>
      <p:sp>
        <p:nvSpPr>
          <p:cNvPr id="39" name="Espace réservé du texte 12">
            <a:extLst>
              <a:ext uri="{FF2B5EF4-FFF2-40B4-BE49-F238E27FC236}">
                <a16:creationId xmlns:a16="http://schemas.microsoft.com/office/drawing/2014/main" id="{D3CDC65E-5FB0-60ED-F470-780811CF5C3E}"/>
              </a:ext>
            </a:extLst>
          </p:cNvPr>
          <p:cNvSpPr>
            <a:spLocks noGrp="1"/>
          </p:cNvSpPr>
          <p:nvPr>
            <p:ph type="body" sz="quarter" idx="30" hasCustomPrompt="1"/>
          </p:nvPr>
        </p:nvSpPr>
        <p:spPr>
          <a:xfrm>
            <a:off x="5048725" y="4517832"/>
            <a:ext cx="2577275" cy="625475"/>
          </a:xfrm>
        </p:spPr>
        <p:txBody>
          <a:bodyPr anchor="ctr" anchorCtr="0">
            <a:noAutofit/>
          </a:bodyPr>
          <a:lstStyle>
            <a:lvl1pPr marL="0" indent="0">
              <a:buFont typeface="Arial" panose="020B0604020202020204" pitchFamily="34" charset="0"/>
              <a:buNone/>
              <a:defRPr sz="2000" b="1">
                <a:latin typeface="+mj-lt"/>
              </a:defRPr>
            </a:lvl1pPr>
          </a:lstStyle>
          <a:p>
            <a:pPr lvl="0"/>
            <a:r>
              <a:rPr lang="fr-FR" dirty="0"/>
              <a:t>Cliquez pour modifier le texte</a:t>
            </a:r>
          </a:p>
        </p:txBody>
      </p:sp>
      <p:sp>
        <p:nvSpPr>
          <p:cNvPr id="40" name="Espace réservé du texte 12">
            <a:extLst>
              <a:ext uri="{FF2B5EF4-FFF2-40B4-BE49-F238E27FC236}">
                <a16:creationId xmlns:a16="http://schemas.microsoft.com/office/drawing/2014/main" id="{B0FF2F6E-B5CB-D3CF-2E6D-73A44A5349AC}"/>
              </a:ext>
            </a:extLst>
          </p:cNvPr>
          <p:cNvSpPr>
            <a:spLocks noGrp="1"/>
          </p:cNvSpPr>
          <p:nvPr>
            <p:ph type="body" sz="quarter" idx="31" hasCustomPrompt="1"/>
          </p:nvPr>
        </p:nvSpPr>
        <p:spPr>
          <a:xfrm>
            <a:off x="4566000" y="5154120"/>
            <a:ext cx="3060000" cy="988782"/>
          </a:xfrm>
        </p:spPr>
        <p:txBody>
          <a:bodyPr anchor="ctr" anchorCtr="0">
            <a:noAutofit/>
          </a:bodyPr>
          <a:lstStyle>
            <a:lvl1pPr marL="0" indent="0">
              <a:buFont typeface="Arial" panose="020B0604020202020204" pitchFamily="34" charset="0"/>
              <a:buNone/>
              <a:defRPr sz="1800"/>
            </a:lvl1pPr>
          </a:lstStyle>
          <a:p>
            <a:pPr lvl="0"/>
            <a:r>
              <a:rPr lang="fr-FR" dirty="0"/>
              <a:t>Cliquez pour modifier le texte</a:t>
            </a:r>
          </a:p>
        </p:txBody>
      </p:sp>
    </p:spTree>
    <p:extLst>
      <p:ext uri="{BB962C8B-B14F-4D97-AF65-F5344CB8AC3E}">
        <p14:creationId xmlns:p14="http://schemas.microsoft.com/office/powerpoint/2010/main" val="67477919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Boxed - 2 columns X4">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E8B66DC-8879-6B50-6C1C-73111FB3B129}"/>
              </a:ext>
            </a:extLst>
          </p:cNvPr>
          <p:cNvSpPr>
            <a:spLocks noGrp="1"/>
          </p:cNvSpPr>
          <p:nvPr>
            <p:ph type="title"/>
          </p:nvPr>
        </p:nvSpPr>
        <p:spPr/>
        <p:txBody>
          <a:bodyPr/>
          <a:lstStyle/>
          <a:p>
            <a:r>
              <a:rPr lang="fr-FR"/>
              <a:t>Modifiez le style du titre</a:t>
            </a:r>
            <a:endParaRPr lang="en-US"/>
          </a:p>
        </p:txBody>
      </p:sp>
      <p:sp>
        <p:nvSpPr>
          <p:cNvPr id="3" name="Espace réservé du numéro de diapositive 2">
            <a:extLst>
              <a:ext uri="{FF2B5EF4-FFF2-40B4-BE49-F238E27FC236}">
                <a16:creationId xmlns:a16="http://schemas.microsoft.com/office/drawing/2014/main" id="{A47FD755-1BCC-B9C4-E33C-82D51850ACC9}"/>
              </a:ext>
            </a:extLst>
          </p:cNvPr>
          <p:cNvSpPr>
            <a:spLocks noGrp="1"/>
          </p:cNvSpPr>
          <p:nvPr>
            <p:ph type="sldNum" sz="quarter" idx="10"/>
          </p:nvPr>
        </p:nvSpPr>
        <p:spPr/>
        <p:txBody>
          <a:bodyPr/>
          <a:lstStyle/>
          <a:p>
            <a:fld id="{262175C0-8CD5-419A-A749-8C17692C9EAC}" type="slidenum">
              <a:rPr lang="en-US" smtClean="0"/>
              <a:t>‹N°›</a:t>
            </a:fld>
            <a:endParaRPr lang="en-US"/>
          </a:p>
        </p:txBody>
      </p:sp>
      <p:sp>
        <p:nvSpPr>
          <p:cNvPr id="12" name="Espace réservé du texte 12">
            <a:extLst>
              <a:ext uri="{FF2B5EF4-FFF2-40B4-BE49-F238E27FC236}">
                <a16:creationId xmlns:a16="http://schemas.microsoft.com/office/drawing/2014/main" id="{22F8E94B-4420-0C8D-01EB-DED6FFB48077}"/>
              </a:ext>
            </a:extLst>
          </p:cNvPr>
          <p:cNvSpPr>
            <a:spLocks noGrp="1"/>
          </p:cNvSpPr>
          <p:nvPr>
            <p:ph type="body" sz="quarter" idx="16" hasCustomPrompt="1"/>
          </p:nvPr>
        </p:nvSpPr>
        <p:spPr>
          <a:xfrm>
            <a:off x="696000" y="3034515"/>
            <a:ext cx="5220000" cy="736330"/>
          </a:xfrm>
          <a:prstGeom prst="roundRect">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lIns="2052000">
            <a:normAutofit/>
          </a:bodyPr>
          <a:lstStyle>
            <a:lvl1pPr marL="0" indent="0">
              <a:buFont typeface="Arial" panose="020B0604020202020204" pitchFamily="34" charset="0"/>
              <a:buNone/>
              <a:defRPr lang="fr-FR" sz="1100" dirty="0" smtClean="0"/>
            </a:lvl1pPr>
          </a:lstStyle>
          <a:p>
            <a:pPr marL="0" lvl="0"/>
            <a:r>
              <a:rPr lang="fr-FR" dirty="0"/>
              <a:t>Cliquez pour modifier le texte</a:t>
            </a:r>
          </a:p>
        </p:txBody>
      </p:sp>
      <p:sp>
        <p:nvSpPr>
          <p:cNvPr id="21" name="Espace réservé du texte 8">
            <a:extLst>
              <a:ext uri="{FF2B5EF4-FFF2-40B4-BE49-F238E27FC236}">
                <a16:creationId xmlns:a16="http://schemas.microsoft.com/office/drawing/2014/main" id="{44A0F437-DBD2-CFDA-A585-C152D0AF9910}"/>
              </a:ext>
            </a:extLst>
          </p:cNvPr>
          <p:cNvSpPr>
            <a:spLocks noGrp="1"/>
          </p:cNvSpPr>
          <p:nvPr>
            <p:ph type="body" sz="quarter" idx="13" hasCustomPrompt="1"/>
          </p:nvPr>
        </p:nvSpPr>
        <p:spPr>
          <a:xfrm>
            <a:off x="696000" y="750887"/>
            <a:ext cx="3420000" cy="432000"/>
          </a:xfrm>
          <a:prstGeom prst="roundRect">
            <a:avLst>
              <a:gd name="adj" fmla="val 50000"/>
            </a:avLst>
          </a:prstGeom>
          <a:solidFill>
            <a:schemeClr val="accent3">
              <a:lumMod val="40000"/>
              <a:lumOff val="60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anchor="ctr">
            <a:noAutofit/>
          </a:bodyPr>
          <a:lstStyle>
            <a:lvl1pPr algn="ctr">
              <a:buNone/>
              <a:defRPr sz="1600" b="1">
                <a:solidFill>
                  <a:schemeClr val="accent1"/>
                </a:solidFill>
              </a:defRPr>
            </a:lvl1pPr>
          </a:lstStyle>
          <a:p>
            <a:pPr lvl="0"/>
            <a:r>
              <a:rPr lang="fr-FR" dirty="0"/>
              <a:t>Titre</a:t>
            </a:r>
            <a:endParaRPr lang="en-US" dirty="0"/>
          </a:p>
        </p:txBody>
      </p:sp>
      <p:sp>
        <p:nvSpPr>
          <p:cNvPr id="6" name="Espace réservé du texte 12">
            <a:extLst>
              <a:ext uri="{FF2B5EF4-FFF2-40B4-BE49-F238E27FC236}">
                <a16:creationId xmlns:a16="http://schemas.microsoft.com/office/drawing/2014/main" id="{69077FA6-772E-44A4-8485-04197043C4E8}"/>
              </a:ext>
            </a:extLst>
          </p:cNvPr>
          <p:cNvSpPr>
            <a:spLocks noGrp="1"/>
          </p:cNvSpPr>
          <p:nvPr>
            <p:ph type="body" sz="quarter" idx="18" hasCustomPrompt="1"/>
          </p:nvPr>
        </p:nvSpPr>
        <p:spPr>
          <a:xfrm>
            <a:off x="805017" y="3135639"/>
            <a:ext cx="1838632" cy="527050"/>
          </a:xfrm>
          <a:prstGeom prst="roundRect">
            <a:avLst/>
          </a:prstGeom>
          <a:gradFill>
            <a:gsLst>
              <a:gs pos="0">
                <a:srgbClr val="BA131A"/>
              </a:gs>
              <a:gs pos="100000">
                <a:srgbClr val="E2575D"/>
              </a:gs>
            </a:gsLst>
            <a:lin ang="2700000" scaled="1"/>
          </a:gradFill>
        </p:spPr>
        <p:txBody>
          <a:bodyPr anchor="ctr" anchorCtr="0">
            <a:noAutofit/>
          </a:bodyPr>
          <a:lstStyle>
            <a:lvl1pPr marL="0" indent="0">
              <a:buFont typeface="Arial" panose="020B0604020202020204" pitchFamily="34" charset="0"/>
              <a:buNone/>
              <a:defRPr sz="1200" b="1">
                <a:solidFill>
                  <a:schemeClr val="bg1"/>
                </a:solidFill>
                <a:latin typeface="+mj-lt"/>
              </a:defRPr>
            </a:lvl1pPr>
          </a:lstStyle>
          <a:p>
            <a:pPr lvl="0"/>
            <a:r>
              <a:rPr lang="fr-FR" dirty="0"/>
              <a:t>Cliquez pour modifier le texte</a:t>
            </a:r>
          </a:p>
        </p:txBody>
      </p:sp>
      <p:sp>
        <p:nvSpPr>
          <p:cNvPr id="27" name="Espace réservé du texte 12">
            <a:extLst>
              <a:ext uri="{FF2B5EF4-FFF2-40B4-BE49-F238E27FC236}">
                <a16:creationId xmlns:a16="http://schemas.microsoft.com/office/drawing/2014/main" id="{3A1F941B-3B70-590C-9946-FE6E6EBA99D2}"/>
              </a:ext>
            </a:extLst>
          </p:cNvPr>
          <p:cNvSpPr>
            <a:spLocks noGrp="1"/>
          </p:cNvSpPr>
          <p:nvPr>
            <p:ph type="body" sz="quarter" idx="19" hasCustomPrompt="1"/>
          </p:nvPr>
        </p:nvSpPr>
        <p:spPr>
          <a:xfrm>
            <a:off x="696000" y="3813271"/>
            <a:ext cx="5220000" cy="736330"/>
          </a:xfrm>
          <a:prstGeom prst="roundRect">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lIns="2052000">
            <a:normAutofit/>
          </a:bodyPr>
          <a:lstStyle>
            <a:lvl1pPr marL="0" indent="0">
              <a:buFont typeface="Arial" panose="020B0604020202020204" pitchFamily="34" charset="0"/>
              <a:buNone/>
              <a:defRPr lang="fr-FR" sz="1100" dirty="0" smtClean="0"/>
            </a:lvl1pPr>
          </a:lstStyle>
          <a:p>
            <a:pPr marL="0" lvl="0"/>
            <a:r>
              <a:rPr lang="fr-FR" dirty="0"/>
              <a:t>Cliquez pour modifier le texte</a:t>
            </a:r>
          </a:p>
        </p:txBody>
      </p:sp>
      <p:sp>
        <p:nvSpPr>
          <p:cNvPr id="28" name="Espace réservé du texte 12">
            <a:extLst>
              <a:ext uri="{FF2B5EF4-FFF2-40B4-BE49-F238E27FC236}">
                <a16:creationId xmlns:a16="http://schemas.microsoft.com/office/drawing/2014/main" id="{65E855A2-E9E2-A838-C6E3-EDAB7B29B51E}"/>
              </a:ext>
            </a:extLst>
          </p:cNvPr>
          <p:cNvSpPr>
            <a:spLocks noGrp="1"/>
          </p:cNvSpPr>
          <p:nvPr>
            <p:ph type="body" sz="quarter" idx="20" hasCustomPrompt="1"/>
          </p:nvPr>
        </p:nvSpPr>
        <p:spPr>
          <a:xfrm>
            <a:off x="805017" y="3914395"/>
            <a:ext cx="1838632" cy="527050"/>
          </a:xfrm>
          <a:prstGeom prst="roundRect">
            <a:avLst/>
          </a:prstGeom>
          <a:gradFill>
            <a:gsLst>
              <a:gs pos="0">
                <a:srgbClr val="BA131A"/>
              </a:gs>
              <a:gs pos="100000">
                <a:srgbClr val="E2575D"/>
              </a:gs>
            </a:gsLst>
            <a:lin ang="2700000" scaled="1"/>
          </a:gradFill>
        </p:spPr>
        <p:txBody>
          <a:bodyPr anchor="ctr" anchorCtr="0">
            <a:noAutofit/>
          </a:bodyPr>
          <a:lstStyle>
            <a:lvl1pPr marL="0" indent="0">
              <a:buFont typeface="Arial" panose="020B0604020202020204" pitchFamily="34" charset="0"/>
              <a:buNone/>
              <a:defRPr sz="1200" b="1">
                <a:solidFill>
                  <a:schemeClr val="bg1"/>
                </a:solidFill>
                <a:latin typeface="+mj-lt"/>
              </a:defRPr>
            </a:lvl1pPr>
          </a:lstStyle>
          <a:p>
            <a:pPr lvl="0"/>
            <a:r>
              <a:rPr lang="fr-FR" dirty="0"/>
              <a:t>Cliquez pour modifier le texte</a:t>
            </a:r>
          </a:p>
        </p:txBody>
      </p:sp>
      <p:sp>
        <p:nvSpPr>
          <p:cNvPr id="29" name="Espace réservé du texte 12">
            <a:extLst>
              <a:ext uri="{FF2B5EF4-FFF2-40B4-BE49-F238E27FC236}">
                <a16:creationId xmlns:a16="http://schemas.microsoft.com/office/drawing/2014/main" id="{2D688FBF-D5DB-5218-BC18-E10AB473AA58}"/>
              </a:ext>
            </a:extLst>
          </p:cNvPr>
          <p:cNvSpPr>
            <a:spLocks noGrp="1"/>
          </p:cNvSpPr>
          <p:nvPr>
            <p:ph type="body" sz="quarter" idx="21" hasCustomPrompt="1"/>
          </p:nvPr>
        </p:nvSpPr>
        <p:spPr>
          <a:xfrm>
            <a:off x="696000" y="4592027"/>
            <a:ext cx="5220000" cy="736330"/>
          </a:xfrm>
          <a:prstGeom prst="roundRect">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lIns="2052000">
            <a:normAutofit/>
          </a:bodyPr>
          <a:lstStyle>
            <a:lvl1pPr marL="0" indent="0">
              <a:buFont typeface="Arial" panose="020B0604020202020204" pitchFamily="34" charset="0"/>
              <a:buNone/>
              <a:defRPr lang="fr-FR" sz="1100" dirty="0" smtClean="0"/>
            </a:lvl1pPr>
          </a:lstStyle>
          <a:p>
            <a:pPr marL="0" lvl="0"/>
            <a:r>
              <a:rPr lang="fr-FR" dirty="0"/>
              <a:t>Cliquez pour modifier le texte</a:t>
            </a:r>
          </a:p>
        </p:txBody>
      </p:sp>
      <p:sp>
        <p:nvSpPr>
          <p:cNvPr id="30" name="Espace réservé du texte 12">
            <a:extLst>
              <a:ext uri="{FF2B5EF4-FFF2-40B4-BE49-F238E27FC236}">
                <a16:creationId xmlns:a16="http://schemas.microsoft.com/office/drawing/2014/main" id="{DCEC2FE8-6ADB-E82E-DB45-8513236E3CF3}"/>
              </a:ext>
            </a:extLst>
          </p:cNvPr>
          <p:cNvSpPr>
            <a:spLocks noGrp="1"/>
          </p:cNvSpPr>
          <p:nvPr>
            <p:ph type="body" sz="quarter" idx="22" hasCustomPrompt="1"/>
          </p:nvPr>
        </p:nvSpPr>
        <p:spPr>
          <a:xfrm>
            <a:off x="805017" y="4693151"/>
            <a:ext cx="1838632" cy="527050"/>
          </a:xfrm>
          <a:prstGeom prst="roundRect">
            <a:avLst/>
          </a:prstGeom>
          <a:gradFill>
            <a:gsLst>
              <a:gs pos="0">
                <a:srgbClr val="BA131A"/>
              </a:gs>
              <a:gs pos="100000">
                <a:srgbClr val="E2575D"/>
              </a:gs>
            </a:gsLst>
            <a:lin ang="2700000" scaled="1"/>
          </a:gradFill>
        </p:spPr>
        <p:txBody>
          <a:bodyPr anchor="ctr" anchorCtr="0">
            <a:noAutofit/>
          </a:bodyPr>
          <a:lstStyle>
            <a:lvl1pPr marL="0" indent="0">
              <a:buFont typeface="Arial" panose="020B0604020202020204" pitchFamily="34" charset="0"/>
              <a:buNone/>
              <a:defRPr sz="1200" b="1">
                <a:solidFill>
                  <a:schemeClr val="bg1"/>
                </a:solidFill>
                <a:latin typeface="+mj-lt"/>
              </a:defRPr>
            </a:lvl1pPr>
          </a:lstStyle>
          <a:p>
            <a:pPr lvl="0"/>
            <a:r>
              <a:rPr lang="fr-FR" dirty="0"/>
              <a:t>Cliquez pour modifier le texte</a:t>
            </a:r>
          </a:p>
        </p:txBody>
      </p:sp>
      <p:sp>
        <p:nvSpPr>
          <p:cNvPr id="31" name="Espace réservé du texte 12">
            <a:extLst>
              <a:ext uri="{FF2B5EF4-FFF2-40B4-BE49-F238E27FC236}">
                <a16:creationId xmlns:a16="http://schemas.microsoft.com/office/drawing/2014/main" id="{75FCA1F2-50A3-7341-35ED-AFCC696C2456}"/>
              </a:ext>
            </a:extLst>
          </p:cNvPr>
          <p:cNvSpPr>
            <a:spLocks noGrp="1"/>
          </p:cNvSpPr>
          <p:nvPr>
            <p:ph type="body" sz="quarter" idx="23" hasCustomPrompt="1"/>
          </p:nvPr>
        </p:nvSpPr>
        <p:spPr>
          <a:xfrm>
            <a:off x="696000" y="5370783"/>
            <a:ext cx="5220000" cy="736330"/>
          </a:xfrm>
          <a:prstGeom prst="roundRect">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lIns="2052000">
            <a:normAutofit/>
          </a:bodyPr>
          <a:lstStyle>
            <a:lvl1pPr marL="0" indent="0">
              <a:buFont typeface="Arial" panose="020B0604020202020204" pitchFamily="34" charset="0"/>
              <a:buNone/>
              <a:defRPr lang="fr-FR" sz="1100" dirty="0" smtClean="0"/>
            </a:lvl1pPr>
          </a:lstStyle>
          <a:p>
            <a:pPr marL="0" lvl="0"/>
            <a:r>
              <a:rPr lang="fr-FR" dirty="0"/>
              <a:t>Cliquez pour modifier le texte</a:t>
            </a:r>
          </a:p>
        </p:txBody>
      </p:sp>
      <p:sp>
        <p:nvSpPr>
          <p:cNvPr id="32" name="Espace réservé du texte 12">
            <a:extLst>
              <a:ext uri="{FF2B5EF4-FFF2-40B4-BE49-F238E27FC236}">
                <a16:creationId xmlns:a16="http://schemas.microsoft.com/office/drawing/2014/main" id="{518B89DA-CEE5-F07E-434C-A69254B2DCD0}"/>
              </a:ext>
            </a:extLst>
          </p:cNvPr>
          <p:cNvSpPr>
            <a:spLocks noGrp="1"/>
          </p:cNvSpPr>
          <p:nvPr>
            <p:ph type="body" sz="quarter" idx="24" hasCustomPrompt="1"/>
          </p:nvPr>
        </p:nvSpPr>
        <p:spPr>
          <a:xfrm>
            <a:off x="805017" y="5471907"/>
            <a:ext cx="1838632" cy="527050"/>
          </a:xfrm>
          <a:prstGeom prst="roundRect">
            <a:avLst/>
          </a:prstGeom>
          <a:gradFill>
            <a:gsLst>
              <a:gs pos="0">
                <a:srgbClr val="BA131A"/>
              </a:gs>
              <a:gs pos="100000">
                <a:srgbClr val="E2575D"/>
              </a:gs>
            </a:gsLst>
            <a:lin ang="2700000" scaled="1"/>
          </a:gradFill>
        </p:spPr>
        <p:txBody>
          <a:bodyPr anchor="ctr" anchorCtr="0">
            <a:noAutofit/>
          </a:bodyPr>
          <a:lstStyle>
            <a:lvl1pPr marL="0" indent="0">
              <a:buFont typeface="Arial" panose="020B0604020202020204" pitchFamily="34" charset="0"/>
              <a:buNone/>
              <a:defRPr sz="1200" b="1">
                <a:solidFill>
                  <a:schemeClr val="bg1"/>
                </a:solidFill>
                <a:latin typeface="+mj-lt"/>
              </a:defRPr>
            </a:lvl1pPr>
          </a:lstStyle>
          <a:p>
            <a:pPr lvl="0"/>
            <a:r>
              <a:rPr lang="fr-FR" dirty="0"/>
              <a:t>Cliquez pour modifier le texte</a:t>
            </a:r>
          </a:p>
        </p:txBody>
      </p:sp>
      <p:sp>
        <p:nvSpPr>
          <p:cNvPr id="33" name="Espace réservé du texte 12">
            <a:extLst>
              <a:ext uri="{FF2B5EF4-FFF2-40B4-BE49-F238E27FC236}">
                <a16:creationId xmlns:a16="http://schemas.microsoft.com/office/drawing/2014/main" id="{BB18EC85-651E-9533-0A36-398C4222B82B}"/>
              </a:ext>
            </a:extLst>
          </p:cNvPr>
          <p:cNvSpPr>
            <a:spLocks noGrp="1"/>
          </p:cNvSpPr>
          <p:nvPr>
            <p:ph type="body" sz="quarter" idx="25" hasCustomPrompt="1"/>
          </p:nvPr>
        </p:nvSpPr>
        <p:spPr>
          <a:xfrm>
            <a:off x="6276000" y="3034515"/>
            <a:ext cx="5220000" cy="736330"/>
          </a:xfrm>
          <a:prstGeom prst="roundRect">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lIns="2052000">
            <a:normAutofit/>
          </a:bodyPr>
          <a:lstStyle>
            <a:lvl1pPr marL="0" indent="0">
              <a:buFont typeface="Arial" panose="020B0604020202020204" pitchFamily="34" charset="0"/>
              <a:buNone/>
              <a:defRPr lang="fr-FR" sz="1100" dirty="0" smtClean="0"/>
            </a:lvl1pPr>
          </a:lstStyle>
          <a:p>
            <a:pPr marL="0" lvl="0"/>
            <a:r>
              <a:rPr lang="fr-FR" dirty="0"/>
              <a:t>Cliquez pour modifier le texte</a:t>
            </a:r>
          </a:p>
        </p:txBody>
      </p:sp>
      <p:sp>
        <p:nvSpPr>
          <p:cNvPr id="34" name="Espace réservé du texte 12">
            <a:extLst>
              <a:ext uri="{FF2B5EF4-FFF2-40B4-BE49-F238E27FC236}">
                <a16:creationId xmlns:a16="http://schemas.microsoft.com/office/drawing/2014/main" id="{E452435A-B9C6-C13E-AA12-C545867692BF}"/>
              </a:ext>
            </a:extLst>
          </p:cNvPr>
          <p:cNvSpPr>
            <a:spLocks noGrp="1"/>
          </p:cNvSpPr>
          <p:nvPr>
            <p:ph type="body" sz="quarter" idx="26" hasCustomPrompt="1"/>
          </p:nvPr>
        </p:nvSpPr>
        <p:spPr>
          <a:xfrm>
            <a:off x="6385017" y="3135639"/>
            <a:ext cx="1838632" cy="527050"/>
          </a:xfrm>
          <a:prstGeom prst="roundRect">
            <a:avLst/>
          </a:prstGeom>
          <a:gradFill>
            <a:gsLst>
              <a:gs pos="0">
                <a:srgbClr val="BA131A"/>
              </a:gs>
              <a:gs pos="100000">
                <a:srgbClr val="E2575D"/>
              </a:gs>
            </a:gsLst>
            <a:lin ang="2700000" scaled="1"/>
          </a:gradFill>
        </p:spPr>
        <p:txBody>
          <a:bodyPr anchor="ctr" anchorCtr="0">
            <a:noAutofit/>
          </a:bodyPr>
          <a:lstStyle>
            <a:lvl1pPr marL="0" indent="0">
              <a:buFont typeface="Arial" panose="020B0604020202020204" pitchFamily="34" charset="0"/>
              <a:buNone/>
              <a:defRPr sz="1200" b="1">
                <a:solidFill>
                  <a:schemeClr val="bg1"/>
                </a:solidFill>
                <a:latin typeface="+mj-lt"/>
              </a:defRPr>
            </a:lvl1pPr>
          </a:lstStyle>
          <a:p>
            <a:pPr lvl="0"/>
            <a:r>
              <a:rPr lang="fr-FR" dirty="0"/>
              <a:t>Cliquez pour modifier le texte</a:t>
            </a:r>
          </a:p>
        </p:txBody>
      </p:sp>
      <p:sp>
        <p:nvSpPr>
          <p:cNvPr id="35" name="Espace réservé du texte 12">
            <a:extLst>
              <a:ext uri="{FF2B5EF4-FFF2-40B4-BE49-F238E27FC236}">
                <a16:creationId xmlns:a16="http://schemas.microsoft.com/office/drawing/2014/main" id="{9E7A25A1-58D1-CE57-8B2C-ACBE790776D7}"/>
              </a:ext>
            </a:extLst>
          </p:cNvPr>
          <p:cNvSpPr>
            <a:spLocks noGrp="1"/>
          </p:cNvSpPr>
          <p:nvPr>
            <p:ph type="body" sz="quarter" idx="27" hasCustomPrompt="1"/>
          </p:nvPr>
        </p:nvSpPr>
        <p:spPr>
          <a:xfrm>
            <a:off x="6276000" y="3813271"/>
            <a:ext cx="5220000" cy="736330"/>
          </a:xfrm>
          <a:prstGeom prst="roundRect">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lIns="2052000">
            <a:normAutofit/>
          </a:bodyPr>
          <a:lstStyle>
            <a:lvl1pPr marL="0" indent="0">
              <a:buFont typeface="Arial" panose="020B0604020202020204" pitchFamily="34" charset="0"/>
              <a:buNone/>
              <a:defRPr lang="fr-FR" sz="1100" dirty="0" smtClean="0"/>
            </a:lvl1pPr>
          </a:lstStyle>
          <a:p>
            <a:pPr marL="0" lvl="0"/>
            <a:r>
              <a:rPr lang="fr-FR" dirty="0"/>
              <a:t>Cliquez pour modifier le texte</a:t>
            </a:r>
          </a:p>
        </p:txBody>
      </p:sp>
      <p:sp>
        <p:nvSpPr>
          <p:cNvPr id="36" name="Espace réservé du texte 12">
            <a:extLst>
              <a:ext uri="{FF2B5EF4-FFF2-40B4-BE49-F238E27FC236}">
                <a16:creationId xmlns:a16="http://schemas.microsoft.com/office/drawing/2014/main" id="{4056FF7A-49A9-8B01-6981-0B47706B3CAA}"/>
              </a:ext>
            </a:extLst>
          </p:cNvPr>
          <p:cNvSpPr>
            <a:spLocks noGrp="1"/>
          </p:cNvSpPr>
          <p:nvPr>
            <p:ph type="body" sz="quarter" idx="28" hasCustomPrompt="1"/>
          </p:nvPr>
        </p:nvSpPr>
        <p:spPr>
          <a:xfrm>
            <a:off x="6385017" y="3914395"/>
            <a:ext cx="1838632" cy="527050"/>
          </a:xfrm>
          <a:prstGeom prst="roundRect">
            <a:avLst/>
          </a:prstGeom>
          <a:gradFill>
            <a:gsLst>
              <a:gs pos="0">
                <a:srgbClr val="BA131A"/>
              </a:gs>
              <a:gs pos="100000">
                <a:srgbClr val="E2575D"/>
              </a:gs>
            </a:gsLst>
            <a:lin ang="2700000" scaled="1"/>
          </a:gradFill>
        </p:spPr>
        <p:txBody>
          <a:bodyPr anchor="ctr" anchorCtr="0">
            <a:noAutofit/>
          </a:bodyPr>
          <a:lstStyle>
            <a:lvl1pPr marL="0" indent="0">
              <a:buFont typeface="Arial" panose="020B0604020202020204" pitchFamily="34" charset="0"/>
              <a:buNone/>
              <a:defRPr sz="1200" b="1">
                <a:solidFill>
                  <a:schemeClr val="bg1"/>
                </a:solidFill>
                <a:latin typeface="+mj-lt"/>
              </a:defRPr>
            </a:lvl1pPr>
          </a:lstStyle>
          <a:p>
            <a:pPr lvl="0"/>
            <a:r>
              <a:rPr lang="fr-FR" dirty="0"/>
              <a:t>Cliquez pour modifier le texte</a:t>
            </a:r>
          </a:p>
        </p:txBody>
      </p:sp>
      <p:sp>
        <p:nvSpPr>
          <p:cNvPr id="37" name="Espace réservé du texte 12">
            <a:extLst>
              <a:ext uri="{FF2B5EF4-FFF2-40B4-BE49-F238E27FC236}">
                <a16:creationId xmlns:a16="http://schemas.microsoft.com/office/drawing/2014/main" id="{D8183968-5E34-00E9-F632-4BC91EF46975}"/>
              </a:ext>
            </a:extLst>
          </p:cNvPr>
          <p:cNvSpPr>
            <a:spLocks noGrp="1"/>
          </p:cNvSpPr>
          <p:nvPr>
            <p:ph type="body" sz="quarter" idx="29" hasCustomPrompt="1"/>
          </p:nvPr>
        </p:nvSpPr>
        <p:spPr>
          <a:xfrm>
            <a:off x="6276000" y="4592027"/>
            <a:ext cx="5220000" cy="736330"/>
          </a:xfrm>
          <a:prstGeom prst="roundRect">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lIns="2052000">
            <a:normAutofit/>
          </a:bodyPr>
          <a:lstStyle>
            <a:lvl1pPr marL="0" indent="0">
              <a:buFont typeface="Arial" panose="020B0604020202020204" pitchFamily="34" charset="0"/>
              <a:buNone/>
              <a:defRPr lang="fr-FR" sz="1100" dirty="0" smtClean="0"/>
            </a:lvl1pPr>
          </a:lstStyle>
          <a:p>
            <a:pPr marL="0" lvl="0"/>
            <a:r>
              <a:rPr lang="fr-FR" dirty="0"/>
              <a:t>Cliquez pour modifier le texte</a:t>
            </a:r>
          </a:p>
        </p:txBody>
      </p:sp>
      <p:sp>
        <p:nvSpPr>
          <p:cNvPr id="38" name="Espace réservé du texte 12">
            <a:extLst>
              <a:ext uri="{FF2B5EF4-FFF2-40B4-BE49-F238E27FC236}">
                <a16:creationId xmlns:a16="http://schemas.microsoft.com/office/drawing/2014/main" id="{61E18FAA-D2D9-E9F0-4BBF-815DF6A74485}"/>
              </a:ext>
            </a:extLst>
          </p:cNvPr>
          <p:cNvSpPr>
            <a:spLocks noGrp="1"/>
          </p:cNvSpPr>
          <p:nvPr>
            <p:ph type="body" sz="quarter" idx="30" hasCustomPrompt="1"/>
          </p:nvPr>
        </p:nvSpPr>
        <p:spPr>
          <a:xfrm>
            <a:off x="6385017" y="4693151"/>
            <a:ext cx="1838632" cy="527050"/>
          </a:xfrm>
          <a:prstGeom prst="roundRect">
            <a:avLst/>
          </a:prstGeom>
          <a:gradFill>
            <a:gsLst>
              <a:gs pos="0">
                <a:srgbClr val="BA131A"/>
              </a:gs>
              <a:gs pos="100000">
                <a:srgbClr val="E2575D"/>
              </a:gs>
            </a:gsLst>
            <a:lin ang="2700000" scaled="1"/>
          </a:gradFill>
        </p:spPr>
        <p:txBody>
          <a:bodyPr anchor="ctr" anchorCtr="0">
            <a:noAutofit/>
          </a:bodyPr>
          <a:lstStyle>
            <a:lvl1pPr marL="0" indent="0">
              <a:buFont typeface="Arial" panose="020B0604020202020204" pitchFamily="34" charset="0"/>
              <a:buNone/>
              <a:defRPr sz="1200" b="1">
                <a:solidFill>
                  <a:schemeClr val="bg1"/>
                </a:solidFill>
                <a:latin typeface="+mj-lt"/>
              </a:defRPr>
            </a:lvl1pPr>
          </a:lstStyle>
          <a:p>
            <a:pPr lvl="0"/>
            <a:r>
              <a:rPr lang="fr-FR" dirty="0"/>
              <a:t>Cliquez pour modifier le texte</a:t>
            </a:r>
          </a:p>
        </p:txBody>
      </p:sp>
      <p:sp>
        <p:nvSpPr>
          <p:cNvPr id="39" name="Espace réservé du texte 12">
            <a:extLst>
              <a:ext uri="{FF2B5EF4-FFF2-40B4-BE49-F238E27FC236}">
                <a16:creationId xmlns:a16="http://schemas.microsoft.com/office/drawing/2014/main" id="{A958646C-1624-93A9-12B2-7A5585751792}"/>
              </a:ext>
            </a:extLst>
          </p:cNvPr>
          <p:cNvSpPr>
            <a:spLocks noGrp="1"/>
          </p:cNvSpPr>
          <p:nvPr>
            <p:ph type="body" sz="quarter" idx="31" hasCustomPrompt="1"/>
          </p:nvPr>
        </p:nvSpPr>
        <p:spPr>
          <a:xfrm>
            <a:off x="6276000" y="5370783"/>
            <a:ext cx="5220000" cy="736330"/>
          </a:xfrm>
          <a:prstGeom prst="roundRect">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lIns="2052000">
            <a:normAutofit/>
          </a:bodyPr>
          <a:lstStyle>
            <a:lvl1pPr marL="0" indent="0">
              <a:buFont typeface="Arial" panose="020B0604020202020204" pitchFamily="34" charset="0"/>
              <a:buNone/>
              <a:defRPr lang="fr-FR" sz="1100" dirty="0" smtClean="0"/>
            </a:lvl1pPr>
          </a:lstStyle>
          <a:p>
            <a:pPr marL="0" lvl="0"/>
            <a:r>
              <a:rPr lang="fr-FR" dirty="0"/>
              <a:t>Cliquez pour modifier le texte</a:t>
            </a:r>
          </a:p>
        </p:txBody>
      </p:sp>
      <p:sp>
        <p:nvSpPr>
          <p:cNvPr id="40" name="Espace réservé du texte 12">
            <a:extLst>
              <a:ext uri="{FF2B5EF4-FFF2-40B4-BE49-F238E27FC236}">
                <a16:creationId xmlns:a16="http://schemas.microsoft.com/office/drawing/2014/main" id="{2245C934-D50D-154A-73CD-F646307FF9E6}"/>
              </a:ext>
            </a:extLst>
          </p:cNvPr>
          <p:cNvSpPr>
            <a:spLocks noGrp="1"/>
          </p:cNvSpPr>
          <p:nvPr>
            <p:ph type="body" sz="quarter" idx="32" hasCustomPrompt="1"/>
          </p:nvPr>
        </p:nvSpPr>
        <p:spPr>
          <a:xfrm>
            <a:off x="6385017" y="5471907"/>
            <a:ext cx="1838632" cy="527050"/>
          </a:xfrm>
          <a:prstGeom prst="roundRect">
            <a:avLst/>
          </a:prstGeom>
          <a:gradFill>
            <a:gsLst>
              <a:gs pos="0">
                <a:srgbClr val="BA131A"/>
              </a:gs>
              <a:gs pos="100000">
                <a:srgbClr val="E2575D"/>
              </a:gs>
            </a:gsLst>
            <a:lin ang="2700000" scaled="1"/>
          </a:gradFill>
        </p:spPr>
        <p:txBody>
          <a:bodyPr anchor="ctr" anchorCtr="0">
            <a:noAutofit/>
          </a:bodyPr>
          <a:lstStyle>
            <a:lvl1pPr marL="0" indent="0">
              <a:buFont typeface="Arial" panose="020B0604020202020204" pitchFamily="34" charset="0"/>
              <a:buNone/>
              <a:defRPr sz="1200" b="1">
                <a:solidFill>
                  <a:schemeClr val="bg1"/>
                </a:solidFill>
                <a:latin typeface="+mj-lt"/>
              </a:defRPr>
            </a:lvl1pPr>
          </a:lstStyle>
          <a:p>
            <a:pPr lvl="0"/>
            <a:r>
              <a:rPr lang="fr-FR" dirty="0"/>
              <a:t>Cliquez pour modifier le texte</a:t>
            </a:r>
          </a:p>
        </p:txBody>
      </p:sp>
      <p:sp>
        <p:nvSpPr>
          <p:cNvPr id="43" name="Espace réservé du texte 12">
            <a:extLst>
              <a:ext uri="{FF2B5EF4-FFF2-40B4-BE49-F238E27FC236}">
                <a16:creationId xmlns:a16="http://schemas.microsoft.com/office/drawing/2014/main" id="{18336BDE-5C48-FEE5-D0A7-36A5664725D7}"/>
              </a:ext>
            </a:extLst>
          </p:cNvPr>
          <p:cNvSpPr>
            <a:spLocks noGrp="1"/>
          </p:cNvSpPr>
          <p:nvPr>
            <p:ph type="body" sz="quarter" idx="33" hasCustomPrompt="1"/>
          </p:nvPr>
        </p:nvSpPr>
        <p:spPr>
          <a:xfrm>
            <a:off x="695999" y="2298256"/>
            <a:ext cx="5220001" cy="693833"/>
          </a:xfrm>
        </p:spPr>
        <p:txBody>
          <a:bodyPr anchor="ctr" anchorCtr="0">
            <a:noAutofit/>
          </a:bodyPr>
          <a:lstStyle>
            <a:lvl1pPr marL="0" indent="0">
              <a:buFont typeface="Arial" panose="020B0604020202020204" pitchFamily="34" charset="0"/>
              <a:buNone/>
              <a:defRPr sz="1800" b="1">
                <a:solidFill>
                  <a:schemeClr val="accent1"/>
                </a:solidFill>
              </a:defRPr>
            </a:lvl1pPr>
          </a:lstStyle>
          <a:p>
            <a:pPr lvl="0"/>
            <a:r>
              <a:rPr lang="fr-FR" dirty="0"/>
              <a:t>Cliquez pour modifier le texte</a:t>
            </a:r>
          </a:p>
        </p:txBody>
      </p:sp>
      <p:sp>
        <p:nvSpPr>
          <p:cNvPr id="44" name="Espace réservé du texte 12">
            <a:extLst>
              <a:ext uri="{FF2B5EF4-FFF2-40B4-BE49-F238E27FC236}">
                <a16:creationId xmlns:a16="http://schemas.microsoft.com/office/drawing/2014/main" id="{DEDA1959-A99F-7A8A-8693-1B38ABA832B3}"/>
              </a:ext>
            </a:extLst>
          </p:cNvPr>
          <p:cNvSpPr>
            <a:spLocks noGrp="1"/>
          </p:cNvSpPr>
          <p:nvPr>
            <p:ph type="body" sz="quarter" idx="34" hasCustomPrompt="1"/>
          </p:nvPr>
        </p:nvSpPr>
        <p:spPr>
          <a:xfrm>
            <a:off x="6275999" y="2298256"/>
            <a:ext cx="5220001" cy="693833"/>
          </a:xfrm>
        </p:spPr>
        <p:txBody>
          <a:bodyPr anchor="ctr" anchorCtr="0">
            <a:noAutofit/>
          </a:bodyPr>
          <a:lstStyle>
            <a:lvl1pPr marL="0" indent="0">
              <a:buFont typeface="Arial" panose="020B0604020202020204" pitchFamily="34" charset="0"/>
              <a:buNone/>
              <a:defRPr sz="1800" b="1">
                <a:solidFill>
                  <a:schemeClr val="accent1"/>
                </a:solidFill>
              </a:defRPr>
            </a:lvl1pPr>
          </a:lstStyle>
          <a:p>
            <a:pPr lvl="0"/>
            <a:r>
              <a:rPr lang="fr-FR" dirty="0"/>
              <a:t>Cliquez pour modifier le texte</a:t>
            </a:r>
          </a:p>
        </p:txBody>
      </p:sp>
    </p:spTree>
    <p:extLst>
      <p:ext uri="{BB962C8B-B14F-4D97-AF65-F5344CB8AC3E}">
        <p14:creationId xmlns:p14="http://schemas.microsoft.com/office/powerpoint/2010/main" val="175501323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ircles - 2 column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E8B66DC-8879-6B50-6C1C-73111FB3B129}"/>
              </a:ext>
            </a:extLst>
          </p:cNvPr>
          <p:cNvSpPr>
            <a:spLocks noGrp="1"/>
          </p:cNvSpPr>
          <p:nvPr>
            <p:ph type="title"/>
          </p:nvPr>
        </p:nvSpPr>
        <p:spPr/>
        <p:txBody>
          <a:bodyPr/>
          <a:lstStyle/>
          <a:p>
            <a:r>
              <a:rPr lang="fr-FR"/>
              <a:t>Modifiez le style du titre</a:t>
            </a:r>
            <a:endParaRPr lang="en-US"/>
          </a:p>
        </p:txBody>
      </p:sp>
      <p:sp>
        <p:nvSpPr>
          <p:cNvPr id="3" name="Espace réservé du numéro de diapositive 2">
            <a:extLst>
              <a:ext uri="{FF2B5EF4-FFF2-40B4-BE49-F238E27FC236}">
                <a16:creationId xmlns:a16="http://schemas.microsoft.com/office/drawing/2014/main" id="{A47FD755-1BCC-B9C4-E33C-82D51850ACC9}"/>
              </a:ext>
            </a:extLst>
          </p:cNvPr>
          <p:cNvSpPr>
            <a:spLocks noGrp="1"/>
          </p:cNvSpPr>
          <p:nvPr>
            <p:ph type="sldNum" sz="quarter" idx="10"/>
          </p:nvPr>
        </p:nvSpPr>
        <p:spPr/>
        <p:txBody>
          <a:bodyPr/>
          <a:lstStyle/>
          <a:p>
            <a:fld id="{262175C0-8CD5-419A-A749-8C17692C9EAC}" type="slidenum">
              <a:rPr lang="en-US" smtClean="0"/>
              <a:t>‹N°›</a:t>
            </a:fld>
            <a:endParaRPr lang="en-US"/>
          </a:p>
        </p:txBody>
      </p:sp>
      <p:sp>
        <p:nvSpPr>
          <p:cNvPr id="21" name="Espace réservé du texte 8">
            <a:extLst>
              <a:ext uri="{FF2B5EF4-FFF2-40B4-BE49-F238E27FC236}">
                <a16:creationId xmlns:a16="http://schemas.microsoft.com/office/drawing/2014/main" id="{44A0F437-DBD2-CFDA-A585-C152D0AF9910}"/>
              </a:ext>
            </a:extLst>
          </p:cNvPr>
          <p:cNvSpPr>
            <a:spLocks noGrp="1"/>
          </p:cNvSpPr>
          <p:nvPr>
            <p:ph type="body" sz="quarter" idx="13" hasCustomPrompt="1"/>
          </p:nvPr>
        </p:nvSpPr>
        <p:spPr>
          <a:xfrm>
            <a:off x="696000" y="750887"/>
            <a:ext cx="3420000" cy="432000"/>
          </a:xfrm>
          <a:prstGeom prst="roundRect">
            <a:avLst>
              <a:gd name="adj" fmla="val 50000"/>
            </a:avLst>
          </a:prstGeom>
          <a:solidFill>
            <a:schemeClr val="accent3">
              <a:lumMod val="40000"/>
              <a:lumOff val="60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anchor="ctr">
            <a:noAutofit/>
          </a:bodyPr>
          <a:lstStyle>
            <a:lvl1pPr algn="ctr">
              <a:buNone/>
              <a:defRPr sz="1600" b="1">
                <a:solidFill>
                  <a:schemeClr val="accent1"/>
                </a:solidFill>
              </a:defRPr>
            </a:lvl1pPr>
          </a:lstStyle>
          <a:p>
            <a:pPr lvl="0"/>
            <a:r>
              <a:rPr lang="fr-FR" dirty="0"/>
              <a:t>Titre</a:t>
            </a:r>
            <a:endParaRPr lang="en-US" dirty="0"/>
          </a:p>
        </p:txBody>
      </p:sp>
      <p:sp>
        <p:nvSpPr>
          <p:cNvPr id="4" name="Espace réservé du texte 3">
            <a:extLst>
              <a:ext uri="{FF2B5EF4-FFF2-40B4-BE49-F238E27FC236}">
                <a16:creationId xmlns:a16="http://schemas.microsoft.com/office/drawing/2014/main" id="{7EE7AC4C-82BC-2AE2-AFBA-8BDF5CDE3764}"/>
              </a:ext>
            </a:extLst>
          </p:cNvPr>
          <p:cNvSpPr>
            <a:spLocks noGrp="1"/>
          </p:cNvSpPr>
          <p:nvPr>
            <p:ph type="body" sz="quarter" idx="23" hasCustomPrompt="1"/>
          </p:nvPr>
        </p:nvSpPr>
        <p:spPr>
          <a:xfrm>
            <a:off x="2437045" y="2573304"/>
            <a:ext cx="1800000" cy="1800000"/>
          </a:xfrm>
          <a:blipFill>
            <a:blip r:embed="rId2"/>
            <a:stretch>
              <a:fillRect/>
            </a:stretch>
          </a:blipFill>
        </p:spPr>
        <p:txBody>
          <a:bodyPr anchor="ctr">
            <a:normAutofit/>
          </a:bodyPr>
          <a:lstStyle>
            <a:lvl1pPr algn="ctr">
              <a:buNone/>
              <a:defRPr sz="4800" b="1">
                <a:gradFill>
                  <a:gsLst>
                    <a:gs pos="0">
                      <a:srgbClr val="BA131A"/>
                    </a:gs>
                    <a:gs pos="100000">
                      <a:srgbClr val="E2575D"/>
                    </a:gs>
                  </a:gsLst>
                  <a:lin ang="2700000" scaled="1"/>
                </a:gradFill>
              </a:defRPr>
            </a:lvl1pPr>
          </a:lstStyle>
          <a:p>
            <a:pPr lvl="0"/>
            <a:r>
              <a:rPr lang="fr-FR" dirty="0"/>
              <a:t>1</a:t>
            </a:r>
            <a:endParaRPr lang="en-US" dirty="0"/>
          </a:p>
        </p:txBody>
      </p:sp>
      <p:sp>
        <p:nvSpPr>
          <p:cNvPr id="5" name="Espace réservé du texte 12">
            <a:extLst>
              <a:ext uri="{FF2B5EF4-FFF2-40B4-BE49-F238E27FC236}">
                <a16:creationId xmlns:a16="http://schemas.microsoft.com/office/drawing/2014/main" id="{6A182F6A-BA15-0EA3-470E-2144DCE00ADD}"/>
              </a:ext>
            </a:extLst>
          </p:cNvPr>
          <p:cNvSpPr>
            <a:spLocks noGrp="1"/>
          </p:cNvSpPr>
          <p:nvPr>
            <p:ph type="body" sz="quarter" idx="24" hasCustomPrompt="1"/>
          </p:nvPr>
        </p:nvSpPr>
        <p:spPr>
          <a:xfrm>
            <a:off x="1807045" y="4449964"/>
            <a:ext cx="3060000" cy="625475"/>
          </a:xfrm>
        </p:spPr>
        <p:txBody>
          <a:bodyPr anchor="ctr" anchorCtr="0">
            <a:noAutofit/>
          </a:bodyPr>
          <a:lstStyle>
            <a:lvl1pPr marL="0" indent="0" algn="ctr">
              <a:buFont typeface="Arial" panose="020B0604020202020204" pitchFamily="34" charset="0"/>
              <a:buNone/>
              <a:defRPr sz="2000" b="1">
                <a:latin typeface="+mj-lt"/>
              </a:defRPr>
            </a:lvl1pPr>
          </a:lstStyle>
          <a:p>
            <a:pPr lvl="0"/>
            <a:r>
              <a:rPr lang="fr-FR" dirty="0"/>
              <a:t>Cliquez pour modifier le texte</a:t>
            </a:r>
          </a:p>
        </p:txBody>
      </p:sp>
      <p:sp>
        <p:nvSpPr>
          <p:cNvPr id="6" name="Espace réservé du texte 12">
            <a:extLst>
              <a:ext uri="{FF2B5EF4-FFF2-40B4-BE49-F238E27FC236}">
                <a16:creationId xmlns:a16="http://schemas.microsoft.com/office/drawing/2014/main" id="{10002F95-A760-0AC2-ED39-CBA0B70091FE}"/>
              </a:ext>
            </a:extLst>
          </p:cNvPr>
          <p:cNvSpPr>
            <a:spLocks noGrp="1"/>
          </p:cNvSpPr>
          <p:nvPr>
            <p:ph type="body" sz="quarter" idx="25" hasCustomPrompt="1"/>
          </p:nvPr>
        </p:nvSpPr>
        <p:spPr>
          <a:xfrm>
            <a:off x="1807045" y="5152099"/>
            <a:ext cx="3060000" cy="1042107"/>
          </a:xfrm>
        </p:spPr>
        <p:txBody>
          <a:bodyPr anchor="ctr" anchorCtr="0">
            <a:noAutofit/>
          </a:bodyPr>
          <a:lstStyle>
            <a:lvl1pPr marL="0" indent="0" algn="ctr">
              <a:buFont typeface="Arial" panose="020B0604020202020204" pitchFamily="34" charset="0"/>
              <a:buNone/>
              <a:defRPr sz="1800"/>
            </a:lvl1pPr>
          </a:lstStyle>
          <a:p>
            <a:pPr lvl="0"/>
            <a:r>
              <a:rPr lang="fr-FR" dirty="0"/>
              <a:t>Cliquez pour modifier le texte</a:t>
            </a:r>
          </a:p>
        </p:txBody>
      </p:sp>
      <p:sp>
        <p:nvSpPr>
          <p:cNvPr id="7" name="Espace réservé du texte 3">
            <a:extLst>
              <a:ext uri="{FF2B5EF4-FFF2-40B4-BE49-F238E27FC236}">
                <a16:creationId xmlns:a16="http://schemas.microsoft.com/office/drawing/2014/main" id="{CE4B0AEF-3D60-76AF-BB22-AA59F35F0202}"/>
              </a:ext>
            </a:extLst>
          </p:cNvPr>
          <p:cNvSpPr>
            <a:spLocks noGrp="1"/>
          </p:cNvSpPr>
          <p:nvPr>
            <p:ph type="body" sz="quarter" idx="26" hasCustomPrompt="1"/>
          </p:nvPr>
        </p:nvSpPr>
        <p:spPr>
          <a:xfrm>
            <a:off x="7954955" y="2573304"/>
            <a:ext cx="1800000" cy="1800000"/>
          </a:xfrm>
          <a:blipFill>
            <a:blip r:embed="rId2"/>
            <a:stretch>
              <a:fillRect/>
            </a:stretch>
          </a:blipFill>
        </p:spPr>
        <p:txBody>
          <a:bodyPr anchor="ctr">
            <a:normAutofit/>
          </a:bodyPr>
          <a:lstStyle>
            <a:lvl1pPr algn="ctr">
              <a:buNone/>
              <a:defRPr sz="4800" b="1">
                <a:gradFill>
                  <a:gsLst>
                    <a:gs pos="0">
                      <a:srgbClr val="BA131A"/>
                    </a:gs>
                    <a:gs pos="100000">
                      <a:srgbClr val="E2575D"/>
                    </a:gs>
                  </a:gsLst>
                  <a:lin ang="2700000" scaled="1"/>
                </a:gradFill>
              </a:defRPr>
            </a:lvl1pPr>
          </a:lstStyle>
          <a:p>
            <a:pPr lvl="0"/>
            <a:r>
              <a:rPr lang="fr-FR" dirty="0"/>
              <a:t>1</a:t>
            </a:r>
            <a:endParaRPr lang="en-US" dirty="0"/>
          </a:p>
        </p:txBody>
      </p:sp>
      <p:sp>
        <p:nvSpPr>
          <p:cNvPr id="8" name="Espace réservé du texte 12">
            <a:extLst>
              <a:ext uri="{FF2B5EF4-FFF2-40B4-BE49-F238E27FC236}">
                <a16:creationId xmlns:a16="http://schemas.microsoft.com/office/drawing/2014/main" id="{05EF9736-0654-9212-B85B-C9B0D1284F8D}"/>
              </a:ext>
            </a:extLst>
          </p:cNvPr>
          <p:cNvSpPr>
            <a:spLocks noGrp="1"/>
          </p:cNvSpPr>
          <p:nvPr>
            <p:ph type="body" sz="quarter" idx="27" hasCustomPrompt="1"/>
          </p:nvPr>
        </p:nvSpPr>
        <p:spPr>
          <a:xfrm>
            <a:off x="7324955" y="4449964"/>
            <a:ext cx="3060000" cy="625475"/>
          </a:xfrm>
        </p:spPr>
        <p:txBody>
          <a:bodyPr anchor="ctr" anchorCtr="0">
            <a:noAutofit/>
          </a:bodyPr>
          <a:lstStyle>
            <a:lvl1pPr marL="0" indent="0" algn="ctr">
              <a:buFont typeface="Arial" panose="020B0604020202020204" pitchFamily="34" charset="0"/>
              <a:buNone/>
              <a:defRPr sz="2000" b="1">
                <a:latin typeface="+mj-lt"/>
              </a:defRPr>
            </a:lvl1pPr>
          </a:lstStyle>
          <a:p>
            <a:pPr lvl="0"/>
            <a:r>
              <a:rPr lang="fr-FR" dirty="0"/>
              <a:t>Cliquez pour modifier le texte</a:t>
            </a:r>
          </a:p>
        </p:txBody>
      </p:sp>
      <p:sp>
        <p:nvSpPr>
          <p:cNvPr id="22" name="Espace réservé du texte 12">
            <a:extLst>
              <a:ext uri="{FF2B5EF4-FFF2-40B4-BE49-F238E27FC236}">
                <a16:creationId xmlns:a16="http://schemas.microsoft.com/office/drawing/2014/main" id="{23590A1B-1CBB-D8BB-38F0-7985B9B9B0B4}"/>
              </a:ext>
            </a:extLst>
          </p:cNvPr>
          <p:cNvSpPr>
            <a:spLocks noGrp="1"/>
          </p:cNvSpPr>
          <p:nvPr>
            <p:ph type="body" sz="quarter" idx="28" hasCustomPrompt="1"/>
          </p:nvPr>
        </p:nvSpPr>
        <p:spPr>
          <a:xfrm>
            <a:off x="7324955" y="5152099"/>
            <a:ext cx="3060000" cy="1042107"/>
          </a:xfrm>
        </p:spPr>
        <p:txBody>
          <a:bodyPr anchor="ctr" anchorCtr="0">
            <a:noAutofit/>
          </a:bodyPr>
          <a:lstStyle>
            <a:lvl1pPr marL="0" indent="0" algn="ctr">
              <a:buFont typeface="Arial" panose="020B0604020202020204" pitchFamily="34" charset="0"/>
              <a:buNone/>
              <a:defRPr sz="1800"/>
            </a:lvl1pPr>
          </a:lstStyle>
          <a:p>
            <a:pPr lvl="0"/>
            <a:r>
              <a:rPr lang="fr-FR" dirty="0"/>
              <a:t>Cliquez pour modifier le texte</a:t>
            </a:r>
          </a:p>
        </p:txBody>
      </p:sp>
    </p:spTree>
    <p:extLst>
      <p:ext uri="{BB962C8B-B14F-4D97-AF65-F5344CB8AC3E}">
        <p14:creationId xmlns:p14="http://schemas.microsoft.com/office/powerpoint/2010/main" val="210001852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ircles - 3 column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E8B66DC-8879-6B50-6C1C-73111FB3B129}"/>
              </a:ext>
            </a:extLst>
          </p:cNvPr>
          <p:cNvSpPr>
            <a:spLocks noGrp="1"/>
          </p:cNvSpPr>
          <p:nvPr>
            <p:ph type="title"/>
          </p:nvPr>
        </p:nvSpPr>
        <p:spPr/>
        <p:txBody>
          <a:bodyPr/>
          <a:lstStyle/>
          <a:p>
            <a:r>
              <a:rPr lang="fr-FR"/>
              <a:t>Modifiez le style du titre</a:t>
            </a:r>
            <a:endParaRPr lang="en-US"/>
          </a:p>
        </p:txBody>
      </p:sp>
      <p:sp>
        <p:nvSpPr>
          <p:cNvPr id="3" name="Espace réservé du numéro de diapositive 2">
            <a:extLst>
              <a:ext uri="{FF2B5EF4-FFF2-40B4-BE49-F238E27FC236}">
                <a16:creationId xmlns:a16="http://schemas.microsoft.com/office/drawing/2014/main" id="{A47FD755-1BCC-B9C4-E33C-82D51850ACC9}"/>
              </a:ext>
            </a:extLst>
          </p:cNvPr>
          <p:cNvSpPr>
            <a:spLocks noGrp="1"/>
          </p:cNvSpPr>
          <p:nvPr>
            <p:ph type="sldNum" sz="quarter" idx="10"/>
          </p:nvPr>
        </p:nvSpPr>
        <p:spPr/>
        <p:txBody>
          <a:bodyPr/>
          <a:lstStyle/>
          <a:p>
            <a:fld id="{262175C0-8CD5-419A-A749-8C17692C9EAC}" type="slidenum">
              <a:rPr lang="en-US" smtClean="0"/>
              <a:t>‹N°›</a:t>
            </a:fld>
            <a:endParaRPr lang="en-US"/>
          </a:p>
        </p:txBody>
      </p:sp>
      <p:sp>
        <p:nvSpPr>
          <p:cNvPr id="18" name="Espace réservé du texte 3">
            <a:extLst>
              <a:ext uri="{FF2B5EF4-FFF2-40B4-BE49-F238E27FC236}">
                <a16:creationId xmlns:a16="http://schemas.microsoft.com/office/drawing/2014/main" id="{55C85639-51CA-B6C5-9D2F-2C07745FBFF1}"/>
              </a:ext>
            </a:extLst>
          </p:cNvPr>
          <p:cNvSpPr>
            <a:spLocks noGrp="1"/>
          </p:cNvSpPr>
          <p:nvPr>
            <p:ph type="body" sz="quarter" idx="20" hasCustomPrompt="1"/>
          </p:nvPr>
        </p:nvSpPr>
        <p:spPr>
          <a:xfrm>
            <a:off x="5196000" y="2573304"/>
            <a:ext cx="1800000" cy="1800000"/>
          </a:xfrm>
          <a:blipFill>
            <a:blip r:embed="rId2"/>
            <a:stretch>
              <a:fillRect/>
            </a:stretch>
          </a:blipFill>
        </p:spPr>
        <p:txBody>
          <a:bodyPr anchor="ctr">
            <a:normAutofit/>
          </a:bodyPr>
          <a:lstStyle>
            <a:lvl1pPr algn="ctr">
              <a:buNone/>
              <a:defRPr sz="4800" b="1">
                <a:gradFill>
                  <a:gsLst>
                    <a:gs pos="0">
                      <a:srgbClr val="BA131A"/>
                    </a:gs>
                    <a:gs pos="100000">
                      <a:srgbClr val="E2575D"/>
                    </a:gs>
                  </a:gsLst>
                  <a:lin ang="2700000" scaled="1"/>
                </a:gradFill>
              </a:defRPr>
            </a:lvl1pPr>
          </a:lstStyle>
          <a:p>
            <a:pPr lvl="0"/>
            <a:r>
              <a:rPr lang="fr-FR" dirty="0"/>
              <a:t>1</a:t>
            </a:r>
            <a:endParaRPr lang="en-US" dirty="0"/>
          </a:p>
        </p:txBody>
      </p:sp>
      <p:sp>
        <p:nvSpPr>
          <p:cNvPr id="19" name="Espace réservé du texte 12">
            <a:extLst>
              <a:ext uri="{FF2B5EF4-FFF2-40B4-BE49-F238E27FC236}">
                <a16:creationId xmlns:a16="http://schemas.microsoft.com/office/drawing/2014/main" id="{78F30498-141D-8F10-1160-D112F5860694}"/>
              </a:ext>
            </a:extLst>
          </p:cNvPr>
          <p:cNvSpPr>
            <a:spLocks noGrp="1"/>
          </p:cNvSpPr>
          <p:nvPr>
            <p:ph type="body" sz="quarter" idx="21" hasCustomPrompt="1"/>
          </p:nvPr>
        </p:nvSpPr>
        <p:spPr>
          <a:xfrm>
            <a:off x="4566000" y="4449964"/>
            <a:ext cx="3060000" cy="625475"/>
          </a:xfrm>
        </p:spPr>
        <p:txBody>
          <a:bodyPr anchor="ctr" anchorCtr="0">
            <a:noAutofit/>
          </a:bodyPr>
          <a:lstStyle>
            <a:lvl1pPr marL="0" indent="0" algn="ctr">
              <a:buFont typeface="Arial" panose="020B0604020202020204" pitchFamily="34" charset="0"/>
              <a:buNone/>
              <a:defRPr sz="2000" b="1">
                <a:latin typeface="+mj-lt"/>
              </a:defRPr>
            </a:lvl1pPr>
          </a:lstStyle>
          <a:p>
            <a:pPr lvl="0"/>
            <a:r>
              <a:rPr lang="fr-FR" dirty="0"/>
              <a:t>Cliquez pour modifier le texte</a:t>
            </a:r>
          </a:p>
        </p:txBody>
      </p:sp>
      <p:sp>
        <p:nvSpPr>
          <p:cNvPr id="20" name="Espace réservé du texte 12">
            <a:extLst>
              <a:ext uri="{FF2B5EF4-FFF2-40B4-BE49-F238E27FC236}">
                <a16:creationId xmlns:a16="http://schemas.microsoft.com/office/drawing/2014/main" id="{8C7FB839-16A5-C363-23A4-EFCB2B912F39}"/>
              </a:ext>
            </a:extLst>
          </p:cNvPr>
          <p:cNvSpPr>
            <a:spLocks noGrp="1"/>
          </p:cNvSpPr>
          <p:nvPr>
            <p:ph type="body" sz="quarter" idx="22" hasCustomPrompt="1"/>
          </p:nvPr>
        </p:nvSpPr>
        <p:spPr>
          <a:xfrm>
            <a:off x="4566000" y="5152099"/>
            <a:ext cx="3060000" cy="1042107"/>
          </a:xfrm>
        </p:spPr>
        <p:txBody>
          <a:bodyPr anchor="ctr" anchorCtr="0">
            <a:noAutofit/>
          </a:bodyPr>
          <a:lstStyle>
            <a:lvl1pPr marL="0" indent="0" algn="ctr">
              <a:buFont typeface="Arial" panose="020B0604020202020204" pitchFamily="34" charset="0"/>
              <a:buNone/>
              <a:defRPr sz="1800"/>
            </a:lvl1pPr>
          </a:lstStyle>
          <a:p>
            <a:pPr lvl="0"/>
            <a:r>
              <a:rPr lang="fr-FR" dirty="0"/>
              <a:t>Cliquez pour modifier le texte</a:t>
            </a:r>
          </a:p>
        </p:txBody>
      </p:sp>
      <p:sp>
        <p:nvSpPr>
          <p:cNvPr id="21" name="Espace réservé du texte 8">
            <a:extLst>
              <a:ext uri="{FF2B5EF4-FFF2-40B4-BE49-F238E27FC236}">
                <a16:creationId xmlns:a16="http://schemas.microsoft.com/office/drawing/2014/main" id="{44A0F437-DBD2-CFDA-A585-C152D0AF9910}"/>
              </a:ext>
            </a:extLst>
          </p:cNvPr>
          <p:cNvSpPr>
            <a:spLocks noGrp="1"/>
          </p:cNvSpPr>
          <p:nvPr>
            <p:ph type="body" sz="quarter" idx="13" hasCustomPrompt="1"/>
          </p:nvPr>
        </p:nvSpPr>
        <p:spPr>
          <a:xfrm>
            <a:off x="696000" y="750887"/>
            <a:ext cx="3420000" cy="432000"/>
          </a:xfrm>
          <a:prstGeom prst="roundRect">
            <a:avLst>
              <a:gd name="adj" fmla="val 50000"/>
            </a:avLst>
          </a:prstGeom>
          <a:solidFill>
            <a:schemeClr val="accent3">
              <a:lumMod val="40000"/>
              <a:lumOff val="60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anchor="ctr">
            <a:noAutofit/>
          </a:bodyPr>
          <a:lstStyle>
            <a:lvl1pPr algn="ctr">
              <a:buNone/>
              <a:defRPr sz="1600" b="1">
                <a:solidFill>
                  <a:schemeClr val="accent1"/>
                </a:solidFill>
              </a:defRPr>
            </a:lvl1pPr>
          </a:lstStyle>
          <a:p>
            <a:pPr lvl="0"/>
            <a:r>
              <a:rPr lang="fr-FR" dirty="0"/>
              <a:t>Titre</a:t>
            </a:r>
            <a:endParaRPr lang="en-US" dirty="0"/>
          </a:p>
        </p:txBody>
      </p:sp>
      <p:sp>
        <p:nvSpPr>
          <p:cNvPr id="4" name="Espace réservé du texte 3">
            <a:extLst>
              <a:ext uri="{FF2B5EF4-FFF2-40B4-BE49-F238E27FC236}">
                <a16:creationId xmlns:a16="http://schemas.microsoft.com/office/drawing/2014/main" id="{7EE7AC4C-82BC-2AE2-AFBA-8BDF5CDE3764}"/>
              </a:ext>
            </a:extLst>
          </p:cNvPr>
          <p:cNvSpPr>
            <a:spLocks noGrp="1"/>
          </p:cNvSpPr>
          <p:nvPr>
            <p:ph type="body" sz="quarter" idx="23" hasCustomPrompt="1"/>
          </p:nvPr>
        </p:nvSpPr>
        <p:spPr>
          <a:xfrm>
            <a:off x="1326000" y="2573304"/>
            <a:ext cx="1800000" cy="1800000"/>
          </a:xfrm>
          <a:blipFill>
            <a:blip r:embed="rId2"/>
            <a:stretch>
              <a:fillRect/>
            </a:stretch>
          </a:blipFill>
        </p:spPr>
        <p:txBody>
          <a:bodyPr anchor="ctr">
            <a:normAutofit/>
          </a:bodyPr>
          <a:lstStyle>
            <a:lvl1pPr algn="ctr">
              <a:buNone/>
              <a:defRPr sz="4800" b="1">
                <a:gradFill>
                  <a:gsLst>
                    <a:gs pos="0">
                      <a:srgbClr val="BA131A"/>
                    </a:gs>
                    <a:gs pos="100000">
                      <a:srgbClr val="E2575D"/>
                    </a:gs>
                  </a:gsLst>
                  <a:lin ang="2700000" scaled="1"/>
                </a:gradFill>
              </a:defRPr>
            </a:lvl1pPr>
          </a:lstStyle>
          <a:p>
            <a:pPr lvl="0"/>
            <a:r>
              <a:rPr lang="fr-FR" dirty="0"/>
              <a:t>1</a:t>
            </a:r>
            <a:endParaRPr lang="en-US" dirty="0"/>
          </a:p>
        </p:txBody>
      </p:sp>
      <p:sp>
        <p:nvSpPr>
          <p:cNvPr id="5" name="Espace réservé du texte 12">
            <a:extLst>
              <a:ext uri="{FF2B5EF4-FFF2-40B4-BE49-F238E27FC236}">
                <a16:creationId xmlns:a16="http://schemas.microsoft.com/office/drawing/2014/main" id="{6A182F6A-BA15-0EA3-470E-2144DCE00ADD}"/>
              </a:ext>
            </a:extLst>
          </p:cNvPr>
          <p:cNvSpPr>
            <a:spLocks noGrp="1"/>
          </p:cNvSpPr>
          <p:nvPr>
            <p:ph type="body" sz="quarter" idx="24" hasCustomPrompt="1"/>
          </p:nvPr>
        </p:nvSpPr>
        <p:spPr>
          <a:xfrm>
            <a:off x="696000" y="4449964"/>
            <a:ext cx="3060000" cy="625475"/>
          </a:xfrm>
        </p:spPr>
        <p:txBody>
          <a:bodyPr anchor="ctr" anchorCtr="0">
            <a:noAutofit/>
          </a:bodyPr>
          <a:lstStyle>
            <a:lvl1pPr marL="0" indent="0" algn="ctr">
              <a:buFont typeface="Arial" panose="020B0604020202020204" pitchFamily="34" charset="0"/>
              <a:buNone/>
              <a:defRPr sz="2000" b="1">
                <a:latin typeface="+mj-lt"/>
              </a:defRPr>
            </a:lvl1pPr>
          </a:lstStyle>
          <a:p>
            <a:pPr lvl="0"/>
            <a:r>
              <a:rPr lang="fr-FR" dirty="0"/>
              <a:t>Cliquez pour modifier le texte</a:t>
            </a:r>
          </a:p>
        </p:txBody>
      </p:sp>
      <p:sp>
        <p:nvSpPr>
          <p:cNvPr id="6" name="Espace réservé du texte 12">
            <a:extLst>
              <a:ext uri="{FF2B5EF4-FFF2-40B4-BE49-F238E27FC236}">
                <a16:creationId xmlns:a16="http://schemas.microsoft.com/office/drawing/2014/main" id="{10002F95-A760-0AC2-ED39-CBA0B70091FE}"/>
              </a:ext>
            </a:extLst>
          </p:cNvPr>
          <p:cNvSpPr>
            <a:spLocks noGrp="1"/>
          </p:cNvSpPr>
          <p:nvPr>
            <p:ph type="body" sz="quarter" idx="25" hasCustomPrompt="1"/>
          </p:nvPr>
        </p:nvSpPr>
        <p:spPr>
          <a:xfrm>
            <a:off x="696000" y="5152099"/>
            <a:ext cx="3060000" cy="1042107"/>
          </a:xfrm>
        </p:spPr>
        <p:txBody>
          <a:bodyPr anchor="ctr" anchorCtr="0">
            <a:noAutofit/>
          </a:bodyPr>
          <a:lstStyle>
            <a:lvl1pPr marL="0" indent="0" algn="ctr">
              <a:buFont typeface="Arial" panose="020B0604020202020204" pitchFamily="34" charset="0"/>
              <a:buNone/>
              <a:defRPr sz="1800"/>
            </a:lvl1pPr>
          </a:lstStyle>
          <a:p>
            <a:pPr lvl="0"/>
            <a:r>
              <a:rPr lang="fr-FR" dirty="0"/>
              <a:t>Cliquez pour modifier le texte</a:t>
            </a:r>
          </a:p>
        </p:txBody>
      </p:sp>
      <p:sp>
        <p:nvSpPr>
          <p:cNvPr id="7" name="Espace réservé du texte 3">
            <a:extLst>
              <a:ext uri="{FF2B5EF4-FFF2-40B4-BE49-F238E27FC236}">
                <a16:creationId xmlns:a16="http://schemas.microsoft.com/office/drawing/2014/main" id="{CE4B0AEF-3D60-76AF-BB22-AA59F35F0202}"/>
              </a:ext>
            </a:extLst>
          </p:cNvPr>
          <p:cNvSpPr>
            <a:spLocks noGrp="1"/>
          </p:cNvSpPr>
          <p:nvPr>
            <p:ph type="body" sz="quarter" idx="26" hasCustomPrompt="1"/>
          </p:nvPr>
        </p:nvSpPr>
        <p:spPr>
          <a:xfrm>
            <a:off x="9066000" y="2573304"/>
            <a:ext cx="1800000" cy="1800000"/>
          </a:xfrm>
          <a:blipFill>
            <a:blip r:embed="rId2"/>
            <a:stretch>
              <a:fillRect/>
            </a:stretch>
          </a:blipFill>
        </p:spPr>
        <p:txBody>
          <a:bodyPr anchor="ctr">
            <a:normAutofit/>
          </a:bodyPr>
          <a:lstStyle>
            <a:lvl1pPr algn="ctr">
              <a:buNone/>
              <a:defRPr sz="4800" b="1">
                <a:gradFill>
                  <a:gsLst>
                    <a:gs pos="0">
                      <a:srgbClr val="BA131A"/>
                    </a:gs>
                    <a:gs pos="100000">
                      <a:srgbClr val="E2575D"/>
                    </a:gs>
                  </a:gsLst>
                  <a:lin ang="2700000" scaled="1"/>
                </a:gradFill>
              </a:defRPr>
            </a:lvl1pPr>
          </a:lstStyle>
          <a:p>
            <a:pPr lvl="0"/>
            <a:r>
              <a:rPr lang="fr-FR" dirty="0"/>
              <a:t>1</a:t>
            </a:r>
            <a:endParaRPr lang="en-US" dirty="0"/>
          </a:p>
        </p:txBody>
      </p:sp>
      <p:sp>
        <p:nvSpPr>
          <p:cNvPr id="8" name="Espace réservé du texte 12">
            <a:extLst>
              <a:ext uri="{FF2B5EF4-FFF2-40B4-BE49-F238E27FC236}">
                <a16:creationId xmlns:a16="http://schemas.microsoft.com/office/drawing/2014/main" id="{05EF9736-0654-9212-B85B-C9B0D1284F8D}"/>
              </a:ext>
            </a:extLst>
          </p:cNvPr>
          <p:cNvSpPr>
            <a:spLocks noGrp="1"/>
          </p:cNvSpPr>
          <p:nvPr>
            <p:ph type="body" sz="quarter" idx="27" hasCustomPrompt="1"/>
          </p:nvPr>
        </p:nvSpPr>
        <p:spPr>
          <a:xfrm>
            <a:off x="8436000" y="4449964"/>
            <a:ext cx="3060000" cy="625475"/>
          </a:xfrm>
        </p:spPr>
        <p:txBody>
          <a:bodyPr anchor="ctr" anchorCtr="0">
            <a:noAutofit/>
          </a:bodyPr>
          <a:lstStyle>
            <a:lvl1pPr marL="0" indent="0" algn="ctr">
              <a:buFont typeface="Arial" panose="020B0604020202020204" pitchFamily="34" charset="0"/>
              <a:buNone/>
              <a:defRPr sz="2000" b="1">
                <a:latin typeface="+mj-lt"/>
              </a:defRPr>
            </a:lvl1pPr>
          </a:lstStyle>
          <a:p>
            <a:pPr lvl="0"/>
            <a:r>
              <a:rPr lang="fr-FR" dirty="0"/>
              <a:t>Cliquez pour modifier le texte</a:t>
            </a:r>
          </a:p>
        </p:txBody>
      </p:sp>
      <p:sp>
        <p:nvSpPr>
          <p:cNvPr id="22" name="Espace réservé du texte 12">
            <a:extLst>
              <a:ext uri="{FF2B5EF4-FFF2-40B4-BE49-F238E27FC236}">
                <a16:creationId xmlns:a16="http://schemas.microsoft.com/office/drawing/2014/main" id="{23590A1B-1CBB-D8BB-38F0-7985B9B9B0B4}"/>
              </a:ext>
            </a:extLst>
          </p:cNvPr>
          <p:cNvSpPr>
            <a:spLocks noGrp="1"/>
          </p:cNvSpPr>
          <p:nvPr>
            <p:ph type="body" sz="quarter" idx="28" hasCustomPrompt="1"/>
          </p:nvPr>
        </p:nvSpPr>
        <p:spPr>
          <a:xfrm>
            <a:off x="8436000" y="5152099"/>
            <a:ext cx="3060000" cy="1042107"/>
          </a:xfrm>
        </p:spPr>
        <p:txBody>
          <a:bodyPr anchor="ctr" anchorCtr="0">
            <a:noAutofit/>
          </a:bodyPr>
          <a:lstStyle>
            <a:lvl1pPr marL="0" indent="0" algn="ctr">
              <a:buFont typeface="Arial" panose="020B0604020202020204" pitchFamily="34" charset="0"/>
              <a:buNone/>
              <a:defRPr sz="1800"/>
            </a:lvl1pPr>
          </a:lstStyle>
          <a:p>
            <a:pPr lvl="0"/>
            <a:r>
              <a:rPr lang="fr-FR" dirty="0"/>
              <a:t>Cliquez pour modifier le texte</a:t>
            </a:r>
          </a:p>
        </p:txBody>
      </p:sp>
    </p:spTree>
    <p:extLst>
      <p:ext uri="{BB962C8B-B14F-4D97-AF65-F5344CB8AC3E}">
        <p14:creationId xmlns:p14="http://schemas.microsoft.com/office/powerpoint/2010/main" val="148561573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ircles - 4 column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E8B66DC-8879-6B50-6C1C-73111FB3B129}"/>
              </a:ext>
            </a:extLst>
          </p:cNvPr>
          <p:cNvSpPr>
            <a:spLocks noGrp="1"/>
          </p:cNvSpPr>
          <p:nvPr>
            <p:ph type="title"/>
          </p:nvPr>
        </p:nvSpPr>
        <p:spPr/>
        <p:txBody>
          <a:bodyPr/>
          <a:lstStyle/>
          <a:p>
            <a:r>
              <a:rPr lang="fr-FR"/>
              <a:t>Modifiez le style du titre</a:t>
            </a:r>
            <a:endParaRPr lang="en-US"/>
          </a:p>
        </p:txBody>
      </p:sp>
      <p:sp>
        <p:nvSpPr>
          <p:cNvPr id="3" name="Espace réservé du numéro de diapositive 2">
            <a:extLst>
              <a:ext uri="{FF2B5EF4-FFF2-40B4-BE49-F238E27FC236}">
                <a16:creationId xmlns:a16="http://schemas.microsoft.com/office/drawing/2014/main" id="{A47FD755-1BCC-B9C4-E33C-82D51850ACC9}"/>
              </a:ext>
            </a:extLst>
          </p:cNvPr>
          <p:cNvSpPr>
            <a:spLocks noGrp="1"/>
          </p:cNvSpPr>
          <p:nvPr>
            <p:ph type="sldNum" sz="quarter" idx="10"/>
          </p:nvPr>
        </p:nvSpPr>
        <p:spPr/>
        <p:txBody>
          <a:bodyPr/>
          <a:lstStyle/>
          <a:p>
            <a:fld id="{262175C0-8CD5-419A-A749-8C17692C9EAC}" type="slidenum">
              <a:rPr lang="en-US" smtClean="0"/>
              <a:t>‹N°›</a:t>
            </a:fld>
            <a:endParaRPr lang="en-US"/>
          </a:p>
        </p:txBody>
      </p:sp>
      <p:sp>
        <p:nvSpPr>
          <p:cNvPr id="21" name="Espace réservé du texte 8">
            <a:extLst>
              <a:ext uri="{FF2B5EF4-FFF2-40B4-BE49-F238E27FC236}">
                <a16:creationId xmlns:a16="http://schemas.microsoft.com/office/drawing/2014/main" id="{44A0F437-DBD2-CFDA-A585-C152D0AF9910}"/>
              </a:ext>
            </a:extLst>
          </p:cNvPr>
          <p:cNvSpPr>
            <a:spLocks noGrp="1"/>
          </p:cNvSpPr>
          <p:nvPr>
            <p:ph type="body" sz="quarter" idx="13" hasCustomPrompt="1"/>
          </p:nvPr>
        </p:nvSpPr>
        <p:spPr>
          <a:xfrm>
            <a:off x="696000" y="750887"/>
            <a:ext cx="3420000" cy="432000"/>
          </a:xfrm>
          <a:prstGeom prst="roundRect">
            <a:avLst>
              <a:gd name="adj" fmla="val 50000"/>
            </a:avLst>
          </a:prstGeom>
          <a:solidFill>
            <a:schemeClr val="accent3">
              <a:lumMod val="40000"/>
              <a:lumOff val="60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anchor="ctr">
            <a:noAutofit/>
          </a:bodyPr>
          <a:lstStyle>
            <a:lvl1pPr algn="ctr">
              <a:buNone/>
              <a:defRPr sz="1600" b="1">
                <a:solidFill>
                  <a:schemeClr val="accent1"/>
                </a:solidFill>
              </a:defRPr>
            </a:lvl1pPr>
          </a:lstStyle>
          <a:p>
            <a:pPr lvl="0"/>
            <a:r>
              <a:rPr lang="fr-FR" dirty="0"/>
              <a:t>Titre</a:t>
            </a:r>
            <a:endParaRPr lang="en-US" dirty="0"/>
          </a:p>
        </p:txBody>
      </p:sp>
      <p:sp>
        <p:nvSpPr>
          <p:cNvPr id="4" name="Espace réservé du texte 3">
            <a:extLst>
              <a:ext uri="{FF2B5EF4-FFF2-40B4-BE49-F238E27FC236}">
                <a16:creationId xmlns:a16="http://schemas.microsoft.com/office/drawing/2014/main" id="{7EE7AC4C-82BC-2AE2-AFBA-8BDF5CDE3764}"/>
              </a:ext>
            </a:extLst>
          </p:cNvPr>
          <p:cNvSpPr>
            <a:spLocks noGrp="1"/>
          </p:cNvSpPr>
          <p:nvPr>
            <p:ph type="body" sz="quarter" idx="23" hasCustomPrompt="1"/>
          </p:nvPr>
        </p:nvSpPr>
        <p:spPr>
          <a:xfrm>
            <a:off x="1056000" y="2573304"/>
            <a:ext cx="1800000" cy="1800000"/>
          </a:xfrm>
          <a:blipFill>
            <a:blip r:embed="rId2"/>
            <a:stretch>
              <a:fillRect/>
            </a:stretch>
          </a:blipFill>
        </p:spPr>
        <p:txBody>
          <a:bodyPr anchor="ctr">
            <a:normAutofit/>
          </a:bodyPr>
          <a:lstStyle>
            <a:lvl1pPr algn="ctr">
              <a:buNone/>
              <a:defRPr sz="4800" b="1">
                <a:gradFill>
                  <a:gsLst>
                    <a:gs pos="0">
                      <a:srgbClr val="BA131A"/>
                    </a:gs>
                    <a:gs pos="100000">
                      <a:srgbClr val="E2575D"/>
                    </a:gs>
                  </a:gsLst>
                  <a:lin ang="2700000" scaled="1"/>
                </a:gradFill>
              </a:defRPr>
            </a:lvl1pPr>
          </a:lstStyle>
          <a:p>
            <a:pPr lvl="0"/>
            <a:r>
              <a:rPr lang="fr-FR" dirty="0"/>
              <a:t>1</a:t>
            </a:r>
            <a:endParaRPr lang="en-US" dirty="0"/>
          </a:p>
        </p:txBody>
      </p:sp>
      <p:sp>
        <p:nvSpPr>
          <p:cNvPr id="5" name="Espace réservé du texte 12">
            <a:extLst>
              <a:ext uri="{FF2B5EF4-FFF2-40B4-BE49-F238E27FC236}">
                <a16:creationId xmlns:a16="http://schemas.microsoft.com/office/drawing/2014/main" id="{6A182F6A-BA15-0EA3-470E-2144DCE00ADD}"/>
              </a:ext>
            </a:extLst>
          </p:cNvPr>
          <p:cNvSpPr>
            <a:spLocks noGrp="1"/>
          </p:cNvSpPr>
          <p:nvPr>
            <p:ph type="body" sz="quarter" idx="24" hasCustomPrompt="1"/>
          </p:nvPr>
        </p:nvSpPr>
        <p:spPr>
          <a:xfrm>
            <a:off x="696000" y="4449964"/>
            <a:ext cx="2520000" cy="625475"/>
          </a:xfrm>
        </p:spPr>
        <p:txBody>
          <a:bodyPr anchor="ctr" anchorCtr="0">
            <a:noAutofit/>
          </a:bodyPr>
          <a:lstStyle>
            <a:lvl1pPr marL="0" indent="0" algn="ctr">
              <a:buFont typeface="Arial" panose="020B0604020202020204" pitchFamily="34" charset="0"/>
              <a:buNone/>
              <a:defRPr sz="2000" b="1">
                <a:latin typeface="+mj-lt"/>
              </a:defRPr>
            </a:lvl1pPr>
          </a:lstStyle>
          <a:p>
            <a:pPr lvl="0"/>
            <a:r>
              <a:rPr lang="fr-FR" dirty="0"/>
              <a:t>Cliquez pour modifier le texte</a:t>
            </a:r>
          </a:p>
        </p:txBody>
      </p:sp>
      <p:sp>
        <p:nvSpPr>
          <p:cNvPr id="6" name="Espace réservé du texte 12">
            <a:extLst>
              <a:ext uri="{FF2B5EF4-FFF2-40B4-BE49-F238E27FC236}">
                <a16:creationId xmlns:a16="http://schemas.microsoft.com/office/drawing/2014/main" id="{10002F95-A760-0AC2-ED39-CBA0B70091FE}"/>
              </a:ext>
            </a:extLst>
          </p:cNvPr>
          <p:cNvSpPr>
            <a:spLocks noGrp="1"/>
          </p:cNvSpPr>
          <p:nvPr>
            <p:ph type="body" sz="quarter" idx="25" hasCustomPrompt="1"/>
          </p:nvPr>
        </p:nvSpPr>
        <p:spPr>
          <a:xfrm>
            <a:off x="696000" y="5152099"/>
            <a:ext cx="2520000" cy="1042107"/>
          </a:xfrm>
        </p:spPr>
        <p:txBody>
          <a:bodyPr anchor="ctr" anchorCtr="0">
            <a:noAutofit/>
          </a:bodyPr>
          <a:lstStyle>
            <a:lvl1pPr marL="0" indent="0" algn="ctr">
              <a:buFont typeface="Arial" panose="020B0604020202020204" pitchFamily="34" charset="0"/>
              <a:buNone/>
              <a:defRPr sz="1800"/>
            </a:lvl1pPr>
          </a:lstStyle>
          <a:p>
            <a:pPr lvl="0"/>
            <a:r>
              <a:rPr lang="fr-FR" dirty="0"/>
              <a:t>Cliquez pour modifier le texte</a:t>
            </a:r>
          </a:p>
        </p:txBody>
      </p:sp>
      <p:sp>
        <p:nvSpPr>
          <p:cNvPr id="9" name="Espace réservé du texte 3">
            <a:extLst>
              <a:ext uri="{FF2B5EF4-FFF2-40B4-BE49-F238E27FC236}">
                <a16:creationId xmlns:a16="http://schemas.microsoft.com/office/drawing/2014/main" id="{75B64AD6-7559-80ED-EE9B-B069E1A6C916}"/>
              </a:ext>
            </a:extLst>
          </p:cNvPr>
          <p:cNvSpPr>
            <a:spLocks noGrp="1"/>
          </p:cNvSpPr>
          <p:nvPr>
            <p:ph type="body" sz="quarter" idx="26" hasCustomPrompt="1"/>
          </p:nvPr>
        </p:nvSpPr>
        <p:spPr>
          <a:xfrm>
            <a:off x="9336002" y="2573304"/>
            <a:ext cx="1800000" cy="1800000"/>
          </a:xfrm>
          <a:blipFill>
            <a:blip r:embed="rId2"/>
            <a:stretch>
              <a:fillRect/>
            </a:stretch>
          </a:blipFill>
        </p:spPr>
        <p:txBody>
          <a:bodyPr anchor="ctr">
            <a:normAutofit/>
          </a:bodyPr>
          <a:lstStyle>
            <a:lvl1pPr algn="ctr">
              <a:buNone/>
              <a:defRPr sz="4800" b="1">
                <a:gradFill>
                  <a:gsLst>
                    <a:gs pos="0">
                      <a:srgbClr val="BA131A"/>
                    </a:gs>
                    <a:gs pos="100000">
                      <a:srgbClr val="E2575D"/>
                    </a:gs>
                  </a:gsLst>
                  <a:lin ang="2700000" scaled="1"/>
                </a:gradFill>
              </a:defRPr>
            </a:lvl1pPr>
          </a:lstStyle>
          <a:p>
            <a:pPr lvl="0"/>
            <a:r>
              <a:rPr lang="fr-FR" dirty="0"/>
              <a:t>1</a:t>
            </a:r>
            <a:endParaRPr lang="en-US" dirty="0"/>
          </a:p>
        </p:txBody>
      </p:sp>
      <p:sp>
        <p:nvSpPr>
          <p:cNvPr id="10" name="Espace réservé du texte 12">
            <a:extLst>
              <a:ext uri="{FF2B5EF4-FFF2-40B4-BE49-F238E27FC236}">
                <a16:creationId xmlns:a16="http://schemas.microsoft.com/office/drawing/2014/main" id="{D793EAF9-5C9E-9CA8-9AAF-D2A0C80C4E0D}"/>
              </a:ext>
            </a:extLst>
          </p:cNvPr>
          <p:cNvSpPr>
            <a:spLocks noGrp="1"/>
          </p:cNvSpPr>
          <p:nvPr>
            <p:ph type="body" sz="quarter" idx="27" hasCustomPrompt="1"/>
          </p:nvPr>
        </p:nvSpPr>
        <p:spPr>
          <a:xfrm>
            <a:off x="8976002" y="4449964"/>
            <a:ext cx="2520000" cy="625475"/>
          </a:xfrm>
        </p:spPr>
        <p:txBody>
          <a:bodyPr anchor="ctr" anchorCtr="0">
            <a:noAutofit/>
          </a:bodyPr>
          <a:lstStyle>
            <a:lvl1pPr marL="0" indent="0" algn="ctr">
              <a:buFont typeface="Arial" panose="020B0604020202020204" pitchFamily="34" charset="0"/>
              <a:buNone/>
              <a:defRPr sz="2000" b="1">
                <a:latin typeface="+mj-lt"/>
              </a:defRPr>
            </a:lvl1pPr>
          </a:lstStyle>
          <a:p>
            <a:pPr lvl="0"/>
            <a:r>
              <a:rPr lang="fr-FR" dirty="0"/>
              <a:t>Cliquez pour modifier le texte</a:t>
            </a:r>
          </a:p>
        </p:txBody>
      </p:sp>
      <p:sp>
        <p:nvSpPr>
          <p:cNvPr id="11" name="Espace réservé du texte 12">
            <a:extLst>
              <a:ext uri="{FF2B5EF4-FFF2-40B4-BE49-F238E27FC236}">
                <a16:creationId xmlns:a16="http://schemas.microsoft.com/office/drawing/2014/main" id="{891F8640-BFA7-C134-A4EA-D017CB4CD508}"/>
              </a:ext>
            </a:extLst>
          </p:cNvPr>
          <p:cNvSpPr>
            <a:spLocks noGrp="1"/>
          </p:cNvSpPr>
          <p:nvPr>
            <p:ph type="body" sz="quarter" idx="28" hasCustomPrompt="1"/>
          </p:nvPr>
        </p:nvSpPr>
        <p:spPr>
          <a:xfrm>
            <a:off x="8976002" y="5152099"/>
            <a:ext cx="2520000" cy="1042107"/>
          </a:xfrm>
        </p:spPr>
        <p:txBody>
          <a:bodyPr anchor="ctr" anchorCtr="0">
            <a:noAutofit/>
          </a:bodyPr>
          <a:lstStyle>
            <a:lvl1pPr marL="0" indent="0" algn="ctr">
              <a:buFont typeface="Arial" panose="020B0604020202020204" pitchFamily="34" charset="0"/>
              <a:buNone/>
              <a:defRPr sz="1800"/>
            </a:lvl1pPr>
          </a:lstStyle>
          <a:p>
            <a:pPr lvl="0"/>
            <a:r>
              <a:rPr lang="fr-FR" dirty="0"/>
              <a:t>Cliquez pour modifier le texte</a:t>
            </a:r>
          </a:p>
        </p:txBody>
      </p:sp>
      <p:sp>
        <p:nvSpPr>
          <p:cNvPr id="12" name="Espace réservé du texte 3">
            <a:extLst>
              <a:ext uri="{FF2B5EF4-FFF2-40B4-BE49-F238E27FC236}">
                <a16:creationId xmlns:a16="http://schemas.microsoft.com/office/drawing/2014/main" id="{C1E474AE-391E-174E-A604-8988D1C5BCE5}"/>
              </a:ext>
            </a:extLst>
          </p:cNvPr>
          <p:cNvSpPr>
            <a:spLocks noGrp="1"/>
          </p:cNvSpPr>
          <p:nvPr>
            <p:ph type="body" sz="quarter" idx="29" hasCustomPrompt="1"/>
          </p:nvPr>
        </p:nvSpPr>
        <p:spPr>
          <a:xfrm>
            <a:off x="3818013" y="2573304"/>
            <a:ext cx="1800000" cy="1800000"/>
          </a:xfrm>
          <a:blipFill>
            <a:blip r:embed="rId2"/>
            <a:stretch>
              <a:fillRect/>
            </a:stretch>
          </a:blipFill>
        </p:spPr>
        <p:txBody>
          <a:bodyPr anchor="ctr">
            <a:normAutofit/>
          </a:bodyPr>
          <a:lstStyle>
            <a:lvl1pPr algn="ctr">
              <a:buNone/>
              <a:defRPr sz="4800" b="1">
                <a:gradFill>
                  <a:gsLst>
                    <a:gs pos="0">
                      <a:srgbClr val="BA131A"/>
                    </a:gs>
                    <a:gs pos="100000">
                      <a:srgbClr val="E2575D"/>
                    </a:gs>
                  </a:gsLst>
                  <a:lin ang="2700000" scaled="1"/>
                </a:gradFill>
              </a:defRPr>
            </a:lvl1pPr>
          </a:lstStyle>
          <a:p>
            <a:pPr lvl="0"/>
            <a:r>
              <a:rPr lang="fr-FR" dirty="0"/>
              <a:t>1</a:t>
            </a:r>
            <a:endParaRPr lang="en-US" dirty="0"/>
          </a:p>
        </p:txBody>
      </p:sp>
      <p:sp>
        <p:nvSpPr>
          <p:cNvPr id="13" name="Espace réservé du texte 12">
            <a:extLst>
              <a:ext uri="{FF2B5EF4-FFF2-40B4-BE49-F238E27FC236}">
                <a16:creationId xmlns:a16="http://schemas.microsoft.com/office/drawing/2014/main" id="{B0C77430-A9DB-BC68-632C-83CE7F72B561}"/>
              </a:ext>
            </a:extLst>
          </p:cNvPr>
          <p:cNvSpPr>
            <a:spLocks noGrp="1"/>
          </p:cNvSpPr>
          <p:nvPr>
            <p:ph type="body" sz="quarter" idx="30" hasCustomPrompt="1"/>
          </p:nvPr>
        </p:nvSpPr>
        <p:spPr>
          <a:xfrm>
            <a:off x="3458013" y="4449964"/>
            <a:ext cx="2520000" cy="625475"/>
          </a:xfrm>
        </p:spPr>
        <p:txBody>
          <a:bodyPr anchor="ctr" anchorCtr="0">
            <a:noAutofit/>
          </a:bodyPr>
          <a:lstStyle>
            <a:lvl1pPr marL="0" indent="0" algn="ctr">
              <a:buFont typeface="Arial" panose="020B0604020202020204" pitchFamily="34" charset="0"/>
              <a:buNone/>
              <a:defRPr sz="2000" b="1">
                <a:latin typeface="+mj-lt"/>
              </a:defRPr>
            </a:lvl1pPr>
          </a:lstStyle>
          <a:p>
            <a:pPr lvl="0"/>
            <a:r>
              <a:rPr lang="fr-FR" dirty="0"/>
              <a:t>Cliquez pour modifier le texte</a:t>
            </a:r>
          </a:p>
        </p:txBody>
      </p:sp>
      <p:sp>
        <p:nvSpPr>
          <p:cNvPr id="14" name="Espace réservé du texte 12">
            <a:extLst>
              <a:ext uri="{FF2B5EF4-FFF2-40B4-BE49-F238E27FC236}">
                <a16:creationId xmlns:a16="http://schemas.microsoft.com/office/drawing/2014/main" id="{26D7ADA2-6DDD-7321-531E-28322335E4B9}"/>
              </a:ext>
            </a:extLst>
          </p:cNvPr>
          <p:cNvSpPr>
            <a:spLocks noGrp="1"/>
          </p:cNvSpPr>
          <p:nvPr>
            <p:ph type="body" sz="quarter" idx="31" hasCustomPrompt="1"/>
          </p:nvPr>
        </p:nvSpPr>
        <p:spPr>
          <a:xfrm>
            <a:off x="3458013" y="5152099"/>
            <a:ext cx="2520000" cy="1042107"/>
          </a:xfrm>
        </p:spPr>
        <p:txBody>
          <a:bodyPr anchor="ctr" anchorCtr="0">
            <a:noAutofit/>
          </a:bodyPr>
          <a:lstStyle>
            <a:lvl1pPr marL="0" indent="0" algn="ctr">
              <a:buFont typeface="Arial" panose="020B0604020202020204" pitchFamily="34" charset="0"/>
              <a:buNone/>
              <a:defRPr sz="1800"/>
            </a:lvl1pPr>
          </a:lstStyle>
          <a:p>
            <a:pPr lvl="0"/>
            <a:r>
              <a:rPr lang="fr-FR" dirty="0"/>
              <a:t>Cliquez pour modifier le texte</a:t>
            </a:r>
          </a:p>
        </p:txBody>
      </p:sp>
      <p:sp>
        <p:nvSpPr>
          <p:cNvPr id="15" name="Espace réservé du texte 3">
            <a:extLst>
              <a:ext uri="{FF2B5EF4-FFF2-40B4-BE49-F238E27FC236}">
                <a16:creationId xmlns:a16="http://schemas.microsoft.com/office/drawing/2014/main" id="{0842622E-0349-9BA2-1C21-EADD67D5A964}"/>
              </a:ext>
            </a:extLst>
          </p:cNvPr>
          <p:cNvSpPr>
            <a:spLocks noGrp="1"/>
          </p:cNvSpPr>
          <p:nvPr>
            <p:ph type="body" sz="quarter" idx="32" hasCustomPrompt="1"/>
          </p:nvPr>
        </p:nvSpPr>
        <p:spPr>
          <a:xfrm>
            <a:off x="6573989" y="2573304"/>
            <a:ext cx="1800000" cy="1800000"/>
          </a:xfrm>
          <a:blipFill>
            <a:blip r:embed="rId2"/>
            <a:stretch>
              <a:fillRect/>
            </a:stretch>
          </a:blipFill>
        </p:spPr>
        <p:txBody>
          <a:bodyPr anchor="ctr">
            <a:normAutofit/>
          </a:bodyPr>
          <a:lstStyle>
            <a:lvl1pPr algn="ctr">
              <a:buNone/>
              <a:defRPr sz="4800" b="1">
                <a:gradFill>
                  <a:gsLst>
                    <a:gs pos="0">
                      <a:srgbClr val="BA131A"/>
                    </a:gs>
                    <a:gs pos="100000">
                      <a:srgbClr val="E2575D"/>
                    </a:gs>
                  </a:gsLst>
                  <a:lin ang="2700000" scaled="1"/>
                </a:gradFill>
              </a:defRPr>
            </a:lvl1pPr>
          </a:lstStyle>
          <a:p>
            <a:pPr lvl="0"/>
            <a:r>
              <a:rPr lang="fr-FR" dirty="0"/>
              <a:t>1</a:t>
            </a:r>
            <a:endParaRPr lang="en-US" dirty="0"/>
          </a:p>
        </p:txBody>
      </p:sp>
      <p:sp>
        <p:nvSpPr>
          <p:cNvPr id="16" name="Espace réservé du texte 12">
            <a:extLst>
              <a:ext uri="{FF2B5EF4-FFF2-40B4-BE49-F238E27FC236}">
                <a16:creationId xmlns:a16="http://schemas.microsoft.com/office/drawing/2014/main" id="{F07AF857-E6A8-AB6E-9BC1-5C0C814039B9}"/>
              </a:ext>
            </a:extLst>
          </p:cNvPr>
          <p:cNvSpPr>
            <a:spLocks noGrp="1"/>
          </p:cNvSpPr>
          <p:nvPr>
            <p:ph type="body" sz="quarter" idx="33" hasCustomPrompt="1"/>
          </p:nvPr>
        </p:nvSpPr>
        <p:spPr>
          <a:xfrm>
            <a:off x="6213989" y="4449964"/>
            <a:ext cx="2520000" cy="625475"/>
          </a:xfrm>
        </p:spPr>
        <p:txBody>
          <a:bodyPr anchor="ctr" anchorCtr="0">
            <a:noAutofit/>
          </a:bodyPr>
          <a:lstStyle>
            <a:lvl1pPr marL="0" indent="0" algn="ctr">
              <a:buFont typeface="Arial" panose="020B0604020202020204" pitchFamily="34" charset="0"/>
              <a:buNone/>
              <a:defRPr sz="2000" b="1">
                <a:latin typeface="+mj-lt"/>
              </a:defRPr>
            </a:lvl1pPr>
          </a:lstStyle>
          <a:p>
            <a:pPr lvl="0"/>
            <a:r>
              <a:rPr lang="fr-FR" dirty="0"/>
              <a:t>Cliquez pour modifier le texte</a:t>
            </a:r>
          </a:p>
        </p:txBody>
      </p:sp>
      <p:sp>
        <p:nvSpPr>
          <p:cNvPr id="17" name="Espace réservé du texte 12">
            <a:extLst>
              <a:ext uri="{FF2B5EF4-FFF2-40B4-BE49-F238E27FC236}">
                <a16:creationId xmlns:a16="http://schemas.microsoft.com/office/drawing/2014/main" id="{21F2FCEA-0391-B272-7341-7F2E9AA674E9}"/>
              </a:ext>
            </a:extLst>
          </p:cNvPr>
          <p:cNvSpPr>
            <a:spLocks noGrp="1"/>
          </p:cNvSpPr>
          <p:nvPr>
            <p:ph type="body" sz="quarter" idx="34" hasCustomPrompt="1"/>
          </p:nvPr>
        </p:nvSpPr>
        <p:spPr>
          <a:xfrm>
            <a:off x="6213989" y="5152099"/>
            <a:ext cx="2520000" cy="1042107"/>
          </a:xfrm>
        </p:spPr>
        <p:txBody>
          <a:bodyPr anchor="ctr" anchorCtr="0">
            <a:noAutofit/>
          </a:bodyPr>
          <a:lstStyle>
            <a:lvl1pPr marL="0" indent="0" algn="ctr">
              <a:buFont typeface="Arial" panose="020B0604020202020204" pitchFamily="34" charset="0"/>
              <a:buNone/>
              <a:defRPr sz="1800"/>
            </a:lvl1pPr>
          </a:lstStyle>
          <a:p>
            <a:pPr lvl="0"/>
            <a:r>
              <a:rPr lang="fr-FR" dirty="0"/>
              <a:t>Cliquez pour modifier le texte</a:t>
            </a:r>
          </a:p>
        </p:txBody>
      </p:sp>
    </p:spTree>
    <p:extLst>
      <p:ext uri="{BB962C8B-B14F-4D97-AF65-F5344CB8AC3E}">
        <p14:creationId xmlns:p14="http://schemas.microsoft.com/office/powerpoint/2010/main" val="398442884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ircles - 2 columns X2">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E8B66DC-8879-6B50-6C1C-73111FB3B129}"/>
              </a:ext>
            </a:extLst>
          </p:cNvPr>
          <p:cNvSpPr>
            <a:spLocks noGrp="1"/>
          </p:cNvSpPr>
          <p:nvPr>
            <p:ph type="title"/>
          </p:nvPr>
        </p:nvSpPr>
        <p:spPr/>
        <p:txBody>
          <a:bodyPr/>
          <a:lstStyle/>
          <a:p>
            <a:r>
              <a:rPr lang="fr-FR"/>
              <a:t>Modifiez le style du titre</a:t>
            </a:r>
            <a:endParaRPr lang="en-US"/>
          </a:p>
        </p:txBody>
      </p:sp>
      <p:sp>
        <p:nvSpPr>
          <p:cNvPr id="3" name="Espace réservé du numéro de diapositive 2">
            <a:extLst>
              <a:ext uri="{FF2B5EF4-FFF2-40B4-BE49-F238E27FC236}">
                <a16:creationId xmlns:a16="http://schemas.microsoft.com/office/drawing/2014/main" id="{A47FD755-1BCC-B9C4-E33C-82D51850ACC9}"/>
              </a:ext>
            </a:extLst>
          </p:cNvPr>
          <p:cNvSpPr>
            <a:spLocks noGrp="1"/>
          </p:cNvSpPr>
          <p:nvPr>
            <p:ph type="sldNum" sz="quarter" idx="10"/>
          </p:nvPr>
        </p:nvSpPr>
        <p:spPr/>
        <p:txBody>
          <a:bodyPr/>
          <a:lstStyle/>
          <a:p>
            <a:fld id="{262175C0-8CD5-419A-A749-8C17692C9EAC}" type="slidenum">
              <a:rPr lang="en-US" smtClean="0"/>
              <a:t>‹N°›</a:t>
            </a:fld>
            <a:endParaRPr lang="en-US"/>
          </a:p>
        </p:txBody>
      </p:sp>
      <p:sp>
        <p:nvSpPr>
          <p:cNvPr id="21" name="Espace réservé du texte 8">
            <a:extLst>
              <a:ext uri="{FF2B5EF4-FFF2-40B4-BE49-F238E27FC236}">
                <a16:creationId xmlns:a16="http://schemas.microsoft.com/office/drawing/2014/main" id="{44A0F437-DBD2-CFDA-A585-C152D0AF9910}"/>
              </a:ext>
            </a:extLst>
          </p:cNvPr>
          <p:cNvSpPr>
            <a:spLocks noGrp="1"/>
          </p:cNvSpPr>
          <p:nvPr>
            <p:ph type="body" sz="quarter" idx="13" hasCustomPrompt="1"/>
          </p:nvPr>
        </p:nvSpPr>
        <p:spPr>
          <a:xfrm>
            <a:off x="696000" y="750887"/>
            <a:ext cx="3420000" cy="432000"/>
          </a:xfrm>
          <a:prstGeom prst="roundRect">
            <a:avLst>
              <a:gd name="adj" fmla="val 50000"/>
            </a:avLst>
          </a:prstGeom>
          <a:solidFill>
            <a:schemeClr val="accent3">
              <a:lumMod val="40000"/>
              <a:lumOff val="60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anchor="ctr">
            <a:noAutofit/>
          </a:bodyPr>
          <a:lstStyle>
            <a:lvl1pPr algn="ctr">
              <a:buNone/>
              <a:defRPr sz="1600" b="1">
                <a:solidFill>
                  <a:schemeClr val="accent1"/>
                </a:solidFill>
              </a:defRPr>
            </a:lvl1pPr>
          </a:lstStyle>
          <a:p>
            <a:pPr lvl="0"/>
            <a:r>
              <a:rPr lang="fr-FR" dirty="0"/>
              <a:t>Titre</a:t>
            </a:r>
            <a:endParaRPr lang="en-US" dirty="0"/>
          </a:p>
        </p:txBody>
      </p:sp>
      <p:sp>
        <p:nvSpPr>
          <p:cNvPr id="4" name="Espace réservé du texte 3">
            <a:extLst>
              <a:ext uri="{FF2B5EF4-FFF2-40B4-BE49-F238E27FC236}">
                <a16:creationId xmlns:a16="http://schemas.microsoft.com/office/drawing/2014/main" id="{7EE7AC4C-82BC-2AE2-AFBA-8BDF5CDE3764}"/>
              </a:ext>
            </a:extLst>
          </p:cNvPr>
          <p:cNvSpPr>
            <a:spLocks noGrp="1"/>
          </p:cNvSpPr>
          <p:nvPr>
            <p:ph type="body" sz="quarter" idx="23" hasCustomPrompt="1"/>
          </p:nvPr>
        </p:nvSpPr>
        <p:spPr>
          <a:xfrm>
            <a:off x="696000" y="2573304"/>
            <a:ext cx="1516915" cy="1516915"/>
          </a:xfrm>
          <a:blipFill>
            <a:blip r:embed="rId2"/>
            <a:stretch>
              <a:fillRect/>
            </a:stretch>
          </a:blipFill>
        </p:spPr>
        <p:txBody>
          <a:bodyPr anchor="ctr">
            <a:normAutofit/>
          </a:bodyPr>
          <a:lstStyle>
            <a:lvl1pPr algn="ctr">
              <a:buNone/>
              <a:defRPr sz="4800" b="1">
                <a:gradFill>
                  <a:gsLst>
                    <a:gs pos="0">
                      <a:srgbClr val="BA131A"/>
                    </a:gs>
                    <a:gs pos="100000">
                      <a:srgbClr val="E2575D"/>
                    </a:gs>
                  </a:gsLst>
                  <a:lin ang="2700000" scaled="1"/>
                </a:gradFill>
              </a:defRPr>
            </a:lvl1pPr>
          </a:lstStyle>
          <a:p>
            <a:pPr lvl="0"/>
            <a:r>
              <a:rPr lang="fr-FR" dirty="0"/>
              <a:t>1</a:t>
            </a:r>
            <a:endParaRPr lang="en-US" dirty="0"/>
          </a:p>
        </p:txBody>
      </p:sp>
      <p:sp>
        <p:nvSpPr>
          <p:cNvPr id="5" name="Espace réservé du texte 12">
            <a:extLst>
              <a:ext uri="{FF2B5EF4-FFF2-40B4-BE49-F238E27FC236}">
                <a16:creationId xmlns:a16="http://schemas.microsoft.com/office/drawing/2014/main" id="{6A182F6A-BA15-0EA3-470E-2144DCE00ADD}"/>
              </a:ext>
            </a:extLst>
          </p:cNvPr>
          <p:cNvSpPr>
            <a:spLocks noGrp="1"/>
          </p:cNvSpPr>
          <p:nvPr>
            <p:ph type="body" sz="quarter" idx="24" hasCustomPrompt="1"/>
          </p:nvPr>
        </p:nvSpPr>
        <p:spPr>
          <a:xfrm>
            <a:off x="2406000" y="2573304"/>
            <a:ext cx="3395032" cy="625475"/>
          </a:xfrm>
        </p:spPr>
        <p:txBody>
          <a:bodyPr anchor="ctr" anchorCtr="0">
            <a:noAutofit/>
          </a:bodyPr>
          <a:lstStyle>
            <a:lvl1pPr marL="0" indent="0" algn="l">
              <a:buFont typeface="Arial" panose="020B0604020202020204" pitchFamily="34" charset="0"/>
              <a:buNone/>
              <a:defRPr sz="2000" b="1">
                <a:latin typeface="+mj-lt"/>
              </a:defRPr>
            </a:lvl1pPr>
          </a:lstStyle>
          <a:p>
            <a:pPr lvl="0"/>
            <a:r>
              <a:rPr lang="fr-FR" dirty="0"/>
              <a:t>Cliquez pour modifier le texte</a:t>
            </a:r>
          </a:p>
        </p:txBody>
      </p:sp>
      <p:sp>
        <p:nvSpPr>
          <p:cNvPr id="6" name="Espace réservé du texte 12">
            <a:extLst>
              <a:ext uri="{FF2B5EF4-FFF2-40B4-BE49-F238E27FC236}">
                <a16:creationId xmlns:a16="http://schemas.microsoft.com/office/drawing/2014/main" id="{10002F95-A760-0AC2-ED39-CBA0B70091FE}"/>
              </a:ext>
            </a:extLst>
          </p:cNvPr>
          <p:cNvSpPr>
            <a:spLocks noGrp="1"/>
          </p:cNvSpPr>
          <p:nvPr>
            <p:ph type="body" sz="quarter" idx="25" hasCustomPrompt="1"/>
          </p:nvPr>
        </p:nvSpPr>
        <p:spPr>
          <a:xfrm>
            <a:off x="2406000" y="3198779"/>
            <a:ext cx="3395032" cy="891441"/>
          </a:xfrm>
        </p:spPr>
        <p:txBody>
          <a:bodyPr anchor="ctr" anchorCtr="0">
            <a:noAutofit/>
          </a:bodyPr>
          <a:lstStyle>
            <a:lvl1pPr marL="0" indent="0" algn="l">
              <a:buFont typeface="Arial" panose="020B0604020202020204" pitchFamily="34" charset="0"/>
              <a:buNone/>
              <a:defRPr sz="1800"/>
            </a:lvl1pPr>
          </a:lstStyle>
          <a:p>
            <a:pPr lvl="0"/>
            <a:r>
              <a:rPr lang="fr-FR" dirty="0"/>
              <a:t>Cliquez pour modifier le texte</a:t>
            </a:r>
          </a:p>
        </p:txBody>
      </p:sp>
      <p:sp>
        <p:nvSpPr>
          <p:cNvPr id="7" name="Espace réservé du texte 3">
            <a:extLst>
              <a:ext uri="{FF2B5EF4-FFF2-40B4-BE49-F238E27FC236}">
                <a16:creationId xmlns:a16="http://schemas.microsoft.com/office/drawing/2014/main" id="{3A687307-0946-84C5-A4F3-DCFCC6DB0C07}"/>
              </a:ext>
            </a:extLst>
          </p:cNvPr>
          <p:cNvSpPr>
            <a:spLocks noGrp="1"/>
          </p:cNvSpPr>
          <p:nvPr>
            <p:ph type="body" sz="quarter" idx="26" hasCustomPrompt="1"/>
          </p:nvPr>
        </p:nvSpPr>
        <p:spPr>
          <a:xfrm>
            <a:off x="708484" y="4434253"/>
            <a:ext cx="1516915" cy="1516915"/>
          </a:xfrm>
          <a:blipFill>
            <a:blip r:embed="rId2"/>
            <a:stretch>
              <a:fillRect/>
            </a:stretch>
          </a:blipFill>
        </p:spPr>
        <p:txBody>
          <a:bodyPr anchor="ctr">
            <a:normAutofit/>
          </a:bodyPr>
          <a:lstStyle>
            <a:lvl1pPr algn="ctr">
              <a:buNone/>
              <a:defRPr sz="4800" b="1">
                <a:gradFill>
                  <a:gsLst>
                    <a:gs pos="0">
                      <a:srgbClr val="BA131A"/>
                    </a:gs>
                    <a:gs pos="100000">
                      <a:srgbClr val="E2575D"/>
                    </a:gs>
                  </a:gsLst>
                  <a:lin ang="2700000" scaled="1"/>
                </a:gradFill>
              </a:defRPr>
            </a:lvl1pPr>
          </a:lstStyle>
          <a:p>
            <a:pPr lvl="0"/>
            <a:r>
              <a:rPr lang="fr-FR" dirty="0"/>
              <a:t>1</a:t>
            </a:r>
            <a:endParaRPr lang="en-US" dirty="0"/>
          </a:p>
        </p:txBody>
      </p:sp>
      <p:sp>
        <p:nvSpPr>
          <p:cNvPr id="8" name="Espace réservé du texte 12">
            <a:extLst>
              <a:ext uri="{FF2B5EF4-FFF2-40B4-BE49-F238E27FC236}">
                <a16:creationId xmlns:a16="http://schemas.microsoft.com/office/drawing/2014/main" id="{5C45B8A4-CE81-8459-4922-EACB627D37E5}"/>
              </a:ext>
            </a:extLst>
          </p:cNvPr>
          <p:cNvSpPr>
            <a:spLocks noGrp="1"/>
          </p:cNvSpPr>
          <p:nvPr>
            <p:ph type="body" sz="quarter" idx="27" hasCustomPrompt="1"/>
          </p:nvPr>
        </p:nvSpPr>
        <p:spPr>
          <a:xfrm>
            <a:off x="2418484" y="4434253"/>
            <a:ext cx="3395032" cy="625475"/>
          </a:xfrm>
        </p:spPr>
        <p:txBody>
          <a:bodyPr anchor="ctr" anchorCtr="0">
            <a:noAutofit/>
          </a:bodyPr>
          <a:lstStyle>
            <a:lvl1pPr marL="0" indent="0" algn="l">
              <a:buFont typeface="Arial" panose="020B0604020202020204" pitchFamily="34" charset="0"/>
              <a:buNone/>
              <a:defRPr sz="2000" b="1">
                <a:latin typeface="+mj-lt"/>
              </a:defRPr>
            </a:lvl1pPr>
          </a:lstStyle>
          <a:p>
            <a:pPr lvl="0"/>
            <a:r>
              <a:rPr lang="fr-FR" dirty="0"/>
              <a:t>Cliquez pour modifier le texte</a:t>
            </a:r>
          </a:p>
        </p:txBody>
      </p:sp>
      <p:sp>
        <p:nvSpPr>
          <p:cNvPr id="18" name="Espace réservé du texte 12">
            <a:extLst>
              <a:ext uri="{FF2B5EF4-FFF2-40B4-BE49-F238E27FC236}">
                <a16:creationId xmlns:a16="http://schemas.microsoft.com/office/drawing/2014/main" id="{2AD5604D-58A2-4B59-0DEA-3982B05C3269}"/>
              </a:ext>
            </a:extLst>
          </p:cNvPr>
          <p:cNvSpPr>
            <a:spLocks noGrp="1"/>
          </p:cNvSpPr>
          <p:nvPr>
            <p:ph type="body" sz="quarter" idx="28" hasCustomPrompt="1"/>
          </p:nvPr>
        </p:nvSpPr>
        <p:spPr>
          <a:xfrm>
            <a:off x="2418484" y="5059728"/>
            <a:ext cx="3395032" cy="891441"/>
          </a:xfrm>
        </p:spPr>
        <p:txBody>
          <a:bodyPr anchor="ctr" anchorCtr="0">
            <a:noAutofit/>
          </a:bodyPr>
          <a:lstStyle>
            <a:lvl1pPr marL="0" indent="0" algn="l">
              <a:buFont typeface="Arial" panose="020B0604020202020204" pitchFamily="34" charset="0"/>
              <a:buNone/>
              <a:defRPr sz="1800"/>
            </a:lvl1pPr>
          </a:lstStyle>
          <a:p>
            <a:pPr lvl="0"/>
            <a:r>
              <a:rPr lang="fr-FR" dirty="0"/>
              <a:t>Cliquez pour modifier le texte</a:t>
            </a:r>
          </a:p>
        </p:txBody>
      </p:sp>
      <p:sp>
        <p:nvSpPr>
          <p:cNvPr id="23" name="Espace réservé du texte 3">
            <a:extLst>
              <a:ext uri="{FF2B5EF4-FFF2-40B4-BE49-F238E27FC236}">
                <a16:creationId xmlns:a16="http://schemas.microsoft.com/office/drawing/2014/main" id="{C623A159-79A9-C798-3290-C939BEE2F009}"/>
              </a:ext>
            </a:extLst>
          </p:cNvPr>
          <p:cNvSpPr>
            <a:spLocks noGrp="1"/>
          </p:cNvSpPr>
          <p:nvPr>
            <p:ph type="body" sz="quarter" idx="29" hasCustomPrompt="1"/>
          </p:nvPr>
        </p:nvSpPr>
        <p:spPr>
          <a:xfrm>
            <a:off x="6378484" y="2573303"/>
            <a:ext cx="1516915" cy="1516915"/>
          </a:xfrm>
          <a:blipFill>
            <a:blip r:embed="rId2"/>
            <a:stretch>
              <a:fillRect/>
            </a:stretch>
          </a:blipFill>
        </p:spPr>
        <p:txBody>
          <a:bodyPr anchor="ctr">
            <a:normAutofit/>
          </a:bodyPr>
          <a:lstStyle>
            <a:lvl1pPr algn="ctr">
              <a:buNone/>
              <a:defRPr sz="4800" b="1">
                <a:gradFill>
                  <a:gsLst>
                    <a:gs pos="0">
                      <a:srgbClr val="BA131A"/>
                    </a:gs>
                    <a:gs pos="100000">
                      <a:srgbClr val="E2575D"/>
                    </a:gs>
                  </a:gsLst>
                  <a:lin ang="2700000" scaled="1"/>
                </a:gradFill>
              </a:defRPr>
            </a:lvl1pPr>
          </a:lstStyle>
          <a:p>
            <a:pPr lvl="0"/>
            <a:r>
              <a:rPr lang="fr-FR" dirty="0"/>
              <a:t>1</a:t>
            </a:r>
            <a:endParaRPr lang="en-US" dirty="0"/>
          </a:p>
        </p:txBody>
      </p:sp>
      <p:sp>
        <p:nvSpPr>
          <p:cNvPr id="24" name="Espace réservé du texte 12">
            <a:extLst>
              <a:ext uri="{FF2B5EF4-FFF2-40B4-BE49-F238E27FC236}">
                <a16:creationId xmlns:a16="http://schemas.microsoft.com/office/drawing/2014/main" id="{E0CCD470-F6D6-D038-A4BB-4C34F00666F5}"/>
              </a:ext>
            </a:extLst>
          </p:cNvPr>
          <p:cNvSpPr>
            <a:spLocks noGrp="1"/>
          </p:cNvSpPr>
          <p:nvPr>
            <p:ph type="body" sz="quarter" idx="30" hasCustomPrompt="1"/>
          </p:nvPr>
        </p:nvSpPr>
        <p:spPr>
          <a:xfrm>
            <a:off x="8088484" y="2573303"/>
            <a:ext cx="3395032" cy="625475"/>
          </a:xfrm>
        </p:spPr>
        <p:txBody>
          <a:bodyPr anchor="ctr" anchorCtr="0">
            <a:noAutofit/>
          </a:bodyPr>
          <a:lstStyle>
            <a:lvl1pPr marL="0" indent="0" algn="l">
              <a:buFont typeface="Arial" panose="020B0604020202020204" pitchFamily="34" charset="0"/>
              <a:buNone/>
              <a:defRPr sz="2000" b="1">
                <a:latin typeface="+mj-lt"/>
              </a:defRPr>
            </a:lvl1pPr>
          </a:lstStyle>
          <a:p>
            <a:pPr lvl="0"/>
            <a:r>
              <a:rPr lang="fr-FR" dirty="0"/>
              <a:t>Cliquez pour modifier le texte</a:t>
            </a:r>
          </a:p>
        </p:txBody>
      </p:sp>
      <p:sp>
        <p:nvSpPr>
          <p:cNvPr id="25" name="Espace réservé du texte 12">
            <a:extLst>
              <a:ext uri="{FF2B5EF4-FFF2-40B4-BE49-F238E27FC236}">
                <a16:creationId xmlns:a16="http://schemas.microsoft.com/office/drawing/2014/main" id="{33B48A22-D55D-73A5-ADFD-36F0ED73320A}"/>
              </a:ext>
            </a:extLst>
          </p:cNvPr>
          <p:cNvSpPr>
            <a:spLocks noGrp="1"/>
          </p:cNvSpPr>
          <p:nvPr>
            <p:ph type="body" sz="quarter" idx="31" hasCustomPrompt="1"/>
          </p:nvPr>
        </p:nvSpPr>
        <p:spPr>
          <a:xfrm>
            <a:off x="8088484" y="3198778"/>
            <a:ext cx="3395032" cy="891441"/>
          </a:xfrm>
        </p:spPr>
        <p:txBody>
          <a:bodyPr anchor="ctr" anchorCtr="0">
            <a:noAutofit/>
          </a:bodyPr>
          <a:lstStyle>
            <a:lvl1pPr marL="0" indent="0" algn="l">
              <a:buFont typeface="Arial" panose="020B0604020202020204" pitchFamily="34" charset="0"/>
              <a:buNone/>
              <a:defRPr sz="1800"/>
            </a:lvl1pPr>
          </a:lstStyle>
          <a:p>
            <a:pPr lvl="0"/>
            <a:r>
              <a:rPr lang="fr-FR" dirty="0"/>
              <a:t>Cliquez pour modifier le texte</a:t>
            </a:r>
          </a:p>
        </p:txBody>
      </p:sp>
      <p:sp>
        <p:nvSpPr>
          <p:cNvPr id="26" name="Espace réservé du texte 3">
            <a:extLst>
              <a:ext uri="{FF2B5EF4-FFF2-40B4-BE49-F238E27FC236}">
                <a16:creationId xmlns:a16="http://schemas.microsoft.com/office/drawing/2014/main" id="{1EE494DC-781D-34F1-3A9D-92EC84FB020A}"/>
              </a:ext>
            </a:extLst>
          </p:cNvPr>
          <p:cNvSpPr>
            <a:spLocks noGrp="1"/>
          </p:cNvSpPr>
          <p:nvPr>
            <p:ph type="body" sz="quarter" idx="32" hasCustomPrompt="1"/>
          </p:nvPr>
        </p:nvSpPr>
        <p:spPr>
          <a:xfrm>
            <a:off x="6390968" y="4434252"/>
            <a:ext cx="1516915" cy="1516915"/>
          </a:xfrm>
          <a:blipFill>
            <a:blip r:embed="rId2"/>
            <a:stretch>
              <a:fillRect/>
            </a:stretch>
          </a:blipFill>
        </p:spPr>
        <p:txBody>
          <a:bodyPr anchor="ctr">
            <a:normAutofit/>
          </a:bodyPr>
          <a:lstStyle>
            <a:lvl1pPr algn="ctr">
              <a:buNone/>
              <a:defRPr sz="4800" b="1">
                <a:gradFill>
                  <a:gsLst>
                    <a:gs pos="0">
                      <a:srgbClr val="BA131A"/>
                    </a:gs>
                    <a:gs pos="100000">
                      <a:srgbClr val="E2575D"/>
                    </a:gs>
                  </a:gsLst>
                  <a:lin ang="2700000" scaled="1"/>
                </a:gradFill>
              </a:defRPr>
            </a:lvl1pPr>
          </a:lstStyle>
          <a:p>
            <a:pPr lvl="0"/>
            <a:r>
              <a:rPr lang="fr-FR" dirty="0"/>
              <a:t>1</a:t>
            </a:r>
            <a:endParaRPr lang="en-US" dirty="0"/>
          </a:p>
        </p:txBody>
      </p:sp>
      <p:sp>
        <p:nvSpPr>
          <p:cNvPr id="27" name="Espace réservé du texte 12">
            <a:extLst>
              <a:ext uri="{FF2B5EF4-FFF2-40B4-BE49-F238E27FC236}">
                <a16:creationId xmlns:a16="http://schemas.microsoft.com/office/drawing/2014/main" id="{66900C00-8DC3-63A7-DE70-7388EEE04C7D}"/>
              </a:ext>
            </a:extLst>
          </p:cNvPr>
          <p:cNvSpPr>
            <a:spLocks noGrp="1"/>
          </p:cNvSpPr>
          <p:nvPr>
            <p:ph type="body" sz="quarter" idx="33" hasCustomPrompt="1"/>
          </p:nvPr>
        </p:nvSpPr>
        <p:spPr>
          <a:xfrm>
            <a:off x="8100968" y="4434252"/>
            <a:ext cx="3395032" cy="625475"/>
          </a:xfrm>
        </p:spPr>
        <p:txBody>
          <a:bodyPr anchor="ctr" anchorCtr="0">
            <a:noAutofit/>
          </a:bodyPr>
          <a:lstStyle>
            <a:lvl1pPr marL="0" indent="0" algn="l">
              <a:buFont typeface="Arial" panose="020B0604020202020204" pitchFamily="34" charset="0"/>
              <a:buNone/>
              <a:defRPr sz="2000" b="1">
                <a:latin typeface="+mj-lt"/>
              </a:defRPr>
            </a:lvl1pPr>
          </a:lstStyle>
          <a:p>
            <a:pPr lvl="0"/>
            <a:r>
              <a:rPr lang="fr-FR" dirty="0"/>
              <a:t>Cliquez pour modifier le texte</a:t>
            </a:r>
          </a:p>
        </p:txBody>
      </p:sp>
      <p:sp>
        <p:nvSpPr>
          <p:cNvPr id="28" name="Espace réservé du texte 12">
            <a:extLst>
              <a:ext uri="{FF2B5EF4-FFF2-40B4-BE49-F238E27FC236}">
                <a16:creationId xmlns:a16="http://schemas.microsoft.com/office/drawing/2014/main" id="{1A69C451-362B-A8A1-3C94-5B5B5ACBFDD2}"/>
              </a:ext>
            </a:extLst>
          </p:cNvPr>
          <p:cNvSpPr>
            <a:spLocks noGrp="1"/>
          </p:cNvSpPr>
          <p:nvPr>
            <p:ph type="body" sz="quarter" idx="34" hasCustomPrompt="1"/>
          </p:nvPr>
        </p:nvSpPr>
        <p:spPr>
          <a:xfrm>
            <a:off x="8100968" y="5059727"/>
            <a:ext cx="3395032" cy="891441"/>
          </a:xfrm>
        </p:spPr>
        <p:txBody>
          <a:bodyPr anchor="ctr" anchorCtr="0">
            <a:noAutofit/>
          </a:bodyPr>
          <a:lstStyle>
            <a:lvl1pPr marL="0" indent="0" algn="l">
              <a:buFont typeface="Arial" panose="020B0604020202020204" pitchFamily="34" charset="0"/>
              <a:buNone/>
              <a:defRPr sz="1800"/>
            </a:lvl1pPr>
          </a:lstStyle>
          <a:p>
            <a:pPr lvl="0"/>
            <a:r>
              <a:rPr lang="fr-FR" dirty="0"/>
              <a:t>Cliquez pour modifier le texte</a:t>
            </a:r>
          </a:p>
        </p:txBody>
      </p:sp>
    </p:spTree>
    <p:extLst>
      <p:ext uri="{BB962C8B-B14F-4D97-AF65-F5344CB8AC3E}">
        <p14:creationId xmlns:p14="http://schemas.microsoft.com/office/powerpoint/2010/main" val="303988952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Design - Circle left">
    <p:spTree>
      <p:nvGrpSpPr>
        <p:cNvPr id="1" name=""/>
        <p:cNvGrpSpPr/>
        <p:nvPr/>
      </p:nvGrpSpPr>
      <p:grpSpPr>
        <a:xfrm>
          <a:off x="0" y="0"/>
          <a:ext cx="0" cy="0"/>
          <a:chOff x="0" y="0"/>
          <a:chExt cx="0" cy="0"/>
        </a:xfrm>
      </p:grpSpPr>
      <p:sp>
        <p:nvSpPr>
          <p:cNvPr id="10" name="Organigramme : Délai 9">
            <a:extLst>
              <a:ext uri="{FF2B5EF4-FFF2-40B4-BE49-F238E27FC236}">
                <a16:creationId xmlns:a16="http://schemas.microsoft.com/office/drawing/2014/main" id="{706F2CD8-088D-A175-027A-7564F0D67DB1}"/>
              </a:ext>
            </a:extLst>
          </p:cNvPr>
          <p:cNvSpPr/>
          <p:nvPr userDrawn="1"/>
        </p:nvSpPr>
        <p:spPr>
          <a:xfrm>
            <a:off x="0" y="0"/>
            <a:ext cx="5801032" cy="6858000"/>
          </a:xfrm>
          <a:prstGeom prst="flowChartDelay">
            <a:avLst/>
          </a:prstGeom>
          <a:gradFill>
            <a:gsLst>
              <a:gs pos="100000">
                <a:schemeClr val="accent2"/>
              </a:gs>
              <a:gs pos="0">
                <a:schemeClr val="accent1"/>
              </a:gs>
            </a:gsLst>
            <a:lin ang="2700000" scaled="0"/>
          </a:gradFill>
          <a:ln w="3175">
            <a:solidFill>
              <a:srgbClr val="EDE3E3"/>
            </a:solidFill>
            <a:prstDash val="solid"/>
          </a:ln>
          <a:effectLst>
            <a:outerShdw blurRad="114300" dist="38100" dir="5400000" algn="bl" rotWithShape="0">
              <a:srgbClr val="223843">
                <a:alpha val="13000"/>
              </a:srgbClr>
            </a:outerShdw>
          </a:effectLst>
        </p:spPr>
        <p:txBody>
          <a:bodyPr vert="horz" lIns="2052000" tIns="45720" rIns="91440" bIns="45720" rtlCol="0" anchor="ctr">
            <a:normAutofit/>
          </a:bodyPr>
          <a:lstStyle/>
          <a:p>
            <a:pPr lvl="0" indent="0">
              <a:lnSpc>
                <a:spcPct val="90000"/>
              </a:lnSpc>
              <a:spcBef>
                <a:spcPts val="1000"/>
              </a:spcBef>
              <a:buClr>
                <a:schemeClr val="accent2"/>
              </a:buClr>
              <a:buFont typeface="Arial" panose="020B0604020202020204" pitchFamily="34" charset="0"/>
              <a:buNone/>
            </a:pPr>
            <a:endParaRPr lang="fr-FR" sz="1100">
              <a:solidFill>
                <a:schemeClr val="tx1"/>
              </a:solidFill>
            </a:endParaRPr>
          </a:p>
        </p:txBody>
      </p:sp>
      <p:sp>
        <p:nvSpPr>
          <p:cNvPr id="2" name="Titre 1">
            <a:extLst>
              <a:ext uri="{FF2B5EF4-FFF2-40B4-BE49-F238E27FC236}">
                <a16:creationId xmlns:a16="http://schemas.microsoft.com/office/drawing/2014/main" id="{AE8B66DC-8879-6B50-6C1C-73111FB3B129}"/>
              </a:ext>
            </a:extLst>
          </p:cNvPr>
          <p:cNvSpPr>
            <a:spLocks noGrp="1"/>
          </p:cNvSpPr>
          <p:nvPr>
            <p:ph type="title"/>
          </p:nvPr>
        </p:nvSpPr>
        <p:spPr>
          <a:xfrm>
            <a:off x="696000" y="1352550"/>
            <a:ext cx="3895665" cy="2076449"/>
          </a:xfrm>
        </p:spPr>
        <p:txBody>
          <a:bodyPr/>
          <a:lstStyle>
            <a:lvl1pPr>
              <a:defRPr>
                <a:solidFill>
                  <a:schemeClr val="bg1"/>
                </a:solidFill>
              </a:defRPr>
            </a:lvl1pPr>
          </a:lstStyle>
          <a:p>
            <a:r>
              <a:rPr lang="fr-FR"/>
              <a:t>Modifiez le style du titre</a:t>
            </a:r>
            <a:endParaRPr lang="en-US"/>
          </a:p>
        </p:txBody>
      </p:sp>
      <p:sp>
        <p:nvSpPr>
          <p:cNvPr id="3" name="Espace réservé du numéro de diapositive 2">
            <a:extLst>
              <a:ext uri="{FF2B5EF4-FFF2-40B4-BE49-F238E27FC236}">
                <a16:creationId xmlns:a16="http://schemas.microsoft.com/office/drawing/2014/main" id="{A47FD755-1BCC-B9C4-E33C-82D51850ACC9}"/>
              </a:ext>
            </a:extLst>
          </p:cNvPr>
          <p:cNvSpPr>
            <a:spLocks noGrp="1"/>
          </p:cNvSpPr>
          <p:nvPr>
            <p:ph type="sldNum" sz="quarter" idx="10"/>
          </p:nvPr>
        </p:nvSpPr>
        <p:spPr/>
        <p:txBody>
          <a:bodyPr/>
          <a:lstStyle/>
          <a:p>
            <a:fld id="{262175C0-8CD5-419A-A749-8C17692C9EAC}" type="slidenum">
              <a:rPr lang="en-US" smtClean="0"/>
              <a:t>‹N°›</a:t>
            </a:fld>
            <a:endParaRPr lang="en-US"/>
          </a:p>
        </p:txBody>
      </p:sp>
      <p:sp>
        <p:nvSpPr>
          <p:cNvPr id="21" name="Espace réservé du texte 8">
            <a:extLst>
              <a:ext uri="{FF2B5EF4-FFF2-40B4-BE49-F238E27FC236}">
                <a16:creationId xmlns:a16="http://schemas.microsoft.com/office/drawing/2014/main" id="{44A0F437-DBD2-CFDA-A585-C152D0AF9910}"/>
              </a:ext>
            </a:extLst>
          </p:cNvPr>
          <p:cNvSpPr>
            <a:spLocks noGrp="1"/>
          </p:cNvSpPr>
          <p:nvPr>
            <p:ph type="body" sz="quarter" idx="13" hasCustomPrompt="1"/>
          </p:nvPr>
        </p:nvSpPr>
        <p:spPr>
          <a:xfrm>
            <a:off x="696000" y="750887"/>
            <a:ext cx="3420000" cy="432000"/>
          </a:xfrm>
          <a:prstGeom prst="roundRect">
            <a:avLst>
              <a:gd name="adj" fmla="val 50000"/>
            </a:avLst>
          </a:prstGeom>
          <a:solidFill>
            <a:schemeClr val="bg1"/>
          </a:solidFill>
          <a:ln>
            <a:noFill/>
          </a:ln>
        </p:spPr>
        <p:style>
          <a:lnRef idx="2">
            <a:schemeClr val="accent3">
              <a:shade val="15000"/>
            </a:schemeClr>
          </a:lnRef>
          <a:fillRef idx="1">
            <a:schemeClr val="accent3"/>
          </a:fillRef>
          <a:effectRef idx="0">
            <a:schemeClr val="accent3"/>
          </a:effectRef>
          <a:fontRef idx="minor">
            <a:schemeClr val="lt1"/>
          </a:fontRef>
        </p:style>
        <p:txBody>
          <a:bodyPr anchor="ctr">
            <a:noAutofit/>
          </a:bodyPr>
          <a:lstStyle>
            <a:lvl1pPr algn="ctr">
              <a:buNone/>
              <a:defRPr sz="1600" b="1">
                <a:solidFill>
                  <a:schemeClr val="tx1"/>
                </a:solidFill>
              </a:defRPr>
            </a:lvl1pPr>
          </a:lstStyle>
          <a:p>
            <a:pPr lvl="0"/>
            <a:r>
              <a:rPr lang="fr-FR" dirty="0"/>
              <a:t>Titre</a:t>
            </a:r>
            <a:endParaRPr lang="en-US" dirty="0"/>
          </a:p>
        </p:txBody>
      </p:sp>
      <p:sp>
        <p:nvSpPr>
          <p:cNvPr id="12" name="Espace réservé du texte 11">
            <a:extLst>
              <a:ext uri="{FF2B5EF4-FFF2-40B4-BE49-F238E27FC236}">
                <a16:creationId xmlns:a16="http://schemas.microsoft.com/office/drawing/2014/main" id="{D0A77B0D-4CDA-836B-0F50-6D89831D01F7}"/>
              </a:ext>
            </a:extLst>
          </p:cNvPr>
          <p:cNvSpPr>
            <a:spLocks noGrp="1"/>
          </p:cNvSpPr>
          <p:nvPr>
            <p:ph type="body" sz="quarter" idx="14"/>
          </p:nvPr>
        </p:nvSpPr>
        <p:spPr>
          <a:xfrm>
            <a:off x="6095999" y="646111"/>
            <a:ext cx="5400675" cy="5565775"/>
          </a:xfrm>
        </p:spPr>
        <p:txBody>
          <a:bodyPr anchor="ct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14" name="Espace réservé du texte 12">
            <a:extLst>
              <a:ext uri="{FF2B5EF4-FFF2-40B4-BE49-F238E27FC236}">
                <a16:creationId xmlns:a16="http://schemas.microsoft.com/office/drawing/2014/main" id="{8DE8A481-78C7-E7A2-3A06-C6FF7863929A}"/>
              </a:ext>
            </a:extLst>
          </p:cNvPr>
          <p:cNvSpPr>
            <a:spLocks noGrp="1"/>
          </p:cNvSpPr>
          <p:nvPr>
            <p:ph type="body" sz="quarter" idx="25" hasCustomPrompt="1"/>
          </p:nvPr>
        </p:nvSpPr>
        <p:spPr>
          <a:xfrm>
            <a:off x="695325" y="3429000"/>
            <a:ext cx="3895665" cy="2332704"/>
          </a:xfrm>
        </p:spPr>
        <p:txBody>
          <a:bodyPr anchor="ctr" anchorCtr="0">
            <a:noAutofit/>
          </a:bodyPr>
          <a:lstStyle>
            <a:lvl1pPr marL="0" indent="0" algn="l">
              <a:buFont typeface="Arial" panose="020B0604020202020204" pitchFamily="34" charset="0"/>
              <a:buNone/>
              <a:defRPr sz="1800">
                <a:solidFill>
                  <a:schemeClr val="bg1"/>
                </a:solidFill>
              </a:defRPr>
            </a:lvl1pPr>
          </a:lstStyle>
          <a:p>
            <a:pPr lvl="0"/>
            <a:r>
              <a:rPr lang="fr-FR" dirty="0"/>
              <a:t>Cliquez pour modifier le texte</a:t>
            </a:r>
          </a:p>
        </p:txBody>
      </p:sp>
    </p:spTree>
    <p:extLst>
      <p:ext uri="{BB962C8B-B14F-4D97-AF65-F5344CB8AC3E}">
        <p14:creationId xmlns:p14="http://schemas.microsoft.com/office/powerpoint/2010/main" val="58709395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Design - Arrow down">
    <p:spTree>
      <p:nvGrpSpPr>
        <p:cNvPr id="1" name=""/>
        <p:cNvGrpSpPr/>
        <p:nvPr/>
      </p:nvGrpSpPr>
      <p:grpSpPr>
        <a:xfrm>
          <a:off x="0" y="0"/>
          <a:ext cx="0" cy="0"/>
          <a:chOff x="0" y="0"/>
          <a:chExt cx="0" cy="0"/>
        </a:xfrm>
      </p:grpSpPr>
      <p:pic>
        <p:nvPicPr>
          <p:cNvPr id="19" name="Graphique 18">
            <a:extLst>
              <a:ext uri="{FF2B5EF4-FFF2-40B4-BE49-F238E27FC236}">
                <a16:creationId xmlns:a16="http://schemas.microsoft.com/office/drawing/2014/main" id="{5C211679-39FE-B4C3-8293-DAEE705ACDF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93053" y="0"/>
            <a:ext cx="11207334" cy="6204155"/>
          </a:xfrm>
          <a:prstGeom prst="rect">
            <a:avLst/>
          </a:prstGeom>
        </p:spPr>
      </p:pic>
      <p:sp>
        <p:nvSpPr>
          <p:cNvPr id="2" name="Titre 1">
            <a:extLst>
              <a:ext uri="{FF2B5EF4-FFF2-40B4-BE49-F238E27FC236}">
                <a16:creationId xmlns:a16="http://schemas.microsoft.com/office/drawing/2014/main" id="{AE8B66DC-8879-6B50-6C1C-73111FB3B129}"/>
              </a:ext>
            </a:extLst>
          </p:cNvPr>
          <p:cNvSpPr>
            <a:spLocks noGrp="1"/>
          </p:cNvSpPr>
          <p:nvPr>
            <p:ph type="title"/>
          </p:nvPr>
        </p:nvSpPr>
        <p:spPr>
          <a:xfrm>
            <a:off x="696001" y="1352550"/>
            <a:ext cx="10800000" cy="1272663"/>
          </a:xfrm>
        </p:spPr>
        <p:txBody>
          <a:bodyPr/>
          <a:lstStyle>
            <a:lvl1pPr algn="ctr">
              <a:defRPr>
                <a:solidFill>
                  <a:schemeClr val="bg1"/>
                </a:solidFill>
              </a:defRPr>
            </a:lvl1pPr>
          </a:lstStyle>
          <a:p>
            <a:r>
              <a:rPr lang="fr-FR" dirty="0"/>
              <a:t>Modifiez le style du titre</a:t>
            </a:r>
            <a:endParaRPr lang="en-US" dirty="0"/>
          </a:p>
        </p:txBody>
      </p:sp>
      <p:sp>
        <p:nvSpPr>
          <p:cNvPr id="3" name="Espace réservé du numéro de diapositive 2">
            <a:extLst>
              <a:ext uri="{FF2B5EF4-FFF2-40B4-BE49-F238E27FC236}">
                <a16:creationId xmlns:a16="http://schemas.microsoft.com/office/drawing/2014/main" id="{A47FD755-1BCC-B9C4-E33C-82D51850ACC9}"/>
              </a:ext>
            </a:extLst>
          </p:cNvPr>
          <p:cNvSpPr>
            <a:spLocks noGrp="1"/>
          </p:cNvSpPr>
          <p:nvPr>
            <p:ph type="sldNum" sz="quarter" idx="10"/>
          </p:nvPr>
        </p:nvSpPr>
        <p:spPr/>
        <p:txBody>
          <a:bodyPr/>
          <a:lstStyle/>
          <a:p>
            <a:fld id="{262175C0-8CD5-419A-A749-8C17692C9EAC}" type="slidenum">
              <a:rPr lang="en-US" smtClean="0"/>
              <a:t>‹N°›</a:t>
            </a:fld>
            <a:endParaRPr lang="en-US"/>
          </a:p>
        </p:txBody>
      </p:sp>
      <p:sp>
        <p:nvSpPr>
          <p:cNvPr id="21" name="Espace réservé du texte 8">
            <a:extLst>
              <a:ext uri="{FF2B5EF4-FFF2-40B4-BE49-F238E27FC236}">
                <a16:creationId xmlns:a16="http://schemas.microsoft.com/office/drawing/2014/main" id="{44A0F437-DBD2-CFDA-A585-C152D0AF9910}"/>
              </a:ext>
            </a:extLst>
          </p:cNvPr>
          <p:cNvSpPr>
            <a:spLocks noGrp="1"/>
          </p:cNvSpPr>
          <p:nvPr>
            <p:ph type="body" sz="quarter" idx="13" hasCustomPrompt="1"/>
          </p:nvPr>
        </p:nvSpPr>
        <p:spPr>
          <a:xfrm>
            <a:off x="4386000" y="750887"/>
            <a:ext cx="3420000" cy="432000"/>
          </a:xfrm>
          <a:prstGeom prst="roundRect">
            <a:avLst>
              <a:gd name="adj" fmla="val 50000"/>
            </a:avLst>
          </a:prstGeom>
          <a:solidFill>
            <a:schemeClr val="bg1"/>
          </a:solidFill>
          <a:ln>
            <a:noFill/>
          </a:ln>
        </p:spPr>
        <p:style>
          <a:lnRef idx="2">
            <a:schemeClr val="accent3">
              <a:shade val="15000"/>
            </a:schemeClr>
          </a:lnRef>
          <a:fillRef idx="1">
            <a:schemeClr val="accent3"/>
          </a:fillRef>
          <a:effectRef idx="0">
            <a:schemeClr val="accent3"/>
          </a:effectRef>
          <a:fontRef idx="minor">
            <a:schemeClr val="lt1"/>
          </a:fontRef>
        </p:style>
        <p:txBody>
          <a:bodyPr anchor="ctr">
            <a:noAutofit/>
          </a:bodyPr>
          <a:lstStyle>
            <a:lvl1pPr algn="ctr">
              <a:buNone/>
              <a:defRPr sz="1600" b="1">
                <a:solidFill>
                  <a:schemeClr val="tx1"/>
                </a:solidFill>
              </a:defRPr>
            </a:lvl1pPr>
          </a:lstStyle>
          <a:p>
            <a:pPr lvl="0"/>
            <a:r>
              <a:rPr lang="fr-FR" dirty="0"/>
              <a:t>Titre</a:t>
            </a:r>
            <a:endParaRPr lang="en-US" dirty="0"/>
          </a:p>
        </p:txBody>
      </p:sp>
      <p:sp>
        <p:nvSpPr>
          <p:cNvPr id="14" name="Espace réservé du texte 12">
            <a:extLst>
              <a:ext uri="{FF2B5EF4-FFF2-40B4-BE49-F238E27FC236}">
                <a16:creationId xmlns:a16="http://schemas.microsoft.com/office/drawing/2014/main" id="{8DE8A481-78C7-E7A2-3A06-C6FF7863929A}"/>
              </a:ext>
            </a:extLst>
          </p:cNvPr>
          <p:cNvSpPr>
            <a:spLocks noGrp="1"/>
          </p:cNvSpPr>
          <p:nvPr>
            <p:ph type="body" sz="quarter" idx="25" hasCustomPrompt="1"/>
          </p:nvPr>
        </p:nvSpPr>
        <p:spPr>
          <a:xfrm>
            <a:off x="696001" y="2632587"/>
            <a:ext cx="10800000" cy="2332704"/>
          </a:xfrm>
        </p:spPr>
        <p:txBody>
          <a:bodyPr anchor="ctr" anchorCtr="0">
            <a:noAutofit/>
          </a:bodyPr>
          <a:lstStyle>
            <a:lvl1pPr marL="0" indent="0" algn="ctr">
              <a:buFont typeface="Arial" panose="020B0604020202020204" pitchFamily="34" charset="0"/>
              <a:buNone/>
              <a:defRPr sz="1800">
                <a:solidFill>
                  <a:schemeClr val="bg1"/>
                </a:solidFill>
              </a:defRPr>
            </a:lvl1pPr>
          </a:lstStyle>
          <a:p>
            <a:pPr lvl="0"/>
            <a:r>
              <a:rPr lang="fr-FR" dirty="0"/>
              <a:t>Cliquez pour modifier le texte</a:t>
            </a:r>
          </a:p>
        </p:txBody>
      </p:sp>
    </p:spTree>
    <p:extLst>
      <p:ext uri="{BB962C8B-B14F-4D97-AF65-F5344CB8AC3E}">
        <p14:creationId xmlns:p14="http://schemas.microsoft.com/office/powerpoint/2010/main" val="267818071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3_Circles - 2 columns X2">
    <p:spTree>
      <p:nvGrpSpPr>
        <p:cNvPr id="1" name=""/>
        <p:cNvGrpSpPr/>
        <p:nvPr/>
      </p:nvGrpSpPr>
      <p:grpSpPr>
        <a:xfrm>
          <a:off x="0" y="0"/>
          <a:ext cx="0" cy="0"/>
          <a:chOff x="0" y="0"/>
          <a:chExt cx="0" cy="0"/>
        </a:xfrm>
      </p:grpSpPr>
      <p:pic>
        <p:nvPicPr>
          <p:cNvPr id="11" name="Graphique 10">
            <a:extLst>
              <a:ext uri="{FF2B5EF4-FFF2-40B4-BE49-F238E27FC236}">
                <a16:creationId xmlns:a16="http://schemas.microsoft.com/office/drawing/2014/main" id="{708D0175-951A-3D62-E648-D3AD4D84BFE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 y="622998"/>
            <a:ext cx="11495999" cy="5612004"/>
          </a:xfrm>
          <a:prstGeom prst="rect">
            <a:avLst/>
          </a:prstGeom>
        </p:spPr>
      </p:pic>
      <p:sp>
        <p:nvSpPr>
          <p:cNvPr id="2" name="Titre 1">
            <a:extLst>
              <a:ext uri="{FF2B5EF4-FFF2-40B4-BE49-F238E27FC236}">
                <a16:creationId xmlns:a16="http://schemas.microsoft.com/office/drawing/2014/main" id="{AE8B66DC-8879-6B50-6C1C-73111FB3B129}"/>
              </a:ext>
            </a:extLst>
          </p:cNvPr>
          <p:cNvSpPr>
            <a:spLocks noGrp="1"/>
          </p:cNvSpPr>
          <p:nvPr>
            <p:ph type="title"/>
          </p:nvPr>
        </p:nvSpPr>
        <p:spPr>
          <a:xfrm>
            <a:off x="696001" y="1844964"/>
            <a:ext cx="8749450" cy="1272619"/>
          </a:xfrm>
        </p:spPr>
        <p:txBody>
          <a:bodyPr/>
          <a:lstStyle>
            <a:lvl1pPr algn="l">
              <a:defRPr>
                <a:solidFill>
                  <a:schemeClr val="bg1"/>
                </a:solidFill>
              </a:defRPr>
            </a:lvl1pPr>
          </a:lstStyle>
          <a:p>
            <a:r>
              <a:rPr lang="fr-FR" dirty="0"/>
              <a:t>Modifiez le style du titre</a:t>
            </a:r>
            <a:endParaRPr lang="en-US" dirty="0"/>
          </a:p>
        </p:txBody>
      </p:sp>
      <p:sp>
        <p:nvSpPr>
          <p:cNvPr id="3" name="Espace réservé du numéro de diapositive 2">
            <a:extLst>
              <a:ext uri="{FF2B5EF4-FFF2-40B4-BE49-F238E27FC236}">
                <a16:creationId xmlns:a16="http://schemas.microsoft.com/office/drawing/2014/main" id="{A47FD755-1BCC-B9C4-E33C-82D51850ACC9}"/>
              </a:ext>
            </a:extLst>
          </p:cNvPr>
          <p:cNvSpPr>
            <a:spLocks noGrp="1"/>
          </p:cNvSpPr>
          <p:nvPr>
            <p:ph type="sldNum" sz="quarter" idx="10"/>
          </p:nvPr>
        </p:nvSpPr>
        <p:spPr/>
        <p:txBody>
          <a:bodyPr/>
          <a:lstStyle/>
          <a:p>
            <a:fld id="{262175C0-8CD5-419A-A749-8C17692C9EAC}" type="slidenum">
              <a:rPr lang="en-US" smtClean="0"/>
              <a:t>‹N°›</a:t>
            </a:fld>
            <a:endParaRPr lang="en-US"/>
          </a:p>
        </p:txBody>
      </p:sp>
      <p:sp>
        <p:nvSpPr>
          <p:cNvPr id="21" name="Espace réservé du texte 8">
            <a:extLst>
              <a:ext uri="{FF2B5EF4-FFF2-40B4-BE49-F238E27FC236}">
                <a16:creationId xmlns:a16="http://schemas.microsoft.com/office/drawing/2014/main" id="{44A0F437-DBD2-CFDA-A585-C152D0AF9910}"/>
              </a:ext>
            </a:extLst>
          </p:cNvPr>
          <p:cNvSpPr>
            <a:spLocks noGrp="1"/>
          </p:cNvSpPr>
          <p:nvPr>
            <p:ph type="body" sz="quarter" idx="13" hasCustomPrompt="1"/>
          </p:nvPr>
        </p:nvSpPr>
        <p:spPr>
          <a:xfrm>
            <a:off x="696000" y="1243257"/>
            <a:ext cx="3420000" cy="432000"/>
          </a:xfrm>
          <a:prstGeom prst="roundRect">
            <a:avLst>
              <a:gd name="adj" fmla="val 50000"/>
            </a:avLst>
          </a:prstGeom>
          <a:solidFill>
            <a:schemeClr val="bg1"/>
          </a:solidFill>
          <a:ln>
            <a:noFill/>
          </a:ln>
        </p:spPr>
        <p:style>
          <a:lnRef idx="2">
            <a:schemeClr val="accent3">
              <a:shade val="15000"/>
            </a:schemeClr>
          </a:lnRef>
          <a:fillRef idx="1">
            <a:schemeClr val="accent3"/>
          </a:fillRef>
          <a:effectRef idx="0">
            <a:schemeClr val="accent3"/>
          </a:effectRef>
          <a:fontRef idx="minor">
            <a:schemeClr val="lt1"/>
          </a:fontRef>
        </p:style>
        <p:txBody>
          <a:bodyPr anchor="ctr">
            <a:noAutofit/>
          </a:bodyPr>
          <a:lstStyle>
            <a:lvl1pPr algn="ctr">
              <a:buNone/>
              <a:defRPr sz="1600" b="1">
                <a:solidFill>
                  <a:schemeClr val="tx1"/>
                </a:solidFill>
              </a:defRPr>
            </a:lvl1pPr>
          </a:lstStyle>
          <a:p>
            <a:pPr lvl="0"/>
            <a:r>
              <a:rPr lang="fr-FR" dirty="0"/>
              <a:t>Titre</a:t>
            </a:r>
            <a:endParaRPr lang="en-US" dirty="0"/>
          </a:p>
        </p:txBody>
      </p:sp>
      <p:sp>
        <p:nvSpPr>
          <p:cNvPr id="14" name="Espace réservé du texte 12">
            <a:extLst>
              <a:ext uri="{FF2B5EF4-FFF2-40B4-BE49-F238E27FC236}">
                <a16:creationId xmlns:a16="http://schemas.microsoft.com/office/drawing/2014/main" id="{8DE8A481-78C7-E7A2-3A06-C6FF7863929A}"/>
              </a:ext>
            </a:extLst>
          </p:cNvPr>
          <p:cNvSpPr>
            <a:spLocks noGrp="1"/>
          </p:cNvSpPr>
          <p:nvPr>
            <p:ph type="body" sz="quarter" idx="25" hasCustomPrompt="1"/>
          </p:nvPr>
        </p:nvSpPr>
        <p:spPr>
          <a:xfrm>
            <a:off x="696001" y="3125037"/>
            <a:ext cx="8749450" cy="2332623"/>
          </a:xfrm>
        </p:spPr>
        <p:txBody>
          <a:bodyPr anchor="ctr" anchorCtr="0">
            <a:noAutofit/>
          </a:bodyPr>
          <a:lstStyle>
            <a:lvl1pPr marL="0" indent="0" algn="l">
              <a:buFont typeface="Arial" panose="020B0604020202020204" pitchFamily="34" charset="0"/>
              <a:buNone/>
              <a:defRPr sz="1800">
                <a:solidFill>
                  <a:schemeClr val="bg1"/>
                </a:solidFill>
              </a:defRPr>
            </a:lvl1pPr>
          </a:lstStyle>
          <a:p>
            <a:pPr lvl="0"/>
            <a:r>
              <a:rPr lang="fr-FR" dirty="0"/>
              <a:t>Cliquez pour modifier le texte</a:t>
            </a:r>
          </a:p>
        </p:txBody>
      </p:sp>
    </p:spTree>
    <p:extLst>
      <p:ext uri="{BB962C8B-B14F-4D97-AF65-F5344CB8AC3E}">
        <p14:creationId xmlns:p14="http://schemas.microsoft.com/office/powerpoint/2010/main" val="257016663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sp>
        <p:nvSpPr>
          <p:cNvPr id="4" name="Organigramme : Délai 3">
            <a:extLst>
              <a:ext uri="{FF2B5EF4-FFF2-40B4-BE49-F238E27FC236}">
                <a16:creationId xmlns:a16="http://schemas.microsoft.com/office/drawing/2014/main" id="{8E602A06-9A55-A2D8-4696-39A3B5EE612B}"/>
              </a:ext>
            </a:extLst>
          </p:cNvPr>
          <p:cNvSpPr/>
          <p:nvPr userDrawn="1"/>
        </p:nvSpPr>
        <p:spPr>
          <a:xfrm rot="16200000">
            <a:off x="4152900" y="-1181101"/>
            <a:ext cx="3886201" cy="12192002"/>
          </a:xfrm>
          <a:prstGeom prst="flowChartDelay">
            <a:avLst/>
          </a:prstGeom>
          <a:gradFill>
            <a:gsLst>
              <a:gs pos="100000">
                <a:schemeClr val="accent2"/>
              </a:gs>
              <a:gs pos="0">
                <a:schemeClr val="accent1"/>
              </a:gs>
            </a:gsLst>
            <a:lin ang="8100000" scaled="0"/>
          </a:gradFill>
          <a:ln w="3175">
            <a:solidFill>
              <a:srgbClr val="EDE3E3"/>
            </a:solidFill>
            <a:prstDash val="solid"/>
          </a:ln>
          <a:effectLst>
            <a:outerShdw blurRad="114300" dist="38100" dir="5400000" algn="bl" rotWithShape="0">
              <a:srgbClr val="223843">
                <a:alpha val="13000"/>
              </a:srgbClr>
            </a:outerShdw>
          </a:effectLst>
        </p:spPr>
        <p:txBody>
          <a:bodyPr rtlCol="0" anchor="ctr"/>
          <a:lstStyle/>
          <a:p>
            <a:pPr algn="l"/>
            <a:endParaRPr lang="en-US"/>
          </a:p>
        </p:txBody>
      </p:sp>
      <p:sp>
        <p:nvSpPr>
          <p:cNvPr id="39" name="Espace réservé du contenu 38">
            <a:extLst>
              <a:ext uri="{FF2B5EF4-FFF2-40B4-BE49-F238E27FC236}">
                <a16:creationId xmlns:a16="http://schemas.microsoft.com/office/drawing/2014/main" id="{EE620D96-FE46-9D76-8E36-C5BF0A42F982}"/>
              </a:ext>
            </a:extLst>
          </p:cNvPr>
          <p:cNvSpPr>
            <a:spLocks noGrp="1"/>
          </p:cNvSpPr>
          <p:nvPr>
            <p:ph sz="quarter" idx="11" hasCustomPrompt="1"/>
          </p:nvPr>
        </p:nvSpPr>
        <p:spPr>
          <a:xfrm>
            <a:off x="4262010" y="2114549"/>
            <a:ext cx="4414837" cy="1714500"/>
          </a:xfrm>
          <a:prstGeom prst="roundRect">
            <a:avLst>
              <a:gd name="adj" fmla="val 13334"/>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lIns="1080000" tIns="46800" numCol="1" anchor="ctr"/>
          <a:lstStyle>
            <a:lvl1pPr>
              <a:buNone/>
              <a:defRPr lang="fr-FR" sz="1400" b="1" dirty="0" smtClean="0"/>
            </a:lvl1pPr>
            <a:lvl2pPr>
              <a:defRPr sz="1400"/>
            </a:lvl2pPr>
            <a:lvl3pPr>
              <a:defRPr sz="1400"/>
            </a:lvl3pPr>
            <a:lvl4pPr>
              <a:defRPr sz="1400"/>
            </a:lvl4pPr>
            <a:lvl5pPr>
              <a:defRPr sz="1400"/>
            </a:lvl5pPr>
          </a:lstStyle>
          <a:p>
            <a:pPr marL="0" lvl="0"/>
            <a:r>
              <a:rPr lang="fr-FR" dirty="0"/>
              <a:t>{Prénom NOM}</a:t>
            </a:r>
          </a:p>
          <a:p>
            <a:pPr marL="0" lvl="0"/>
            <a:r>
              <a:rPr lang="fr-FR" dirty="0"/>
              <a:t>{rôle}</a:t>
            </a:r>
          </a:p>
          <a:p>
            <a:pPr marL="0" lvl="0"/>
            <a:r>
              <a:rPr lang="fr-FR" dirty="0"/>
              <a:t>{email}</a:t>
            </a:r>
          </a:p>
          <a:p>
            <a:pPr marL="0" lvl="0"/>
            <a:r>
              <a:rPr lang="fr-FR" dirty="0"/>
              <a:t>{phone}</a:t>
            </a:r>
          </a:p>
        </p:txBody>
      </p:sp>
      <p:sp>
        <p:nvSpPr>
          <p:cNvPr id="5" name="Shape 13">
            <a:extLst>
              <a:ext uri="{FF2B5EF4-FFF2-40B4-BE49-F238E27FC236}">
                <a16:creationId xmlns:a16="http://schemas.microsoft.com/office/drawing/2014/main" id="{B6D09F66-075D-C880-967C-21871DCAEAC7}"/>
              </a:ext>
            </a:extLst>
          </p:cNvPr>
          <p:cNvSpPr/>
          <p:nvPr userDrawn="1"/>
        </p:nvSpPr>
        <p:spPr>
          <a:xfrm>
            <a:off x="696000" y="4099727"/>
            <a:ext cx="2520000" cy="2570212"/>
          </a:xfrm>
          <a:prstGeom prst="roundRect">
            <a:avLst>
              <a:gd name="adj" fmla="val 8148"/>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a:lstStyle/>
          <a:p>
            <a:endParaRPr lang="en-US" dirty="0"/>
          </a:p>
        </p:txBody>
      </p:sp>
      <p:sp>
        <p:nvSpPr>
          <p:cNvPr id="7" name="Shape 13">
            <a:extLst>
              <a:ext uri="{FF2B5EF4-FFF2-40B4-BE49-F238E27FC236}">
                <a16:creationId xmlns:a16="http://schemas.microsoft.com/office/drawing/2014/main" id="{67802574-7BFB-6C01-B815-AAF479893E78}"/>
              </a:ext>
            </a:extLst>
          </p:cNvPr>
          <p:cNvSpPr/>
          <p:nvPr userDrawn="1"/>
        </p:nvSpPr>
        <p:spPr>
          <a:xfrm>
            <a:off x="8976000" y="4099727"/>
            <a:ext cx="2520000" cy="2570212"/>
          </a:xfrm>
          <a:prstGeom prst="roundRect">
            <a:avLst>
              <a:gd name="adj" fmla="val 8148"/>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a:lstStyle/>
          <a:p>
            <a:endParaRPr lang="en-US" dirty="0"/>
          </a:p>
        </p:txBody>
      </p:sp>
      <p:sp>
        <p:nvSpPr>
          <p:cNvPr id="9" name="Shape 13">
            <a:extLst>
              <a:ext uri="{FF2B5EF4-FFF2-40B4-BE49-F238E27FC236}">
                <a16:creationId xmlns:a16="http://schemas.microsoft.com/office/drawing/2014/main" id="{7018B33A-4785-7F7D-570D-ED2CC19C693C}"/>
              </a:ext>
            </a:extLst>
          </p:cNvPr>
          <p:cNvSpPr/>
          <p:nvPr userDrawn="1"/>
        </p:nvSpPr>
        <p:spPr>
          <a:xfrm>
            <a:off x="3473612" y="4099727"/>
            <a:ext cx="2520000" cy="2570212"/>
          </a:xfrm>
          <a:prstGeom prst="roundRect">
            <a:avLst>
              <a:gd name="adj" fmla="val 8148"/>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a:lstStyle/>
          <a:p>
            <a:endParaRPr lang="en-US" dirty="0"/>
          </a:p>
        </p:txBody>
      </p:sp>
      <p:sp>
        <p:nvSpPr>
          <p:cNvPr id="11" name="Shape 13">
            <a:extLst>
              <a:ext uri="{FF2B5EF4-FFF2-40B4-BE49-F238E27FC236}">
                <a16:creationId xmlns:a16="http://schemas.microsoft.com/office/drawing/2014/main" id="{C40A6881-443C-490F-B15D-7E4A7DCDA037}"/>
              </a:ext>
            </a:extLst>
          </p:cNvPr>
          <p:cNvSpPr/>
          <p:nvPr userDrawn="1"/>
        </p:nvSpPr>
        <p:spPr>
          <a:xfrm>
            <a:off x="6198388" y="4099727"/>
            <a:ext cx="2520000" cy="2570212"/>
          </a:xfrm>
          <a:prstGeom prst="roundRect">
            <a:avLst>
              <a:gd name="adj" fmla="val 8148"/>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a:lstStyle/>
          <a:p>
            <a:endParaRPr lang="en-US" dirty="0"/>
          </a:p>
        </p:txBody>
      </p:sp>
      <p:sp>
        <p:nvSpPr>
          <p:cNvPr id="41" name="Espace réservé pour une image  40">
            <a:extLst>
              <a:ext uri="{FF2B5EF4-FFF2-40B4-BE49-F238E27FC236}">
                <a16:creationId xmlns:a16="http://schemas.microsoft.com/office/drawing/2014/main" id="{C3411395-E3D4-C7E3-A342-808963725FAB}"/>
              </a:ext>
            </a:extLst>
          </p:cNvPr>
          <p:cNvSpPr>
            <a:spLocks noGrp="1"/>
          </p:cNvSpPr>
          <p:nvPr>
            <p:ph type="pic" sz="quarter" idx="12"/>
          </p:nvPr>
        </p:nvSpPr>
        <p:spPr>
          <a:xfrm>
            <a:off x="3502025" y="2114550"/>
            <a:ext cx="1714500" cy="1714500"/>
          </a:xfrm>
          <a:prstGeom prst="ellipse">
            <a:avLst/>
          </a:prstGeom>
          <a:solidFill>
            <a:schemeClr val="bg1"/>
          </a:solidFill>
          <a:effectLst>
            <a:outerShdw blurRad="114300" dist="38100" dir="2700000" algn="tl" rotWithShape="0">
              <a:prstClr val="black">
                <a:alpha val="13000"/>
              </a:prstClr>
            </a:outerShdw>
          </a:effectLst>
        </p:spPr>
        <p:txBody>
          <a:bodyPr/>
          <a:lstStyle/>
          <a:p>
            <a:endParaRPr lang="en-US"/>
          </a:p>
        </p:txBody>
      </p:sp>
      <p:pic>
        <p:nvPicPr>
          <p:cNvPr id="13" name="Graphique 12">
            <a:extLst>
              <a:ext uri="{FF2B5EF4-FFF2-40B4-BE49-F238E27FC236}">
                <a16:creationId xmlns:a16="http://schemas.microsoft.com/office/drawing/2014/main" id="{7573D0AA-4134-73F2-54F2-B0524832B1C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473613" y="347083"/>
            <a:ext cx="5244774" cy="1619192"/>
          </a:xfrm>
          <a:prstGeom prst="rect">
            <a:avLst/>
          </a:prstGeom>
        </p:spPr>
      </p:pic>
    </p:spTree>
    <p:extLst>
      <p:ext uri="{BB962C8B-B14F-4D97-AF65-F5344CB8AC3E}">
        <p14:creationId xmlns:p14="http://schemas.microsoft.com/office/powerpoint/2010/main" val="109570356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theme" Target="../theme/theme1.xml"/><Relationship Id="rId30" Type="http://schemas.openxmlformats.org/officeDocument/2006/relationships/image" Target="../media/image1.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D885BA6A-7301-FA7E-4ADD-174AB6688057}"/>
              </a:ext>
            </a:extLst>
          </p:cNvPr>
          <p:cNvSpPr>
            <a:spLocks noGrp="1"/>
          </p:cNvSpPr>
          <p:nvPr>
            <p:ph type="title"/>
          </p:nvPr>
        </p:nvSpPr>
        <p:spPr>
          <a:xfrm>
            <a:off x="696000" y="1352551"/>
            <a:ext cx="10800000" cy="847184"/>
          </a:xfrm>
          <a:prstGeom prst="rect">
            <a:avLst/>
          </a:prstGeom>
        </p:spPr>
        <p:txBody>
          <a:bodyPr vert="horz" lIns="91440" tIns="45720" rIns="91440" bIns="45720" rtlCol="0" anchor="ctr">
            <a:normAutofit/>
          </a:bodyPr>
          <a:lstStyle/>
          <a:p>
            <a:r>
              <a:rPr lang="fr-FR"/>
              <a:t>Modifiez le style du titre</a:t>
            </a:r>
            <a:endParaRPr lang="en-US"/>
          </a:p>
        </p:txBody>
      </p:sp>
      <p:sp>
        <p:nvSpPr>
          <p:cNvPr id="3" name="Espace réservé du texte 2">
            <a:extLst>
              <a:ext uri="{FF2B5EF4-FFF2-40B4-BE49-F238E27FC236}">
                <a16:creationId xmlns:a16="http://schemas.microsoft.com/office/drawing/2014/main" id="{5C8793C1-DAFA-E6B9-87C4-71F09EE2855E}"/>
              </a:ext>
            </a:extLst>
          </p:cNvPr>
          <p:cNvSpPr>
            <a:spLocks noGrp="1"/>
          </p:cNvSpPr>
          <p:nvPr>
            <p:ph type="body" idx="1"/>
          </p:nvPr>
        </p:nvSpPr>
        <p:spPr>
          <a:xfrm>
            <a:off x="696000" y="2379123"/>
            <a:ext cx="10800000" cy="3797839"/>
          </a:xfrm>
          <a:prstGeom prst="rect">
            <a:avLst/>
          </a:prstGeom>
        </p:spPr>
        <p:txBody>
          <a:bodyPr vert="horz" lIns="91440" tIns="45720" rIns="91440" bIns="45720" rtlCol="0" anchor="t">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6" name="Espace réservé du numéro de diapositive 5">
            <a:extLst>
              <a:ext uri="{FF2B5EF4-FFF2-40B4-BE49-F238E27FC236}">
                <a16:creationId xmlns:a16="http://schemas.microsoft.com/office/drawing/2014/main" id="{FC112171-3162-57E2-8CDE-B0DEA1441C26}"/>
              </a:ext>
            </a:extLst>
          </p:cNvPr>
          <p:cNvSpPr>
            <a:spLocks noGrp="1"/>
          </p:cNvSpPr>
          <p:nvPr>
            <p:ph type="sldNum" sz="quarter" idx="4"/>
          </p:nvPr>
        </p:nvSpPr>
        <p:spPr>
          <a:xfrm>
            <a:off x="696000" y="6356350"/>
            <a:ext cx="2743200" cy="365125"/>
          </a:xfrm>
          <a:prstGeom prst="rect">
            <a:avLst/>
          </a:prstGeom>
        </p:spPr>
        <p:txBody>
          <a:bodyPr vert="horz" lIns="91440" tIns="45720" rIns="91440" bIns="45720" rtlCol="0" anchor="ctr"/>
          <a:lstStyle>
            <a:lvl1pPr algn="l">
              <a:defRPr sz="1000">
                <a:solidFill>
                  <a:schemeClr val="bg2"/>
                </a:solidFill>
              </a:defRPr>
            </a:lvl1pPr>
          </a:lstStyle>
          <a:p>
            <a:fld id="{262175C0-8CD5-419A-A749-8C17692C9EAC}" type="slidenum">
              <a:rPr lang="en-US" smtClean="0"/>
              <a:pPr/>
              <a:t>‹N°›</a:t>
            </a:fld>
            <a:endParaRPr lang="en-US" sz="1000"/>
          </a:p>
        </p:txBody>
      </p:sp>
      <p:pic>
        <p:nvPicPr>
          <p:cNvPr id="11" name="Graphique 10">
            <a:extLst>
              <a:ext uri="{FF2B5EF4-FFF2-40B4-BE49-F238E27FC236}">
                <a16:creationId xmlns:a16="http://schemas.microsoft.com/office/drawing/2014/main" id="{0CDCA030-CF2F-9749-6571-0854E26F953A}"/>
              </a:ext>
            </a:extLst>
          </p:cNvPr>
          <p:cNvPicPr>
            <a:picLocks noChangeAspect="1"/>
          </p:cNvPicPr>
          <p:nvPr userDrawn="1"/>
        </p:nvPicPr>
        <p:blipFill>
          <a:blip>
            <a:extLst>
              <a:ext uri="{96DAC541-7B7A-43D3-8B79-37D633B846F1}">
                <asvg:svgBlip xmlns:asvg="http://schemas.microsoft.com/office/drawing/2016/SVG/main" r:embed="rId30"/>
              </a:ext>
            </a:extLst>
          </a:blip>
          <a:stretch>
            <a:fillRect/>
          </a:stretch>
        </p:blipFill>
        <p:spPr>
          <a:xfrm>
            <a:off x="10076775" y="6321425"/>
            <a:ext cx="1419225" cy="400050"/>
          </a:xfrm>
          <a:prstGeom prst="rect">
            <a:avLst/>
          </a:prstGeom>
        </p:spPr>
      </p:pic>
    </p:spTree>
    <p:extLst>
      <p:ext uri="{BB962C8B-B14F-4D97-AF65-F5344CB8AC3E}">
        <p14:creationId xmlns:p14="http://schemas.microsoft.com/office/powerpoint/2010/main" val="2257558335"/>
      </p:ext>
    </p:extLst>
  </p:cSld>
  <p:clrMap bg1="lt1" tx1="dk1" bg2="lt2" tx2="dk2" accent1="accent1" accent2="accent2" accent3="accent3" accent4="accent4" accent5="accent5" accent6="accent6" hlink="hlink" folHlink="folHlink"/>
  <p:sldLayoutIdLst>
    <p:sldLayoutId id="2147483677" r:id="rId1"/>
    <p:sldLayoutId id="2147483651" r:id="rId2"/>
    <p:sldLayoutId id="2147483657" r:id="rId3"/>
    <p:sldLayoutId id="2147483650" r:id="rId4"/>
    <p:sldLayoutId id="2147483652" r:id="rId5"/>
    <p:sldLayoutId id="2147483653" r:id="rId6"/>
    <p:sldLayoutId id="2147483676" r:id="rId7"/>
    <p:sldLayoutId id="2147483654" r:id="rId8"/>
    <p:sldLayoutId id="2147483675" r:id="rId9"/>
    <p:sldLayoutId id="2147483655" r:id="rId10"/>
    <p:sldLayoutId id="2147483656" r:id="rId11"/>
    <p:sldLayoutId id="2147483674" r:id="rId12"/>
    <p:sldLayoutId id="2147483660" r:id="rId13"/>
    <p:sldLayoutId id="2147483661" r:id="rId14"/>
    <p:sldLayoutId id="2147483658" r:id="rId15"/>
    <p:sldLayoutId id="2147483659" r:id="rId16"/>
    <p:sldLayoutId id="2147483662" r:id="rId17"/>
    <p:sldLayoutId id="2147483663" r:id="rId18"/>
    <p:sldLayoutId id="2147483664" r:id="rId19"/>
    <p:sldLayoutId id="2147483665" r:id="rId20"/>
    <p:sldLayoutId id="2147483667" r:id="rId21"/>
    <p:sldLayoutId id="2147483666" r:id="rId22"/>
    <p:sldLayoutId id="2147483668" r:id="rId23"/>
    <p:sldLayoutId id="2147483669" r:id="rId24"/>
    <p:sldLayoutId id="2147483670" r:id="rId25"/>
    <p:sldLayoutId id="2147483672" r:id="rId26"/>
    <p:sldLayoutId id="2147483673" r:id="rId27"/>
    <p:sldLayoutId id="2147483678" r:id="rId28"/>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2"/>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image" Target="../media/image4.svg"/><Relationship Id="rId3" Type="http://schemas.openxmlformats.org/officeDocument/2006/relationships/image" Target="../media/image7.svg"/><Relationship Id="rId4" Type="http://schemas.openxmlformats.org/officeDocument/2006/relationships/image" Target="../media/image8.svg"/><Relationship Id="rId5" Type="http://schemas.openxmlformats.org/officeDocument/2006/relationships/image" Target="../media/image9.svg"/><Relationship Id="rId6" Type="http://schemas.openxmlformats.org/officeDocument/2006/relationships/notesSlide" Target="../notesSlides/notesSlide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10.svg"/><Relationship Id="rId3" Type="http://schemas.openxmlformats.org/officeDocument/2006/relationships/image" Target="../media/image11.svg"/><Relationship Id="rId4" Type="http://schemas.openxmlformats.org/officeDocument/2006/relationships/image" Target="../media/image12.svg"/><Relationship Id="rId5" Type="http://schemas.openxmlformats.org/officeDocument/2006/relationships/image" Target="../media/image13.svg"/><Relationship Id="rId6" Type="http://schemas.openxmlformats.org/officeDocument/2006/relationships/image" Target="../media/image14.sv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sv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sv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16.svg"/><Relationship Id="rId3" Type="http://schemas.openxmlformats.org/officeDocument/2006/relationships/image" Target="../media/image17.svg"/><Relationship Id="rId4" Type="http://schemas.openxmlformats.org/officeDocument/2006/relationships/image" Target="../media/image18.svg"/><Relationship Id="rId5" Type="http://schemas.openxmlformats.org/officeDocument/2006/relationships/image" Target="../media/image19.svg"/><Relationship Id="rId6" Type="http://schemas.openxmlformats.org/officeDocument/2006/relationships/image" Target="../media/image20.svg"/><Relationship Id="rId7" Type="http://schemas.openxmlformats.org/officeDocument/2006/relationships/image" Target="../media/image21.svg"/><Relationship Id="rId8" Type="http://schemas.openxmlformats.org/officeDocument/2006/relationships/image" Target="../media/image22.svg"/><Relationship Id="rId9" Type="http://schemas.openxmlformats.org/officeDocument/2006/relationships/image" Target="../media/image23.svg"/><Relationship Id="rId10" Type="http://schemas.openxmlformats.org/officeDocument/2006/relationships/image" Target="../media/image24.svg"/><Relationship Id="rId11" Type="http://schemas.openxmlformats.org/officeDocument/2006/relationships/notesSlide" Target="../notesSlides/notesSlide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25.sv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9.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2.png"/><Relationship Id="rId3" Type="http://schemas.openxmlformats.org/officeDocument/2006/relationships/image" Target="../media/image15.sv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3.png"/><Relationship Id="rId3" Type="http://schemas.openxmlformats.org/officeDocument/2006/relationships/image" Target="../media/image15.sv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5.png"/><Relationship Id="rId3" Type="http://schemas.openxmlformats.org/officeDocument/2006/relationships/image" Target="../media/image15.sv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sv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sv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7.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sv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sv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9.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sv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0.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sv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1.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sv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2.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sv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3.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sv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4.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sv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5.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sv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6.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sv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7.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sv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8.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sv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9.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sv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0.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sv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1.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sv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2.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sv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3.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sv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4.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sv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5.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sv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6.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sv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7.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sv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8.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sv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9.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sv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30.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sv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31.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sv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32.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sv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32.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sv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33.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sv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34.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sv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35.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sv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36.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sv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37.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sv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38.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sv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39.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sv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40.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sv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41.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sv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42.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sv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43.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sv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44.pn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sv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45.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sv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46.pn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sv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47.png"/></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sv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48.png"/></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sv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49.pn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sv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50.png"/></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sv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51.png"/></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svg"/></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52.png"/></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sv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svg"/></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image" Target="../media/image26.svg"/><Relationship Id="rId3" Type="http://schemas.openxmlformats.org/officeDocument/2006/relationships/image" Target="../media/image27.svg"/><Relationship Id="rId4" Type="http://schemas.openxmlformats.org/officeDocument/2006/relationships/image" Target="../media/image28.svg"/><Relationship Id="rId5" Type="http://schemas.openxmlformats.org/officeDocument/2006/relationships/image" Target="../media/image29.svg"/><Relationship Id="rId6" Type="http://schemas.openxmlformats.org/officeDocument/2006/relationships/notesSlide" Target="../notesSlides/notesSlide1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image" Target="../media/image30.svg"/><Relationship Id="rId3" Type="http://schemas.openxmlformats.org/officeDocument/2006/relationships/image" Target="../media/image31.svg"/><Relationship Id="rId4" Type="http://schemas.openxmlformats.org/officeDocument/2006/relationships/image" Target="../media/image32.svg"/><Relationship Id="rId5" Type="http://schemas.openxmlformats.org/officeDocument/2006/relationships/image" Target="../media/image33.svg"/><Relationship Id="rId6" Type="http://schemas.openxmlformats.org/officeDocument/2006/relationships/notesSlide" Target="../notesSlides/notesSlide1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image" Target="../media/image30.svg"/><Relationship Id="rId3" Type="http://schemas.openxmlformats.org/officeDocument/2006/relationships/image" Target="../media/image31.svg"/><Relationship Id="rId4" Type="http://schemas.openxmlformats.org/officeDocument/2006/relationships/image" Target="../media/image32.svg"/><Relationship Id="rId5" Type="http://schemas.openxmlformats.org/officeDocument/2006/relationships/image" Target="../media/image33.svg"/><Relationship Id="rId6" Type="http://schemas.openxmlformats.org/officeDocument/2006/relationships/notesSlide" Target="../notesSlides/notesSlide13.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image" Target="../media/image30.svg"/><Relationship Id="rId3" Type="http://schemas.openxmlformats.org/officeDocument/2006/relationships/image" Target="../media/image31.svg"/><Relationship Id="rId4" Type="http://schemas.openxmlformats.org/officeDocument/2006/relationships/image" Target="../media/image32.svg"/><Relationship Id="rId5" Type="http://schemas.openxmlformats.org/officeDocument/2006/relationships/image" Target="../media/image33.svg"/><Relationship Id="rId6" Type="http://schemas.openxmlformats.org/officeDocument/2006/relationships/notesSlide" Target="../notesSlides/notesSlide14.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image" Target="../media/image30.svg"/><Relationship Id="rId3" Type="http://schemas.openxmlformats.org/officeDocument/2006/relationships/image" Target="../media/image31.svg"/><Relationship Id="rId4" Type="http://schemas.openxmlformats.org/officeDocument/2006/relationships/image" Target="../media/image32.svg"/><Relationship Id="rId5" Type="http://schemas.openxmlformats.org/officeDocument/2006/relationships/image" Target="../media/image33.svg"/><Relationship Id="rId6" Type="http://schemas.openxmlformats.org/officeDocument/2006/relationships/notesSlide" Target="../notesSlides/notesSlide15.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34.svg"/></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diagramData" Target="../diagrams/data1.xml"/><Relationship Id="rId3" Type="http://schemas.openxmlformats.org/officeDocument/2006/relationships/diagramLayout" Target="../diagrams/layout1.xml"/><Relationship Id="rId4" Type="http://schemas.openxmlformats.org/officeDocument/2006/relationships/diagramQuickStyle" Target="../diagrams/quickStyle1.xml"/><Relationship Id="rId5" Type="http://schemas.openxmlformats.org/officeDocument/2006/relationships/diagramColors" Target="../diagrams/colors1.xml"/><Relationship Id="rId6" Type="http://schemas.microsoft.com/office/2007/relationships/diagramDrawing" Target="../diagrams/drawing1.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diagramData" Target="../diagrams/data2.xml"/><Relationship Id="rId3" Type="http://schemas.openxmlformats.org/officeDocument/2006/relationships/diagramLayout" Target="../diagrams/layout2.xml"/><Relationship Id="rId4" Type="http://schemas.openxmlformats.org/officeDocument/2006/relationships/diagramQuickStyle" Target="../diagrams/quickStyle2.xml"/><Relationship Id="rId5" Type="http://schemas.openxmlformats.org/officeDocument/2006/relationships/diagramColors" Target="../diagrams/colors2.xml"/><Relationship Id="rId6" Type="http://schemas.microsoft.com/office/2007/relationships/diagramDrawing" Target="../diagrams/drawing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diagramData" Target="../diagrams/data3.xml"/><Relationship Id="rId3" Type="http://schemas.openxmlformats.org/officeDocument/2006/relationships/diagramLayout" Target="../diagrams/layout3.xml"/><Relationship Id="rId4" Type="http://schemas.openxmlformats.org/officeDocument/2006/relationships/diagramQuickStyle" Target="../diagrams/quickStyle3.xml"/><Relationship Id="rId5" Type="http://schemas.openxmlformats.org/officeDocument/2006/relationships/diagramColors" Target="../diagrams/colors3.xml"/><Relationship Id="rId6" Type="http://schemas.microsoft.com/office/2007/relationships/diagramDrawing" Target="../diagrams/drawing3.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6.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15.svg"/><Relationship Id="rId3" Type="http://schemas.openxmlformats.org/officeDocument/2006/relationships/notesSlide" Target="../notesSlides/notesSlide1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15.svg"/><Relationship Id="rId3" Type="http://schemas.openxmlformats.org/officeDocument/2006/relationships/notesSlide" Target="../notesSlides/notesSlide18.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re 1">
            <a:extLst>
              <a:ext uri="{FF2B5EF4-FFF2-40B4-BE49-F238E27FC236}">
                <a16:creationId xmlns:a16="http://schemas.microsoft.com/office/drawing/2014/main" id="{793B4F50-93BB-146F-EF1E-398B097AEAB6}"/>
              </a:ext>
            </a:extLst>
          </p:cNvPr>
          <p:cNvSpPr>
            <a:spLocks noGrp="1"/>
          </p:cNvSpPr>
          <p:nvPr>
            <p:ph type="ctrTitle"/>
          </p:nvPr>
        </p:nvSpPr>
        <p:spPr/>
        <p:txBody>
          <a:bodyPr/>
          <a:lstStyle/>
          <a:p>
            <a:pPr/>
            <a:r>
              <a:t>RAPPORT D’ANALYSE CLIENT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re 1">
            <a:extLst>
              <a:ext uri="{FF2B5EF4-FFF2-40B4-BE49-F238E27FC236}">
                <a16:creationId xmlns:a16="http://schemas.microsoft.com/office/drawing/2014/main" id="{5B5098B2-5859-A676-116D-E66B61F20C33}"/>
              </a:ext>
            </a:extLst>
          </p:cNvPr>
          <p:cNvSpPr>
            <a:spLocks noGrp="1"/>
          </p:cNvSpPr>
          <p:nvPr>
            <p:ph type="title"/>
          </p:nvPr>
        </p:nvSpPr>
        <p:spPr/>
        <p:txBody>
          <a:bodyPr/>
          <a:lstStyle/>
          <a:p>
            <a:pPr/>
            <a:r>
              <a:t>Sommaire</a:t>
            </a:r>
          </a:p>
        </p:txBody>
      </p:sp>
      <p:sp>
        <p:nvSpPr>
          <p:cNvPr id="3" name="Espace réservé du texte 2">
            <a:extLst>
              <a:ext uri="{FF2B5EF4-FFF2-40B4-BE49-F238E27FC236}">
                <a16:creationId xmlns:a16="http://schemas.microsoft.com/office/drawing/2014/main" id="{C182DD91-DCB6-1042-2BE1-2499D287F356}"/>
              </a:ext>
            </a:extLst>
          </p:cNvPr>
          <p:cNvSpPr>
            <a:spLocks noGrp="1"/>
          </p:cNvSpPr>
          <p:nvPr>
            <p:ph type="body" sz="quarter" idx="14"/>
          </p:nvPr>
        </p:nvSpPr>
        <p:spPr/>
        <p:txBody>
          <a:bodyPr/>
          <a:lstStyle/>
          <a:p>
            <a:pPr/>
            <a:r>
              <a:t>01</a:t>
            </a:r>
            <a:endParaRPr lang="en-US"/>
          </a:p>
        </p:txBody>
      </p:sp>
      <p:sp>
        <p:nvSpPr>
          <p:cNvPr id="4" name="Espace réservé du texte 3">
            <a:extLst>
              <a:ext uri="{FF2B5EF4-FFF2-40B4-BE49-F238E27FC236}">
                <a16:creationId xmlns:a16="http://schemas.microsoft.com/office/drawing/2014/main" id="{528C5AEA-AC05-A0CC-2D07-E872EC78D8B8}"/>
              </a:ext>
            </a:extLst>
          </p:cNvPr>
          <p:cNvSpPr>
            <a:spLocks noGrp="1"/>
          </p:cNvSpPr>
          <p:nvPr>
            <p:ph type="body" sz="quarter" idx="15"/>
          </p:nvPr>
        </p:nvSpPr>
        <p:spPr/>
        <p:txBody>
          <a:bodyPr/>
          <a:lstStyle/>
          <a:p>
            <a:pPr/>
            <a:r>
              <a:t>Contexte</a:t>
            </a:r>
            <a:endParaRPr lang="en-US"/>
          </a:p>
        </p:txBody>
      </p:sp>
      <p:sp>
        <p:nvSpPr>
          <p:cNvPr id="7" name="Espace réservé du texte 6">
            <a:extLst>
              <a:ext uri="{FF2B5EF4-FFF2-40B4-BE49-F238E27FC236}">
                <a16:creationId xmlns:a16="http://schemas.microsoft.com/office/drawing/2014/main" id="{6FAE23EB-E9B2-C401-5028-1642CDDD13CF}"/>
              </a:ext>
            </a:extLst>
          </p:cNvPr>
          <p:cNvSpPr>
            <a:spLocks noGrp="1"/>
          </p:cNvSpPr>
          <p:nvPr>
            <p:ph type="body" sz="quarter" idx="18"/>
          </p:nvPr>
        </p:nvSpPr>
        <p:spPr/>
        <p:txBody>
          <a:bodyPr/>
          <a:lstStyle/>
          <a:p>
            <a:pPr/>
            <a:r>
              <a:t>02</a:t>
            </a:r>
            <a:endParaRPr lang="en-US"/>
          </a:p>
        </p:txBody>
      </p:sp>
      <p:sp>
        <p:nvSpPr>
          <p:cNvPr id="8" name="Espace réservé du texte 7">
            <a:extLst>
              <a:ext uri="{FF2B5EF4-FFF2-40B4-BE49-F238E27FC236}">
                <a16:creationId xmlns:a16="http://schemas.microsoft.com/office/drawing/2014/main" id="{8748278C-56E6-49AD-6F5A-3E018DF50E19}"/>
              </a:ext>
            </a:extLst>
          </p:cNvPr>
          <p:cNvSpPr>
            <a:spLocks noGrp="1"/>
          </p:cNvSpPr>
          <p:nvPr>
            <p:ph type="body" sz="quarter" idx="19"/>
          </p:nvPr>
        </p:nvSpPr>
        <p:spPr/>
        <p:txBody>
          <a:bodyPr/>
          <a:lstStyle/>
          <a:p>
            <a:pPr/>
            <a:r>
              <a:t>Réussir votre projet</a:t>
            </a:r>
            <a:endParaRPr lang="en-US"/>
          </a:p>
        </p:txBody>
      </p:sp>
      <p:sp>
        <p:nvSpPr>
          <p:cNvPr id="11" name="Espace réservé du texte 10">
            <a:extLst>
              <a:ext uri="{FF2B5EF4-FFF2-40B4-BE49-F238E27FC236}">
                <a16:creationId xmlns:a16="http://schemas.microsoft.com/office/drawing/2014/main" id="{F36E16D7-4F57-B3A6-CA3B-6AF29102A79F}"/>
              </a:ext>
            </a:extLst>
          </p:cNvPr>
          <p:cNvSpPr>
            <a:spLocks noGrp="1"/>
          </p:cNvSpPr>
          <p:nvPr>
            <p:ph type="body" sz="quarter" idx="22"/>
          </p:nvPr>
        </p:nvSpPr>
        <p:spPr/>
        <p:txBody>
          <a:bodyPr/>
          <a:lstStyle/>
          <a:p>
            <a:pPr/>
            <a:r>
              <a:t>03</a:t>
            </a:r>
            <a:endParaRPr lang="en-US"/>
          </a:p>
        </p:txBody>
      </p:sp>
      <p:sp>
        <p:nvSpPr>
          <p:cNvPr id="12" name="Espace réservé du texte 11">
            <a:extLst>
              <a:ext uri="{FF2B5EF4-FFF2-40B4-BE49-F238E27FC236}">
                <a16:creationId xmlns:a16="http://schemas.microsoft.com/office/drawing/2014/main" id="{E30A6114-F93C-CA19-81A8-3C600E461D7D}"/>
              </a:ext>
            </a:extLst>
          </p:cNvPr>
          <p:cNvSpPr>
            <a:spLocks noGrp="1"/>
          </p:cNvSpPr>
          <p:nvPr>
            <p:ph type="body" sz="quarter" idx="23"/>
          </p:nvPr>
        </p:nvSpPr>
        <p:spPr/>
        <p:txBody>
          <a:bodyPr/>
          <a:lstStyle/>
          <a:p>
            <a:pPr/>
            <a:r>
              <a:t>Besoins &amp; Solutions</a:t>
            </a:r>
            <a:endParaRPr lang="en-US"/>
          </a:p>
        </p:txBody>
      </p:sp>
      <p:sp>
        <p:nvSpPr>
          <p:cNvPr id="15" name="Espace réservé du texte 14">
            <a:extLst>
              <a:ext uri="{FF2B5EF4-FFF2-40B4-BE49-F238E27FC236}">
                <a16:creationId xmlns:a16="http://schemas.microsoft.com/office/drawing/2014/main" id="{3C70E78D-0FC7-ACEA-75B5-228EE43F71C9}"/>
              </a:ext>
            </a:extLst>
          </p:cNvPr>
          <p:cNvSpPr>
            <a:spLocks noGrp="1"/>
          </p:cNvSpPr>
          <p:nvPr>
            <p:ph type="body" sz="quarter" idx="26"/>
          </p:nvPr>
        </p:nvSpPr>
        <p:spPr/>
        <p:txBody>
          <a:bodyPr/>
          <a:lstStyle/>
          <a:p>
            <a:pPr/>
            <a:r>
              <a:t>04</a:t>
            </a:r>
            <a:endParaRPr lang="en-US"/>
          </a:p>
        </p:txBody>
      </p:sp>
      <p:sp>
        <p:nvSpPr>
          <p:cNvPr id="16" name="Espace réservé du texte 15">
            <a:extLst>
              <a:ext uri="{FF2B5EF4-FFF2-40B4-BE49-F238E27FC236}">
                <a16:creationId xmlns:a16="http://schemas.microsoft.com/office/drawing/2014/main" id="{47F64B9C-8BFB-54F5-AAA4-ED1B21276E34}"/>
              </a:ext>
            </a:extLst>
          </p:cNvPr>
          <p:cNvSpPr>
            <a:spLocks noGrp="1"/>
          </p:cNvSpPr>
          <p:nvPr>
            <p:ph type="body" sz="quarter" idx="27"/>
          </p:nvPr>
        </p:nvSpPr>
        <p:spPr/>
        <p:txBody>
          <a:bodyPr/>
          <a:lstStyle/>
          <a:p>
            <a:pPr/>
            <a:r>
              <a:t>Offre</a:t>
            </a:r>
            <a:endParaRPr lang="en-US"/>
          </a:p>
        </p:txBody>
      </p:sp>
      <p:sp>
        <p:nvSpPr>
          <p:cNvPr id="19" name="Espace réservé du texte 18">
            <a:extLst>
              <a:ext uri="{FF2B5EF4-FFF2-40B4-BE49-F238E27FC236}">
                <a16:creationId xmlns:a16="http://schemas.microsoft.com/office/drawing/2014/main" id="{781C0740-4CA9-B37D-EE48-FAB1AF547C80}"/>
              </a:ext>
            </a:extLst>
          </p:cNvPr>
          <p:cNvSpPr>
            <a:spLocks noGrp="1"/>
          </p:cNvSpPr>
          <p:nvPr>
            <p:ph type="body" sz="quarter" idx="30"/>
          </p:nvPr>
        </p:nvSpPr>
        <p:spPr/>
        <p:txBody>
          <a:bodyPr/>
          <a:lstStyle/>
          <a:p>
            <a:pPr/>
            <a:r>
              <a:t>05</a:t>
            </a:r>
            <a:endParaRPr lang="en-US"/>
          </a:p>
        </p:txBody>
      </p:sp>
      <p:sp>
        <p:nvSpPr>
          <p:cNvPr id="20" name="Espace réservé du texte 19">
            <a:extLst>
              <a:ext uri="{FF2B5EF4-FFF2-40B4-BE49-F238E27FC236}">
                <a16:creationId xmlns:a16="http://schemas.microsoft.com/office/drawing/2014/main" id="{DEA898EC-D287-F400-7B6F-09A350C8CEEC}"/>
              </a:ext>
            </a:extLst>
          </p:cNvPr>
          <p:cNvSpPr>
            <a:spLocks noGrp="1"/>
          </p:cNvSpPr>
          <p:nvPr>
            <p:ph type="body" sz="quarter" idx="31"/>
          </p:nvPr>
        </p:nvSpPr>
        <p:spPr/>
        <p:txBody>
          <a:bodyPr/>
          <a:lstStyle/>
          <a:p>
            <a:pPr/>
            <a:r>
              <a:t>Organisation projet</a:t>
            </a:r>
            <a:endParaRPr lang="en-US"/>
          </a:p>
        </p:txBody>
      </p:sp>
      <p:sp>
        <p:nvSpPr>
          <p:cNvPr id="23" name="Espace réservé du texte 22">
            <a:extLst>
              <a:ext uri="{FF2B5EF4-FFF2-40B4-BE49-F238E27FC236}">
                <a16:creationId xmlns:a16="http://schemas.microsoft.com/office/drawing/2014/main" id="{DB16C0E0-3EAE-54B2-7CCE-341E58289FC3}"/>
              </a:ext>
            </a:extLst>
          </p:cNvPr>
          <p:cNvSpPr>
            <a:spLocks noGrp="1"/>
          </p:cNvSpPr>
          <p:nvPr>
            <p:ph type="body" sz="quarter" idx="13"/>
          </p:nvPr>
        </p:nvSpPr>
        <p:spPr/>
        <p:txBody>
          <a:bodyPr/>
          <a:lstStyle/>
          <a:p>
            <a:pPr/>
            <a:r>
              <a:t>SOMMAIRE</a:t>
            </a:r>
            <a:endParaRPr lang="en-US"/>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re 1">
            <a:extLst>
              <a:ext uri="{FF2B5EF4-FFF2-40B4-BE49-F238E27FC236}">
                <a16:creationId xmlns:a16="http://schemas.microsoft.com/office/drawing/2014/main" id="{776693BB-AA83-4072-9715-AA9BC0D4E25C}"/>
              </a:ext>
            </a:extLst>
          </p:cNvPr>
          <p:cNvSpPr>
            <a:spLocks noGrp="1"/>
          </p:cNvSpPr>
          <p:nvPr>
            <p:ph type="title"/>
          </p:nvPr>
        </p:nvSpPr>
        <p:spPr/>
        <p:txBody>
          <a:bodyPr/>
          <a:lstStyle/>
          <a:p>
            <a:pPr/>
            <a:r>
              <a:t>CONTEXTE</a:t>
            </a:r>
          </a:p>
        </p:txBody>
      </p:sp>
      <p:sp>
        <p:nvSpPr>
          <p:cNvPr id="3" name="Espace réservé du texte 2">
            <a:extLst>
              <a:ext uri="{FF2B5EF4-FFF2-40B4-BE49-F238E27FC236}">
                <a16:creationId xmlns:a16="http://schemas.microsoft.com/office/drawing/2014/main" id="{AA14A04B-EBD5-902B-4F33-B256D611E2F1}"/>
              </a:ext>
            </a:extLst>
          </p:cNvPr>
          <p:cNvSpPr>
            <a:spLocks noGrp="1"/>
          </p:cNvSpPr>
          <p:nvPr>
            <p:ph type="body" idx="1"/>
          </p:nvPr>
        </p:nvSpPr>
        <p:spPr/>
        <p:txBody>
          <a:bodyPr/>
          <a:lstStyle/>
          <a:p>
            <a:pPr/>
            <a:r>
              <a:t>01</a:t>
            </a:r>
            <a:endParaRPr lang="en-US"/>
          </a:p>
        </p:txBody>
      </p:sp>
      <p:sp>
        <p:nvSpPr>
          <p:cNvPr id="5" name="Espace réservé du texte 4">
            <a:extLst>
              <a:ext uri="{FF2B5EF4-FFF2-40B4-BE49-F238E27FC236}">
                <a16:creationId xmlns:a16="http://schemas.microsoft.com/office/drawing/2014/main" id="{2A347D23-6373-2C86-5BFE-EAFA7C15BEE8}"/>
              </a:ext>
            </a:extLst>
          </p:cNvPr>
          <p:cNvSpPr>
            <a:spLocks noGrp="1"/>
          </p:cNvSpPr>
          <p:nvPr>
            <p:ph type="body" sz="quarter" idx="13"/>
          </p:nvPr>
        </p:nvSpPr>
        <p:spPr/>
        <p:txBody>
          <a:bodyPr/>
          <a:lstStyle/>
          <a:p>
            <a:pPr/>
            <a:r>
              <a:t>RAPPORT D’ANALYSE</a:t>
            </a:r>
            <a:endParaRPr lang="en-US"/>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itre 1">
            <a:extLst>
              <a:ext uri="{FF2B5EF4-FFF2-40B4-BE49-F238E27FC236}">
                <a16:creationId xmlns:a16="http://schemas.microsoft.com/office/drawing/2014/main" id="{ED82E5AB-0793-AE16-00C7-225B5CF6A4A5}"/>
              </a:ext>
            </a:extLst>
          </p:cNvPr>
          <p:cNvSpPr>
            <a:spLocks noGrp="1"/>
          </p:cNvSpPr>
          <p:nvPr>
            <p:ph type="title"/>
          </p:nvPr>
        </p:nvSpPr>
        <p:spPr/>
        <p:txBody>
          <a:bodyPr/>
          <a:lstStyle/>
          <a:p>
            <a:pPr/>
            <a:r>
              <a:t>CHRONOLOGIE DU PROJET CAPTIVEA</a:t>
            </a:r>
          </a:p>
        </p:txBody>
      </p:sp>
      <p:sp>
        <p:nvSpPr>
          <p:cNvPr id="4" name="Espace réservé du texte 2">
            <a:extLst>
              <a:ext uri="{FF2B5EF4-FFF2-40B4-BE49-F238E27FC236}">
                <a16:creationId xmlns:a16="http://schemas.microsoft.com/office/drawing/2014/main" id="{7CC710F8-A662-A45D-F2AC-8D86A7F85224}"/>
              </a:ext>
            </a:extLst>
          </p:cNvPr>
          <p:cNvSpPr>
            <a:spLocks noGrp="1"/>
          </p:cNvSpPr>
          <p:nvPr>
            <p:ph type="body" sz="quarter" idx="13"/>
          </p:nvPr>
        </p:nvSpPr>
        <p:spPr/>
        <p:txBody>
          <a:bodyPr/>
          <a:lstStyle/>
          <a:p>
            <a:pPr/>
            <a:r>
              <a:t>CHRONOLOGIE</a:t>
            </a:r>
            <a:endParaRPr lang="en-US"/>
          </a:p>
        </p:txBody>
      </p:sp>
      <p:sp>
        <p:nvSpPr>
          <p:cNvPr id="5" name="Espace réservé du texte 3">
            <a:extLst>
              <a:ext uri="{FF2B5EF4-FFF2-40B4-BE49-F238E27FC236}">
                <a16:creationId xmlns:a16="http://schemas.microsoft.com/office/drawing/2014/main" id="{D49EEC0A-10E9-4488-739A-29D956D6040A}"/>
              </a:ext>
            </a:extLst>
          </p:cNvPr>
          <p:cNvSpPr>
            <a:spLocks noGrp="1"/>
          </p:cNvSpPr>
          <p:nvPr>
            <p:ph type="body" sz="quarter" idx="23"/>
          </p:nvPr>
        </p:nvSpPr>
        <p:spPr/>
        <p:txBody>
          <a:bodyPr/>
          <a:lstStyle/>
          <a:p>
            <a:pPr/>
            <a:r>
              <a:t>​</a:t>
            </a:r>
            <a:endParaRPr lang="en-US"/>
          </a:p>
        </p:txBody>
      </p:sp>
      <p:sp>
        <p:nvSpPr>
          <p:cNvPr id="6" name="Espace réservé du texte 4">
            <a:extLst>
              <a:ext uri="{FF2B5EF4-FFF2-40B4-BE49-F238E27FC236}">
                <a16:creationId xmlns:a16="http://schemas.microsoft.com/office/drawing/2014/main" id="{602D769C-3C8F-3002-9BC2-510C6182A502}"/>
              </a:ext>
            </a:extLst>
          </p:cNvPr>
          <p:cNvSpPr>
            <a:spLocks noGrp="1"/>
          </p:cNvSpPr>
          <p:nvPr>
            <p:ph type="body" sz="quarter" idx="24"/>
          </p:nvPr>
        </p:nvSpPr>
        <p:spPr/>
        <p:txBody>
          <a:bodyPr/>
          <a:lstStyle/>
          <a:p>
            <a:pPr/>
            <a:r>
              <a:t>CONSULTATION GRATUITE</a:t>
            </a:r>
            <a:endParaRPr lang="en-US"/>
          </a:p>
        </p:txBody>
      </p:sp>
      <p:sp>
        <p:nvSpPr>
          <p:cNvPr id="8" name="Espace réservé du texte 6">
            <a:extLst>
              <a:ext uri="{FF2B5EF4-FFF2-40B4-BE49-F238E27FC236}">
                <a16:creationId xmlns:a16="http://schemas.microsoft.com/office/drawing/2014/main" id="{C4A6AC82-185F-5FC3-5836-A141F0F205B5}"/>
              </a:ext>
            </a:extLst>
          </p:cNvPr>
          <p:cNvSpPr>
            <a:spLocks noGrp="1"/>
          </p:cNvSpPr>
          <p:nvPr>
            <p:ph type="body" sz="quarter" idx="26"/>
          </p:nvPr>
        </p:nvSpPr>
        <p:spPr/>
        <p:txBody>
          <a:bodyPr/>
          <a:lstStyle/>
          <a:p>
            <a:pPr/>
            <a:r>
              <a:t>​</a:t>
            </a:r>
            <a:endParaRPr lang="en-US"/>
          </a:p>
        </p:txBody>
      </p:sp>
      <p:sp>
        <p:nvSpPr>
          <p:cNvPr id="9" name="Espace réservé du texte 7">
            <a:extLst>
              <a:ext uri="{FF2B5EF4-FFF2-40B4-BE49-F238E27FC236}">
                <a16:creationId xmlns:a16="http://schemas.microsoft.com/office/drawing/2014/main" id="{6ED4DDE7-B913-B202-738B-D95058C6F2A6}"/>
              </a:ext>
            </a:extLst>
          </p:cNvPr>
          <p:cNvSpPr>
            <a:spLocks noGrp="1"/>
          </p:cNvSpPr>
          <p:nvPr>
            <p:ph type="body" sz="quarter" idx="27"/>
          </p:nvPr>
        </p:nvSpPr>
        <p:spPr/>
        <p:txBody>
          <a:bodyPr/>
          <a:lstStyle/>
          <a:p>
            <a:pPr/>
            <a:r>
              <a:t>PHASE D'IMPLÉMENTATION</a:t>
            </a:r>
            <a:endParaRPr lang="en-US"/>
          </a:p>
        </p:txBody>
      </p:sp>
      <p:sp>
        <p:nvSpPr>
          <p:cNvPr id="11" name="Espace réservé du texte 9">
            <a:extLst>
              <a:ext uri="{FF2B5EF4-FFF2-40B4-BE49-F238E27FC236}">
                <a16:creationId xmlns:a16="http://schemas.microsoft.com/office/drawing/2014/main" id="{5CDE30D1-7868-FCB4-464E-DA917B641226}"/>
              </a:ext>
            </a:extLst>
          </p:cNvPr>
          <p:cNvSpPr>
            <a:spLocks noGrp="1"/>
          </p:cNvSpPr>
          <p:nvPr>
            <p:ph type="body" sz="quarter" idx="29"/>
          </p:nvPr>
        </p:nvSpPr>
        <p:spPr/>
        <p:txBody>
          <a:bodyPr/>
          <a:lstStyle/>
          <a:p>
            <a:pPr/>
            <a:r>
              <a:t>​</a:t>
            </a:r>
            <a:endParaRPr lang="en-US"/>
          </a:p>
        </p:txBody>
      </p:sp>
      <p:sp>
        <p:nvSpPr>
          <p:cNvPr id="12" name="Espace réservé du texte 10">
            <a:extLst>
              <a:ext uri="{FF2B5EF4-FFF2-40B4-BE49-F238E27FC236}">
                <a16:creationId xmlns:a16="http://schemas.microsoft.com/office/drawing/2014/main" id="{6B7BE612-E5BE-26DF-3A0A-A6E534DE73FC}"/>
              </a:ext>
            </a:extLst>
          </p:cNvPr>
          <p:cNvSpPr>
            <a:spLocks noGrp="1"/>
          </p:cNvSpPr>
          <p:nvPr>
            <p:ph type="body" sz="quarter" idx="30"/>
          </p:nvPr>
        </p:nvSpPr>
        <p:spPr/>
        <p:txBody>
          <a:bodyPr/>
          <a:lstStyle/>
          <a:p>
            <a:pPr/>
            <a:r>
              <a:t>ESTIMATION GLOBALE</a:t>
            </a:r>
            <a:endParaRPr lang="en-US"/>
          </a:p>
        </p:txBody>
      </p:sp>
      <p:sp>
        <p:nvSpPr>
          <p:cNvPr id="14" name="Espace réservé du texte 12">
            <a:extLst>
              <a:ext uri="{FF2B5EF4-FFF2-40B4-BE49-F238E27FC236}">
                <a16:creationId xmlns:a16="http://schemas.microsoft.com/office/drawing/2014/main" id="{9152BC73-1DDA-9E5D-C710-EED3E9E28BDF}"/>
              </a:ext>
            </a:extLst>
          </p:cNvPr>
          <p:cNvSpPr>
            <a:spLocks noGrp="1"/>
          </p:cNvSpPr>
          <p:nvPr>
            <p:ph type="body" sz="quarter" idx="32"/>
          </p:nvPr>
        </p:nvSpPr>
        <p:spPr/>
        <p:txBody>
          <a:bodyPr/>
          <a:lstStyle/>
          <a:p>
            <a:pPr/>
            <a:r>
              <a:t>​</a:t>
            </a:r>
            <a:endParaRPr lang="en-US"/>
          </a:p>
        </p:txBody>
      </p:sp>
      <p:sp>
        <p:nvSpPr>
          <p:cNvPr id="15" name="Espace réservé du texte 13">
            <a:extLst>
              <a:ext uri="{FF2B5EF4-FFF2-40B4-BE49-F238E27FC236}">
                <a16:creationId xmlns:a16="http://schemas.microsoft.com/office/drawing/2014/main" id="{E043F1B4-355E-87F3-612E-5F73C5189707}"/>
              </a:ext>
            </a:extLst>
          </p:cNvPr>
          <p:cNvSpPr>
            <a:spLocks noGrp="1"/>
          </p:cNvSpPr>
          <p:nvPr>
            <p:ph type="body" sz="quarter" idx="33"/>
          </p:nvPr>
        </p:nvSpPr>
        <p:spPr/>
        <p:txBody>
          <a:bodyPr/>
          <a:lstStyle/>
          <a:p>
            <a:pPr/>
            <a:r>
              <a:t>PHASE D'ANALYSE</a:t>
            </a:r>
            <a:endParaRPr lang="en-US"/>
          </a:p>
        </p:txBody>
      </p:sp>
      <p:grpSp>
        <p:nvGrpSpPr>
          <p:cNvPr id="17" name="Transplant"/>
          <p:cNvGrpSpPr/>
          <p:nvPr/>
        </p:nvGrpSpPr>
        <p:grpSpPr>
          <a:xfrm>
            <a:off x="1612805" y="3058668"/>
            <a:ext cx="678878" cy="822960"/>
            <a:chOff x="1449334" y="4262110"/>
            <a:chExt cx="461243" cy="559135"/>
          </a:xfrm>
        </p:grpSpPr>
        <p:grpSp>
          <p:nvGrpSpPr>
            <p:cNvPr id="18" name="Groupe 13">
              <a:extLst>
                <a:ext uri="{FF2B5EF4-FFF2-40B4-BE49-F238E27FC236}">
                  <a16:creationId xmlns:a16="http://schemas.microsoft.com/office/drawing/2014/main" id="{F8111309-31D4-E5AD-E496-36AC0A476D35}"/>
                </a:ext>
              </a:extLst>
            </p:cNvPr>
            <p:cNvGrpSpPr/>
            <p:nvPr/>
          </p:nvGrpSpPr>
          <p:grpSpPr>
            <a:xfrm>
              <a:off x="1449334" y="4262110"/>
              <a:ext cx="461243" cy="559135"/>
              <a:chOff x="1356788" y="2424605"/>
              <a:chExt cx="461243" cy="559135"/>
            </a:xfrm>
          </p:grpSpPr>
          <p:grpSp>
            <p:nvGrpSpPr>
              <p:cNvPr id="19" name="Google Shape;1407;p36">
                <a:extLst>
                  <a:ext uri="{FF2B5EF4-FFF2-40B4-BE49-F238E27FC236}">
                    <a16:creationId xmlns:a16="http://schemas.microsoft.com/office/drawing/2014/main" id="{E3F452A6-97AD-66A6-6FC7-CED7873FB40E}"/>
                  </a:ext>
                </a:extLst>
              </p:cNvPr>
              <p:cNvGrpSpPr/>
              <p:nvPr/>
            </p:nvGrpSpPr>
            <p:grpSpPr>
              <a:xfrm rot="5400000">
                <a:off x="1307842" y="2473551"/>
                <a:ext cx="559135" cy="461243"/>
                <a:chOff x="4892107" y="893400"/>
                <a:chExt cx="610975" cy="504008"/>
              </a:xfrm>
            </p:grpSpPr>
            <p:sp>
              <p:nvSpPr>
                <p:cNvPr id="20" name="Google Shape;1408;p36">
                  <a:extLst>
                    <a:ext uri="{FF2B5EF4-FFF2-40B4-BE49-F238E27FC236}">
                      <a16:creationId xmlns:a16="http://schemas.microsoft.com/office/drawing/2014/main" id="{E4AA291C-0607-E85D-CB7A-151A1283A489}"/>
                    </a:ext>
                  </a:extLst>
                </p:cNvPr>
                <p:cNvSpPr/>
                <p:nvPr/>
              </p:nvSpPr>
              <p:spPr>
                <a:xfrm>
                  <a:off x="4892107" y="893400"/>
                  <a:ext cx="610975" cy="504008"/>
                </a:xfrm>
                <a:custGeom>
                  <a:avLst/>
                  <a:gdLst/>
                  <a:ahLst/>
                  <a:cxnLst/>
                  <a:rect l="l" t="t" r="r" b="b"/>
                  <a:pathLst>
                    <a:path w="18432" h="15205" extrusionOk="0">
                      <a:moveTo>
                        <a:pt x="7608" y="1"/>
                      </a:moveTo>
                      <a:cubicBezTo>
                        <a:pt x="3417" y="1"/>
                        <a:pt x="0" y="3406"/>
                        <a:pt x="0" y="7597"/>
                      </a:cubicBezTo>
                      <a:cubicBezTo>
                        <a:pt x="0" y="11800"/>
                        <a:pt x="3417" y="15205"/>
                        <a:pt x="7608" y="15205"/>
                      </a:cubicBezTo>
                      <a:cubicBezTo>
                        <a:pt x="10025" y="15205"/>
                        <a:pt x="12156" y="14098"/>
                        <a:pt x="13550" y="12336"/>
                      </a:cubicBezTo>
                      <a:cubicBezTo>
                        <a:pt x="14192" y="11538"/>
                        <a:pt x="14693" y="10585"/>
                        <a:pt x="14954" y="9549"/>
                      </a:cubicBezTo>
                      <a:lnTo>
                        <a:pt x="18431" y="7597"/>
                      </a:lnTo>
                      <a:lnTo>
                        <a:pt x="14954" y="5656"/>
                      </a:lnTo>
                      <a:cubicBezTo>
                        <a:pt x="14097" y="2394"/>
                        <a:pt x="11133" y="1"/>
                        <a:pt x="7608" y="1"/>
                      </a:cubicBezTo>
                      <a:close/>
                    </a:path>
                  </a:pathLst>
                </a:custGeom>
                <a:gradFill flip="none" rotWithShape="1">
                  <a:gsLst>
                    <a:gs pos="0">
                      <a:schemeClr val="accent1"/>
                    </a:gs>
                    <a:gs pos="65000">
                      <a:schemeClr val="accent2"/>
                    </a:gs>
                    <a:gs pos="100000">
                      <a:schemeClr val="accent2"/>
                    </a:gs>
                  </a:gsLst>
                  <a:lin ang="13500000" scaled="1"/>
                  <a:tileRect/>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649" b="0" i="0" u="none" strike="noStrike" kern="1200" cap="none" spc="0" normalizeH="0" baseline="0" noProof="0" dirty="0">
                    <a:ln>
                      <a:noFill/>
                    </a:ln>
                    <a:solidFill>
                      <a:srgbClr val="212529"/>
                    </a:solidFill>
                    <a:effectLst/>
                    <a:uLnTx/>
                    <a:uFillTx/>
                    <a:ea typeface="+mn-ea"/>
                    <a:cs typeface="+mn-cs"/>
                  </a:endParaRPr>
                </a:p>
              </p:txBody>
            </p:sp>
            <p:sp>
              <p:nvSpPr>
                <p:cNvPr id="21" name="Google Shape;1409;p36">
                  <a:extLst>
                    <a:ext uri="{FF2B5EF4-FFF2-40B4-BE49-F238E27FC236}">
                      <a16:creationId xmlns:a16="http://schemas.microsoft.com/office/drawing/2014/main" id="{87849615-90D0-743B-52ED-0A3218BA9590}"/>
                    </a:ext>
                  </a:extLst>
                </p:cNvPr>
                <p:cNvSpPr/>
                <p:nvPr/>
              </p:nvSpPr>
              <p:spPr>
                <a:xfrm>
                  <a:off x="4929524" y="930880"/>
                  <a:ext cx="429569" cy="429036"/>
                </a:xfrm>
                <a:custGeom>
                  <a:avLst/>
                  <a:gdLst/>
                  <a:ahLst/>
                  <a:cxnLst/>
                  <a:rect l="l" t="t" r="r" b="b"/>
                  <a:pathLst>
                    <a:path w="9669" h="9657" extrusionOk="0">
                      <a:moveTo>
                        <a:pt x="4834" y="1"/>
                      </a:moveTo>
                      <a:cubicBezTo>
                        <a:pt x="2155" y="1"/>
                        <a:pt x="0" y="2156"/>
                        <a:pt x="0" y="4823"/>
                      </a:cubicBezTo>
                      <a:cubicBezTo>
                        <a:pt x="0" y="7502"/>
                        <a:pt x="2155" y="9657"/>
                        <a:pt x="4834" y="9657"/>
                      </a:cubicBezTo>
                      <a:cubicBezTo>
                        <a:pt x="6370" y="9657"/>
                        <a:pt x="7728" y="8954"/>
                        <a:pt x="8620" y="7835"/>
                      </a:cubicBezTo>
                      <a:cubicBezTo>
                        <a:pt x="9263" y="7014"/>
                        <a:pt x="9668" y="5966"/>
                        <a:pt x="9668" y="4823"/>
                      </a:cubicBezTo>
                      <a:cubicBezTo>
                        <a:pt x="9668" y="2156"/>
                        <a:pt x="7513" y="1"/>
                        <a:pt x="4834"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649" b="0" i="0" u="none" strike="noStrike" kern="1200" cap="none" spc="0" normalizeH="0" baseline="0" noProof="0" dirty="0">
                    <a:ln>
                      <a:noFill/>
                    </a:ln>
                    <a:solidFill>
                      <a:srgbClr val="212529"/>
                    </a:solidFill>
                    <a:effectLst/>
                    <a:uLnTx/>
                    <a:uFillTx/>
                    <a:ea typeface="+mn-ea"/>
                    <a:cs typeface="+mn-cs"/>
                  </a:endParaRPr>
                </a:p>
              </p:txBody>
            </p:sp>
          </p:grpSp>
          <p:pic>
            <p:nvPicPr>
              <p:cNvPr id="22" name="Graphic 105">
                <a:extLst>
                  <a:ext uri="{FF2B5EF4-FFF2-40B4-BE49-F238E27FC236}">
                    <a16:creationId xmlns:a16="http://schemas.microsoft.com/office/drawing/2014/main" id="{66D82719-CFF6-5BDF-887C-837082717F1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H="1">
                <a:off x="1450693" y="2518692"/>
                <a:ext cx="273431" cy="273432"/>
              </a:xfrm>
              <a:prstGeom prst="rect">
                <a:avLst/>
              </a:prstGeom>
            </p:spPr>
          </p:pic>
        </p:grpSp>
      </p:grpSp>
      <p:grpSp>
        <p:nvGrpSpPr>
          <p:cNvPr id="23" name="Transplant"/>
          <p:cNvGrpSpPr/>
          <p:nvPr/>
        </p:nvGrpSpPr>
        <p:grpSpPr>
          <a:xfrm>
            <a:off x="4383437" y="3058668"/>
            <a:ext cx="678878" cy="822960"/>
            <a:chOff x="4335907" y="4262110"/>
            <a:chExt cx="461243" cy="559135"/>
          </a:xfrm>
        </p:grpSpPr>
        <p:grpSp>
          <p:nvGrpSpPr>
            <p:cNvPr id="24" name="Groupe 19">
              <a:extLst>
                <a:ext uri="{FF2B5EF4-FFF2-40B4-BE49-F238E27FC236}">
                  <a16:creationId xmlns:a16="http://schemas.microsoft.com/office/drawing/2014/main" id="{85203607-BC1C-F9EB-BCDD-0DCBCB529161}"/>
                </a:ext>
              </a:extLst>
            </p:cNvPr>
            <p:cNvGrpSpPr/>
            <p:nvPr/>
          </p:nvGrpSpPr>
          <p:grpSpPr>
            <a:xfrm>
              <a:off x="4335907" y="4262110"/>
              <a:ext cx="461243" cy="559135"/>
              <a:chOff x="3449807" y="5794147"/>
              <a:chExt cx="461243" cy="559135"/>
            </a:xfrm>
          </p:grpSpPr>
          <p:grpSp>
            <p:nvGrpSpPr>
              <p:cNvPr id="25" name="Google Shape;1407;p36">
                <a:extLst>
                  <a:ext uri="{FF2B5EF4-FFF2-40B4-BE49-F238E27FC236}">
                    <a16:creationId xmlns:a16="http://schemas.microsoft.com/office/drawing/2014/main" id="{ABE002A8-1EAD-8622-1771-5AFB40334444}"/>
                  </a:ext>
                </a:extLst>
              </p:cNvPr>
              <p:cNvGrpSpPr/>
              <p:nvPr/>
            </p:nvGrpSpPr>
            <p:grpSpPr>
              <a:xfrm rot="16200000">
                <a:off x="3400861" y="5843093"/>
                <a:ext cx="559135" cy="461243"/>
                <a:chOff x="4779516" y="893399"/>
                <a:chExt cx="610975" cy="504008"/>
              </a:xfrm>
            </p:grpSpPr>
            <p:sp>
              <p:nvSpPr>
                <p:cNvPr id="26" name="Google Shape;1408;p36">
                  <a:extLst>
                    <a:ext uri="{FF2B5EF4-FFF2-40B4-BE49-F238E27FC236}">
                      <a16:creationId xmlns:a16="http://schemas.microsoft.com/office/drawing/2014/main" id="{F07D1765-A5C9-057B-C123-44342355E1AF}"/>
                    </a:ext>
                  </a:extLst>
                </p:cNvPr>
                <p:cNvSpPr/>
                <p:nvPr/>
              </p:nvSpPr>
              <p:spPr>
                <a:xfrm rot="10800000">
                  <a:off x="4779516" y="893399"/>
                  <a:ext cx="610975" cy="504008"/>
                </a:xfrm>
                <a:custGeom>
                  <a:avLst/>
                  <a:gdLst/>
                  <a:ahLst/>
                  <a:cxnLst/>
                  <a:rect l="l" t="t" r="r" b="b"/>
                  <a:pathLst>
                    <a:path w="18432" h="15205" extrusionOk="0">
                      <a:moveTo>
                        <a:pt x="7608" y="1"/>
                      </a:moveTo>
                      <a:cubicBezTo>
                        <a:pt x="3417" y="1"/>
                        <a:pt x="0" y="3406"/>
                        <a:pt x="0" y="7597"/>
                      </a:cubicBezTo>
                      <a:cubicBezTo>
                        <a:pt x="0" y="11800"/>
                        <a:pt x="3417" y="15205"/>
                        <a:pt x="7608" y="15205"/>
                      </a:cubicBezTo>
                      <a:cubicBezTo>
                        <a:pt x="10025" y="15205"/>
                        <a:pt x="12156" y="14098"/>
                        <a:pt x="13550" y="12336"/>
                      </a:cubicBezTo>
                      <a:cubicBezTo>
                        <a:pt x="14192" y="11538"/>
                        <a:pt x="14693" y="10585"/>
                        <a:pt x="14954" y="9549"/>
                      </a:cubicBezTo>
                      <a:lnTo>
                        <a:pt x="18431" y="7597"/>
                      </a:lnTo>
                      <a:lnTo>
                        <a:pt x="14954" y="5656"/>
                      </a:lnTo>
                      <a:cubicBezTo>
                        <a:pt x="14097" y="2394"/>
                        <a:pt x="11133" y="1"/>
                        <a:pt x="7608" y="1"/>
                      </a:cubicBezTo>
                      <a:close/>
                    </a:path>
                  </a:pathLst>
                </a:custGeom>
                <a:gradFill flip="none" rotWithShape="1">
                  <a:gsLst>
                    <a:gs pos="0">
                      <a:schemeClr val="accent1"/>
                    </a:gs>
                    <a:gs pos="65000">
                      <a:schemeClr val="accent2"/>
                    </a:gs>
                    <a:gs pos="100000">
                      <a:schemeClr val="accent2"/>
                    </a:gs>
                  </a:gsLst>
                  <a:lin ang="13500000" scaled="1"/>
                  <a:tileRect/>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649" b="0" i="0" u="none" strike="noStrike" kern="1200" cap="none" spc="0" normalizeH="0" baseline="0" noProof="0" dirty="0">
                    <a:ln>
                      <a:noFill/>
                    </a:ln>
                    <a:solidFill>
                      <a:srgbClr val="212529"/>
                    </a:solidFill>
                    <a:effectLst/>
                    <a:uLnTx/>
                    <a:uFillTx/>
                    <a:ea typeface="+mn-ea"/>
                    <a:cs typeface="+mn-cs"/>
                  </a:endParaRPr>
                </a:p>
              </p:txBody>
            </p:sp>
            <p:sp>
              <p:nvSpPr>
                <p:cNvPr id="27" name="Google Shape;1409;p36">
                  <a:extLst>
                    <a:ext uri="{FF2B5EF4-FFF2-40B4-BE49-F238E27FC236}">
                      <a16:creationId xmlns:a16="http://schemas.microsoft.com/office/drawing/2014/main" id="{14B39955-B1D2-6637-707B-7E45AE2F4B0F}"/>
                    </a:ext>
                  </a:extLst>
                </p:cNvPr>
                <p:cNvSpPr/>
                <p:nvPr/>
              </p:nvSpPr>
              <p:spPr>
                <a:xfrm>
                  <a:off x="4929526" y="930880"/>
                  <a:ext cx="429569" cy="429036"/>
                </a:xfrm>
                <a:custGeom>
                  <a:avLst/>
                  <a:gdLst/>
                  <a:ahLst/>
                  <a:cxnLst/>
                  <a:rect l="l" t="t" r="r" b="b"/>
                  <a:pathLst>
                    <a:path w="9669" h="9657" extrusionOk="0">
                      <a:moveTo>
                        <a:pt x="4834" y="1"/>
                      </a:moveTo>
                      <a:cubicBezTo>
                        <a:pt x="2155" y="1"/>
                        <a:pt x="0" y="2156"/>
                        <a:pt x="0" y="4823"/>
                      </a:cubicBezTo>
                      <a:cubicBezTo>
                        <a:pt x="0" y="7502"/>
                        <a:pt x="2155" y="9657"/>
                        <a:pt x="4834" y="9657"/>
                      </a:cubicBezTo>
                      <a:cubicBezTo>
                        <a:pt x="6370" y="9657"/>
                        <a:pt x="7728" y="8954"/>
                        <a:pt x="8620" y="7835"/>
                      </a:cubicBezTo>
                      <a:cubicBezTo>
                        <a:pt x="9263" y="7014"/>
                        <a:pt x="9668" y="5966"/>
                        <a:pt x="9668" y="4823"/>
                      </a:cubicBezTo>
                      <a:cubicBezTo>
                        <a:pt x="9668" y="2156"/>
                        <a:pt x="7513" y="1"/>
                        <a:pt x="4834"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649" b="0" i="0" u="none" strike="noStrike" kern="1200" cap="none" spc="0" normalizeH="0" baseline="0" noProof="0" dirty="0">
                    <a:ln>
                      <a:noFill/>
                    </a:ln>
                    <a:solidFill>
                      <a:srgbClr val="212529"/>
                    </a:solidFill>
                    <a:effectLst/>
                    <a:uLnTx/>
                    <a:uFillTx/>
                    <a:ea typeface="+mn-ea"/>
                    <a:cs typeface="+mn-cs"/>
                  </a:endParaRPr>
                </a:p>
              </p:txBody>
            </p:sp>
          </p:grpSp>
          <p:pic>
            <p:nvPicPr>
              <p:cNvPr id="28" name="Graphic 100">
                <a:extLst>
                  <a:ext uri="{FF2B5EF4-FFF2-40B4-BE49-F238E27FC236}">
                    <a16:creationId xmlns:a16="http://schemas.microsoft.com/office/drawing/2014/main" id="{5C973197-8E63-0E1A-7412-58E1A4D3986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517206" y="5856628"/>
                <a:ext cx="326443" cy="323888"/>
              </a:xfrm>
              <a:prstGeom prst="rect">
                <a:avLst/>
              </a:prstGeom>
            </p:spPr>
          </p:pic>
        </p:grpSp>
      </p:grpSp>
      <p:grpSp>
        <p:nvGrpSpPr>
          <p:cNvPr id="29" name="Transplant"/>
          <p:cNvGrpSpPr/>
          <p:nvPr/>
        </p:nvGrpSpPr>
        <p:grpSpPr>
          <a:xfrm>
            <a:off x="7135781" y="3058668"/>
            <a:ext cx="678878" cy="822960"/>
            <a:chOff x="7394850" y="4262110"/>
            <a:chExt cx="461243" cy="559135"/>
          </a:xfrm>
        </p:grpSpPr>
        <p:grpSp>
          <p:nvGrpSpPr>
            <p:cNvPr id="30" name="Groupe 5">
              <a:extLst>
                <a:ext uri="{FF2B5EF4-FFF2-40B4-BE49-F238E27FC236}">
                  <a16:creationId xmlns:a16="http://schemas.microsoft.com/office/drawing/2014/main" id="{5F17D292-C4C2-A941-ABFE-FFDAC72CA839}"/>
                </a:ext>
              </a:extLst>
            </p:cNvPr>
            <p:cNvGrpSpPr/>
            <p:nvPr/>
          </p:nvGrpSpPr>
          <p:grpSpPr>
            <a:xfrm>
              <a:off x="7394850" y="4262110"/>
              <a:ext cx="461243" cy="559135"/>
              <a:chOff x="3418535" y="2309575"/>
              <a:chExt cx="461243" cy="559135"/>
            </a:xfrm>
          </p:grpSpPr>
          <p:grpSp>
            <p:nvGrpSpPr>
              <p:cNvPr id="31" name="Google Shape;1407;p36">
                <a:extLst>
                  <a:ext uri="{FF2B5EF4-FFF2-40B4-BE49-F238E27FC236}">
                    <a16:creationId xmlns:a16="http://schemas.microsoft.com/office/drawing/2014/main" id="{6C3DF8FB-D452-B17E-35EC-18D34E68EACC}"/>
                  </a:ext>
                </a:extLst>
              </p:cNvPr>
              <p:cNvGrpSpPr/>
              <p:nvPr/>
            </p:nvGrpSpPr>
            <p:grpSpPr>
              <a:xfrm rot="5400000">
                <a:off x="3369589" y="2358521"/>
                <a:ext cx="559135" cy="461243"/>
                <a:chOff x="4892107" y="893400"/>
                <a:chExt cx="610975" cy="504008"/>
              </a:xfrm>
            </p:grpSpPr>
            <p:sp>
              <p:nvSpPr>
                <p:cNvPr id="32" name="Google Shape;1408;p36">
                  <a:extLst>
                    <a:ext uri="{FF2B5EF4-FFF2-40B4-BE49-F238E27FC236}">
                      <a16:creationId xmlns:a16="http://schemas.microsoft.com/office/drawing/2014/main" id="{95E707E0-1A05-892B-ADC3-3E77C0AF2A44}"/>
                    </a:ext>
                  </a:extLst>
                </p:cNvPr>
                <p:cNvSpPr/>
                <p:nvPr/>
              </p:nvSpPr>
              <p:spPr>
                <a:xfrm>
                  <a:off x="4892107" y="893400"/>
                  <a:ext cx="610975" cy="504008"/>
                </a:xfrm>
                <a:custGeom>
                  <a:avLst/>
                  <a:gdLst/>
                  <a:ahLst/>
                  <a:cxnLst/>
                  <a:rect l="l" t="t" r="r" b="b"/>
                  <a:pathLst>
                    <a:path w="18432" h="15205" extrusionOk="0">
                      <a:moveTo>
                        <a:pt x="7608" y="1"/>
                      </a:moveTo>
                      <a:cubicBezTo>
                        <a:pt x="3417" y="1"/>
                        <a:pt x="0" y="3406"/>
                        <a:pt x="0" y="7597"/>
                      </a:cubicBezTo>
                      <a:cubicBezTo>
                        <a:pt x="0" y="11800"/>
                        <a:pt x="3417" y="15205"/>
                        <a:pt x="7608" y="15205"/>
                      </a:cubicBezTo>
                      <a:cubicBezTo>
                        <a:pt x="10025" y="15205"/>
                        <a:pt x="12156" y="14098"/>
                        <a:pt x="13550" y="12336"/>
                      </a:cubicBezTo>
                      <a:cubicBezTo>
                        <a:pt x="14192" y="11538"/>
                        <a:pt x="14693" y="10585"/>
                        <a:pt x="14954" y="9549"/>
                      </a:cubicBezTo>
                      <a:lnTo>
                        <a:pt x="18431" y="7597"/>
                      </a:lnTo>
                      <a:lnTo>
                        <a:pt x="14954" y="5656"/>
                      </a:lnTo>
                      <a:cubicBezTo>
                        <a:pt x="14097" y="2394"/>
                        <a:pt x="11133" y="1"/>
                        <a:pt x="7608" y="1"/>
                      </a:cubicBezTo>
                      <a:close/>
                    </a:path>
                  </a:pathLst>
                </a:custGeom>
                <a:gradFill flip="none" rotWithShape="1">
                  <a:gsLst>
                    <a:gs pos="0">
                      <a:schemeClr val="accent1"/>
                    </a:gs>
                    <a:gs pos="65000">
                      <a:schemeClr val="accent2"/>
                    </a:gs>
                    <a:gs pos="100000">
                      <a:schemeClr val="accent2"/>
                    </a:gs>
                  </a:gsLst>
                  <a:lin ang="13500000" scaled="1"/>
                  <a:tileRect/>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649" b="0" i="0" u="none" strike="noStrike" kern="1200" cap="none" spc="0" normalizeH="0" baseline="0" noProof="0" dirty="0">
                    <a:ln>
                      <a:noFill/>
                    </a:ln>
                    <a:solidFill>
                      <a:srgbClr val="212529"/>
                    </a:solidFill>
                    <a:effectLst/>
                    <a:uLnTx/>
                    <a:uFillTx/>
                    <a:ea typeface="+mn-ea"/>
                    <a:cs typeface="+mn-cs"/>
                  </a:endParaRPr>
                </a:p>
              </p:txBody>
            </p:sp>
            <p:sp>
              <p:nvSpPr>
                <p:cNvPr id="33" name="Google Shape;1409;p36">
                  <a:extLst>
                    <a:ext uri="{FF2B5EF4-FFF2-40B4-BE49-F238E27FC236}">
                      <a16:creationId xmlns:a16="http://schemas.microsoft.com/office/drawing/2014/main" id="{C72838AC-357F-381C-FA07-A2F288050353}"/>
                    </a:ext>
                  </a:extLst>
                </p:cNvPr>
                <p:cNvSpPr/>
                <p:nvPr/>
              </p:nvSpPr>
              <p:spPr>
                <a:xfrm>
                  <a:off x="4929526" y="930880"/>
                  <a:ext cx="429569" cy="429036"/>
                </a:xfrm>
                <a:custGeom>
                  <a:avLst/>
                  <a:gdLst/>
                  <a:ahLst/>
                  <a:cxnLst/>
                  <a:rect l="l" t="t" r="r" b="b"/>
                  <a:pathLst>
                    <a:path w="9669" h="9657" extrusionOk="0">
                      <a:moveTo>
                        <a:pt x="4834" y="1"/>
                      </a:moveTo>
                      <a:cubicBezTo>
                        <a:pt x="2155" y="1"/>
                        <a:pt x="0" y="2156"/>
                        <a:pt x="0" y="4823"/>
                      </a:cubicBezTo>
                      <a:cubicBezTo>
                        <a:pt x="0" y="7502"/>
                        <a:pt x="2155" y="9657"/>
                        <a:pt x="4834" y="9657"/>
                      </a:cubicBezTo>
                      <a:cubicBezTo>
                        <a:pt x="6370" y="9657"/>
                        <a:pt x="7728" y="8954"/>
                        <a:pt x="8620" y="7835"/>
                      </a:cubicBezTo>
                      <a:cubicBezTo>
                        <a:pt x="9263" y="7014"/>
                        <a:pt x="9668" y="5966"/>
                        <a:pt x="9668" y="4823"/>
                      </a:cubicBezTo>
                      <a:cubicBezTo>
                        <a:pt x="9668" y="2156"/>
                        <a:pt x="7513" y="1"/>
                        <a:pt x="4834"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649" b="0" i="0" u="none" strike="noStrike" kern="1200" cap="none" spc="0" normalizeH="0" baseline="0" noProof="0" dirty="0">
                    <a:ln>
                      <a:noFill/>
                    </a:ln>
                    <a:solidFill>
                      <a:srgbClr val="212529"/>
                    </a:solidFill>
                    <a:effectLst/>
                    <a:uLnTx/>
                    <a:uFillTx/>
                    <a:ea typeface="+mn-ea"/>
                    <a:cs typeface="+mn-cs"/>
                  </a:endParaRPr>
                </a:p>
              </p:txBody>
            </p:sp>
          </p:grpSp>
          <p:grpSp>
            <p:nvGrpSpPr>
              <p:cNvPr id="34" name="Groupe 7">
                <a:extLst>
                  <a:ext uri="{FF2B5EF4-FFF2-40B4-BE49-F238E27FC236}">
                    <a16:creationId xmlns:a16="http://schemas.microsoft.com/office/drawing/2014/main" id="{4CA6D2F3-3FB1-7CB6-5D1C-7536A27174FD}"/>
                  </a:ext>
                </a:extLst>
              </p:cNvPr>
              <p:cNvGrpSpPr/>
              <p:nvPr/>
            </p:nvGrpSpPr>
            <p:grpSpPr>
              <a:xfrm>
                <a:off x="3452841" y="2344375"/>
                <a:ext cx="392632" cy="393121"/>
                <a:chOff x="3249202" y="2135110"/>
                <a:chExt cx="506418" cy="507048"/>
              </a:xfrm>
            </p:grpSpPr>
            <p:sp>
              <p:nvSpPr>
                <p:cNvPr id="35" name="Google Shape;1409;p36">
                  <a:extLst>
                    <a:ext uri="{FF2B5EF4-FFF2-40B4-BE49-F238E27FC236}">
                      <a16:creationId xmlns:a16="http://schemas.microsoft.com/office/drawing/2014/main" id="{B185E032-2DE6-21C4-E58E-E1DC3718789C}"/>
                    </a:ext>
                  </a:extLst>
                </p:cNvPr>
                <p:cNvSpPr/>
                <p:nvPr/>
              </p:nvSpPr>
              <p:spPr>
                <a:xfrm rot="4375381">
                  <a:off x="3248887" y="2135425"/>
                  <a:ext cx="507048" cy="506418"/>
                </a:xfrm>
                <a:custGeom>
                  <a:avLst/>
                  <a:gdLst/>
                  <a:ahLst/>
                  <a:cxnLst/>
                  <a:rect l="l" t="t" r="r" b="b"/>
                  <a:pathLst>
                    <a:path w="9669" h="9657" extrusionOk="0">
                      <a:moveTo>
                        <a:pt x="4834" y="1"/>
                      </a:moveTo>
                      <a:cubicBezTo>
                        <a:pt x="2155" y="1"/>
                        <a:pt x="0" y="2156"/>
                        <a:pt x="0" y="4823"/>
                      </a:cubicBezTo>
                      <a:cubicBezTo>
                        <a:pt x="0" y="7502"/>
                        <a:pt x="2155" y="9657"/>
                        <a:pt x="4834" y="9657"/>
                      </a:cubicBezTo>
                      <a:cubicBezTo>
                        <a:pt x="6370" y="9657"/>
                        <a:pt x="7728" y="8954"/>
                        <a:pt x="8620" y="7835"/>
                      </a:cubicBezTo>
                      <a:cubicBezTo>
                        <a:pt x="9263" y="7014"/>
                        <a:pt x="9668" y="5966"/>
                        <a:pt x="9668" y="4823"/>
                      </a:cubicBezTo>
                      <a:cubicBezTo>
                        <a:pt x="9668" y="2156"/>
                        <a:pt x="7513" y="1"/>
                        <a:pt x="4834"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649" b="0" i="0" u="none" strike="noStrike" kern="1200" cap="none" spc="0" normalizeH="0" baseline="0" noProof="0" dirty="0">
                    <a:ln>
                      <a:noFill/>
                    </a:ln>
                    <a:solidFill>
                      <a:srgbClr val="212529"/>
                    </a:solidFill>
                    <a:effectLst/>
                    <a:uLnTx/>
                    <a:uFillTx/>
                    <a:ea typeface="+mn-ea"/>
                    <a:cs typeface="+mn-cs"/>
                  </a:endParaRPr>
                </a:p>
              </p:txBody>
            </p:sp>
            <p:pic>
              <p:nvPicPr>
                <p:cNvPr id="36" name="Graphic 87">
                  <a:extLst>
                    <a:ext uri="{FF2B5EF4-FFF2-40B4-BE49-F238E27FC236}">
                      <a16:creationId xmlns:a16="http://schemas.microsoft.com/office/drawing/2014/main" id="{F519DA44-46E3-493D-0F09-A1E9F943E25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flipH="1">
                  <a:off x="3321455" y="2203097"/>
                  <a:ext cx="344844" cy="344845"/>
                </a:xfrm>
                <a:prstGeom prst="rect">
                  <a:avLst/>
                </a:prstGeom>
              </p:spPr>
            </p:pic>
          </p:grpSp>
        </p:grpSp>
      </p:grpSp>
      <p:grpSp>
        <p:nvGrpSpPr>
          <p:cNvPr id="37" name="Transplant"/>
          <p:cNvGrpSpPr/>
          <p:nvPr/>
        </p:nvGrpSpPr>
        <p:grpSpPr>
          <a:xfrm>
            <a:off x="9897269" y="3058668"/>
            <a:ext cx="678878" cy="822960"/>
            <a:chOff x="10281423" y="4262110"/>
            <a:chExt cx="461243" cy="559135"/>
          </a:xfrm>
        </p:grpSpPr>
        <p:grpSp>
          <p:nvGrpSpPr>
            <p:cNvPr id="38" name="Groupe 25">
              <a:extLst>
                <a:ext uri="{FF2B5EF4-FFF2-40B4-BE49-F238E27FC236}">
                  <a16:creationId xmlns:a16="http://schemas.microsoft.com/office/drawing/2014/main" id="{EEB81F1E-51E4-61E4-B361-806DB588AE53}"/>
                </a:ext>
              </a:extLst>
            </p:cNvPr>
            <p:cNvGrpSpPr/>
            <p:nvPr/>
          </p:nvGrpSpPr>
          <p:grpSpPr>
            <a:xfrm>
              <a:off x="10281423" y="4262110"/>
              <a:ext cx="461243" cy="559135"/>
              <a:chOff x="7578887" y="4065604"/>
              <a:chExt cx="461243" cy="559135"/>
            </a:xfrm>
          </p:grpSpPr>
          <p:sp>
            <p:nvSpPr>
              <p:cNvPr id="39" name="Google Shape;1408;p36">
                <a:extLst>
                  <a:ext uri="{FF2B5EF4-FFF2-40B4-BE49-F238E27FC236}">
                    <a16:creationId xmlns:a16="http://schemas.microsoft.com/office/drawing/2014/main" id="{8C516C1C-6CC6-BF7A-8F7A-98B81E181CF7}"/>
                  </a:ext>
                </a:extLst>
              </p:cNvPr>
              <p:cNvSpPr/>
              <p:nvPr/>
            </p:nvSpPr>
            <p:spPr>
              <a:xfrm rot="5400000">
                <a:off x="7529941" y="4114550"/>
                <a:ext cx="559135" cy="461243"/>
              </a:xfrm>
              <a:custGeom>
                <a:avLst/>
                <a:gdLst/>
                <a:ahLst/>
                <a:cxnLst/>
                <a:rect l="l" t="t" r="r" b="b"/>
                <a:pathLst>
                  <a:path w="18432" h="15205" extrusionOk="0">
                    <a:moveTo>
                      <a:pt x="7608" y="1"/>
                    </a:moveTo>
                    <a:cubicBezTo>
                      <a:pt x="3417" y="1"/>
                      <a:pt x="0" y="3406"/>
                      <a:pt x="0" y="7597"/>
                    </a:cubicBezTo>
                    <a:cubicBezTo>
                      <a:pt x="0" y="11800"/>
                      <a:pt x="3417" y="15205"/>
                      <a:pt x="7608" y="15205"/>
                    </a:cubicBezTo>
                    <a:cubicBezTo>
                      <a:pt x="10025" y="15205"/>
                      <a:pt x="12156" y="14098"/>
                      <a:pt x="13550" y="12336"/>
                    </a:cubicBezTo>
                    <a:cubicBezTo>
                      <a:pt x="14192" y="11538"/>
                      <a:pt x="14693" y="10585"/>
                      <a:pt x="14954" y="9549"/>
                    </a:cubicBezTo>
                    <a:lnTo>
                      <a:pt x="18431" y="7597"/>
                    </a:lnTo>
                    <a:lnTo>
                      <a:pt x="14954" y="5656"/>
                    </a:lnTo>
                    <a:cubicBezTo>
                      <a:pt x="14097" y="2394"/>
                      <a:pt x="11133" y="1"/>
                      <a:pt x="7608" y="1"/>
                    </a:cubicBezTo>
                    <a:close/>
                  </a:path>
                </a:pathLst>
              </a:custGeom>
              <a:gradFill>
                <a:gsLst>
                  <a:gs pos="0">
                    <a:schemeClr val="accent1"/>
                  </a:gs>
                  <a:gs pos="65000">
                    <a:schemeClr val="accent2"/>
                  </a:gs>
                </a:gsLst>
                <a:lin ang="13500000" scaled="1"/>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649" b="0" i="0" u="none" strike="noStrike" kern="1200" cap="none" spc="0" normalizeH="0" baseline="0" noProof="0" dirty="0">
                  <a:ln>
                    <a:noFill/>
                  </a:ln>
                  <a:solidFill>
                    <a:srgbClr val="212529"/>
                  </a:solidFill>
                  <a:effectLst/>
                  <a:uLnTx/>
                  <a:uFillTx/>
                  <a:ea typeface="+mn-ea"/>
                  <a:cs typeface="+mn-cs"/>
                </a:endParaRPr>
              </a:p>
            </p:txBody>
          </p:sp>
          <p:sp>
            <p:nvSpPr>
              <p:cNvPr id="40" name="Google Shape;1409;p36">
                <a:extLst>
                  <a:ext uri="{FF2B5EF4-FFF2-40B4-BE49-F238E27FC236}">
                    <a16:creationId xmlns:a16="http://schemas.microsoft.com/office/drawing/2014/main" id="{0B94D2AA-65E9-FFEF-4077-A859C54E75C1}"/>
                  </a:ext>
                </a:extLst>
              </p:cNvPr>
              <p:cNvSpPr/>
              <p:nvPr/>
            </p:nvSpPr>
            <p:spPr>
              <a:xfrm rot="5400000">
                <a:off x="7612954" y="4100091"/>
                <a:ext cx="393121" cy="392632"/>
              </a:xfrm>
              <a:custGeom>
                <a:avLst/>
                <a:gdLst/>
                <a:ahLst/>
                <a:cxnLst/>
                <a:rect l="l" t="t" r="r" b="b"/>
                <a:pathLst>
                  <a:path w="9669" h="9657" extrusionOk="0">
                    <a:moveTo>
                      <a:pt x="4834" y="1"/>
                    </a:moveTo>
                    <a:cubicBezTo>
                      <a:pt x="2155" y="1"/>
                      <a:pt x="0" y="2156"/>
                      <a:pt x="0" y="4823"/>
                    </a:cubicBezTo>
                    <a:cubicBezTo>
                      <a:pt x="0" y="7502"/>
                      <a:pt x="2155" y="9657"/>
                      <a:pt x="4834" y="9657"/>
                    </a:cubicBezTo>
                    <a:cubicBezTo>
                      <a:pt x="6370" y="9657"/>
                      <a:pt x="7728" y="8954"/>
                      <a:pt x="8620" y="7835"/>
                    </a:cubicBezTo>
                    <a:cubicBezTo>
                      <a:pt x="9263" y="7014"/>
                      <a:pt x="9668" y="5966"/>
                      <a:pt x="9668" y="4823"/>
                    </a:cubicBezTo>
                    <a:cubicBezTo>
                      <a:pt x="9668" y="2156"/>
                      <a:pt x="7513" y="1"/>
                      <a:pt x="4834"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649" b="0" i="0" u="none" strike="noStrike" kern="1200" cap="none" spc="0" normalizeH="0" baseline="0" noProof="0" dirty="0">
                  <a:ln>
                    <a:noFill/>
                  </a:ln>
                  <a:solidFill>
                    <a:srgbClr val="212529"/>
                  </a:solidFill>
                  <a:effectLst/>
                  <a:uLnTx/>
                  <a:uFillTx/>
                  <a:ea typeface="+mn-ea"/>
                  <a:cs typeface="+mn-cs"/>
                </a:endParaRPr>
              </a:p>
            </p:txBody>
          </p:sp>
          <p:pic>
            <p:nvPicPr>
              <p:cNvPr id="41" name="Graphic 94">
                <a:extLst>
                  <a:ext uri="{FF2B5EF4-FFF2-40B4-BE49-F238E27FC236}">
                    <a16:creationId xmlns:a16="http://schemas.microsoft.com/office/drawing/2014/main" id="{0D9B4E6B-B5A3-4C71-DC1E-237C2D9C45D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flipH="1">
                <a:off x="7678447" y="4174333"/>
                <a:ext cx="251418" cy="251419"/>
              </a:xfrm>
              <a:prstGeom prst="rect">
                <a:avLst/>
              </a:prstGeom>
            </p:spPr>
          </p:pic>
        </p:grpSp>
      </p:gr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itre 3">
            <a:extLst>
              <a:ext uri="{FF2B5EF4-FFF2-40B4-BE49-F238E27FC236}">
                <a16:creationId xmlns:a16="http://schemas.microsoft.com/office/drawing/2014/main" id="{8BD760E0-1C2E-B527-7AEB-5989C44CA2B1}"/>
              </a:ext>
            </a:extLst>
          </p:cNvPr>
          <p:cNvSpPr>
            <a:spLocks noGrp="1"/>
          </p:cNvSpPr>
          <p:nvPr>
            <p:ph type="title"/>
          </p:nvPr>
        </p:nvSpPr>
        <p:spPr/>
        <p:txBody>
          <a:bodyPr/>
          <a:lstStyle/>
          <a:p>
            <a:pPr/>
            <a:r>
              <a:t>EVOLUEZ AVEC ODOO</a:t>
            </a:r>
            <a:endParaRPr lang="en-US"/>
          </a:p>
        </p:txBody>
      </p:sp>
      <p:sp>
        <p:nvSpPr>
          <p:cNvPr id="4" name="Espace réservé du texte 4">
            <a:extLst>
              <a:ext uri="{FF2B5EF4-FFF2-40B4-BE49-F238E27FC236}">
                <a16:creationId xmlns:a16="http://schemas.microsoft.com/office/drawing/2014/main" id="{9708AD2C-B952-9123-1A4E-8B4A44593D7A}"/>
              </a:ext>
            </a:extLst>
          </p:cNvPr>
          <p:cNvSpPr>
            <a:spLocks noGrp="1"/>
          </p:cNvSpPr>
          <p:nvPr>
            <p:ph type="body" sz="quarter" idx="13"/>
          </p:nvPr>
        </p:nvSpPr>
        <p:spPr/>
        <p:txBody>
          <a:bodyPr/>
          <a:lstStyle/>
          <a:p>
            <a:pPr/>
            <a:r>
              <a:t>ÉVOLUTION</a:t>
            </a:r>
            <a:endParaRPr lang="en-US"/>
          </a:p>
        </p:txBody>
      </p:sp>
      <p:grpSp>
        <p:nvGrpSpPr>
          <p:cNvPr id="5" name="Transplant"/>
          <p:cNvGrpSpPr/>
          <p:nvPr/>
        </p:nvGrpSpPr>
        <p:grpSpPr>
          <a:xfrm>
            <a:off x="694944" y="1619378"/>
            <a:ext cx="10799064" cy="4533644"/>
            <a:chOff x="-2" y="1476859"/>
            <a:chExt cx="11275650" cy="4733724"/>
          </a:xfrm>
        </p:grpSpPr>
        <p:grpSp>
          <p:nvGrpSpPr>
            <p:cNvPr id="6" name="Groupe 5">
              <a:extLst>
                <a:ext uri="{FF2B5EF4-FFF2-40B4-BE49-F238E27FC236}">
                  <a16:creationId xmlns:a16="http://schemas.microsoft.com/office/drawing/2014/main" id="{3CA9032B-A852-331B-E0BE-778A921BA552}"/>
                </a:ext>
              </a:extLst>
            </p:cNvPr>
            <p:cNvGrpSpPr/>
            <p:nvPr/>
          </p:nvGrpSpPr>
          <p:grpSpPr>
            <a:xfrm rot="5400000">
              <a:off x="6295391" y="4322196"/>
              <a:ext cx="768378" cy="102093"/>
              <a:chOff x="1370008" y="2240347"/>
              <a:chExt cx="1739858" cy="231172"/>
            </a:xfrm>
            <a:solidFill>
              <a:schemeClr val="accent2"/>
            </a:solidFill>
          </p:grpSpPr>
          <p:cxnSp>
            <p:nvCxnSpPr>
              <p:cNvPr id="7" name="Connecteur droit 6">
                <a:extLst>
                  <a:ext uri="{FF2B5EF4-FFF2-40B4-BE49-F238E27FC236}">
                    <a16:creationId xmlns:a16="http://schemas.microsoft.com/office/drawing/2014/main" id="{6ECC5D81-89A6-A6E9-93F8-3EBB4D4DB389}"/>
                  </a:ext>
                </a:extLst>
              </p:cNvPr>
              <p:cNvCxnSpPr>
                <a:cxnSpLocks/>
                <a:endCxn id="8" idx="2"/>
              </p:cNvCxnSpPr>
              <p:nvPr/>
            </p:nvCxnSpPr>
            <p:spPr>
              <a:xfrm>
                <a:off x="1370008" y="2355933"/>
                <a:ext cx="1508686" cy="0"/>
              </a:xfrm>
              <a:prstGeom prst="line">
                <a:avLst/>
              </a:prstGeom>
              <a:grpFill/>
              <a:ln w="28575">
                <a:solidFill>
                  <a:schemeClr val="accent2"/>
                </a:solidFill>
              </a:ln>
            </p:spPr>
            <p:style>
              <a:lnRef idx="3">
                <a:schemeClr val="dk1"/>
              </a:lnRef>
              <a:fillRef idx="0">
                <a:schemeClr val="dk1"/>
              </a:fillRef>
              <a:effectRef idx="2">
                <a:schemeClr val="dk1"/>
              </a:effectRef>
              <a:fontRef idx="minor">
                <a:schemeClr val="tx1"/>
              </a:fontRef>
            </p:style>
          </p:cxnSp>
          <p:sp>
            <p:nvSpPr>
              <p:cNvPr id="8" name="Ellipse 7">
                <a:extLst>
                  <a:ext uri="{FF2B5EF4-FFF2-40B4-BE49-F238E27FC236}">
                    <a16:creationId xmlns:a16="http://schemas.microsoft.com/office/drawing/2014/main" id="{208DEFFF-C255-096F-2BFB-F0B3142092BD}"/>
                  </a:ext>
                </a:extLst>
              </p:cNvPr>
              <p:cNvSpPr/>
              <p:nvPr/>
            </p:nvSpPr>
            <p:spPr>
              <a:xfrm>
                <a:off x="2878694" y="2240347"/>
                <a:ext cx="231172" cy="231172"/>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chemeClr val="accent2"/>
                  </a:solidFill>
                  <a:effectLst/>
                  <a:uLnTx/>
                  <a:uFillTx/>
                  <a:ea typeface="+mn-ea"/>
                  <a:cs typeface="+mn-cs"/>
                </a:endParaRPr>
              </a:p>
            </p:txBody>
          </p:sp>
        </p:grpSp>
        <p:grpSp>
          <p:nvGrpSpPr>
            <p:cNvPr id="9" name="Groupe 9">
              <a:extLst>
                <a:ext uri="{FF2B5EF4-FFF2-40B4-BE49-F238E27FC236}">
                  <a16:creationId xmlns:a16="http://schemas.microsoft.com/office/drawing/2014/main" id="{D02BAC71-B1FD-2A88-1DE7-26B1978FBD0B}"/>
                </a:ext>
              </a:extLst>
            </p:cNvPr>
            <p:cNvGrpSpPr/>
            <p:nvPr/>
          </p:nvGrpSpPr>
          <p:grpSpPr>
            <a:xfrm rot="5400000">
              <a:off x="2803002" y="5417714"/>
              <a:ext cx="768378" cy="102093"/>
              <a:chOff x="1370008" y="2240349"/>
              <a:chExt cx="1739856" cy="231172"/>
            </a:xfrm>
            <a:solidFill>
              <a:schemeClr val="accent2"/>
            </a:solidFill>
          </p:grpSpPr>
          <p:cxnSp>
            <p:nvCxnSpPr>
              <p:cNvPr id="10" name="Connecteur droit 10">
                <a:extLst>
                  <a:ext uri="{FF2B5EF4-FFF2-40B4-BE49-F238E27FC236}">
                    <a16:creationId xmlns:a16="http://schemas.microsoft.com/office/drawing/2014/main" id="{D64DFD22-2336-C48C-78EC-68236F7E60D0}"/>
                  </a:ext>
                </a:extLst>
              </p:cNvPr>
              <p:cNvCxnSpPr>
                <a:cxnSpLocks/>
                <a:endCxn id="12" idx="2"/>
              </p:cNvCxnSpPr>
              <p:nvPr/>
            </p:nvCxnSpPr>
            <p:spPr>
              <a:xfrm>
                <a:off x="1370008" y="2355934"/>
                <a:ext cx="1508684" cy="0"/>
              </a:xfrm>
              <a:prstGeom prst="line">
                <a:avLst/>
              </a:prstGeom>
              <a:grpFill/>
              <a:ln w="28575">
                <a:solidFill>
                  <a:schemeClr val="accent1"/>
                </a:solidFill>
              </a:ln>
            </p:spPr>
            <p:style>
              <a:lnRef idx="3">
                <a:schemeClr val="dk1"/>
              </a:lnRef>
              <a:fillRef idx="0">
                <a:schemeClr val="dk1"/>
              </a:fillRef>
              <a:effectRef idx="2">
                <a:schemeClr val="dk1"/>
              </a:effectRef>
              <a:fontRef idx="minor">
                <a:schemeClr val="tx1"/>
              </a:fontRef>
            </p:style>
          </p:cxnSp>
          <p:sp>
            <p:nvSpPr>
              <p:cNvPr id="11" name="Ellipse 11">
                <a:extLst>
                  <a:ext uri="{FF2B5EF4-FFF2-40B4-BE49-F238E27FC236}">
                    <a16:creationId xmlns:a16="http://schemas.microsoft.com/office/drawing/2014/main" id="{79E16252-F23A-0246-5EC2-FFE3FB0C80AA}"/>
                  </a:ext>
                </a:extLst>
              </p:cNvPr>
              <p:cNvSpPr/>
              <p:nvPr/>
            </p:nvSpPr>
            <p:spPr>
              <a:xfrm>
                <a:off x="2878692" y="2240349"/>
                <a:ext cx="231172" cy="231172"/>
              </a:xfrm>
              <a:prstGeom prst="ellipse">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C00000"/>
                  </a:solidFill>
                  <a:effectLst/>
                  <a:uLnTx/>
                  <a:uFillTx/>
                  <a:ea typeface="+mn-ea"/>
                  <a:cs typeface="+mn-cs"/>
                </a:endParaRPr>
              </a:p>
            </p:txBody>
          </p:sp>
        </p:grpSp>
        <p:grpSp>
          <p:nvGrpSpPr>
            <p:cNvPr id="12" name="Groupe 18">
              <a:extLst>
                <a:ext uri="{FF2B5EF4-FFF2-40B4-BE49-F238E27FC236}">
                  <a16:creationId xmlns:a16="http://schemas.microsoft.com/office/drawing/2014/main" id="{0CD0B869-92CF-A689-FB67-2ACFA4811B6E}"/>
                </a:ext>
              </a:extLst>
            </p:cNvPr>
            <p:cNvGrpSpPr/>
            <p:nvPr/>
          </p:nvGrpSpPr>
          <p:grpSpPr>
            <a:xfrm rot="5400000">
              <a:off x="8618801" y="2377293"/>
              <a:ext cx="768378" cy="102093"/>
              <a:chOff x="1370008" y="2240347"/>
              <a:chExt cx="1739858" cy="231172"/>
            </a:xfrm>
            <a:solidFill>
              <a:schemeClr val="accent2"/>
            </a:solidFill>
          </p:grpSpPr>
          <p:cxnSp>
            <p:nvCxnSpPr>
              <p:cNvPr id="13" name="Connecteur droit 19">
                <a:extLst>
                  <a:ext uri="{FF2B5EF4-FFF2-40B4-BE49-F238E27FC236}">
                    <a16:creationId xmlns:a16="http://schemas.microsoft.com/office/drawing/2014/main" id="{9DDD5099-1750-F1C0-940F-5907D9B7DACC}"/>
                  </a:ext>
                </a:extLst>
              </p:cNvPr>
              <p:cNvCxnSpPr>
                <a:cxnSpLocks/>
                <a:endCxn id="21" idx="2"/>
              </p:cNvCxnSpPr>
              <p:nvPr/>
            </p:nvCxnSpPr>
            <p:spPr>
              <a:xfrm>
                <a:off x="1370008" y="2355933"/>
                <a:ext cx="1508686" cy="0"/>
              </a:xfrm>
              <a:prstGeom prst="line">
                <a:avLst/>
              </a:prstGeom>
              <a:grpFill/>
              <a:ln w="28575">
                <a:solidFill>
                  <a:schemeClr val="accent2"/>
                </a:solidFill>
              </a:ln>
            </p:spPr>
            <p:style>
              <a:lnRef idx="3">
                <a:schemeClr val="dk1"/>
              </a:lnRef>
              <a:fillRef idx="0">
                <a:schemeClr val="dk1"/>
              </a:fillRef>
              <a:effectRef idx="2">
                <a:schemeClr val="dk1"/>
              </a:effectRef>
              <a:fontRef idx="minor">
                <a:schemeClr val="tx1"/>
              </a:fontRef>
            </p:style>
          </p:cxnSp>
          <p:sp>
            <p:nvSpPr>
              <p:cNvPr id="14" name="Ellipse 20">
                <a:extLst>
                  <a:ext uri="{FF2B5EF4-FFF2-40B4-BE49-F238E27FC236}">
                    <a16:creationId xmlns:a16="http://schemas.microsoft.com/office/drawing/2014/main" id="{6EDD8610-3F8A-AB93-2285-E7B1B6D20D9F}"/>
                  </a:ext>
                </a:extLst>
              </p:cNvPr>
              <p:cNvSpPr/>
              <p:nvPr/>
            </p:nvSpPr>
            <p:spPr>
              <a:xfrm>
                <a:off x="2878694" y="2240347"/>
                <a:ext cx="231172" cy="231172"/>
              </a:xfrm>
              <a:prstGeom prst="ellipse">
                <a:avLst/>
              </a:prstGeom>
              <a:grp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C00000"/>
                  </a:solidFill>
                  <a:effectLst/>
                  <a:uLnTx/>
                  <a:uFillTx/>
                  <a:ea typeface="+mn-ea"/>
                  <a:cs typeface="+mn-cs"/>
                </a:endParaRPr>
              </a:p>
            </p:txBody>
          </p:sp>
        </p:grpSp>
        <p:sp>
          <p:nvSpPr>
            <p:cNvPr id="15" name="Forme libre : forme 37">
              <a:extLst>
                <a:ext uri="{FF2B5EF4-FFF2-40B4-BE49-F238E27FC236}">
                  <a16:creationId xmlns:a16="http://schemas.microsoft.com/office/drawing/2014/main" id="{6479923A-AB57-B1F3-D823-023A82C289DB}"/>
                </a:ext>
              </a:extLst>
            </p:cNvPr>
            <p:cNvSpPr/>
            <p:nvPr/>
          </p:nvSpPr>
          <p:spPr>
            <a:xfrm>
              <a:off x="-2" y="1476859"/>
              <a:ext cx="9457150" cy="3587792"/>
            </a:xfrm>
            <a:custGeom>
              <a:avLst/>
              <a:gdLst>
                <a:gd name="connsiteX0" fmla="*/ 0 w 9582411"/>
                <a:gd name="connsiteY0" fmla="*/ 2693096 h 2725571"/>
                <a:gd name="connsiteX1" fmla="*/ 4296427 w 9582411"/>
                <a:gd name="connsiteY1" fmla="*/ 2693096 h 2725571"/>
                <a:gd name="connsiteX2" fmla="*/ 4860099 w 9582411"/>
                <a:gd name="connsiteY2" fmla="*/ 2693096 h 2725571"/>
                <a:gd name="connsiteX3" fmla="*/ 6839211 w 9582411"/>
                <a:gd name="connsiteY3" fmla="*/ 2254685 h 2725571"/>
                <a:gd name="connsiteX4" fmla="*/ 9469677 w 9582411"/>
                <a:gd name="connsiteY4" fmla="*/ 112734 h 2725571"/>
                <a:gd name="connsiteX5" fmla="*/ 9469677 w 9582411"/>
                <a:gd name="connsiteY5" fmla="*/ 112734 h 2725571"/>
                <a:gd name="connsiteX6" fmla="*/ 9582411 w 9582411"/>
                <a:gd name="connsiteY6" fmla="*/ 0 h 2725571"/>
                <a:gd name="connsiteX0" fmla="*/ 0 w 9582411"/>
                <a:gd name="connsiteY0" fmla="*/ 2693096 h 2721693"/>
                <a:gd name="connsiteX1" fmla="*/ 3131507 w 9582411"/>
                <a:gd name="connsiteY1" fmla="*/ 2680570 h 2721693"/>
                <a:gd name="connsiteX2" fmla="*/ 4860099 w 9582411"/>
                <a:gd name="connsiteY2" fmla="*/ 2693096 h 2721693"/>
                <a:gd name="connsiteX3" fmla="*/ 6839211 w 9582411"/>
                <a:gd name="connsiteY3" fmla="*/ 2254685 h 2721693"/>
                <a:gd name="connsiteX4" fmla="*/ 9469677 w 9582411"/>
                <a:gd name="connsiteY4" fmla="*/ 112734 h 2721693"/>
                <a:gd name="connsiteX5" fmla="*/ 9469677 w 9582411"/>
                <a:gd name="connsiteY5" fmla="*/ 112734 h 2721693"/>
                <a:gd name="connsiteX6" fmla="*/ 9582411 w 9582411"/>
                <a:gd name="connsiteY6" fmla="*/ 0 h 2721693"/>
                <a:gd name="connsiteX0" fmla="*/ 0 w 9582411"/>
                <a:gd name="connsiteY0" fmla="*/ 2693096 h 2721693"/>
                <a:gd name="connsiteX1" fmla="*/ 3169927 w 9582411"/>
                <a:gd name="connsiteY1" fmla="*/ 2680570 h 2721693"/>
                <a:gd name="connsiteX2" fmla="*/ 4860099 w 9582411"/>
                <a:gd name="connsiteY2" fmla="*/ 2693096 h 2721693"/>
                <a:gd name="connsiteX3" fmla="*/ 6839211 w 9582411"/>
                <a:gd name="connsiteY3" fmla="*/ 2254685 h 2721693"/>
                <a:gd name="connsiteX4" fmla="*/ 9469677 w 9582411"/>
                <a:gd name="connsiteY4" fmla="*/ 112734 h 2721693"/>
                <a:gd name="connsiteX5" fmla="*/ 9469677 w 9582411"/>
                <a:gd name="connsiteY5" fmla="*/ 112734 h 2721693"/>
                <a:gd name="connsiteX6" fmla="*/ 9582411 w 9582411"/>
                <a:gd name="connsiteY6" fmla="*/ 0 h 2721693"/>
                <a:gd name="connsiteX0" fmla="*/ 0 w 9582411"/>
                <a:gd name="connsiteY0" fmla="*/ 2693096 h 2693096"/>
                <a:gd name="connsiteX1" fmla="*/ 3169927 w 9582411"/>
                <a:gd name="connsiteY1" fmla="*/ 2680570 h 2693096"/>
                <a:gd name="connsiteX2" fmla="*/ 6839211 w 9582411"/>
                <a:gd name="connsiteY2" fmla="*/ 2254685 h 2693096"/>
                <a:gd name="connsiteX3" fmla="*/ 9469677 w 9582411"/>
                <a:gd name="connsiteY3" fmla="*/ 112734 h 2693096"/>
                <a:gd name="connsiteX4" fmla="*/ 9469677 w 9582411"/>
                <a:gd name="connsiteY4" fmla="*/ 112734 h 2693096"/>
                <a:gd name="connsiteX5" fmla="*/ 9582411 w 9582411"/>
                <a:gd name="connsiteY5" fmla="*/ 0 h 2693096"/>
                <a:gd name="connsiteX0" fmla="*/ 0 w 9582411"/>
                <a:gd name="connsiteY0" fmla="*/ 2693096 h 2693096"/>
                <a:gd name="connsiteX1" fmla="*/ 3169927 w 9582411"/>
                <a:gd name="connsiteY1" fmla="*/ 2680570 h 2693096"/>
                <a:gd name="connsiteX2" fmla="*/ 6624058 w 9582411"/>
                <a:gd name="connsiteY2" fmla="*/ 1586174 h 2693096"/>
                <a:gd name="connsiteX3" fmla="*/ 9469677 w 9582411"/>
                <a:gd name="connsiteY3" fmla="*/ 112734 h 2693096"/>
                <a:gd name="connsiteX4" fmla="*/ 9469677 w 9582411"/>
                <a:gd name="connsiteY4" fmla="*/ 112734 h 2693096"/>
                <a:gd name="connsiteX5" fmla="*/ 9582411 w 9582411"/>
                <a:gd name="connsiteY5" fmla="*/ 0 h 2693096"/>
                <a:gd name="connsiteX0" fmla="*/ 0 w 9582411"/>
                <a:gd name="connsiteY0" fmla="*/ 2693096 h 2693096"/>
                <a:gd name="connsiteX1" fmla="*/ 3169927 w 9582411"/>
                <a:gd name="connsiteY1" fmla="*/ 2680570 h 2693096"/>
                <a:gd name="connsiteX2" fmla="*/ 6631742 w 9582411"/>
                <a:gd name="connsiteY2" fmla="*/ 1624595 h 2693096"/>
                <a:gd name="connsiteX3" fmla="*/ 9469677 w 9582411"/>
                <a:gd name="connsiteY3" fmla="*/ 112734 h 2693096"/>
                <a:gd name="connsiteX4" fmla="*/ 9469677 w 9582411"/>
                <a:gd name="connsiteY4" fmla="*/ 112734 h 2693096"/>
                <a:gd name="connsiteX5" fmla="*/ 9582411 w 9582411"/>
                <a:gd name="connsiteY5" fmla="*/ 0 h 2693096"/>
                <a:gd name="connsiteX0" fmla="*/ 0 w 9582411"/>
                <a:gd name="connsiteY0" fmla="*/ 2693096 h 2693096"/>
                <a:gd name="connsiteX1" fmla="*/ 3169927 w 9582411"/>
                <a:gd name="connsiteY1" fmla="*/ 2680570 h 2693096"/>
                <a:gd name="connsiteX2" fmla="*/ 6631742 w 9582411"/>
                <a:gd name="connsiteY2" fmla="*/ 1624595 h 2693096"/>
                <a:gd name="connsiteX3" fmla="*/ 9469677 w 9582411"/>
                <a:gd name="connsiteY3" fmla="*/ 112734 h 2693096"/>
                <a:gd name="connsiteX4" fmla="*/ 9469677 w 9582411"/>
                <a:gd name="connsiteY4" fmla="*/ 112734 h 2693096"/>
                <a:gd name="connsiteX5" fmla="*/ 9582411 w 9582411"/>
                <a:gd name="connsiteY5" fmla="*/ 0 h 2693096"/>
                <a:gd name="connsiteX0" fmla="*/ 0 w 9469677"/>
                <a:gd name="connsiteY0" fmla="*/ 3361606 h 3361606"/>
                <a:gd name="connsiteX1" fmla="*/ 3169927 w 9469677"/>
                <a:gd name="connsiteY1" fmla="*/ 3349080 h 3361606"/>
                <a:gd name="connsiteX2" fmla="*/ 6631742 w 9469677"/>
                <a:gd name="connsiteY2" fmla="*/ 2293105 h 3361606"/>
                <a:gd name="connsiteX3" fmla="*/ 9469677 w 9469677"/>
                <a:gd name="connsiteY3" fmla="*/ 781244 h 3361606"/>
                <a:gd name="connsiteX4" fmla="*/ 9469677 w 9469677"/>
                <a:gd name="connsiteY4" fmla="*/ 781244 h 3361606"/>
                <a:gd name="connsiteX5" fmla="*/ 9275050 w 9469677"/>
                <a:gd name="connsiteY5" fmla="*/ 0 h 3361606"/>
                <a:gd name="connsiteX0" fmla="*/ 0 w 9469677"/>
                <a:gd name="connsiteY0" fmla="*/ 2580362 h 2580362"/>
                <a:gd name="connsiteX1" fmla="*/ 3169927 w 9469677"/>
                <a:gd name="connsiteY1" fmla="*/ 2567836 h 2580362"/>
                <a:gd name="connsiteX2" fmla="*/ 6631742 w 9469677"/>
                <a:gd name="connsiteY2" fmla="*/ 1511861 h 2580362"/>
                <a:gd name="connsiteX3" fmla="*/ 9469677 w 9469677"/>
                <a:gd name="connsiteY3" fmla="*/ 0 h 2580362"/>
                <a:gd name="connsiteX4" fmla="*/ 9469677 w 9469677"/>
                <a:gd name="connsiteY4" fmla="*/ 0 h 2580362"/>
                <a:gd name="connsiteX0" fmla="*/ 0 w 9469677"/>
                <a:gd name="connsiteY0" fmla="*/ 3225821 h 3225821"/>
                <a:gd name="connsiteX1" fmla="*/ 3169927 w 9469677"/>
                <a:gd name="connsiteY1" fmla="*/ 3213295 h 3225821"/>
                <a:gd name="connsiteX2" fmla="*/ 6631742 w 9469677"/>
                <a:gd name="connsiteY2" fmla="*/ 2157320 h 3225821"/>
                <a:gd name="connsiteX3" fmla="*/ 9469677 w 9469677"/>
                <a:gd name="connsiteY3" fmla="*/ 645459 h 3225821"/>
                <a:gd name="connsiteX4" fmla="*/ 9116212 w 9469677"/>
                <a:gd name="connsiteY4" fmla="*/ 0 h 3225821"/>
                <a:gd name="connsiteX0" fmla="*/ 0 w 9116212"/>
                <a:gd name="connsiteY0" fmla="*/ 3225821 h 3225821"/>
                <a:gd name="connsiteX1" fmla="*/ 3169927 w 9116212"/>
                <a:gd name="connsiteY1" fmla="*/ 3213295 h 3225821"/>
                <a:gd name="connsiteX2" fmla="*/ 6631742 w 9116212"/>
                <a:gd name="connsiteY2" fmla="*/ 2157320 h 3225821"/>
                <a:gd name="connsiteX3" fmla="*/ 9116212 w 9116212"/>
                <a:gd name="connsiteY3" fmla="*/ 0 h 3225821"/>
                <a:gd name="connsiteX0" fmla="*/ 0 w 9116212"/>
                <a:gd name="connsiteY0" fmla="*/ 3225821 h 3225821"/>
                <a:gd name="connsiteX1" fmla="*/ 3169927 w 9116212"/>
                <a:gd name="connsiteY1" fmla="*/ 3213295 h 3225821"/>
                <a:gd name="connsiteX2" fmla="*/ 6631742 w 9116212"/>
                <a:gd name="connsiteY2" fmla="*/ 2157320 h 3225821"/>
                <a:gd name="connsiteX3" fmla="*/ 9116212 w 9116212"/>
                <a:gd name="connsiteY3" fmla="*/ 0 h 3225821"/>
                <a:gd name="connsiteX0" fmla="*/ 0 w 9116212"/>
                <a:gd name="connsiteY0" fmla="*/ 3225821 h 3225821"/>
                <a:gd name="connsiteX1" fmla="*/ 3169927 w 9116212"/>
                <a:gd name="connsiteY1" fmla="*/ 3213295 h 3225821"/>
                <a:gd name="connsiteX2" fmla="*/ 6631742 w 9116212"/>
                <a:gd name="connsiteY2" fmla="*/ 2157320 h 3225821"/>
                <a:gd name="connsiteX3" fmla="*/ 9116212 w 9116212"/>
                <a:gd name="connsiteY3" fmla="*/ 0 h 3225821"/>
                <a:gd name="connsiteX0" fmla="*/ 0 w 9116212"/>
                <a:gd name="connsiteY0" fmla="*/ 3225821 h 3225821"/>
                <a:gd name="connsiteX1" fmla="*/ 3169927 w 9116212"/>
                <a:gd name="connsiteY1" fmla="*/ 3213295 h 3225821"/>
                <a:gd name="connsiteX2" fmla="*/ 6685530 w 9116212"/>
                <a:gd name="connsiteY2" fmla="*/ 2149635 h 3225821"/>
                <a:gd name="connsiteX3" fmla="*/ 9116212 w 9116212"/>
                <a:gd name="connsiteY3" fmla="*/ 0 h 3225821"/>
                <a:gd name="connsiteX0" fmla="*/ 0 w 9485046"/>
                <a:gd name="connsiteY0" fmla="*/ 3533182 h 3533182"/>
                <a:gd name="connsiteX1" fmla="*/ 3169927 w 9485046"/>
                <a:gd name="connsiteY1" fmla="*/ 3520656 h 3533182"/>
                <a:gd name="connsiteX2" fmla="*/ 6685530 w 9485046"/>
                <a:gd name="connsiteY2" fmla="*/ 2456996 h 3533182"/>
                <a:gd name="connsiteX3" fmla="*/ 9485046 w 9485046"/>
                <a:gd name="connsiteY3" fmla="*/ 0 h 3533182"/>
                <a:gd name="connsiteX0" fmla="*/ 0 w 9400521"/>
                <a:gd name="connsiteY0" fmla="*/ 3533182 h 3533182"/>
                <a:gd name="connsiteX1" fmla="*/ 3169927 w 9400521"/>
                <a:gd name="connsiteY1" fmla="*/ 3520656 h 3533182"/>
                <a:gd name="connsiteX2" fmla="*/ 6685530 w 9400521"/>
                <a:gd name="connsiteY2" fmla="*/ 2456996 h 3533182"/>
                <a:gd name="connsiteX3" fmla="*/ 9400521 w 9400521"/>
                <a:gd name="connsiteY3" fmla="*/ 0 h 3533182"/>
                <a:gd name="connsiteX0" fmla="*/ 0 w 9400521"/>
                <a:gd name="connsiteY0" fmla="*/ 3533182 h 3533182"/>
                <a:gd name="connsiteX1" fmla="*/ 3169927 w 9400521"/>
                <a:gd name="connsiteY1" fmla="*/ 3520656 h 3533182"/>
                <a:gd name="connsiteX2" fmla="*/ 6685530 w 9400521"/>
                <a:gd name="connsiteY2" fmla="*/ 2456996 h 3533182"/>
                <a:gd name="connsiteX3" fmla="*/ 9400521 w 9400521"/>
                <a:gd name="connsiteY3" fmla="*/ 0 h 3533182"/>
              </a:gdLst>
              <a:ahLst/>
              <a:cxnLst>
                <a:cxn ang="0">
                  <a:pos x="connsiteX0" y="connsiteY0"/>
                </a:cxn>
                <a:cxn ang="0">
                  <a:pos x="connsiteX1" y="connsiteY1"/>
                </a:cxn>
                <a:cxn ang="0">
                  <a:pos x="connsiteX2" y="connsiteY2"/>
                </a:cxn>
                <a:cxn ang="0">
                  <a:pos x="connsiteX3" y="connsiteY3"/>
                </a:cxn>
              </a:cxnLst>
              <a:rect l="l" t="t" r="r" b="b"/>
              <a:pathLst>
                <a:path w="9400521" h="3533182">
                  <a:moveTo>
                    <a:pt x="0" y="3533182"/>
                  </a:moveTo>
                  <a:lnTo>
                    <a:pt x="3169927" y="3520656"/>
                  </a:lnTo>
                  <a:cubicBezTo>
                    <a:pt x="4284182" y="3341292"/>
                    <a:pt x="5647098" y="3043772"/>
                    <a:pt x="6685530" y="2456996"/>
                  </a:cubicBezTo>
                  <a:cubicBezTo>
                    <a:pt x="7723962" y="1870220"/>
                    <a:pt x="9075024" y="557019"/>
                    <a:pt x="9400521" y="0"/>
                  </a:cubicBezTo>
                </a:path>
              </a:pathLst>
            </a:custGeom>
            <a:noFill/>
            <a:ln w="88900">
              <a:gradFill>
                <a:gsLst>
                  <a:gs pos="100000">
                    <a:schemeClr val="accent1"/>
                  </a:gs>
                  <a:gs pos="65000">
                    <a:schemeClr val="accent2"/>
                  </a:gs>
                  <a:gs pos="0">
                    <a:schemeClr val="accent2"/>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16" name="ZoneTexte 12">
              <a:extLst>
                <a:ext uri="{FF2B5EF4-FFF2-40B4-BE49-F238E27FC236}">
                  <a16:creationId xmlns:a16="http://schemas.microsoft.com/office/drawing/2014/main" id="{DA44DD5A-EFA2-BD58-68A9-7F5AD3DA8E3B}"/>
                </a:ext>
              </a:extLst>
            </p:cNvPr>
            <p:cNvSpPr txBox="1"/>
            <p:nvPr/>
          </p:nvSpPr>
          <p:spPr>
            <a:xfrm>
              <a:off x="1581864" y="2204183"/>
              <a:ext cx="269028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800" b="1" i="0" u="none" strike="noStrike" kern="1200" cap="none" spc="0" normalizeH="0" baseline="0" noProof="0" dirty="0">
                  <a:ln>
                    <a:noFill/>
                  </a:ln>
                  <a:solidFill>
                    <a:srgbClr val="CD5358"/>
                  </a:solidFill>
                  <a:effectLst/>
                  <a:uLnTx/>
                  <a:uFillTx/>
                  <a:ea typeface="+mn-ea"/>
                  <a:cs typeface="+mn-cs"/>
                </a:rPr>
                <a:t>CONFORT UTILISATEUR</a:t>
              </a:r>
            </a:p>
          </p:txBody>
        </p:sp>
        <p:sp>
          <p:nvSpPr>
            <p:cNvPr id="17" name="ZoneTexte 13">
              <a:extLst>
                <a:ext uri="{FF2B5EF4-FFF2-40B4-BE49-F238E27FC236}">
                  <a16:creationId xmlns:a16="http://schemas.microsoft.com/office/drawing/2014/main" id="{5A5B68D6-0CBE-05C6-F336-BFCC094A62E9}"/>
                </a:ext>
              </a:extLst>
            </p:cNvPr>
            <p:cNvSpPr txBox="1"/>
            <p:nvPr/>
          </p:nvSpPr>
          <p:spPr>
            <a:xfrm>
              <a:off x="1581864" y="3155571"/>
              <a:ext cx="177114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800" b="1" i="0" u="none" strike="noStrike" kern="1200" cap="none" spc="0" normalizeH="0" baseline="0" noProof="0" dirty="0">
                  <a:ln>
                    <a:noFill/>
                  </a:ln>
                  <a:solidFill>
                    <a:srgbClr val="CD5358"/>
                  </a:solidFill>
                  <a:effectLst/>
                  <a:uLnTx/>
                  <a:uFillTx/>
                  <a:ea typeface="+mn-ea"/>
                  <a:cs typeface="+mn-cs"/>
                </a:rPr>
                <a:t>PRODUCTIVITÉ</a:t>
              </a:r>
            </a:p>
          </p:txBody>
        </p:sp>
        <p:sp>
          <p:nvSpPr>
            <p:cNvPr id="18" name="Forme libre : forme 14">
              <a:extLst>
                <a:ext uri="{FF2B5EF4-FFF2-40B4-BE49-F238E27FC236}">
                  <a16:creationId xmlns:a16="http://schemas.microsoft.com/office/drawing/2014/main" id="{9360457A-7C9B-7C68-FE1D-8CBA5816A819}"/>
                </a:ext>
              </a:extLst>
            </p:cNvPr>
            <p:cNvSpPr/>
            <p:nvPr/>
          </p:nvSpPr>
          <p:spPr>
            <a:xfrm>
              <a:off x="1158367" y="2225974"/>
              <a:ext cx="329764" cy="329764"/>
            </a:xfrm>
            <a:custGeom>
              <a:avLst/>
              <a:gdLst>
                <a:gd name="connsiteX0" fmla="*/ 0 w 999858"/>
                <a:gd name="connsiteY0" fmla="*/ 627259 h 999857"/>
                <a:gd name="connsiteX1" fmla="*/ 0 w 999858"/>
                <a:gd name="connsiteY1" fmla="*/ 372599 h 999857"/>
                <a:gd name="connsiteX2" fmla="*/ 372599 w 999858"/>
                <a:gd name="connsiteY2" fmla="*/ 372599 h 999857"/>
                <a:gd name="connsiteX3" fmla="*/ 372599 w 999858"/>
                <a:gd name="connsiteY3" fmla="*/ 0 h 999857"/>
                <a:gd name="connsiteX4" fmla="*/ 627259 w 999858"/>
                <a:gd name="connsiteY4" fmla="*/ 0 h 999857"/>
                <a:gd name="connsiteX5" fmla="*/ 627259 w 999858"/>
                <a:gd name="connsiteY5" fmla="*/ 372599 h 999857"/>
                <a:gd name="connsiteX6" fmla="*/ 999858 w 999858"/>
                <a:gd name="connsiteY6" fmla="*/ 372599 h 999857"/>
                <a:gd name="connsiteX7" fmla="*/ 999858 w 999858"/>
                <a:gd name="connsiteY7" fmla="*/ 627259 h 999857"/>
                <a:gd name="connsiteX8" fmla="*/ 627259 w 999858"/>
                <a:gd name="connsiteY8" fmla="*/ 627259 h 999857"/>
                <a:gd name="connsiteX9" fmla="*/ 627259 w 999858"/>
                <a:gd name="connsiteY9" fmla="*/ 999857 h 999857"/>
                <a:gd name="connsiteX10" fmla="*/ 372599 w 999858"/>
                <a:gd name="connsiteY10" fmla="*/ 999857 h 999857"/>
                <a:gd name="connsiteX11" fmla="*/ 372599 w 999858"/>
                <a:gd name="connsiteY11" fmla="*/ 627259 h 999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99858" h="999857">
                  <a:moveTo>
                    <a:pt x="0" y="627259"/>
                  </a:moveTo>
                  <a:lnTo>
                    <a:pt x="0" y="372599"/>
                  </a:lnTo>
                  <a:lnTo>
                    <a:pt x="372599" y="372599"/>
                  </a:lnTo>
                  <a:lnTo>
                    <a:pt x="372599" y="0"/>
                  </a:lnTo>
                  <a:lnTo>
                    <a:pt x="627259" y="0"/>
                  </a:lnTo>
                  <a:lnTo>
                    <a:pt x="627259" y="372599"/>
                  </a:lnTo>
                  <a:lnTo>
                    <a:pt x="999858" y="372599"/>
                  </a:lnTo>
                  <a:lnTo>
                    <a:pt x="999858" y="627259"/>
                  </a:lnTo>
                  <a:lnTo>
                    <a:pt x="627259" y="627259"/>
                  </a:lnTo>
                  <a:lnTo>
                    <a:pt x="627259" y="999857"/>
                  </a:lnTo>
                  <a:lnTo>
                    <a:pt x="372599" y="999857"/>
                  </a:lnTo>
                  <a:lnTo>
                    <a:pt x="372599" y="627259"/>
                  </a:lnTo>
                  <a:close/>
                </a:path>
              </a:pathLst>
            </a:custGeom>
            <a:gradFill>
              <a:gsLst>
                <a:gs pos="0">
                  <a:srgbClr val="CD5358">
                    <a:lumMod val="100000"/>
                  </a:srgbClr>
                </a:gs>
                <a:gs pos="35000">
                  <a:srgbClr val="CD5358"/>
                </a:gs>
                <a:gs pos="81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ea typeface="+mn-ea"/>
                <a:cs typeface="+mn-cs"/>
              </a:endParaRPr>
            </a:p>
          </p:txBody>
        </p:sp>
        <p:sp>
          <p:nvSpPr>
            <p:cNvPr id="19" name="Forme libre : forme 15">
              <a:extLst>
                <a:ext uri="{FF2B5EF4-FFF2-40B4-BE49-F238E27FC236}">
                  <a16:creationId xmlns:a16="http://schemas.microsoft.com/office/drawing/2014/main" id="{8511844E-8C93-2792-6D83-79FCC85569F5}"/>
                </a:ext>
              </a:extLst>
            </p:cNvPr>
            <p:cNvSpPr/>
            <p:nvPr/>
          </p:nvSpPr>
          <p:spPr>
            <a:xfrm>
              <a:off x="1162297" y="3175355"/>
              <a:ext cx="329764" cy="329764"/>
            </a:xfrm>
            <a:custGeom>
              <a:avLst/>
              <a:gdLst>
                <a:gd name="connsiteX0" fmla="*/ 0 w 999858"/>
                <a:gd name="connsiteY0" fmla="*/ 627259 h 999857"/>
                <a:gd name="connsiteX1" fmla="*/ 0 w 999858"/>
                <a:gd name="connsiteY1" fmla="*/ 372599 h 999857"/>
                <a:gd name="connsiteX2" fmla="*/ 372599 w 999858"/>
                <a:gd name="connsiteY2" fmla="*/ 372599 h 999857"/>
                <a:gd name="connsiteX3" fmla="*/ 372599 w 999858"/>
                <a:gd name="connsiteY3" fmla="*/ 0 h 999857"/>
                <a:gd name="connsiteX4" fmla="*/ 627259 w 999858"/>
                <a:gd name="connsiteY4" fmla="*/ 0 h 999857"/>
                <a:gd name="connsiteX5" fmla="*/ 627259 w 999858"/>
                <a:gd name="connsiteY5" fmla="*/ 372599 h 999857"/>
                <a:gd name="connsiteX6" fmla="*/ 999858 w 999858"/>
                <a:gd name="connsiteY6" fmla="*/ 372599 h 999857"/>
                <a:gd name="connsiteX7" fmla="*/ 999858 w 999858"/>
                <a:gd name="connsiteY7" fmla="*/ 627259 h 999857"/>
                <a:gd name="connsiteX8" fmla="*/ 627259 w 999858"/>
                <a:gd name="connsiteY8" fmla="*/ 627259 h 999857"/>
                <a:gd name="connsiteX9" fmla="*/ 627259 w 999858"/>
                <a:gd name="connsiteY9" fmla="*/ 999857 h 999857"/>
                <a:gd name="connsiteX10" fmla="*/ 372599 w 999858"/>
                <a:gd name="connsiteY10" fmla="*/ 999857 h 999857"/>
                <a:gd name="connsiteX11" fmla="*/ 372599 w 999858"/>
                <a:gd name="connsiteY11" fmla="*/ 627259 h 999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99858" h="999857">
                  <a:moveTo>
                    <a:pt x="0" y="627259"/>
                  </a:moveTo>
                  <a:lnTo>
                    <a:pt x="0" y="372599"/>
                  </a:lnTo>
                  <a:lnTo>
                    <a:pt x="372599" y="372599"/>
                  </a:lnTo>
                  <a:lnTo>
                    <a:pt x="372599" y="0"/>
                  </a:lnTo>
                  <a:lnTo>
                    <a:pt x="627259" y="0"/>
                  </a:lnTo>
                  <a:lnTo>
                    <a:pt x="627259" y="372599"/>
                  </a:lnTo>
                  <a:lnTo>
                    <a:pt x="999858" y="372599"/>
                  </a:lnTo>
                  <a:lnTo>
                    <a:pt x="999858" y="627259"/>
                  </a:lnTo>
                  <a:lnTo>
                    <a:pt x="627259" y="627259"/>
                  </a:lnTo>
                  <a:lnTo>
                    <a:pt x="627259" y="999857"/>
                  </a:lnTo>
                  <a:lnTo>
                    <a:pt x="372599" y="999857"/>
                  </a:lnTo>
                  <a:lnTo>
                    <a:pt x="372599" y="627259"/>
                  </a:lnTo>
                  <a:close/>
                </a:path>
              </a:pathLst>
            </a:custGeom>
            <a:gradFill>
              <a:gsLst>
                <a:gs pos="0">
                  <a:srgbClr val="CD5358">
                    <a:lumMod val="100000"/>
                  </a:srgbClr>
                </a:gs>
                <a:gs pos="35000">
                  <a:srgbClr val="CD5358"/>
                </a:gs>
                <a:gs pos="81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ea typeface="+mn-ea"/>
                <a:cs typeface="+mn-cs"/>
              </a:endParaRPr>
            </a:p>
          </p:txBody>
        </p:sp>
        <p:sp>
          <p:nvSpPr>
            <p:cNvPr id="20" name="ZoneTexte 17">
              <a:extLst>
                <a:ext uri="{FF2B5EF4-FFF2-40B4-BE49-F238E27FC236}">
                  <a16:creationId xmlns:a16="http://schemas.microsoft.com/office/drawing/2014/main" id="{8DE25F7D-912C-08C9-6D31-14443B319159}"/>
                </a:ext>
              </a:extLst>
            </p:cNvPr>
            <p:cNvSpPr txBox="1"/>
            <p:nvPr/>
          </p:nvSpPr>
          <p:spPr>
            <a:xfrm>
              <a:off x="3224241" y="5625808"/>
              <a:ext cx="2221318"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none" spc="0" normalizeH="0" baseline="0" noProof="0" dirty="0">
                  <a:ln>
                    <a:noFill/>
                  </a:ln>
                  <a:solidFill>
                    <a:schemeClr val="accent1"/>
                  </a:solidFill>
                  <a:effectLst/>
                  <a:uLnTx/>
                  <a:uFillTx/>
                  <a:ea typeface="+mn-ea"/>
                  <a:cs typeface="+mn-cs"/>
                </a:rPr>
                <a:t>MISE EN PRODUCTION</a:t>
              </a:r>
              <a:br>
                <a:rPr kumimoji="0" lang="fr-FR" sz="1600" b="1" i="0" u="none" strike="noStrike" kern="1200" cap="none" spc="0" normalizeH="0" baseline="0" noProof="0" dirty="0">
                  <a:ln>
                    <a:noFill/>
                  </a:ln>
                  <a:solidFill>
                    <a:schemeClr val="accent1"/>
                  </a:solidFill>
                  <a:effectLst/>
                  <a:uLnTx/>
                  <a:uFillTx/>
                  <a:ea typeface="+mn-ea"/>
                  <a:cs typeface="+mn-cs"/>
                </a:rPr>
              </a:br>
              <a:r>
                <a:rPr kumimoji="0" lang="fr-FR" sz="1600" b="1" i="0" u="none" strike="noStrike" kern="1200" cap="none" spc="0" normalizeH="0" baseline="0" noProof="0" dirty="0">
                  <a:ln>
                    <a:noFill/>
                  </a:ln>
                  <a:solidFill>
                    <a:schemeClr val="accent1"/>
                  </a:solidFill>
                  <a:effectLst/>
                  <a:uLnTx/>
                  <a:uFillTx/>
                  <a:ea typeface="+mn-ea"/>
                  <a:cs typeface="+mn-cs"/>
                </a:rPr>
                <a:t>VERSION 1</a:t>
              </a:r>
              <a:endParaRPr kumimoji="0" lang="fr-FR" sz="2800" b="1" i="0" u="none" strike="noStrike" kern="1200" cap="none" spc="0" normalizeH="0" baseline="0" noProof="0" dirty="0">
                <a:ln>
                  <a:noFill/>
                </a:ln>
                <a:solidFill>
                  <a:schemeClr val="accent1"/>
                </a:solidFill>
                <a:effectLst/>
                <a:uLnTx/>
                <a:uFillTx/>
                <a:ea typeface="+mn-ea"/>
                <a:cs typeface="+mn-cs"/>
              </a:endParaRPr>
            </a:p>
          </p:txBody>
        </p:sp>
        <p:sp>
          <p:nvSpPr>
            <p:cNvPr id="21" name="ZoneTexte 21">
              <a:extLst>
                <a:ext uri="{FF2B5EF4-FFF2-40B4-BE49-F238E27FC236}">
                  <a16:creationId xmlns:a16="http://schemas.microsoft.com/office/drawing/2014/main" id="{BEB8365B-FE4C-5DC8-C69F-ED533DC1A09E}"/>
                </a:ext>
              </a:extLst>
            </p:cNvPr>
            <p:cNvSpPr txBox="1"/>
            <p:nvPr/>
          </p:nvSpPr>
          <p:spPr>
            <a:xfrm>
              <a:off x="6730626" y="4512855"/>
              <a:ext cx="2221318"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none" spc="0" normalizeH="0" baseline="0" noProof="0" dirty="0">
                  <a:ln>
                    <a:noFill/>
                  </a:ln>
                  <a:solidFill>
                    <a:schemeClr val="accent2"/>
                  </a:solidFill>
                  <a:effectLst/>
                  <a:uLnTx/>
                  <a:uFillTx/>
                  <a:ea typeface="+mn-ea"/>
                  <a:cs typeface="+mn-cs"/>
                </a:rPr>
                <a:t>VERSION 2</a:t>
              </a:r>
              <a:endParaRPr kumimoji="0" lang="fr-FR" sz="2800" b="1" i="0" u="none" strike="noStrike" kern="1200" cap="none" spc="0" normalizeH="0" baseline="0" noProof="0" dirty="0">
                <a:ln>
                  <a:noFill/>
                </a:ln>
                <a:solidFill>
                  <a:schemeClr val="accent2"/>
                </a:solidFill>
                <a:effectLst/>
                <a:uLnTx/>
                <a:uFillTx/>
                <a:ea typeface="+mn-ea"/>
                <a:cs typeface="+mn-cs"/>
              </a:endParaRPr>
            </a:p>
          </p:txBody>
        </p:sp>
        <p:sp>
          <p:nvSpPr>
            <p:cNvPr id="22" name="ZoneTexte 22">
              <a:extLst>
                <a:ext uri="{FF2B5EF4-FFF2-40B4-BE49-F238E27FC236}">
                  <a16:creationId xmlns:a16="http://schemas.microsoft.com/office/drawing/2014/main" id="{EACF84BE-131C-35DC-9C5F-71AE2259FDC6}"/>
                </a:ext>
              </a:extLst>
            </p:cNvPr>
            <p:cNvSpPr txBox="1"/>
            <p:nvPr/>
          </p:nvSpPr>
          <p:spPr>
            <a:xfrm>
              <a:off x="9054330" y="2574984"/>
              <a:ext cx="2221318"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none" spc="0" normalizeH="0" baseline="0" noProof="0" dirty="0">
                  <a:ln>
                    <a:noFill/>
                  </a:ln>
                  <a:solidFill>
                    <a:schemeClr val="accent2"/>
                  </a:solidFill>
                  <a:effectLst/>
                  <a:uLnTx/>
                  <a:uFillTx/>
                  <a:ea typeface="+mn-ea"/>
                  <a:cs typeface="+mn-cs"/>
                </a:rPr>
                <a:t>VERSION 3</a:t>
              </a:r>
              <a:endParaRPr kumimoji="0" lang="fr-FR" sz="2800" b="1" i="0" u="none" strike="noStrike" kern="1200" cap="none" spc="0" normalizeH="0" baseline="0" noProof="0" dirty="0">
                <a:ln>
                  <a:noFill/>
                </a:ln>
                <a:solidFill>
                  <a:schemeClr val="accent2"/>
                </a:solidFill>
                <a:effectLst/>
                <a:uLnTx/>
                <a:uFillTx/>
                <a:ea typeface="+mn-ea"/>
                <a:cs typeface="+mn-cs"/>
              </a:endParaRPr>
            </a:p>
          </p:txBody>
        </p:sp>
      </p:gr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itre 3">
            <a:extLst>
              <a:ext uri="{FF2B5EF4-FFF2-40B4-BE49-F238E27FC236}">
                <a16:creationId xmlns:a16="http://schemas.microsoft.com/office/drawing/2014/main" id="{8BD760E0-1C2E-B527-7AEB-5989C44CA2B1}"/>
              </a:ext>
            </a:extLst>
          </p:cNvPr>
          <p:cNvSpPr>
            <a:spLocks noGrp="1"/>
          </p:cNvSpPr>
          <p:nvPr>
            <p:ph type="title"/>
          </p:nvPr>
        </p:nvSpPr>
        <p:spPr/>
        <p:txBody>
          <a:bodyPr/>
          <a:lstStyle/>
          <a:p>
            <a:pPr/>
            <a:r>
              <a:t>Vos interlocuteurs</a:t>
            </a:r>
            <a:endParaRPr lang="en-US"/>
          </a:p>
        </p:txBody>
      </p:sp>
      <p:sp>
        <p:nvSpPr>
          <p:cNvPr id="4" name="Espace réservé du texte 4">
            <a:extLst>
              <a:ext uri="{FF2B5EF4-FFF2-40B4-BE49-F238E27FC236}">
                <a16:creationId xmlns:a16="http://schemas.microsoft.com/office/drawing/2014/main" id="{9708AD2C-B952-9123-1A4E-8B4A44593D7A}"/>
              </a:ext>
            </a:extLst>
          </p:cNvPr>
          <p:cNvSpPr>
            <a:spLocks noGrp="1"/>
          </p:cNvSpPr>
          <p:nvPr>
            <p:ph type="body" sz="quarter" idx="13"/>
          </p:nvPr>
        </p:nvSpPr>
        <p:spPr/>
        <p:txBody>
          <a:bodyPr/>
          <a:lstStyle/>
          <a:p>
            <a:pPr/>
            <a:r>
              <a:t>PARCOURS PROJET</a:t>
            </a:r>
            <a:endParaRPr lang="en-US"/>
          </a:p>
        </p:txBody>
      </p:sp>
      <p:grpSp>
        <p:nvGrpSpPr>
          <p:cNvPr id="5" name="Transplant"/>
          <p:cNvGrpSpPr/>
          <p:nvPr/>
        </p:nvGrpSpPr>
        <p:grpSpPr>
          <a:xfrm>
            <a:off x="694944" y="1729486"/>
            <a:ext cx="10799064" cy="4313427"/>
            <a:chOff x="-515821" y="1783797"/>
            <a:chExt cx="12707820" cy="5075834"/>
          </a:xfrm>
        </p:grpSpPr>
        <p:sp>
          <p:nvSpPr>
            <p:cNvPr id="6" name="Rectangle 32">
              <a:extLst>
                <a:ext uri="{FF2B5EF4-FFF2-40B4-BE49-F238E27FC236}">
                  <a16:creationId xmlns:a16="http://schemas.microsoft.com/office/drawing/2014/main" id="{09074736-CA7E-2FF8-18E4-82B8F0ACD2DA}"/>
                </a:ext>
              </a:extLst>
            </p:cNvPr>
            <p:cNvSpPr/>
            <p:nvPr/>
          </p:nvSpPr>
          <p:spPr>
            <a:xfrm rot="10800000">
              <a:off x="-3" y="5776920"/>
              <a:ext cx="12191993" cy="1082711"/>
            </a:xfrm>
            <a:prstGeom prst="rect">
              <a:avLst/>
            </a:prstGeom>
            <a:solidFill>
              <a:srgbClr val="F1F1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a:p>
          </p:txBody>
        </p:sp>
        <p:sp>
          <p:nvSpPr>
            <p:cNvPr id="7" name="Rectangle 26">
              <a:extLst>
                <a:ext uri="{FF2B5EF4-FFF2-40B4-BE49-F238E27FC236}">
                  <a16:creationId xmlns:a16="http://schemas.microsoft.com/office/drawing/2014/main" id="{B0D883B0-BB87-3867-92C4-13FF810843E5}"/>
                </a:ext>
              </a:extLst>
            </p:cNvPr>
            <p:cNvSpPr/>
            <p:nvPr/>
          </p:nvSpPr>
          <p:spPr>
            <a:xfrm rot="10800000">
              <a:off x="0" y="2130051"/>
              <a:ext cx="12191999" cy="1832580"/>
            </a:xfrm>
            <a:prstGeom prst="rect">
              <a:avLst/>
            </a:prstGeom>
            <a:solidFill>
              <a:srgbClr val="F1F1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a:p>
          </p:txBody>
        </p:sp>
        <p:pic>
          <p:nvPicPr>
            <p:cNvPr id="8" name="Graphique 9">
              <a:extLst>
                <a:ext uri="{FF2B5EF4-FFF2-40B4-BE49-F238E27FC236}">
                  <a16:creationId xmlns:a16="http://schemas.microsoft.com/office/drawing/2014/main" id="{3B50CEE6-9828-F5AC-BE53-8A59D4F3FFC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92666" y="2160052"/>
              <a:ext cx="2712824" cy="797590"/>
            </a:xfrm>
            <a:prstGeom prst="rect">
              <a:avLst/>
            </a:prstGeom>
          </p:spPr>
        </p:pic>
        <p:pic>
          <p:nvPicPr>
            <p:cNvPr id="9" name="Graphique 15">
              <a:extLst>
                <a:ext uri="{FF2B5EF4-FFF2-40B4-BE49-F238E27FC236}">
                  <a16:creationId xmlns:a16="http://schemas.microsoft.com/office/drawing/2014/main" id="{81EBA3B8-B467-4806-A869-7D3E3B8AC84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05754" y="5911861"/>
              <a:ext cx="1158284" cy="812831"/>
            </a:xfrm>
            <a:prstGeom prst="rect">
              <a:avLst/>
            </a:prstGeom>
          </p:spPr>
        </p:pic>
        <p:pic>
          <p:nvPicPr>
            <p:cNvPr id="10" name="Graphique 19">
              <a:extLst>
                <a:ext uri="{FF2B5EF4-FFF2-40B4-BE49-F238E27FC236}">
                  <a16:creationId xmlns:a16="http://schemas.microsoft.com/office/drawing/2014/main" id="{EDDA54FA-B9C4-BB8C-F059-F2E8CACC2A0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05754" y="4012531"/>
              <a:ext cx="1158284" cy="812831"/>
            </a:xfrm>
            <a:prstGeom prst="rect">
              <a:avLst/>
            </a:prstGeom>
          </p:spPr>
        </p:pic>
        <p:sp>
          <p:nvSpPr>
            <p:cNvPr id="11" name="ZoneTexte 25">
              <a:extLst>
                <a:ext uri="{FF2B5EF4-FFF2-40B4-BE49-F238E27FC236}">
                  <a16:creationId xmlns:a16="http://schemas.microsoft.com/office/drawing/2014/main" id="{CBB1B394-9483-7751-001C-8DC3E19925B4}"/>
                </a:ext>
              </a:extLst>
            </p:cNvPr>
            <p:cNvSpPr txBox="1"/>
            <p:nvPr/>
          </p:nvSpPr>
          <p:spPr>
            <a:xfrm rot="16200000">
              <a:off x="-463547" y="2896885"/>
              <a:ext cx="1810664" cy="276999"/>
            </a:xfrm>
            <a:prstGeom prst="rect">
              <a:avLst/>
            </a:prstGeom>
            <a:noFill/>
          </p:spPr>
          <p:txBody>
            <a:bodyPr wrap="square" rtlCol="0">
              <a:spAutoFit/>
            </a:bodyPr>
            <a:lstStyle/>
            <a:p>
              <a:pPr algn="ctr"/>
              <a:r>
                <a:rPr lang="fr-FR" sz="1019" b="1" dirty="0">
                  <a:solidFill>
                    <a:schemeClr val="accent1"/>
                  </a:solidFill>
                  <a:latin typeface="+mj-lt"/>
                </a:rPr>
                <a:t>OPERATIONS</a:t>
              </a:r>
            </a:p>
          </p:txBody>
        </p:sp>
        <p:sp>
          <p:nvSpPr>
            <p:cNvPr id="12" name="ZoneTexte 33">
              <a:extLst>
                <a:ext uri="{FF2B5EF4-FFF2-40B4-BE49-F238E27FC236}">
                  <a16:creationId xmlns:a16="http://schemas.microsoft.com/office/drawing/2014/main" id="{23DEFDCA-45A2-4B1E-BDC7-58E062FA9F0F}"/>
                </a:ext>
              </a:extLst>
            </p:cNvPr>
            <p:cNvSpPr txBox="1"/>
            <p:nvPr/>
          </p:nvSpPr>
          <p:spPr>
            <a:xfrm rot="16200000">
              <a:off x="-515821" y="4729463"/>
              <a:ext cx="1810664" cy="276999"/>
            </a:xfrm>
            <a:prstGeom prst="rect">
              <a:avLst/>
            </a:prstGeom>
            <a:noFill/>
          </p:spPr>
          <p:txBody>
            <a:bodyPr wrap="square" rtlCol="0">
              <a:spAutoFit/>
            </a:bodyPr>
            <a:lstStyle/>
            <a:p>
              <a:pPr algn="ctr"/>
              <a:r>
                <a:rPr lang="fr-FR" sz="1019" b="1" dirty="0">
                  <a:solidFill>
                    <a:schemeClr val="accent2"/>
                  </a:solidFill>
                  <a:latin typeface="+mj-lt"/>
                </a:rPr>
                <a:t>SALES</a:t>
              </a:r>
            </a:p>
          </p:txBody>
        </p:sp>
        <p:pic>
          <p:nvPicPr>
            <p:cNvPr id="13" name="Graphique 35">
              <a:extLst>
                <a:ext uri="{FF2B5EF4-FFF2-40B4-BE49-F238E27FC236}">
                  <a16:creationId xmlns:a16="http://schemas.microsoft.com/office/drawing/2014/main" id="{0E81F360-B1E3-E09C-C6F1-EA9C53EC5DA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92666" y="3048812"/>
              <a:ext cx="2724180" cy="872549"/>
            </a:xfrm>
            <a:prstGeom prst="rect">
              <a:avLst/>
            </a:prstGeom>
          </p:spPr>
        </p:pic>
        <p:pic>
          <p:nvPicPr>
            <p:cNvPr id="14" name="Graphique 37">
              <a:extLst>
                <a:ext uri="{FF2B5EF4-FFF2-40B4-BE49-F238E27FC236}">
                  <a16:creationId xmlns:a16="http://schemas.microsoft.com/office/drawing/2014/main" id="{9EE50CFA-BCE2-E7D3-463C-5924004F3F7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05754" y="4916532"/>
              <a:ext cx="1158521" cy="807916"/>
            </a:xfrm>
            <a:prstGeom prst="rect">
              <a:avLst/>
            </a:prstGeom>
          </p:spPr>
        </p:pic>
        <p:sp>
          <p:nvSpPr>
            <p:cNvPr id="15" name="ZoneTexte 100">
              <a:extLst>
                <a:ext uri="{FF2B5EF4-FFF2-40B4-BE49-F238E27FC236}">
                  <a16:creationId xmlns:a16="http://schemas.microsoft.com/office/drawing/2014/main" id="{8E777381-D376-CF0A-6D83-1C052025FD73}"/>
                </a:ext>
              </a:extLst>
            </p:cNvPr>
            <p:cNvSpPr txBox="1"/>
            <p:nvPr/>
          </p:nvSpPr>
          <p:spPr>
            <a:xfrm>
              <a:off x="3933902" y="1807298"/>
              <a:ext cx="760029" cy="276999"/>
            </a:xfrm>
            <a:prstGeom prst="rect">
              <a:avLst/>
            </a:prstGeom>
            <a:noFill/>
          </p:spPr>
          <p:txBody>
            <a:bodyPr wrap="square" rtlCol="0">
              <a:spAutoFit/>
            </a:bodyPr>
            <a:lstStyle/>
            <a:p>
              <a:pPr algn="ctr"/>
              <a:r>
                <a:rPr lang="fr-FR" sz="1019" b="1" dirty="0">
                  <a:latin typeface="+mj-lt"/>
                </a:rPr>
                <a:t>Kick off</a:t>
              </a:r>
            </a:p>
          </p:txBody>
        </p:sp>
        <p:grpSp>
          <p:nvGrpSpPr>
            <p:cNvPr id="16" name="Groupe 101">
              <a:extLst>
                <a:ext uri="{FF2B5EF4-FFF2-40B4-BE49-F238E27FC236}">
                  <a16:creationId xmlns:a16="http://schemas.microsoft.com/office/drawing/2014/main" id="{A991A30B-432E-39D6-E184-BBA60B2185DC}"/>
                </a:ext>
              </a:extLst>
            </p:cNvPr>
            <p:cNvGrpSpPr/>
            <p:nvPr/>
          </p:nvGrpSpPr>
          <p:grpSpPr>
            <a:xfrm>
              <a:off x="3665725" y="1783797"/>
              <a:ext cx="324000" cy="324000"/>
              <a:chOff x="2745040" y="2428028"/>
              <a:chExt cx="425863" cy="432188"/>
            </a:xfrm>
          </p:grpSpPr>
          <p:sp>
            <p:nvSpPr>
              <p:cNvPr id="17" name="Ellipse 102">
                <a:extLst>
                  <a:ext uri="{FF2B5EF4-FFF2-40B4-BE49-F238E27FC236}">
                    <a16:creationId xmlns:a16="http://schemas.microsoft.com/office/drawing/2014/main" id="{920F5C5A-6104-09C1-DD83-B80CB8708E3A}"/>
                  </a:ext>
                </a:extLst>
              </p:cNvPr>
              <p:cNvSpPr/>
              <p:nvPr/>
            </p:nvSpPr>
            <p:spPr>
              <a:xfrm>
                <a:off x="2745040" y="2428028"/>
                <a:ext cx="425863" cy="43218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dirty="0">
                  <a:solidFill>
                    <a:schemeClr val="tx1"/>
                  </a:solidFill>
                </a:endParaRPr>
              </a:p>
            </p:txBody>
          </p:sp>
          <p:grpSp>
            <p:nvGrpSpPr>
              <p:cNvPr id="18" name="Google Shape;11660;p77">
                <a:extLst>
                  <a:ext uri="{FF2B5EF4-FFF2-40B4-BE49-F238E27FC236}">
                    <a16:creationId xmlns:a16="http://schemas.microsoft.com/office/drawing/2014/main" id="{533582CA-BC43-31BA-CFF0-A7953B89DF5D}"/>
                  </a:ext>
                </a:extLst>
              </p:cNvPr>
              <p:cNvGrpSpPr/>
              <p:nvPr/>
            </p:nvGrpSpPr>
            <p:grpSpPr>
              <a:xfrm>
                <a:off x="2836084" y="2523531"/>
                <a:ext cx="243774" cy="241182"/>
                <a:chOff x="4263657" y="3963700"/>
                <a:chExt cx="298551" cy="295375"/>
              </a:xfrm>
              <a:solidFill>
                <a:schemeClr val="bg1"/>
              </a:solidFill>
            </p:grpSpPr>
            <p:sp>
              <p:nvSpPr>
                <p:cNvPr id="19" name="Google Shape;11661;p77">
                  <a:extLst>
                    <a:ext uri="{FF2B5EF4-FFF2-40B4-BE49-F238E27FC236}">
                      <a16:creationId xmlns:a16="http://schemas.microsoft.com/office/drawing/2014/main" id="{20987676-ABBF-BEC3-B7A3-CAB940C2490E}"/>
                    </a:ext>
                  </a:extLst>
                </p:cNvPr>
                <p:cNvSpPr/>
                <p:nvPr/>
              </p:nvSpPr>
              <p:spPr>
                <a:xfrm>
                  <a:off x="4384950" y="3963700"/>
                  <a:ext cx="53575" cy="51225"/>
                </a:xfrm>
                <a:custGeom>
                  <a:avLst/>
                  <a:gdLst/>
                  <a:ahLst/>
                  <a:cxnLst/>
                  <a:rect l="l" t="t" r="r" b="b"/>
                  <a:pathLst>
                    <a:path w="2143" h="2049" extrusionOk="0">
                      <a:moveTo>
                        <a:pt x="1072" y="1"/>
                      </a:moveTo>
                      <a:cubicBezTo>
                        <a:pt x="473" y="1"/>
                        <a:pt x="1" y="473"/>
                        <a:pt x="1" y="1040"/>
                      </a:cubicBezTo>
                      <a:cubicBezTo>
                        <a:pt x="1" y="1607"/>
                        <a:pt x="473" y="2048"/>
                        <a:pt x="1072" y="2048"/>
                      </a:cubicBezTo>
                      <a:cubicBezTo>
                        <a:pt x="1670" y="2048"/>
                        <a:pt x="2143" y="1576"/>
                        <a:pt x="2143" y="1040"/>
                      </a:cubicBezTo>
                      <a:cubicBezTo>
                        <a:pt x="2143" y="442"/>
                        <a:pt x="1670" y="1"/>
                        <a:pt x="1072" y="1"/>
                      </a:cubicBezTo>
                      <a:close/>
                    </a:path>
                  </a:pathLst>
                </a:custGeom>
                <a:grpFill/>
                <a:ln>
                  <a:noFill/>
                </a:ln>
              </p:spPr>
              <p:txBody>
                <a:bodyPr spcFirstLastPara="1" wrap="square" lIns="121900" tIns="121900" rIns="121900" bIns="121900" anchor="ctr" anchorCtr="0">
                  <a:noAutofit/>
                </a:bodyPr>
                <a:lstStyle/>
                <a:p>
                  <a:endParaRPr sz="2039" b="1"/>
                </a:p>
              </p:txBody>
            </p:sp>
            <p:sp>
              <p:nvSpPr>
                <p:cNvPr id="20" name="Google Shape;11662;p77">
                  <a:extLst>
                    <a:ext uri="{FF2B5EF4-FFF2-40B4-BE49-F238E27FC236}">
                      <a16:creationId xmlns:a16="http://schemas.microsoft.com/office/drawing/2014/main" id="{756519DC-FFE2-C0FA-D06C-A021ACD9302E}"/>
                    </a:ext>
                  </a:extLst>
                </p:cNvPr>
                <p:cNvSpPr/>
                <p:nvPr/>
              </p:nvSpPr>
              <p:spPr>
                <a:xfrm>
                  <a:off x="4315650" y="4136975"/>
                  <a:ext cx="51200" cy="51225"/>
                </a:xfrm>
                <a:custGeom>
                  <a:avLst/>
                  <a:gdLst/>
                  <a:ahLst/>
                  <a:cxnLst/>
                  <a:rect l="l" t="t" r="r" b="b"/>
                  <a:pathLst>
                    <a:path w="2048" h="2049" extrusionOk="0">
                      <a:moveTo>
                        <a:pt x="1040" y="1"/>
                      </a:moveTo>
                      <a:cubicBezTo>
                        <a:pt x="473" y="1"/>
                        <a:pt x="0" y="473"/>
                        <a:pt x="0" y="1040"/>
                      </a:cubicBezTo>
                      <a:cubicBezTo>
                        <a:pt x="0" y="1576"/>
                        <a:pt x="473" y="2048"/>
                        <a:pt x="1040" y="2048"/>
                      </a:cubicBezTo>
                      <a:cubicBezTo>
                        <a:pt x="1607" y="2048"/>
                        <a:pt x="2048" y="1576"/>
                        <a:pt x="2048" y="1040"/>
                      </a:cubicBezTo>
                      <a:cubicBezTo>
                        <a:pt x="2048" y="473"/>
                        <a:pt x="1607" y="1"/>
                        <a:pt x="1040" y="1"/>
                      </a:cubicBezTo>
                      <a:close/>
                    </a:path>
                  </a:pathLst>
                </a:custGeom>
                <a:grpFill/>
                <a:ln>
                  <a:noFill/>
                </a:ln>
              </p:spPr>
              <p:txBody>
                <a:bodyPr spcFirstLastPara="1" wrap="square" lIns="121900" tIns="121900" rIns="121900" bIns="121900" anchor="ctr" anchorCtr="0">
                  <a:noAutofit/>
                </a:bodyPr>
                <a:lstStyle/>
                <a:p>
                  <a:endParaRPr sz="2039" b="1"/>
                </a:p>
              </p:txBody>
            </p:sp>
            <p:sp>
              <p:nvSpPr>
                <p:cNvPr id="21" name="Google Shape;11663;p77">
                  <a:extLst>
                    <a:ext uri="{FF2B5EF4-FFF2-40B4-BE49-F238E27FC236}">
                      <a16:creationId xmlns:a16="http://schemas.microsoft.com/office/drawing/2014/main" id="{3F70BBB1-C6BE-74FA-3EFE-3B5F96598CF9}"/>
                    </a:ext>
                  </a:extLst>
                </p:cNvPr>
                <p:cNvSpPr/>
                <p:nvPr/>
              </p:nvSpPr>
              <p:spPr>
                <a:xfrm>
                  <a:off x="4455850" y="4136975"/>
                  <a:ext cx="51200" cy="51225"/>
                </a:xfrm>
                <a:custGeom>
                  <a:avLst/>
                  <a:gdLst/>
                  <a:ahLst/>
                  <a:cxnLst/>
                  <a:rect l="l" t="t" r="r" b="b"/>
                  <a:pathLst>
                    <a:path w="2048" h="2049" extrusionOk="0">
                      <a:moveTo>
                        <a:pt x="1040" y="1"/>
                      </a:moveTo>
                      <a:cubicBezTo>
                        <a:pt x="473" y="1"/>
                        <a:pt x="0" y="473"/>
                        <a:pt x="0" y="1040"/>
                      </a:cubicBezTo>
                      <a:cubicBezTo>
                        <a:pt x="0" y="1576"/>
                        <a:pt x="473" y="2048"/>
                        <a:pt x="1040" y="2048"/>
                      </a:cubicBezTo>
                      <a:cubicBezTo>
                        <a:pt x="1575" y="2048"/>
                        <a:pt x="2048" y="1576"/>
                        <a:pt x="2048" y="1040"/>
                      </a:cubicBezTo>
                      <a:cubicBezTo>
                        <a:pt x="2048" y="473"/>
                        <a:pt x="1575" y="1"/>
                        <a:pt x="1040" y="1"/>
                      </a:cubicBezTo>
                      <a:close/>
                    </a:path>
                  </a:pathLst>
                </a:custGeom>
                <a:grpFill/>
                <a:ln>
                  <a:noFill/>
                </a:ln>
              </p:spPr>
              <p:txBody>
                <a:bodyPr spcFirstLastPara="1" wrap="square" lIns="121900" tIns="121900" rIns="121900" bIns="121900" anchor="ctr" anchorCtr="0">
                  <a:noAutofit/>
                </a:bodyPr>
                <a:lstStyle/>
                <a:p>
                  <a:endParaRPr sz="2039" b="1"/>
                </a:p>
              </p:txBody>
            </p:sp>
            <p:sp>
              <p:nvSpPr>
                <p:cNvPr id="22" name="Google Shape;11664;p77">
                  <a:extLst>
                    <a:ext uri="{FF2B5EF4-FFF2-40B4-BE49-F238E27FC236}">
                      <a16:creationId xmlns:a16="http://schemas.microsoft.com/office/drawing/2014/main" id="{58F5C720-6721-656A-0FC2-68EE5D6F23B4}"/>
                    </a:ext>
                  </a:extLst>
                </p:cNvPr>
                <p:cNvSpPr/>
                <p:nvPr/>
              </p:nvSpPr>
              <p:spPr>
                <a:xfrm>
                  <a:off x="4263657" y="4085000"/>
                  <a:ext cx="298551" cy="122100"/>
                </a:xfrm>
                <a:custGeom>
                  <a:avLst/>
                  <a:gdLst/>
                  <a:ahLst/>
                  <a:cxnLst/>
                  <a:rect l="l" t="t" r="r" b="b"/>
                  <a:pathLst>
                    <a:path w="11942" h="4884" extrusionOk="0">
                      <a:moveTo>
                        <a:pt x="1545" y="0"/>
                      </a:moveTo>
                      <a:cubicBezTo>
                        <a:pt x="1041" y="0"/>
                        <a:pt x="599" y="347"/>
                        <a:pt x="505" y="851"/>
                      </a:cubicBezTo>
                      <a:lnTo>
                        <a:pt x="64" y="3655"/>
                      </a:lnTo>
                      <a:cubicBezTo>
                        <a:pt x="1" y="3970"/>
                        <a:pt x="95" y="4253"/>
                        <a:pt x="284" y="4474"/>
                      </a:cubicBezTo>
                      <a:cubicBezTo>
                        <a:pt x="410" y="4631"/>
                        <a:pt x="599" y="4757"/>
                        <a:pt x="788" y="4789"/>
                      </a:cubicBezTo>
                      <a:cubicBezTo>
                        <a:pt x="1009" y="4442"/>
                        <a:pt x="1324" y="4127"/>
                        <a:pt x="1639" y="3938"/>
                      </a:cubicBezTo>
                      <a:cubicBezTo>
                        <a:pt x="1513" y="3686"/>
                        <a:pt x="1419" y="3434"/>
                        <a:pt x="1419" y="3151"/>
                      </a:cubicBezTo>
                      <a:cubicBezTo>
                        <a:pt x="1419" y="2206"/>
                        <a:pt x="2206" y="1418"/>
                        <a:pt x="3151" y="1418"/>
                      </a:cubicBezTo>
                      <a:cubicBezTo>
                        <a:pt x="4097" y="1418"/>
                        <a:pt x="4884" y="2206"/>
                        <a:pt x="4884" y="3151"/>
                      </a:cubicBezTo>
                      <a:cubicBezTo>
                        <a:pt x="4884" y="3434"/>
                        <a:pt x="4821" y="3686"/>
                        <a:pt x="4695" y="3938"/>
                      </a:cubicBezTo>
                      <a:cubicBezTo>
                        <a:pt x="5042" y="4159"/>
                        <a:pt x="5325" y="4474"/>
                        <a:pt x="5577" y="4883"/>
                      </a:cubicBezTo>
                      <a:lnTo>
                        <a:pt x="6396" y="4883"/>
                      </a:lnTo>
                      <a:cubicBezTo>
                        <a:pt x="6585" y="4537"/>
                        <a:pt x="6900" y="4159"/>
                        <a:pt x="7247" y="3938"/>
                      </a:cubicBezTo>
                      <a:cubicBezTo>
                        <a:pt x="7152" y="3686"/>
                        <a:pt x="7058" y="3434"/>
                        <a:pt x="7058" y="3151"/>
                      </a:cubicBezTo>
                      <a:cubicBezTo>
                        <a:pt x="7058" y="2206"/>
                        <a:pt x="7846" y="1418"/>
                        <a:pt x="8791" y="1418"/>
                      </a:cubicBezTo>
                      <a:cubicBezTo>
                        <a:pt x="9736" y="1418"/>
                        <a:pt x="10524" y="2206"/>
                        <a:pt x="10524" y="3151"/>
                      </a:cubicBezTo>
                      <a:cubicBezTo>
                        <a:pt x="10524" y="3434"/>
                        <a:pt x="10461" y="3686"/>
                        <a:pt x="10334" y="3938"/>
                      </a:cubicBezTo>
                      <a:cubicBezTo>
                        <a:pt x="10681" y="4159"/>
                        <a:pt x="10965" y="4442"/>
                        <a:pt x="11154" y="4789"/>
                      </a:cubicBezTo>
                      <a:cubicBezTo>
                        <a:pt x="11343" y="4757"/>
                        <a:pt x="11563" y="4631"/>
                        <a:pt x="11658" y="4474"/>
                      </a:cubicBezTo>
                      <a:cubicBezTo>
                        <a:pt x="11878" y="4253"/>
                        <a:pt x="11941" y="3938"/>
                        <a:pt x="11910" y="3655"/>
                      </a:cubicBezTo>
                      <a:lnTo>
                        <a:pt x="11343" y="851"/>
                      </a:lnTo>
                      <a:cubicBezTo>
                        <a:pt x="11280" y="347"/>
                        <a:pt x="10839" y="0"/>
                        <a:pt x="10334" y="0"/>
                      </a:cubicBezTo>
                      <a:close/>
                    </a:path>
                  </a:pathLst>
                </a:custGeom>
                <a:grpFill/>
                <a:ln>
                  <a:noFill/>
                </a:ln>
              </p:spPr>
              <p:txBody>
                <a:bodyPr spcFirstLastPara="1" wrap="square" lIns="121900" tIns="121900" rIns="121900" bIns="121900" anchor="ctr" anchorCtr="0">
                  <a:noAutofit/>
                </a:bodyPr>
                <a:lstStyle/>
                <a:p>
                  <a:endParaRPr sz="2039" b="1" dirty="0"/>
                </a:p>
              </p:txBody>
            </p:sp>
            <p:sp>
              <p:nvSpPr>
                <p:cNvPr id="23" name="Google Shape;11665;p77">
                  <a:extLst>
                    <a:ext uri="{FF2B5EF4-FFF2-40B4-BE49-F238E27FC236}">
                      <a16:creationId xmlns:a16="http://schemas.microsoft.com/office/drawing/2014/main" id="{6EEB1524-2E12-BDE1-3025-AA07AD441FE2}"/>
                    </a:ext>
                  </a:extLst>
                </p:cNvPr>
                <p:cNvSpPr/>
                <p:nvPr/>
              </p:nvSpPr>
              <p:spPr>
                <a:xfrm>
                  <a:off x="4431425" y="4196825"/>
                  <a:ext cx="104000" cy="62250"/>
                </a:xfrm>
                <a:custGeom>
                  <a:avLst/>
                  <a:gdLst/>
                  <a:ahLst/>
                  <a:cxnLst/>
                  <a:rect l="l" t="t" r="r" b="b"/>
                  <a:pathLst>
                    <a:path w="4160" h="2490" extrusionOk="0">
                      <a:moveTo>
                        <a:pt x="977" y="1"/>
                      </a:moveTo>
                      <a:cubicBezTo>
                        <a:pt x="536" y="284"/>
                        <a:pt x="189" y="694"/>
                        <a:pt x="63" y="1198"/>
                      </a:cubicBezTo>
                      <a:cubicBezTo>
                        <a:pt x="32" y="1387"/>
                        <a:pt x="0" y="1576"/>
                        <a:pt x="0" y="1797"/>
                      </a:cubicBezTo>
                      <a:lnTo>
                        <a:pt x="0" y="2143"/>
                      </a:lnTo>
                      <a:cubicBezTo>
                        <a:pt x="0" y="2332"/>
                        <a:pt x="158" y="2490"/>
                        <a:pt x="347" y="2490"/>
                      </a:cubicBezTo>
                      <a:lnTo>
                        <a:pt x="3813" y="2490"/>
                      </a:lnTo>
                      <a:cubicBezTo>
                        <a:pt x="4002" y="2490"/>
                        <a:pt x="4159" y="2332"/>
                        <a:pt x="4159" y="2143"/>
                      </a:cubicBezTo>
                      <a:lnTo>
                        <a:pt x="4159" y="1797"/>
                      </a:lnTo>
                      <a:cubicBezTo>
                        <a:pt x="4096" y="1576"/>
                        <a:pt x="4065" y="1356"/>
                        <a:pt x="4002" y="1198"/>
                      </a:cubicBezTo>
                      <a:cubicBezTo>
                        <a:pt x="3844" y="694"/>
                        <a:pt x="3529" y="284"/>
                        <a:pt x="3119" y="1"/>
                      </a:cubicBezTo>
                      <a:cubicBezTo>
                        <a:pt x="2804" y="253"/>
                        <a:pt x="2426" y="410"/>
                        <a:pt x="2048" y="410"/>
                      </a:cubicBezTo>
                      <a:cubicBezTo>
                        <a:pt x="1639" y="410"/>
                        <a:pt x="1261" y="253"/>
                        <a:pt x="977" y="1"/>
                      </a:cubicBezTo>
                      <a:close/>
                    </a:path>
                  </a:pathLst>
                </a:custGeom>
                <a:grpFill/>
                <a:ln>
                  <a:noFill/>
                </a:ln>
              </p:spPr>
              <p:txBody>
                <a:bodyPr spcFirstLastPara="1" wrap="square" lIns="121900" tIns="121900" rIns="121900" bIns="121900" anchor="ctr" anchorCtr="0">
                  <a:noAutofit/>
                </a:bodyPr>
                <a:lstStyle/>
                <a:p>
                  <a:endParaRPr sz="2039" b="1"/>
                </a:p>
              </p:txBody>
            </p:sp>
            <p:sp>
              <p:nvSpPr>
                <p:cNvPr id="24" name="Google Shape;11666;p77">
                  <a:extLst>
                    <a:ext uri="{FF2B5EF4-FFF2-40B4-BE49-F238E27FC236}">
                      <a16:creationId xmlns:a16="http://schemas.microsoft.com/office/drawing/2014/main" id="{75F704E9-E541-4282-3DD6-5F1573CE9221}"/>
                    </a:ext>
                  </a:extLst>
                </p:cNvPr>
                <p:cNvSpPr/>
                <p:nvPr/>
              </p:nvSpPr>
              <p:spPr>
                <a:xfrm>
                  <a:off x="4359750" y="4022775"/>
                  <a:ext cx="104775" cy="44125"/>
                </a:xfrm>
                <a:custGeom>
                  <a:avLst/>
                  <a:gdLst/>
                  <a:ahLst/>
                  <a:cxnLst/>
                  <a:rect l="l" t="t" r="r" b="b"/>
                  <a:pathLst>
                    <a:path w="4191" h="1765" extrusionOk="0">
                      <a:moveTo>
                        <a:pt x="1009" y="0"/>
                      </a:moveTo>
                      <a:cubicBezTo>
                        <a:pt x="379" y="347"/>
                        <a:pt x="0" y="1040"/>
                        <a:pt x="0" y="1765"/>
                      </a:cubicBezTo>
                      <a:lnTo>
                        <a:pt x="4191" y="1765"/>
                      </a:lnTo>
                      <a:cubicBezTo>
                        <a:pt x="4191" y="1040"/>
                        <a:pt x="3813" y="347"/>
                        <a:pt x="3214" y="0"/>
                      </a:cubicBezTo>
                      <a:cubicBezTo>
                        <a:pt x="2899" y="252"/>
                        <a:pt x="2521" y="378"/>
                        <a:pt x="2111" y="378"/>
                      </a:cubicBezTo>
                      <a:cubicBezTo>
                        <a:pt x="1733" y="378"/>
                        <a:pt x="1324" y="252"/>
                        <a:pt x="1009" y="0"/>
                      </a:cubicBezTo>
                      <a:close/>
                    </a:path>
                  </a:pathLst>
                </a:custGeom>
                <a:grpFill/>
                <a:ln>
                  <a:noFill/>
                </a:ln>
              </p:spPr>
              <p:txBody>
                <a:bodyPr spcFirstLastPara="1" wrap="square" lIns="121900" tIns="121900" rIns="121900" bIns="121900" anchor="ctr" anchorCtr="0">
                  <a:noAutofit/>
                </a:bodyPr>
                <a:lstStyle/>
                <a:p>
                  <a:endParaRPr sz="2039" b="1"/>
                </a:p>
              </p:txBody>
            </p:sp>
            <p:sp>
              <p:nvSpPr>
                <p:cNvPr id="25" name="Google Shape;11667;p77">
                  <a:extLst>
                    <a:ext uri="{FF2B5EF4-FFF2-40B4-BE49-F238E27FC236}">
                      <a16:creationId xmlns:a16="http://schemas.microsoft.com/office/drawing/2014/main" id="{8A9E1EFA-A1C6-A963-2B39-CEBAA962D5D1}"/>
                    </a:ext>
                  </a:extLst>
                </p:cNvPr>
                <p:cNvSpPr/>
                <p:nvPr/>
              </p:nvSpPr>
              <p:spPr>
                <a:xfrm>
                  <a:off x="4291225" y="4196825"/>
                  <a:ext cx="102425" cy="62250"/>
                </a:xfrm>
                <a:custGeom>
                  <a:avLst/>
                  <a:gdLst/>
                  <a:ahLst/>
                  <a:cxnLst/>
                  <a:rect l="l" t="t" r="r" b="b"/>
                  <a:pathLst>
                    <a:path w="4097" h="2490" extrusionOk="0">
                      <a:moveTo>
                        <a:pt x="1009" y="1"/>
                      </a:moveTo>
                      <a:cubicBezTo>
                        <a:pt x="568" y="284"/>
                        <a:pt x="221" y="694"/>
                        <a:pt x="95" y="1198"/>
                      </a:cubicBezTo>
                      <a:cubicBezTo>
                        <a:pt x="64" y="1387"/>
                        <a:pt x="1" y="1576"/>
                        <a:pt x="1" y="1797"/>
                      </a:cubicBezTo>
                      <a:lnTo>
                        <a:pt x="1" y="2143"/>
                      </a:lnTo>
                      <a:cubicBezTo>
                        <a:pt x="1" y="2332"/>
                        <a:pt x="158" y="2490"/>
                        <a:pt x="379" y="2490"/>
                      </a:cubicBezTo>
                      <a:lnTo>
                        <a:pt x="3844" y="2490"/>
                      </a:lnTo>
                      <a:cubicBezTo>
                        <a:pt x="3939" y="2490"/>
                        <a:pt x="4096" y="2332"/>
                        <a:pt x="4096" y="2143"/>
                      </a:cubicBezTo>
                      <a:lnTo>
                        <a:pt x="4096" y="1797"/>
                      </a:lnTo>
                      <a:cubicBezTo>
                        <a:pt x="4096" y="1576"/>
                        <a:pt x="4065" y="1356"/>
                        <a:pt x="4033" y="1198"/>
                      </a:cubicBezTo>
                      <a:cubicBezTo>
                        <a:pt x="3876" y="694"/>
                        <a:pt x="3561" y="284"/>
                        <a:pt x="3120" y="1"/>
                      </a:cubicBezTo>
                      <a:cubicBezTo>
                        <a:pt x="2804" y="253"/>
                        <a:pt x="2458" y="410"/>
                        <a:pt x="2048" y="410"/>
                      </a:cubicBezTo>
                      <a:cubicBezTo>
                        <a:pt x="1670" y="410"/>
                        <a:pt x="1261" y="253"/>
                        <a:pt x="1009" y="1"/>
                      </a:cubicBezTo>
                      <a:close/>
                    </a:path>
                  </a:pathLst>
                </a:custGeom>
                <a:grpFill/>
                <a:ln>
                  <a:noFill/>
                </a:ln>
              </p:spPr>
              <p:txBody>
                <a:bodyPr spcFirstLastPara="1" wrap="square" lIns="121900" tIns="121900" rIns="121900" bIns="121900" anchor="ctr" anchorCtr="0">
                  <a:noAutofit/>
                </a:bodyPr>
                <a:lstStyle/>
                <a:p>
                  <a:endParaRPr sz="2039" b="1"/>
                </a:p>
              </p:txBody>
            </p:sp>
          </p:grpSp>
        </p:grpSp>
        <p:sp>
          <p:nvSpPr>
            <p:cNvPr id="26" name="ZoneTexte 115">
              <a:extLst>
                <a:ext uri="{FF2B5EF4-FFF2-40B4-BE49-F238E27FC236}">
                  <a16:creationId xmlns:a16="http://schemas.microsoft.com/office/drawing/2014/main" id="{EDFA8827-7F85-7DE3-A433-755745465D0B}"/>
                </a:ext>
              </a:extLst>
            </p:cNvPr>
            <p:cNvSpPr txBox="1"/>
            <p:nvPr/>
          </p:nvSpPr>
          <p:spPr>
            <a:xfrm>
              <a:off x="5161097" y="1807298"/>
              <a:ext cx="1636660" cy="276999"/>
            </a:xfrm>
            <a:prstGeom prst="rect">
              <a:avLst/>
            </a:prstGeom>
            <a:noFill/>
          </p:spPr>
          <p:txBody>
            <a:bodyPr wrap="square" rtlCol="0">
              <a:spAutoFit/>
            </a:bodyPr>
            <a:lstStyle/>
            <a:p>
              <a:pPr algn="ctr"/>
              <a:r>
                <a:rPr lang="fr-FR" sz="1019" b="1" dirty="0" err="1">
                  <a:latin typeface="+mj-lt"/>
                </a:rPr>
                <a:t>Analysis</a:t>
              </a:r>
              <a:r>
                <a:rPr lang="fr-FR" sz="1019" b="1" dirty="0">
                  <a:latin typeface="+mj-lt"/>
                </a:rPr>
                <a:t> Restitution</a:t>
              </a:r>
            </a:p>
          </p:txBody>
        </p:sp>
        <p:sp>
          <p:nvSpPr>
            <p:cNvPr id="27" name="ZoneTexte 128">
              <a:extLst>
                <a:ext uri="{FF2B5EF4-FFF2-40B4-BE49-F238E27FC236}">
                  <a16:creationId xmlns:a16="http://schemas.microsoft.com/office/drawing/2014/main" id="{8EB5A14B-4B0A-33D6-EBD9-776ED5332B49}"/>
                </a:ext>
              </a:extLst>
            </p:cNvPr>
            <p:cNvSpPr txBox="1"/>
            <p:nvPr/>
          </p:nvSpPr>
          <p:spPr>
            <a:xfrm rot="16200000">
              <a:off x="-16722" y="6087444"/>
              <a:ext cx="997130" cy="461665"/>
            </a:xfrm>
            <a:prstGeom prst="rect">
              <a:avLst/>
            </a:prstGeom>
            <a:noFill/>
          </p:spPr>
          <p:txBody>
            <a:bodyPr wrap="square" rtlCol="0">
              <a:spAutoFit/>
            </a:bodyPr>
            <a:lstStyle/>
            <a:p>
              <a:pPr algn="ctr"/>
              <a:r>
                <a:rPr lang="fr-FR" sz="1019" b="1" dirty="0">
                  <a:solidFill>
                    <a:schemeClr val="tx2"/>
                  </a:solidFill>
                  <a:latin typeface="+mj-lt"/>
                </a:rPr>
                <a:t>CUSTOMER SUCCESS</a:t>
              </a:r>
            </a:p>
          </p:txBody>
        </p:sp>
        <p:sp>
          <p:nvSpPr>
            <p:cNvPr id="28" name="ZoneTexte 129">
              <a:extLst>
                <a:ext uri="{FF2B5EF4-FFF2-40B4-BE49-F238E27FC236}">
                  <a16:creationId xmlns:a16="http://schemas.microsoft.com/office/drawing/2014/main" id="{38A4A9A4-828D-D57C-3F33-A95B13B2A8DF}"/>
                </a:ext>
              </a:extLst>
            </p:cNvPr>
            <p:cNvSpPr txBox="1"/>
            <p:nvPr/>
          </p:nvSpPr>
          <p:spPr>
            <a:xfrm>
              <a:off x="7210586" y="1807298"/>
              <a:ext cx="1074617" cy="276999"/>
            </a:xfrm>
            <a:prstGeom prst="rect">
              <a:avLst/>
            </a:prstGeom>
            <a:noFill/>
          </p:spPr>
          <p:txBody>
            <a:bodyPr wrap="square" rtlCol="0">
              <a:spAutoFit/>
            </a:bodyPr>
            <a:lstStyle/>
            <a:p>
              <a:pPr algn="ctr"/>
              <a:r>
                <a:rPr lang="fr-FR" sz="1019" b="1" dirty="0">
                  <a:latin typeface="+mj-lt"/>
                </a:rPr>
                <a:t>Pre Go Live</a:t>
              </a:r>
            </a:p>
          </p:txBody>
        </p:sp>
        <p:sp>
          <p:nvSpPr>
            <p:cNvPr id="29" name="ZoneTexte 130">
              <a:extLst>
                <a:ext uri="{FF2B5EF4-FFF2-40B4-BE49-F238E27FC236}">
                  <a16:creationId xmlns:a16="http://schemas.microsoft.com/office/drawing/2014/main" id="{BEA26D4A-69B6-7ACF-B7FA-87601B30BFD4}"/>
                </a:ext>
              </a:extLst>
            </p:cNvPr>
            <p:cNvSpPr txBox="1"/>
            <p:nvPr/>
          </p:nvSpPr>
          <p:spPr>
            <a:xfrm>
              <a:off x="8698033" y="1807298"/>
              <a:ext cx="1074617" cy="276999"/>
            </a:xfrm>
            <a:prstGeom prst="rect">
              <a:avLst/>
            </a:prstGeom>
            <a:noFill/>
          </p:spPr>
          <p:txBody>
            <a:bodyPr wrap="square" rtlCol="0">
              <a:spAutoFit/>
            </a:bodyPr>
            <a:lstStyle/>
            <a:p>
              <a:pPr algn="ctr"/>
              <a:r>
                <a:rPr lang="fr-FR" sz="1019" b="1" dirty="0">
                  <a:latin typeface="+mj-lt"/>
                </a:rPr>
                <a:t>Post Go Live</a:t>
              </a:r>
            </a:p>
          </p:txBody>
        </p:sp>
        <p:grpSp>
          <p:nvGrpSpPr>
            <p:cNvPr id="30" name="Groupe 131">
              <a:extLst>
                <a:ext uri="{FF2B5EF4-FFF2-40B4-BE49-F238E27FC236}">
                  <a16:creationId xmlns:a16="http://schemas.microsoft.com/office/drawing/2014/main" id="{B67C8BCE-9ECD-35B0-FBEF-B43D04629296}"/>
                </a:ext>
              </a:extLst>
            </p:cNvPr>
            <p:cNvGrpSpPr/>
            <p:nvPr/>
          </p:nvGrpSpPr>
          <p:grpSpPr>
            <a:xfrm>
              <a:off x="4920761" y="1783797"/>
              <a:ext cx="324000" cy="324000"/>
              <a:chOff x="2745040" y="2428028"/>
              <a:chExt cx="425863" cy="432188"/>
            </a:xfrm>
          </p:grpSpPr>
          <p:sp>
            <p:nvSpPr>
              <p:cNvPr id="31" name="Ellipse 132">
                <a:extLst>
                  <a:ext uri="{FF2B5EF4-FFF2-40B4-BE49-F238E27FC236}">
                    <a16:creationId xmlns:a16="http://schemas.microsoft.com/office/drawing/2014/main" id="{5B6AB38D-9325-3094-D533-DAE67D4FF7C3}"/>
                  </a:ext>
                </a:extLst>
              </p:cNvPr>
              <p:cNvSpPr/>
              <p:nvPr/>
            </p:nvSpPr>
            <p:spPr>
              <a:xfrm>
                <a:off x="2745040" y="2428028"/>
                <a:ext cx="425863" cy="43218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dirty="0">
                  <a:solidFill>
                    <a:schemeClr val="tx1"/>
                  </a:solidFill>
                </a:endParaRPr>
              </a:p>
            </p:txBody>
          </p:sp>
          <p:grpSp>
            <p:nvGrpSpPr>
              <p:cNvPr id="32" name="Google Shape;11660;p77">
                <a:extLst>
                  <a:ext uri="{FF2B5EF4-FFF2-40B4-BE49-F238E27FC236}">
                    <a16:creationId xmlns:a16="http://schemas.microsoft.com/office/drawing/2014/main" id="{16E2D220-5440-7EBE-DDCD-35A5EEACFE47}"/>
                  </a:ext>
                </a:extLst>
              </p:cNvPr>
              <p:cNvGrpSpPr/>
              <p:nvPr/>
            </p:nvGrpSpPr>
            <p:grpSpPr>
              <a:xfrm>
                <a:off x="2836084" y="2523531"/>
                <a:ext cx="243774" cy="241182"/>
                <a:chOff x="4263657" y="3963700"/>
                <a:chExt cx="298551" cy="295375"/>
              </a:xfrm>
              <a:solidFill>
                <a:schemeClr val="bg1"/>
              </a:solidFill>
            </p:grpSpPr>
            <p:sp>
              <p:nvSpPr>
                <p:cNvPr id="33" name="Google Shape;11661;p77">
                  <a:extLst>
                    <a:ext uri="{FF2B5EF4-FFF2-40B4-BE49-F238E27FC236}">
                      <a16:creationId xmlns:a16="http://schemas.microsoft.com/office/drawing/2014/main" id="{B32C5A64-6773-847B-F73E-C5A8EC4D458F}"/>
                    </a:ext>
                  </a:extLst>
                </p:cNvPr>
                <p:cNvSpPr/>
                <p:nvPr/>
              </p:nvSpPr>
              <p:spPr>
                <a:xfrm>
                  <a:off x="4384950" y="3963700"/>
                  <a:ext cx="53575" cy="51225"/>
                </a:xfrm>
                <a:custGeom>
                  <a:avLst/>
                  <a:gdLst/>
                  <a:ahLst/>
                  <a:cxnLst/>
                  <a:rect l="l" t="t" r="r" b="b"/>
                  <a:pathLst>
                    <a:path w="2143" h="2049" extrusionOk="0">
                      <a:moveTo>
                        <a:pt x="1072" y="1"/>
                      </a:moveTo>
                      <a:cubicBezTo>
                        <a:pt x="473" y="1"/>
                        <a:pt x="1" y="473"/>
                        <a:pt x="1" y="1040"/>
                      </a:cubicBezTo>
                      <a:cubicBezTo>
                        <a:pt x="1" y="1607"/>
                        <a:pt x="473" y="2048"/>
                        <a:pt x="1072" y="2048"/>
                      </a:cubicBezTo>
                      <a:cubicBezTo>
                        <a:pt x="1670" y="2048"/>
                        <a:pt x="2143" y="1576"/>
                        <a:pt x="2143" y="1040"/>
                      </a:cubicBezTo>
                      <a:cubicBezTo>
                        <a:pt x="2143" y="442"/>
                        <a:pt x="1670" y="1"/>
                        <a:pt x="1072" y="1"/>
                      </a:cubicBezTo>
                      <a:close/>
                    </a:path>
                  </a:pathLst>
                </a:custGeom>
                <a:grpFill/>
                <a:ln>
                  <a:noFill/>
                </a:ln>
              </p:spPr>
              <p:txBody>
                <a:bodyPr spcFirstLastPara="1" wrap="square" lIns="121900" tIns="121900" rIns="121900" bIns="121900" anchor="ctr" anchorCtr="0">
                  <a:noAutofit/>
                </a:bodyPr>
                <a:lstStyle/>
                <a:p>
                  <a:endParaRPr sz="2039" b="1"/>
                </a:p>
              </p:txBody>
            </p:sp>
            <p:sp>
              <p:nvSpPr>
                <p:cNvPr id="34" name="Google Shape;11662;p77">
                  <a:extLst>
                    <a:ext uri="{FF2B5EF4-FFF2-40B4-BE49-F238E27FC236}">
                      <a16:creationId xmlns:a16="http://schemas.microsoft.com/office/drawing/2014/main" id="{6903EEF8-2E81-A3AA-E700-0590A0FFB98A}"/>
                    </a:ext>
                  </a:extLst>
                </p:cNvPr>
                <p:cNvSpPr/>
                <p:nvPr/>
              </p:nvSpPr>
              <p:spPr>
                <a:xfrm>
                  <a:off x="4315650" y="4136975"/>
                  <a:ext cx="51200" cy="51225"/>
                </a:xfrm>
                <a:custGeom>
                  <a:avLst/>
                  <a:gdLst/>
                  <a:ahLst/>
                  <a:cxnLst/>
                  <a:rect l="l" t="t" r="r" b="b"/>
                  <a:pathLst>
                    <a:path w="2048" h="2049" extrusionOk="0">
                      <a:moveTo>
                        <a:pt x="1040" y="1"/>
                      </a:moveTo>
                      <a:cubicBezTo>
                        <a:pt x="473" y="1"/>
                        <a:pt x="0" y="473"/>
                        <a:pt x="0" y="1040"/>
                      </a:cubicBezTo>
                      <a:cubicBezTo>
                        <a:pt x="0" y="1576"/>
                        <a:pt x="473" y="2048"/>
                        <a:pt x="1040" y="2048"/>
                      </a:cubicBezTo>
                      <a:cubicBezTo>
                        <a:pt x="1607" y="2048"/>
                        <a:pt x="2048" y="1576"/>
                        <a:pt x="2048" y="1040"/>
                      </a:cubicBezTo>
                      <a:cubicBezTo>
                        <a:pt x="2048" y="473"/>
                        <a:pt x="1607" y="1"/>
                        <a:pt x="1040" y="1"/>
                      </a:cubicBezTo>
                      <a:close/>
                    </a:path>
                  </a:pathLst>
                </a:custGeom>
                <a:grpFill/>
                <a:ln>
                  <a:noFill/>
                </a:ln>
              </p:spPr>
              <p:txBody>
                <a:bodyPr spcFirstLastPara="1" wrap="square" lIns="121900" tIns="121900" rIns="121900" bIns="121900" anchor="ctr" anchorCtr="0">
                  <a:noAutofit/>
                </a:bodyPr>
                <a:lstStyle/>
                <a:p>
                  <a:endParaRPr sz="2039" b="1"/>
                </a:p>
              </p:txBody>
            </p:sp>
            <p:sp>
              <p:nvSpPr>
                <p:cNvPr id="35" name="Google Shape;11663;p77">
                  <a:extLst>
                    <a:ext uri="{FF2B5EF4-FFF2-40B4-BE49-F238E27FC236}">
                      <a16:creationId xmlns:a16="http://schemas.microsoft.com/office/drawing/2014/main" id="{4A456CFE-71A4-F29F-E764-ECCB57F6642F}"/>
                    </a:ext>
                  </a:extLst>
                </p:cNvPr>
                <p:cNvSpPr/>
                <p:nvPr/>
              </p:nvSpPr>
              <p:spPr>
                <a:xfrm>
                  <a:off x="4455850" y="4136975"/>
                  <a:ext cx="51200" cy="51225"/>
                </a:xfrm>
                <a:custGeom>
                  <a:avLst/>
                  <a:gdLst/>
                  <a:ahLst/>
                  <a:cxnLst/>
                  <a:rect l="l" t="t" r="r" b="b"/>
                  <a:pathLst>
                    <a:path w="2048" h="2049" extrusionOk="0">
                      <a:moveTo>
                        <a:pt x="1040" y="1"/>
                      </a:moveTo>
                      <a:cubicBezTo>
                        <a:pt x="473" y="1"/>
                        <a:pt x="0" y="473"/>
                        <a:pt x="0" y="1040"/>
                      </a:cubicBezTo>
                      <a:cubicBezTo>
                        <a:pt x="0" y="1576"/>
                        <a:pt x="473" y="2048"/>
                        <a:pt x="1040" y="2048"/>
                      </a:cubicBezTo>
                      <a:cubicBezTo>
                        <a:pt x="1575" y="2048"/>
                        <a:pt x="2048" y="1576"/>
                        <a:pt x="2048" y="1040"/>
                      </a:cubicBezTo>
                      <a:cubicBezTo>
                        <a:pt x="2048" y="473"/>
                        <a:pt x="1575" y="1"/>
                        <a:pt x="1040" y="1"/>
                      </a:cubicBezTo>
                      <a:close/>
                    </a:path>
                  </a:pathLst>
                </a:custGeom>
                <a:grpFill/>
                <a:ln>
                  <a:noFill/>
                </a:ln>
              </p:spPr>
              <p:txBody>
                <a:bodyPr spcFirstLastPara="1" wrap="square" lIns="121900" tIns="121900" rIns="121900" bIns="121900" anchor="ctr" anchorCtr="0">
                  <a:noAutofit/>
                </a:bodyPr>
                <a:lstStyle/>
                <a:p>
                  <a:endParaRPr sz="2039" b="1"/>
                </a:p>
              </p:txBody>
            </p:sp>
            <p:sp>
              <p:nvSpPr>
                <p:cNvPr id="36" name="Google Shape;11664;p77">
                  <a:extLst>
                    <a:ext uri="{FF2B5EF4-FFF2-40B4-BE49-F238E27FC236}">
                      <a16:creationId xmlns:a16="http://schemas.microsoft.com/office/drawing/2014/main" id="{BC366AD2-434A-C8C2-E005-D937618A3824}"/>
                    </a:ext>
                  </a:extLst>
                </p:cNvPr>
                <p:cNvSpPr/>
                <p:nvPr/>
              </p:nvSpPr>
              <p:spPr>
                <a:xfrm>
                  <a:off x="4263657" y="4085000"/>
                  <a:ext cx="298551" cy="122100"/>
                </a:xfrm>
                <a:custGeom>
                  <a:avLst/>
                  <a:gdLst/>
                  <a:ahLst/>
                  <a:cxnLst/>
                  <a:rect l="l" t="t" r="r" b="b"/>
                  <a:pathLst>
                    <a:path w="11942" h="4884" extrusionOk="0">
                      <a:moveTo>
                        <a:pt x="1545" y="0"/>
                      </a:moveTo>
                      <a:cubicBezTo>
                        <a:pt x="1041" y="0"/>
                        <a:pt x="599" y="347"/>
                        <a:pt x="505" y="851"/>
                      </a:cubicBezTo>
                      <a:lnTo>
                        <a:pt x="64" y="3655"/>
                      </a:lnTo>
                      <a:cubicBezTo>
                        <a:pt x="1" y="3970"/>
                        <a:pt x="95" y="4253"/>
                        <a:pt x="284" y="4474"/>
                      </a:cubicBezTo>
                      <a:cubicBezTo>
                        <a:pt x="410" y="4631"/>
                        <a:pt x="599" y="4757"/>
                        <a:pt x="788" y="4789"/>
                      </a:cubicBezTo>
                      <a:cubicBezTo>
                        <a:pt x="1009" y="4442"/>
                        <a:pt x="1324" y="4127"/>
                        <a:pt x="1639" y="3938"/>
                      </a:cubicBezTo>
                      <a:cubicBezTo>
                        <a:pt x="1513" y="3686"/>
                        <a:pt x="1419" y="3434"/>
                        <a:pt x="1419" y="3151"/>
                      </a:cubicBezTo>
                      <a:cubicBezTo>
                        <a:pt x="1419" y="2206"/>
                        <a:pt x="2206" y="1418"/>
                        <a:pt x="3151" y="1418"/>
                      </a:cubicBezTo>
                      <a:cubicBezTo>
                        <a:pt x="4097" y="1418"/>
                        <a:pt x="4884" y="2206"/>
                        <a:pt x="4884" y="3151"/>
                      </a:cubicBezTo>
                      <a:cubicBezTo>
                        <a:pt x="4884" y="3434"/>
                        <a:pt x="4821" y="3686"/>
                        <a:pt x="4695" y="3938"/>
                      </a:cubicBezTo>
                      <a:cubicBezTo>
                        <a:pt x="5042" y="4159"/>
                        <a:pt x="5325" y="4474"/>
                        <a:pt x="5577" y="4883"/>
                      </a:cubicBezTo>
                      <a:lnTo>
                        <a:pt x="6396" y="4883"/>
                      </a:lnTo>
                      <a:cubicBezTo>
                        <a:pt x="6585" y="4537"/>
                        <a:pt x="6900" y="4159"/>
                        <a:pt x="7247" y="3938"/>
                      </a:cubicBezTo>
                      <a:cubicBezTo>
                        <a:pt x="7152" y="3686"/>
                        <a:pt x="7058" y="3434"/>
                        <a:pt x="7058" y="3151"/>
                      </a:cubicBezTo>
                      <a:cubicBezTo>
                        <a:pt x="7058" y="2206"/>
                        <a:pt x="7846" y="1418"/>
                        <a:pt x="8791" y="1418"/>
                      </a:cubicBezTo>
                      <a:cubicBezTo>
                        <a:pt x="9736" y="1418"/>
                        <a:pt x="10524" y="2206"/>
                        <a:pt x="10524" y="3151"/>
                      </a:cubicBezTo>
                      <a:cubicBezTo>
                        <a:pt x="10524" y="3434"/>
                        <a:pt x="10461" y="3686"/>
                        <a:pt x="10334" y="3938"/>
                      </a:cubicBezTo>
                      <a:cubicBezTo>
                        <a:pt x="10681" y="4159"/>
                        <a:pt x="10965" y="4442"/>
                        <a:pt x="11154" y="4789"/>
                      </a:cubicBezTo>
                      <a:cubicBezTo>
                        <a:pt x="11343" y="4757"/>
                        <a:pt x="11563" y="4631"/>
                        <a:pt x="11658" y="4474"/>
                      </a:cubicBezTo>
                      <a:cubicBezTo>
                        <a:pt x="11878" y="4253"/>
                        <a:pt x="11941" y="3938"/>
                        <a:pt x="11910" y="3655"/>
                      </a:cubicBezTo>
                      <a:lnTo>
                        <a:pt x="11343" y="851"/>
                      </a:lnTo>
                      <a:cubicBezTo>
                        <a:pt x="11280" y="347"/>
                        <a:pt x="10839" y="0"/>
                        <a:pt x="10334" y="0"/>
                      </a:cubicBezTo>
                      <a:close/>
                    </a:path>
                  </a:pathLst>
                </a:custGeom>
                <a:grpFill/>
                <a:ln>
                  <a:noFill/>
                </a:ln>
              </p:spPr>
              <p:txBody>
                <a:bodyPr spcFirstLastPara="1" wrap="square" lIns="121900" tIns="121900" rIns="121900" bIns="121900" anchor="ctr" anchorCtr="0">
                  <a:noAutofit/>
                </a:bodyPr>
                <a:lstStyle/>
                <a:p>
                  <a:endParaRPr sz="2039" b="1" dirty="0"/>
                </a:p>
              </p:txBody>
            </p:sp>
            <p:sp>
              <p:nvSpPr>
                <p:cNvPr id="37" name="Google Shape;11665;p77">
                  <a:extLst>
                    <a:ext uri="{FF2B5EF4-FFF2-40B4-BE49-F238E27FC236}">
                      <a16:creationId xmlns:a16="http://schemas.microsoft.com/office/drawing/2014/main" id="{49525A25-6557-9DE7-7AB8-218B02A1387B}"/>
                    </a:ext>
                  </a:extLst>
                </p:cNvPr>
                <p:cNvSpPr/>
                <p:nvPr/>
              </p:nvSpPr>
              <p:spPr>
                <a:xfrm>
                  <a:off x="4431425" y="4196825"/>
                  <a:ext cx="104000" cy="62250"/>
                </a:xfrm>
                <a:custGeom>
                  <a:avLst/>
                  <a:gdLst/>
                  <a:ahLst/>
                  <a:cxnLst/>
                  <a:rect l="l" t="t" r="r" b="b"/>
                  <a:pathLst>
                    <a:path w="4160" h="2490" extrusionOk="0">
                      <a:moveTo>
                        <a:pt x="977" y="1"/>
                      </a:moveTo>
                      <a:cubicBezTo>
                        <a:pt x="536" y="284"/>
                        <a:pt x="189" y="694"/>
                        <a:pt x="63" y="1198"/>
                      </a:cubicBezTo>
                      <a:cubicBezTo>
                        <a:pt x="32" y="1387"/>
                        <a:pt x="0" y="1576"/>
                        <a:pt x="0" y="1797"/>
                      </a:cubicBezTo>
                      <a:lnTo>
                        <a:pt x="0" y="2143"/>
                      </a:lnTo>
                      <a:cubicBezTo>
                        <a:pt x="0" y="2332"/>
                        <a:pt x="158" y="2490"/>
                        <a:pt x="347" y="2490"/>
                      </a:cubicBezTo>
                      <a:lnTo>
                        <a:pt x="3813" y="2490"/>
                      </a:lnTo>
                      <a:cubicBezTo>
                        <a:pt x="4002" y="2490"/>
                        <a:pt x="4159" y="2332"/>
                        <a:pt x="4159" y="2143"/>
                      </a:cubicBezTo>
                      <a:lnTo>
                        <a:pt x="4159" y="1797"/>
                      </a:lnTo>
                      <a:cubicBezTo>
                        <a:pt x="4096" y="1576"/>
                        <a:pt x="4065" y="1356"/>
                        <a:pt x="4002" y="1198"/>
                      </a:cubicBezTo>
                      <a:cubicBezTo>
                        <a:pt x="3844" y="694"/>
                        <a:pt x="3529" y="284"/>
                        <a:pt x="3119" y="1"/>
                      </a:cubicBezTo>
                      <a:cubicBezTo>
                        <a:pt x="2804" y="253"/>
                        <a:pt x="2426" y="410"/>
                        <a:pt x="2048" y="410"/>
                      </a:cubicBezTo>
                      <a:cubicBezTo>
                        <a:pt x="1639" y="410"/>
                        <a:pt x="1261" y="253"/>
                        <a:pt x="977" y="1"/>
                      </a:cubicBezTo>
                      <a:close/>
                    </a:path>
                  </a:pathLst>
                </a:custGeom>
                <a:grpFill/>
                <a:ln>
                  <a:noFill/>
                </a:ln>
              </p:spPr>
              <p:txBody>
                <a:bodyPr spcFirstLastPara="1" wrap="square" lIns="121900" tIns="121900" rIns="121900" bIns="121900" anchor="ctr" anchorCtr="0">
                  <a:noAutofit/>
                </a:bodyPr>
                <a:lstStyle/>
                <a:p>
                  <a:endParaRPr sz="2039" b="1"/>
                </a:p>
              </p:txBody>
            </p:sp>
            <p:sp>
              <p:nvSpPr>
                <p:cNvPr id="38" name="Google Shape;11666;p77">
                  <a:extLst>
                    <a:ext uri="{FF2B5EF4-FFF2-40B4-BE49-F238E27FC236}">
                      <a16:creationId xmlns:a16="http://schemas.microsoft.com/office/drawing/2014/main" id="{30468BF1-7A4C-08BF-7B55-1234460D2D11}"/>
                    </a:ext>
                  </a:extLst>
                </p:cNvPr>
                <p:cNvSpPr/>
                <p:nvPr/>
              </p:nvSpPr>
              <p:spPr>
                <a:xfrm>
                  <a:off x="4359750" y="4022775"/>
                  <a:ext cx="104775" cy="44125"/>
                </a:xfrm>
                <a:custGeom>
                  <a:avLst/>
                  <a:gdLst/>
                  <a:ahLst/>
                  <a:cxnLst/>
                  <a:rect l="l" t="t" r="r" b="b"/>
                  <a:pathLst>
                    <a:path w="4191" h="1765" extrusionOk="0">
                      <a:moveTo>
                        <a:pt x="1009" y="0"/>
                      </a:moveTo>
                      <a:cubicBezTo>
                        <a:pt x="379" y="347"/>
                        <a:pt x="0" y="1040"/>
                        <a:pt x="0" y="1765"/>
                      </a:cubicBezTo>
                      <a:lnTo>
                        <a:pt x="4191" y="1765"/>
                      </a:lnTo>
                      <a:cubicBezTo>
                        <a:pt x="4191" y="1040"/>
                        <a:pt x="3813" y="347"/>
                        <a:pt x="3214" y="0"/>
                      </a:cubicBezTo>
                      <a:cubicBezTo>
                        <a:pt x="2899" y="252"/>
                        <a:pt x="2521" y="378"/>
                        <a:pt x="2111" y="378"/>
                      </a:cubicBezTo>
                      <a:cubicBezTo>
                        <a:pt x="1733" y="378"/>
                        <a:pt x="1324" y="252"/>
                        <a:pt x="1009" y="0"/>
                      </a:cubicBezTo>
                      <a:close/>
                    </a:path>
                  </a:pathLst>
                </a:custGeom>
                <a:grpFill/>
                <a:ln>
                  <a:noFill/>
                </a:ln>
              </p:spPr>
              <p:txBody>
                <a:bodyPr spcFirstLastPara="1" wrap="square" lIns="121900" tIns="121900" rIns="121900" bIns="121900" anchor="ctr" anchorCtr="0">
                  <a:noAutofit/>
                </a:bodyPr>
                <a:lstStyle/>
                <a:p>
                  <a:endParaRPr sz="2039" b="1"/>
                </a:p>
              </p:txBody>
            </p:sp>
            <p:sp>
              <p:nvSpPr>
                <p:cNvPr id="39" name="Google Shape;11667;p77">
                  <a:extLst>
                    <a:ext uri="{FF2B5EF4-FFF2-40B4-BE49-F238E27FC236}">
                      <a16:creationId xmlns:a16="http://schemas.microsoft.com/office/drawing/2014/main" id="{9E97C213-96A4-7451-92F4-054A7D1BB6E4}"/>
                    </a:ext>
                  </a:extLst>
                </p:cNvPr>
                <p:cNvSpPr/>
                <p:nvPr/>
              </p:nvSpPr>
              <p:spPr>
                <a:xfrm>
                  <a:off x="4291225" y="4196825"/>
                  <a:ext cx="102425" cy="62250"/>
                </a:xfrm>
                <a:custGeom>
                  <a:avLst/>
                  <a:gdLst/>
                  <a:ahLst/>
                  <a:cxnLst/>
                  <a:rect l="l" t="t" r="r" b="b"/>
                  <a:pathLst>
                    <a:path w="4097" h="2490" extrusionOk="0">
                      <a:moveTo>
                        <a:pt x="1009" y="1"/>
                      </a:moveTo>
                      <a:cubicBezTo>
                        <a:pt x="568" y="284"/>
                        <a:pt x="221" y="694"/>
                        <a:pt x="95" y="1198"/>
                      </a:cubicBezTo>
                      <a:cubicBezTo>
                        <a:pt x="64" y="1387"/>
                        <a:pt x="1" y="1576"/>
                        <a:pt x="1" y="1797"/>
                      </a:cubicBezTo>
                      <a:lnTo>
                        <a:pt x="1" y="2143"/>
                      </a:lnTo>
                      <a:cubicBezTo>
                        <a:pt x="1" y="2332"/>
                        <a:pt x="158" y="2490"/>
                        <a:pt x="379" y="2490"/>
                      </a:cubicBezTo>
                      <a:lnTo>
                        <a:pt x="3844" y="2490"/>
                      </a:lnTo>
                      <a:cubicBezTo>
                        <a:pt x="3939" y="2490"/>
                        <a:pt x="4096" y="2332"/>
                        <a:pt x="4096" y="2143"/>
                      </a:cubicBezTo>
                      <a:lnTo>
                        <a:pt x="4096" y="1797"/>
                      </a:lnTo>
                      <a:cubicBezTo>
                        <a:pt x="4096" y="1576"/>
                        <a:pt x="4065" y="1356"/>
                        <a:pt x="4033" y="1198"/>
                      </a:cubicBezTo>
                      <a:cubicBezTo>
                        <a:pt x="3876" y="694"/>
                        <a:pt x="3561" y="284"/>
                        <a:pt x="3120" y="1"/>
                      </a:cubicBezTo>
                      <a:cubicBezTo>
                        <a:pt x="2804" y="253"/>
                        <a:pt x="2458" y="410"/>
                        <a:pt x="2048" y="410"/>
                      </a:cubicBezTo>
                      <a:cubicBezTo>
                        <a:pt x="1670" y="410"/>
                        <a:pt x="1261" y="253"/>
                        <a:pt x="1009" y="1"/>
                      </a:cubicBezTo>
                      <a:close/>
                    </a:path>
                  </a:pathLst>
                </a:custGeom>
                <a:grpFill/>
                <a:ln>
                  <a:noFill/>
                </a:ln>
              </p:spPr>
              <p:txBody>
                <a:bodyPr spcFirstLastPara="1" wrap="square" lIns="121900" tIns="121900" rIns="121900" bIns="121900" anchor="ctr" anchorCtr="0">
                  <a:noAutofit/>
                </a:bodyPr>
                <a:lstStyle/>
                <a:p>
                  <a:endParaRPr sz="2039" b="1"/>
                </a:p>
              </p:txBody>
            </p:sp>
          </p:grpSp>
        </p:grpSp>
        <p:grpSp>
          <p:nvGrpSpPr>
            <p:cNvPr id="40" name="Groupe 141">
              <a:extLst>
                <a:ext uri="{FF2B5EF4-FFF2-40B4-BE49-F238E27FC236}">
                  <a16:creationId xmlns:a16="http://schemas.microsoft.com/office/drawing/2014/main" id="{E99029D5-43E9-9DEE-F647-545E673178A6}"/>
                </a:ext>
              </a:extLst>
            </p:cNvPr>
            <p:cNvGrpSpPr/>
            <p:nvPr/>
          </p:nvGrpSpPr>
          <p:grpSpPr>
            <a:xfrm>
              <a:off x="6968826" y="1783797"/>
              <a:ext cx="324000" cy="324000"/>
              <a:chOff x="2745040" y="2428028"/>
              <a:chExt cx="425863" cy="432188"/>
            </a:xfrm>
          </p:grpSpPr>
          <p:sp>
            <p:nvSpPr>
              <p:cNvPr id="41" name="Ellipse 142">
                <a:extLst>
                  <a:ext uri="{FF2B5EF4-FFF2-40B4-BE49-F238E27FC236}">
                    <a16:creationId xmlns:a16="http://schemas.microsoft.com/office/drawing/2014/main" id="{A32C4ACA-118B-93D9-DAB9-4568578BF201}"/>
                  </a:ext>
                </a:extLst>
              </p:cNvPr>
              <p:cNvSpPr/>
              <p:nvPr/>
            </p:nvSpPr>
            <p:spPr>
              <a:xfrm>
                <a:off x="2745040" y="2428028"/>
                <a:ext cx="425863" cy="43218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dirty="0">
                  <a:solidFill>
                    <a:schemeClr val="tx1"/>
                  </a:solidFill>
                </a:endParaRPr>
              </a:p>
            </p:txBody>
          </p:sp>
          <p:grpSp>
            <p:nvGrpSpPr>
              <p:cNvPr id="42" name="Google Shape;11660;p77">
                <a:extLst>
                  <a:ext uri="{FF2B5EF4-FFF2-40B4-BE49-F238E27FC236}">
                    <a16:creationId xmlns:a16="http://schemas.microsoft.com/office/drawing/2014/main" id="{5FC50376-8268-A877-50F2-0894D7413147}"/>
                  </a:ext>
                </a:extLst>
              </p:cNvPr>
              <p:cNvGrpSpPr/>
              <p:nvPr/>
            </p:nvGrpSpPr>
            <p:grpSpPr>
              <a:xfrm>
                <a:off x="2836084" y="2523531"/>
                <a:ext cx="243774" cy="241182"/>
                <a:chOff x="4263657" y="3963700"/>
                <a:chExt cx="298551" cy="295375"/>
              </a:xfrm>
              <a:solidFill>
                <a:schemeClr val="bg1"/>
              </a:solidFill>
            </p:grpSpPr>
            <p:sp>
              <p:nvSpPr>
                <p:cNvPr id="43" name="Google Shape;11661;p77">
                  <a:extLst>
                    <a:ext uri="{FF2B5EF4-FFF2-40B4-BE49-F238E27FC236}">
                      <a16:creationId xmlns:a16="http://schemas.microsoft.com/office/drawing/2014/main" id="{0029DC5D-12E4-F3C6-8DC0-7024FD328268}"/>
                    </a:ext>
                  </a:extLst>
                </p:cNvPr>
                <p:cNvSpPr/>
                <p:nvPr/>
              </p:nvSpPr>
              <p:spPr>
                <a:xfrm>
                  <a:off x="4384950" y="3963700"/>
                  <a:ext cx="53575" cy="51225"/>
                </a:xfrm>
                <a:custGeom>
                  <a:avLst/>
                  <a:gdLst/>
                  <a:ahLst/>
                  <a:cxnLst/>
                  <a:rect l="l" t="t" r="r" b="b"/>
                  <a:pathLst>
                    <a:path w="2143" h="2049" extrusionOk="0">
                      <a:moveTo>
                        <a:pt x="1072" y="1"/>
                      </a:moveTo>
                      <a:cubicBezTo>
                        <a:pt x="473" y="1"/>
                        <a:pt x="1" y="473"/>
                        <a:pt x="1" y="1040"/>
                      </a:cubicBezTo>
                      <a:cubicBezTo>
                        <a:pt x="1" y="1607"/>
                        <a:pt x="473" y="2048"/>
                        <a:pt x="1072" y="2048"/>
                      </a:cubicBezTo>
                      <a:cubicBezTo>
                        <a:pt x="1670" y="2048"/>
                        <a:pt x="2143" y="1576"/>
                        <a:pt x="2143" y="1040"/>
                      </a:cubicBezTo>
                      <a:cubicBezTo>
                        <a:pt x="2143" y="442"/>
                        <a:pt x="1670" y="1"/>
                        <a:pt x="1072" y="1"/>
                      </a:cubicBezTo>
                      <a:close/>
                    </a:path>
                  </a:pathLst>
                </a:custGeom>
                <a:grpFill/>
                <a:ln>
                  <a:noFill/>
                </a:ln>
              </p:spPr>
              <p:txBody>
                <a:bodyPr spcFirstLastPara="1" wrap="square" lIns="121900" tIns="121900" rIns="121900" bIns="121900" anchor="ctr" anchorCtr="0">
                  <a:noAutofit/>
                </a:bodyPr>
                <a:lstStyle/>
                <a:p>
                  <a:endParaRPr sz="2039" b="1"/>
                </a:p>
              </p:txBody>
            </p:sp>
            <p:sp>
              <p:nvSpPr>
                <p:cNvPr id="44" name="Google Shape;11662;p77">
                  <a:extLst>
                    <a:ext uri="{FF2B5EF4-FFF2-40B4-BE49-F238E27FC236}">
                      <a16:creationId xmlns:a16="http://schemas.microsoft.com/office/drawing/2014/main" id="{EEBB9CFE-89CE-A042-DF2D-5A6CD6AD4275}"/>
                    </a:ext>
                  </a:extLst>
                </p:cNvPr>
                <p:cNvSpPr/>
                <p:nvPr/>
              </p:nvSpPr>
              <p:spPr>
                <a:xfrm>
                  <a:off x="4315650" y="4136975"/>
                  <a:ext cx="51200" cy="51225"/>
                </a:xfrm>
                <a:custGeom>
                  <a:avLst/>
                  <a:gdLst/>
                  <a:ahLst/>
                  <a:cxnLst/>
                  <a:rect l="l" t="t" r="r" b="b"/>
                  <a:pathLst>
                    <a:path w="2048" h="2049" extrusionOk="0">
                      <a:moveTo>
                        <a:pt x="1040" y="1"/>
                      </a:moveTo>
                      <a:cubicBezTo>
                        <a:pt x="473" y="1"/>
                        <a:pt x="0" y="473"/>
                        <a:pt x="0" y="1040"/>
                      </a:cubicBezTo>
                      <a:cubicBezTo>
                        <a:pt x="0" y="1576"/>
                        <a:pt x="473" y="2048"/>
                        <a:pt x="1040" y="2048"/>
                      </a:cubicBezTo>
                      <a:cubicBezTo>
                        <a:pt x="1607" y="2048"/>
                        <a:pt x="2048" y="1576"/>
                        <a:pt x="2048" y="1040"/>
                      </a:cubicBezTo>
                      <a:cubicBezTo>
                        <a:pt x="2048" y="473"/>
                        <a:pt x="1607" y="1"/>
                        <a:pt x="1040" y="1"/>
                      </a:cubicBezTo>
                      <a:close/>
                    </a:path>
                  </a:pathLst>
                </a:custGeom>
                <a:grpFill/>
                <a:ln>
                  <a:noFill/>
                </a:ln>
              </p:spPr>
              <p:txBody>
                <a:bodyPr spcFirstLastPara="1" wrap="square" lIns="121900" tIns="121900" rIns="121900" bIns="121900" anchor="ctr" anchorCtr="0">
                  <a:noAutofit/>
                </a:bodyPr>
                <a:lstStyle/>
                <a:p>
                  <a:endParaRPr sz="2039" b="1"/>
                </a:p>
              </p:txBody>
            </p:sp>
            <p:sp>
              <p:nvSpPr>
                <p:cNvPr id="45" name="Google Shape;11663;p77">
                  <a:extLst>
                    <a:ext uri="{FF2B5EF4-FFF2-40B4-BE49-F238E27FC236}">
                      <a16:creationId xmlns:a16="http://schemas.microsoft.com/office/drawing/2014/main" id="{F017C8E1-21A9-8923-A3A9-AA8483CC3937}"/>
                    </a:ext>
                  </a:extLst>
                </p:cNvPr>
                <p:cNvSpPr/>
                <p:nvPr/>
              </p:nvSpPr>
              <p:spPr>
                <a:xfrm>
                  <a:off x="4455850" y="4136975"/>
                  <a:ext cx="51200" cy="51225"/>
                </a:xfrm>
                <a:custGeom>
                  <a:avLst/>
                  <a:gdLst/>
                  <a:ahLst/>
                  <a:cxnLst/>
                  <a:rect l="l" t="t" r="r" b="b"/>
                  <a:pathLst>
                    <a:path w="2048" h="2049" extrusionOk="0">
                      <a:moveTo>
                        <a:pt x="1040" y="1"/>
                      </a:moveTo>
                      <a:cubicBezTo>
                        <a:pt x="473" y="1"/>
                        <a:pt x="0" y="473"/>
                        <a:pt x="0" y="1040"/>
                      </a:cubicBezTo>
                      <a:cubicBezTo>
                        <a:pt x="0" y="1576"/>
                        <a:pt x="473" y="2048"/>
                        <a:pt x="1040" y="2048"/>
                      </a:cubicBezTo>
                      <a:cubicBezTo>
                        <a:pt x="1575" y="2048"/>
                        <a:pt x="2048" y="1576"/>
                        <a:pt x="2048" y="1040"/>
                      </a:cubicBezTo>
                      <a:cubicBezTo>
                        <a:pt x="2048" y="473"/>
                        <a:pt x="1575" y="1"/>
                        <a:pt x="1040" y="1"/>
                      </a:cubicBezTo>
                      <a:close/>
                    </a:path>
                  </a:pathLst>
                </a:custGeom>
                <a:grpFill/>
                <a:ln>
                  <a:noFill/>
                </a:ln>
              </p:spPr>
              <p:txBody>
                <a:bodyPr spcFirstLastPara="1" wrap="square" lIns="121900" tIns="121900" rIns="121900" bIns="121900" anchor="ctr" anchorCtr="0">
                  <a:noAutofit/>
                </a:bodyPr>
                <a:lstStyle/>
                <a:p>
                  <a:endParaRPr sz="2039" b="1"/>
                </a:p>
              </p:txBody>
            </p:sp>
            <p:sp>
              <p:nvSpPr>
                <p:cNvPr id="46" name="Google Shape;11664;p77">
                  <a:extLst>
                    <a:ext uri="{FF2B5EF4-FFF2-40B4-BE49-F238E27FC236}">
                      <a16:creationId xmlns:a16="http://schemas.microsoft.com/office/drawing/2014/main" id="{37D7BC74-6505-F798-8E82-A6A07F1496DA}"/>
                    </a:ext>
                  </a:extLst>
                </p:cNvPr>
                <p:cNvSpPr/>
                <p:nvPr/>
              </p:nvSpPr>
              <p:spPr>
                <a:xfrm>
                  <a:off x="4263657" y="4085000"/>
                  <a:ext cx="298551" cy="122100"/>
                </a:xfrm>
                <a:custGeom>
                  <a:avLst/>
                  <a:gdLst/>
                  <a:ahLst/>
                  <a:cxnLst/>
                  <a:rect l="l" t="t" r="r" b="b"/>
                  <a:pathLst>
                    <a:path w="11942" h="4884" extrusionOk="0">
                      <a:moveTo>
                        <a:pt x="1545" y="0"/>
                      </a:moveTo>
                      <a:cubicBezTo>
                        <a:pt x="1041" y="0"/>
                        <a:pt x="599" y="347"/>
                        <a:pt x="505" y="851"/>
                      </a:cubicBezTo>
                      <a:lnTo>
                        <a:pt x="64" y="3655"/>
                      </a:lnTo>
                      <a:cubicBezTo>
                        <a:pt x="1" y="3970"/>
                        <a:pt x="95" y="4253"/>
                        <a:pt x="284" y="4474"/>
                      </a:cubicBezTo>
                      <a:cubicBezTo>
                        <a:pt x="410" y="4631"/>
                        <a:pt x="599" y="4757"/>
                        <a:pt x="788" y="4789"/>
                      </a:cubicBezTo>
                      <a:cubicBezTo>
                        <a:pt x="1009" y="4442"/>
                        <a:pt x="1324" y="4127"/>
                        <a:pt x="1639" y="3938"/>
                      </a:cubicBezTo>
                      <a:cubicBezTo>
                        <a:pt x="1513" y="3686"/>
                        <a:pt x="1419" y="3434"/>
                        <a:pt x="1419" y="3151"/>
                      </a:cubicBezTo>
                      <a:cubicBezTo>
                        <a:pt x="1419" y="2206"/>
                        <a:pt x="2206" y="1418"/>
                        <a:pt x="3151" y="1418"/>
                      </a:cubicBezTo>
                      <a:cubicBezTo>
                        <a:pt x="4097" y="1418"/>
                        <a:pt x="4884" y="2206"/>
                        <a:pt x="4884" y="3151"/>
                      </a:cubicBezTo>
                      <a:cubicBezTo>
                        <a:pt x="4884" y="3434"/>
                        <a:pt x="4821" y="3686"/>
                        <a:pt x="4695" y="3938"/>
                      </a:cubicBezTo>
                      <a:cubicBezTo>
                        <a:pt x="5042" y="4159"/>
                        <a:pt x="5325" y="4474"/>
                        <a:pt x="5577" y="4883"/>
                      </a:cubicBezTo>
                      <a:lnTo>
                        <a:pt x="6396" y="4883"/>
                      </a:lnTo>
                      <a:cubicBezTo>
                        <a:pt x="6585" y="4537"/>
                        <a:pt x="6900" y="4159"/>
                        <a:pt x="7247" y="3938"/>
                      </a:cubicBezTo>
                      <a:cubicBezTo>
                        <a:pt x="7152" y="3686"/>
                        <a:pt x="7058" y="3434"/>
                        <a:pt x="7058" y="3151"/>
                      </a:cubicBezTo>
                      <a:cubicBezTo>
                        <a:pt x="7058" y="2206"/>
                        <a:pt x="7846" y="1418"/>
                        <a:pt x="8791" y="1418"/>
                      </a:cubicBezTo>
                      <a:cubicBezTo>
                        <a:pt x="9736" y="1418"/>
                        <a:pt x="10524" y="2206"/>
                        <a:pt x="10524" y="3151"/>
                      </a:cubicBezTo>
                      <a:cubicBezTo>
                        <a:pt x="10524" y="3434"/>
                        <a:pt x="10461" y="3686"/>
                        <a:pt x="10334" y="3938"/>
                      </a:cubicBezTo>
                      <a:cubicBezTo>
                        <a:pt x="10681" y="4159"/>
                        <a:pt x="10965" y="4442"/>
                        <a:pt x="11154" y="4789"/>
                      </a:cubicBezTo>
                      <a:cubicBezTo>
                        <a:pt x="11343" y="4757"/>
                        <a:pt x="11563" y="4631"/>
                        <a:pt x="11658" y="4474"/>
                      </a:cubicBezTo>
                      <a:cubicBezTo>
                        <a:pt x="11878" y="4253"/>
                        <a:pt x="11941" y="3938"/>
                        <a:pt x="11910" y="3655"/>
                      </a:cubicBezTo>
                      <a:lnTo>
                        <a:pt x="11343" y="851"/>
                      </a:lnTo>
                      <a:cubicBezTo>
                        <a:pt x="11280" y="347"/>
                        <a:pt x="10839" y="0"/>
                        <a:pt x="10334" y="0"/>
                      </a:cubicBezTo>
                      <a:close/>
                    </a:path>
                  </a:pathLst>
                </a:custGeom>
                <a:grpFill/>
                <a:ln>
                  <a:noFill/>
                </a:ln>
              </p:spPr>
              <p:txBody>
                <a:bodyPr spcFirstLastPara="1" wrap="square" lIns="121900" tIns="121900" rIns="121900" bIns="121900" anchor="ctr" anchorCtr="0">
                  <a:noAutofit/>
                </a:bodyPr>
                <a:lstStyle/>
                <a:p>
                  <a:endParaRPr sz="2039" b="1" dirty="0"/>
                </a:p>
              </p:txBody>
            </p:sp>
            <p:sp>
              <p:nvSpPr>
                <p:cNvPr id="47" name="Google Shape;11665;p77">
                  <a:extLst>
                    <a:ext uri="{FF2B5EF4-FFF2-40B4-BE49-F238E27FC236}">
                      <a16:creationId xmlns:a16="http://schemas.microsoft.com/office/drawing/2014/main" id="{1747CA1F-1539-7099-565F-7A5C3EF94BF6}"/>
                    </a:ext>
                  </a:extLst>
                </p:cNvPr>
                <p:cNvSpPr/>
                <p:nvPr/>
              </p:nvSpPr>
              <p:spPr>
                <a:xfrm>
                  <a:off x="4431425" y="4196825"/>
                  <a:ext cx="104000" cy="62250"/>
                </a:xfrm>
                <a:custGeom>
                  <a:avLst/>
                  <a:gdLst/>
                  <a:ahLst/>
                  <a:cxnLst/>
                  <a:rect l="l" t="t" r="r" b="b"/>
                  <a:pathLst>
                    <a:path w="4160" h="2490" extrusionOk="0">
                      <a:moveTo>
                        <a:pt x="977" y="1"/>
                      </a:moveTo>
                      <a:cubicBezTo>
                        <a:pt x="536" y="284"/>
                        <a:pt x="189" y="694"/>
                        <a:pt x="63" y="1198"/>
                      </a:cubicBezTo>
                      <a:cubicBezTo>
                        <a:pt x="32" y="1387"/>
                        <a:pt x="0" y="1576"/>
                        <a:pt x="0" y="1797"/>
                      </a:cubicBezTo>
                      <a:lnTo>
                        <a:pt x="0" y="2143"/>
                      </a:lnTo>
                      <a:cubicBezTo>
                        <a:pt x="0" y="2332"/>
                        <a:pt x="158" y="2490"/>
                        <a:pt x="347" y="2490"/>
                      </a:cubicBezTo>
                      <a:lnTo>
                        <a:pt x="3813" y="2490"/>
                      </a:lnTo>
                      <a:cubicBezTo>
                        <a:pt x="4002" y="2490"/>
                        <a:pt x="4159" y="2332"/>
                        <a:pt x="4159" y="2143"/>
                      </a:cubicBezTo>
                      <a:lnTo>
                        <a:pt x="4159" y="1797"/>
                      </a:lnTo>
                      <a:cubicBezTo>
                        <a:pt x="4096" y="1576"/>
                        <a:pt x="4065" y="1356"/>
                        <a:pt x="4002" y="1198"/>
                      </a:cubicBezTo>
                      <a:cubicBezTo>
                        <a:pt x="3844" y="694"/>
                        <a:pt x="3529" y="284"/>
                        <a:pt x="3119" y="1"/>
                      </a:cubicBezTo>
                      <a:cubicBezTo>
                        <a:pt x="2804" y="253"/>
                        <a:pt x="2426" y="410"/>
                        <a:pt x="2048" y="410"/>
                      </a:cubicBezTo>
                      <a:cubicBezTo>
                        <a:pt x="1639" y="410"/>
                        <a:pt x="1261" y="253"/>
                        <a:pt x="977" y="1"/>
                      </a:cubicBezTo>
                      <a:close/>
                    </a:path>
                  </a:pathLst>
                </a:custGeom>
                <a:grpFill/>
                <a:ln>
                  <a:noFill/>
                </a:ln>
              </p:spPr>
              <p:txBody>
                <a:bodyPr spcFirstLastPara="1" wrap="square" lIns="121900" tIns="121900" rIns="121900" bIns="121900" anchor="ctr" anchorCtr="0">
                  <a:noAutofit/>
                </a:bodyPr>
                <a:lstStyle/>
                <a:p>
                  <a:endParaRPr sz="2039" b="1"/>
                </a:p>
              </p:txBody>
            </p:sp>
            <p:sp>
              <p:nvSpPr>
                <p:cNvPr id="48" name="Google Shape;11666;p77">
                  <a:extLst>
                    <a:ext uri="{FF2B5EF4-FFF2-40B4-BE49-F238E27FC236}">
                      <a16:creationId xmlns:a16="http://schemas.microsoft.com/office/drawing/2014/main" id="{3007E72E-884A-B776-EBB4-4491A7C63BC2}"/>
                    </a:ext>
                  </a:extLst>
                </p:cNvPr>
                <p:cNvSpPr/>
                <p:nvPr/>
              </p:nvSpPr>
              <p:spPr>
                <a:xfrm>
                  <a:off x="4359750" y="4022775"/>
                  <a:ext cx="104775" cy="44125"/>
                </a:xfrm>
                <a:custGeom>
                  <a:avLst/>
                  <a:gdLst/>
                  <a:ahLst/>
                  <a:cxnLst/>
                  <a:rect l="l" t="t" r="r" b="b"/>
                  <a:pathLst>
                    <a:path w="4191" h="1765" extrusionOk="0">
                      <a:moveTo>
                        <a:pt x="1009" y="0"/>
                      </a:moveTo>
                      <a:cubicBezTo>
                        <a:pt x="379" y="347"/>
                        <a:pt x="0" y="1040"/>
                        <a:pt x="0" y="1765"/>
                      </a:cubicBezTo>
                      <a:lnTo>
                        <a:pt x="4191" y="1765"/>
                      </a:lnTo>
                      <a:cubicBezTo>
                        <a:pt x="4191" y="1040"/>
                        <a:pt x="3813" y="347"/>
                        <a:pt x="3214" y="0"/>
                      </a:cubicBezTo>
                      <a:cubicBezTo>
                        <a:pt x="2899" y="252"/>
                        <a:pt x="2521" y="378"/>
                        <a:pt x="2111" y="378"/>
                      </a:cubicBezTo>
                      <a:cubicBezTo>
                        <a:pt x="1733" y="378"/>
                        <a:pt x="1324" y="252"/>
                        <a:pt x="1009" y="0"/>
                      </a:cubicBezTo>
                      <a:close/>
                    </a:path>
                  </a:pathLst>
                </a:custGeom>
                <a:grpFill/>
                <a:ln>
                  <a:noFill/>
                </a:ln>
              </p:spPr>
              <p:txBody>
                <a:bodyPr spcFirstLastPara="1" wrap="square" lIns="121900" tIns="121900" rIns="121900" bIns="121900" anchor="ctr" anchorCtr="0">
                  <a:noAutofit/>
                </a:bodyPr>
                <a:lstStyle/>
                <a:p>
                  <a:endParaRPr sz="2039" b="1"/>
                </a:p>
              </p:txBody>
            </p:sp>
            <p:sp>
              <p:nvSpPr>
                <p:cNvPr id="49" name="Google Shape;11667;p77">
                  <a:extLst>
                    <a:ext uri="{FF2B5EF4-FFF2-40B4-BE49-F238E27FC236}">
                      <a16:creationId xmlns:a16="http://schemas.microsoft.com/office/drawing/2014/main" id="{12F4B455-FE10-9CF5-2BFE-E53B56C704C1}"/>
                    </a:ext>
                  </a:extLst>
                </p:cNvPr>
                <p:cNvSpPr/>
                <p:nvPr/>
              </p:nvSpPr>
              <p:spPr>
                <a:xfrm>
                  <a:off x="4291225" y="4196825"/>
                  <a:ext cx="102425" cy="62250"/>
                </a:xfrm>
                <a:custGeom>
                  <a:avLst/>
                  <a:gdLst/>
                  <a:ahLst/>
                  <a:cxnLst/>
                  <a:rect l="l" t="t" r="r" b="b"/>
                  <a:pathLst>
                    <a:path w="4097" h="2490" extrusionOk="0">
                      <a:moveTo>
                        <a:pt x="1009" y="1"/>
                      </a:moveTo>
                      <a:cubicBezTo>
                        <a:pt x="568" y="284"/>
                        <a:pt x="221" y="694"/>
                        <a:pt x="95" y="1198"/>
                      </a:cubicBezTo>
                      <a:cubicBezTo>
                        <a:pt x="64" y="1387"/>
                        <a:pt x="1" y="1576"/>
                        <a:pt x="1" y="1797"/>
                      </a:cubicBezTo>
                      <a:lnTo>
                        <a:pt x="1" y="2143"/>
                      </a:lnTo>
                      <a:cubicBezTo>
                        <a:pt x="1" y="2332"/>
                        <a:pt x="158" y="2490"/>
                        <a:pt x="379" y="2490"/>
                      </a:cubicBezTo>
                      <a:lnTo>
                        <a:pt x="3844" y="2490"/>
                      </a:lnTo>
                      <a:cubicBezTo>
                        <a:pt x="3939" y="2490"/>
                        <a:pt x="4096" y="2332"/>
                        <a:pt x="4096" y="2143"/>
                      </a:cubicBezTo>
                      <a:lnTo>
                        <a:pt x="4096" y="1797"/>
                      </a:lnTo>
                      <a:cubicBezTo>
                        <a:pt x="4096" y="1576"/>
                        <a:pt x="4065" y="1356"/>
                        <a:pt x="4033" y="1198"/>
                      </a:cubicBezTo>
                      <a:cubicBezTo>
                        <a:pt x="3876" y="694"/>
                        <a:pt x="3561" y="284"/>
                        <a:pt x="3120" y="1"/>
                      </a:cubicBezTo>
                      <a:cubicBezTo>
                        <a:pt x="2804" y="253"/>
                        <a:pt x="2458" y="410"/>
                        <a:pt x="2048" y="410"/>
                      </a:cubicBezTo>
                      <a:cubicBezTo>
                        <a:pt x="1670" y="410"/>
                        <a:pt x="1261" y="253"/>
                        <a:pt x="1009" y="1"/>
                      </a:cubicBezTo>
                      <a:close/>
                    </a:path>
                  </a:pathLst>
                </a:custGeom>
                <a:grpFill/>
                <a:ln>
                  <a:noFill/>
                </a:ln>
              </p:spPr>
              <p:txBody>
                <a:bodyPr spcFirstLastPara="1" wrap="square" lIns="121900" tIns="121900" rIns="121900" bIns="121900" anchor="ctr" anchorCtr="0">
                  <a:noAutofit/>
                </a:bodyPr>
                <a:lstStyle/>
                <a:p>
                  <a:endParaRPr sz="2039" b="1"/>
                </a:p>
              </p:txBody>
            </p:sp>
          </p:grpSp>
        </p:grpSp>
        <p:grpSp>
          <p:nvGrpSpPr>
            <p:cNvPr id="50" name="Groupe 151">
              <a:extLst>
                <a:ext uri="{FF2B5EF4-FFF2-40B4-BE49-F238E27FC236}">
                  <a16:creationId xmlns:a16="http://schemas.microsoft.com/office/drawing/2014/main" id="{7043898F-DB89-CA9E-F9AD-13467FDA0EC2}"/>
                </a:ext>
              </a:extLst>
            </p:cNvPr>
            <p:cNvGrpSpPr/>
            <p:nvPr/>
          </p:nvGrpSpPr>
          <p:grpSpPr>
            <a:xfrm>
              <a:off x="8457696" y="1783797"/>
              <a:ext cx="324000" cy="324000"/>
              <a:chOff x="2745040" y="2428028"/>
              <a:chExt cx="425863" cy="432188"/>
            </a:xfrm>
          </p:grpSpPr>
          <p:sp>
            <p:nvSpPr>
              <p:cNvPr id="51" name="Ellipse 152">
                <a:extLst>
                  <a:ext uri="{FF2B5EF4-FFF2-40B4-BE49-F238E27FC236}">
                    <a16:creationId xmlns:a16="http://schemas.microsoft.com/office/drawing/2014/main" id="{8A022532-67AB-BFBA-62AE-4A33E3DF674D}"/>
                  </a:ext>
                </a:extLst>
              </p:cNvPr>
              <p:cNvSpPr/>
              <p:nvPr/>
            </p:nvSpPr>
            <p:spPr>
              <a:xfrm>
                <a:off x="2745040" y="2428028"/>
                <a:ext cx="425863" cy="43218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dirty="0">
                  <a:solidFill>
                    <a:schemeClr val="tx1"/>
                  </a:solidFill>
                </a:endParaRPr>
              </a:p>
            </p:txBody>
          </p:sp>
          <p:grpSp>
            <p:nvGrpSpPr>
              <p:cNvPr id="52" name="Google Shape;11660;p77">
                <a:extLst>
                  <a:ext uri="{FF2B5EF4-FFF2-40B4-BE49-F238E27FC236}">
                    <a16:creationId xmlns:a16="http://schemas.microsoft.com/office/drawing/2014/main" id="{A3EAC7E7-43A4-18EA-82C0-745D5EA0E09B}"/>
                  </a:ext>
                </a:extLst>
              </p:cNvPr>
              <p:cNvGrpSpPr/>
              <p:nvPr/>
            </p:nvGrpSpPr>
            <p:grpSpPr>
              <a:xfrm>
                <a:off x="2836084" y="2523531"/>
                <a:ext cx="243774" cy="241182"/>
                <a:chOff x="4263657" y="3963700"/>
                <a:chExt cx="298551" cy="295375"/>
              </a:xfrm>
              <a:solidFill>
                <a:schemeClr val="bg1"/>
              </a:solidFill>
            </p:grpSpPr>
            <p:sp>
              <p:nvSpPr>
                <p:cNvPr id="53" name="Google Shape;11661;p77">
                  <a:extLst>
                    <a:ext uri="{FF2B5EF4-FFF2-40B4-BE49-F238E27FC236}">
                      <a16:creationId xmlns:a16="http://schemas.microsoft.com/office/drawing/2014/main" id="{30F9A07E-C79C-240A-7F87-E61CD54F7CD5}"/>
                    </a:ext>
                  </a:extLst>
                </p:cNvPr>
                <p:cNvSpPr/>
                <p:nvPr/>
              </p:nvSpPr>
              <p:spPr>
                <a:xfrm>
                  <a:off x="4384950" y="3963700"/>
                  <a:ext cx="53575" cy="51225"/>
                </a:xfrm>
                <a:custGeom>
                  <a:avLst/>
                  <a:gdLst/>
                  <a:ahLst/>
                  <a:cxnLst/>
                  <a:rect l="l" t="t" r="r" b="b"/>
                  <a:pathLst>
                    <a:path w="2143" h="2049" extrusionOk="0">
                      <a:moveTo>
                        <a:pt x="1072" y="1"/>
                      </a:moveTo>
                      <a:cubicBezTo>
                        <a:pt x="473" y="1"/>
                        <a:pt x="1" y="473"/>
                        <a:pt x="1" y="1040"/>
                      </a:cubicBezTo>
                      <a:cubicBezTo>
                        <a:pt x="1" y="1607"/>
                        <a:pt x="473" y="2048"/>
                        <a:pt x="1072" y="2048"/>
                      </a:cubicBezTo>
                      <a:cubicBezTo>
                        <a:pt x="1670" y="2048"/>
                        <a:pt x="2143" y="1576"/>
                        <a:pt x="2143" y="1040"/>
                      </a:cubicBezTo>
                      <a:cubicBezTo>
                        <a:pt x="2143" y="442"/>
                        <a:pt x="1670" y="1"/>
                        <a:pt x="1072" y="1"/>
                      </a:cubicBezTo>
                      <a:close/>
                    </a:path>
                  </a:pathLst>
                </a:custGeom>
                <a:grpFill/>
                <a:ln>
                  <a:noFill/>
                </a:ln>
              </p:spPr>
              <p:txBody>
                <a:bodyPr spcFirstLastPara="1" wrap="square" lIns="121900" tIns="121900" rIns="121900" bIns="121900" anchor="ctr" anchorCtr="0">
                  <a:noAutofit/>
                </a:bodyPr>
                <a:lstStyle/>
                <a:p>
                  <a:endParaRPr sz="2039" b="1"/>
                </a:p>
              </p:txBody>
            </p:sp>
            <p:sp>
              <p:nvSpPr>
                <p:cNvPr id="54" name="Google Shape;11662;p77">
                  <a:extLst>
                    <a:ext uri="{FF2B5EF4-FFF2-40B4-BE49-F238E27FC236}">
                      <a16:creationId xmlns:a16="http://schemas.microsoft.com/office/drawing/2014/main" id="{D100F2F9-C795-45A8-440F-65BC90A8191D}"/>
                    </a:ext>
                  </a:extLst>
                </p:cNvPr>
                <p:cNvSpPr/>
                <p:nvPr/>
              </p:nvSpPr>
              <p:spPr>
                <a:xfrm>
                  <a:off x="4315650" y="4136975"/>
                  <a:ext cx="51200" cy="51225"/>
                </a:xfrm>
                <a:custGeom>
                  <a:avLst/>
                  <a:gdLst/>
                  <a:ahLst/>
                  <a:cxnLst/>
                  <a:rect l="l" t="t" r="r" b="b"/>
                  <a:pathLst>
                    <a:path w="2048" h="2049" extrusionOk="0">
                      <a:moveTo>
                        <a:pt x="1040" y="1"/>
                      </a:moveTo>
                      <a:cubicBezTo>
                        <a:pt x="473" y="1"/>
                        <a:pt x="0" y="473"/>
                        <a:pt x="0" y="1040"/>
                      </a:cubicBezTo>
                      <a:cubicBezTo>
                        <a:pt x="0" y="1576"/>
                        <a:pt x="473" y="2048"/>
                        <a:pt x="1040" y="2048"/>
                      </a:cubicBezTo>
                      <a:cubicBezTo>
                        <a:pt x="1607" y="2048"/>
                        <a:pt x="2048" y="1576"/>
                        <a:pt x="2048" y="1040"/>
                      </a:cubicBezTo>
                      <a:cubicBezTo>
                        <a:pt x="2048" y="473"/>
                        <a:pt x="1607" y="1"/>
                        <a:pt x="1040" y="1"/>
                      </a:cubicBezTo>
                      <a:close/>
                    </a:path>
                  </a:pathLst>
                </a:custGeom>
                <a:grpFill/>
                <a:ln>
                  <a:noFill/>
                </a:ln>
              </p:spPr>
              <p:txBody>
                <a:bodyPr spcFirstLastPara="1" wrap="square" lIns="121900" tIns="121900" rIns="121900" bIns="121900" anchor="ctr" anchorCtr="0">
                  <a:noAutofit/>
                </a:bodyPr>
                <a:lstStyle/>
                <a:p>
                  <a:endParaRPr sz="2039" b="1"/>
                </a:p>
              </p:txBody>
            </p:sp>
            <p:sp>
              <p:nvSpPr>
                <p:cNvPr id="55" name="Google Shape;11663;p77">
                  <a:extLst>
                    <a:ext uri="{FF2B5EF4-FFF2-40B4-BE49-F238E27FC236}">
                      <a16:creationId xmlns:a16="http://schemas.microsoft.com/office/drawing/2014/main" id="{6C803831-AB25-2787-AEBB-29F0CEC9B12D}"/>
                    </a:ext>
                  </a:extLst>
                </p:cNvPr>
                <p:cNvSpPr/>
                <p:nvPr/>
              </p:nvSpPr>
              <p:spPr>
                <a:xfrm>
                  <a:off x="4455850" y="4136975"/>
                  <a:ext cx="51200" cy="51225"/>
                </a:xfrm>
                <a:custGeom>
                  <a:avLst/>
                  <a:gdLst/>
                  <a:ahLst/>
                  <a:cxnLst/>
                  <a:rect l="l" t="t" r="r" b="b"/>
                  <a:pathLst>
                    <a:path w="2048" h="2049" extrusionOk="0">
                      <a:moveTo>
                        <a:pt x="1040" y="1"/>
                      </a:moveTo>
                      <a:cubicBezTo>
                        <a:pt x="473" y="1"/>
                        <a:pt x="0" y="473"/>
                        <a:pt x="0" y="1040"/>
                      </a:cubicBezTo>
                      <a:cubicBezTo>
                        <a:pt x="0" y="1576"/>
                        <a:pt x="473" y="2048"/>
                        <a:pt x="1040" y="2048"/>
                      </a:cubicBezTo>
                      <a:cubicBezTo>
                        <a:pt x="1575" y="2048"/>
                        <a:pt x="2048" y="1576"/>
                        <a:pt x="2048" y="1040"/>
                      </a:cubicBezTo>
                      <a:cubicBezTo>
                        <a:pt x="2048" y="473"/>
                        <a:pt x="1575" y="1"/>
                        <a:pt x="1040" y="1"/>
                      </a:cubicBezTo>
                      <a:close/>
                    </a:path>
                  </a:pathLst>
                </a:custGeom>
                <a:grpFill/>
                <a:ln>
                  <a:noFill/>
                </a:ln>
              </p:spPr>
              <p:txBody>
                <a:bodyPr spcFirstLastPara="1" wrap="square" lIns="121900" tIns="121900" rIns="121900" bIns="121900" anchor="ctr" anchorCtr="0">
                  <a:noAutofit/>
                </a:bodyPr>
                <a:lstStyle/>
                <a:p>
                  <a:endParaRPr sz="2039" b="1"/>
                </a:p>
              </p:txBody>
            </p:sp>
            <p:sp>
              <p:nvSpPr>
                <p:cNvPr id="56" name="Google Shape;11664;p77">
                  <a:extLst>
                    <a:ext uri="{FF2B5EF4-FFF2-40B4-BE49-F238E27FC236}">
                      <a16:creationId xmlns:a16="http://schemas.microsoft.com/office/drawing/2014/main" id="{C6925EE0-DF3F-6B1F-3EF4-23515E9027CC}"/>
                    </a:ext>
                  </a:extLst>
                </p:cNvPr>
                <p:cNvSpPr/>
                <p:nvPr/>
              </p:nvSpPr>
              <p:spPr>
                <a:xfrm>
                  <a:off x="4263657" y="4085000"/>
                  <a:ext cx="298551" cy="122100"/>
                </a:xfrm>
                <a:custGeom>
                  <a:avLst/>
                  <a:gdLst/>
                  <a:ahLst/>
                  <a:cxnLst/>
                  <a:rect l="l" t="t" r="r" b="b"/>
                  <a:pathLst>
                    <a:path w="11942" h="4884" extrusionOk="0">
                      <a:moveTo>
                        <a:pt x="1545" y="0"/>
                      </a:moveTo>
                      <a:cubicBezTo>
                        <a:pt x="1041" y="0"/>
                        <a:pt x="599" y="347"/>
                        <a:pt x="505" y="851"/>
                      </a:cubicBezTo>
                      <a:lnTo>
                        <a:pt x="64" y="3655"/>
                      </a:lnTo>
                      <a:cubicBezTo>
                        <a:pt x="1" y="3970"/>
                        <a:pt x="95" y="4253"/>
                        <a:pt x="284" y="4474"/>
                      </a:cubicBezTo>
                      <a:cubicBezTo>
                        <a:pt x="410" y="4631"/>
                        <a:pt x="599" y="4757"/>
                        <a:pt x="788" y="4789"/>
                      </a:cubicBezTo>
                      <a:cubicBezTo>
                        <a:pt x="1009" y="4442"/>
                        <a:pt x="1324" y="4127"/>
                        <a:pt x="1639" y="3938"/>
                      </a:cubicBezTo>
                      <a:cubicBezTo>
                        <a:pt x="1513" y="3686"/>
                        <a:pt x="1419" y="3434"/>
                        <a:pt x="1419" y="3151"/>
                      </a:cubicBezTo>
                      <a:cubicBezTo>
                        <a:pt x="1419" y="2206"/>
                        <a:pt x="2206" y="1418"/>
                        <a:pt x="3151" y="1418"/>
                      </a:cubicBezTo>
                      <a:cubicBezTo>
                        <a:pt x="4097" y="1418"/>
                        <a:pt x="4884" y="2206"/>
                        <a:pt x="4884" y="3151"/>
                      </a:cubicBezTo>
                      <a:cubicBezTo>
                        <a:pt x="4884" y="3434"/>
                        <a:pt x="4821" y="3686"/>
                        <a:pt x="4695" y="3938"/>
                      </a:cubicBezTo>
                      <a:cubicBezTo>
                        <a:pt x="5042" y="4159"/>
                        <a:pt x="5325" y="4474"/>
                        <a:pt x="5577" y="4883"/>
                      </a:cubicBezTo>
                      <a:lnTo>
                        <a:pt x="6396" y="4883"/>
                      </a:lnTo>
                      <a:cubicBezTo>
                        <a:pt x="6585" y="4537"/>
                        <a:pt x="6900" y="4159"/>
                        <a:pt x="7247" y="3938"/>
                      </a:cubicBezTo>
                      <a:cubicBezTo>
                        <a:pt x="7152" y="3686"/>
                        <a:pt x="7058" y="3434"/>
                        <a:pt x="7058" y="3151"/>
                      </a:cubicBezTo>
                      <a:cubicBezTo>
                        <a:pt x="7058" y="2206"/>
                        <a:pt x="7846" y="1418"/>
                        <a:pt x="8791" y="1418"/>
                      </a:cubicBezTo>
                      <a:cubicBezTo>
                        <a:pt x="9736" y="1418"/>
                        <a:pt x="10524" y="2206"/>
                        <a:pt x="10524" y="3151"/>
                      </a:cubicBezTo>
                      <a:cubicBezTo>
                        <a:pt x="10524" y="3434"/>
                        <a:pt x="10461" y="3686"/>
                        <a:pt x="10334" y="3938"/>
                      </a:cubicBezTo>
                      <a:cubicBezTo>
                        <a:pt x="10681" y="4159"/>
                        <a:pt x="10965" y="4442"/>
                        <a:pt x="11154" y="4789"/>
                      </a:cubicBezTo>
                      <a:cubicBezTo>
                        <a:pt x="11343" y="4757"/>
                        <a:pt x="11563" y="4631"/>
                        <a:pt x="11658" y="4474"/>
                      </a:cubicBezTo>
                      <a:cubicBezTo>
                        <a:pt x="11878" y="4253"/>
                        <a:pt x="11941" y="3938"/>
                        <a:pt x="11910" y="3655"/>
                      </a:cubicBezTo>
                      <a:lnTo>
                        <a:pt x="11343" y="851"/>
                      </a:lnTo>
                      <a:cubicBezTo>
                        <a:pt x="11280" y="347"/>
                        <a:pt x="10839" y="0"/>
                        <a:pt x="10334" y="0"/>
                      </a:cubicBezTo>
                      <a:close/>
                    </a:path>
                  </a:pathLst>
                </a:custGeom>
                <a:grpFill/>
                <a:ln>
                  <a:noFill/>
                </a:ln>
              </p:spPr>
              <p:txBody>
                <a:bodyPr spcFirstLastPara="1" wrap="square" lIns="121900" tIns="121900" rIns="121900" bIns="121900" anchor="ctr" anchorCtr="0">
                  <a:noAutofit/>
                </a:bodyPr>
                <a:lstStyle/>
                <a:p>
                  <a:endParaRPr sz="2039" b="1" dirty="0"/>
                </a:p>
              </p:txBody>
            </p:sp>
            <p:sp>
              <p:nvSpPr>
                <p:cNvPr id="57" name="Google Shape;11665;p77">
                  <a:extLst>
                    <a:ext uri="{FF2B5EF4-FFF2-40B4-BE49-F238E27FC236}">
                      <a16:creationId xmlns:a16="http://schemas.microsoft.com/office/drawing/2014/main" id="{92FB1E39-EAC2-8471-4D1A-457349180245}"/>
                    </a:ext>
                  </a:extLst>
                </p:cNvPr>
                <p:cNvSpPr/>
                <p:nvPr/>
              </p:nvSpPr>
              <p:spPr>
                <a:xfrm>
                  <a:off x="4431425" y="4196825"/>
                  <a:ext cx="104000" cy="62250"/>
                </a:xfrm>
                <a:custGeom>
                  <a:avLst/>
                  <a:gdLst/>
                  <a:ahLst/>
                  <a:cxnLst/>
                  <a:rect l="l" t="t" r="r" b="b"/>
                  <a:pathLst>
                    <a:path w="4160" h="2490" extrusionOk="0">
                      <a:moveTo>
                        <a:pt x="977" y="1"/>
                      </a:moveTo>
                      <a:cubicBezTo>
                        <a:pt x="536" y="284"/>
                        <a:pt x="189" y="694"/>
                        <a:pt x="63" y="1198"/>
                      </a:cubicBezTo>
                      <a:cubicBezTo>
                        <a:pt x="32" y="1387"/>
                        <a:pt x="0" y="1576"/>
                        <a:pt x="0" y="1797"/>
                      </a:cubicBezTo>
                      <a:lnTo>
                        <a:pt x="0" y="2143"/>
                      </a:lnTo>
                      <a:cubicBezTo>
                        <a:pt x="0" y="2332"/>
                        <a:pt x="158" y="2490"/>
                        <a:pt x="347" y="2490"/>
                      </a:cubicBezTo>
                      <a:lnTo>
                        <a:pt x="3813" y="2490"/>
                      </a:lnTo>
                      <a:cubicBezTo>
                        <a:pt x="4002" y="2490"/>
                        <a:pt x="4159" y="2332"/>
                        <a:pt x="4159" y="2143"/>
                      </a:cubicBezTo>
                      <a:lnTo>
                        <a:pt x="4159" y="1797"/>
                      </a:lnTo>
                      <a:cubicBezTo>
                        <a:pt x="4096" y="1576"/>
                        <a:pt x="4065" y="1356"/>
                        <a:pt x="4002" y="1198"/>
                      </a:cubicBezTo>
                      <a:cubicBezTo>
                        <a:pt x="3844" y="694"/>
                        <a:pt x="3529" y="284"/>
                        <a:pt x="3119" y="1"/>
                      </a:cubicBezTo>
                      <a:cubicBezTo>
                        <a:pt x="2804" y="253"/>
                        <a:pt x="2426" y="410"/>
                        <a:pt x="2048" y="410"/>
                      </a:cubicBezTo>
                      <a:cubicBezTo>
                        <a:pt x="1639" y="410"/>
                        <a:pt x="1261" y="253"/>
                        <a:pt x="977" y="1"/>
                      </a:cubicBezTo>
                      <a:close/>
                    </a:path>
                  </a:pathLst>
                </a:custGeom>
                <a:grpFill/>
                <a:ln>
                  <a:noFill/>
                </a:ln>
              </p:spPr>
              <p:txBody>
                <a:bodyPr spcFirstLastPara="1" wrap="square" lIns="121900" tIns="121900" rIns="121900" bIns="121900" anchor="ctr" anchorCtr="0">
                  <a:noAutofit/>
                </a:bodyPr>
                <a:lstStyle/>
                <a:p>
                  <a:endParaRPr sz="2039" b="1"/>
                </a:p>
              </p:txBody>
            </p:sp>
            <p:sp>
              <p:nvSpPr>
                <p:cNvPr id="58" name="Google Shape;11666;p77">
                  <a:extLst>
                    <a:ext uri="{FF2B5EF4-FFF2-40B4-BE49-F238E27FC236}">
                      <a16:creationId xmlns:a16="http://schemas.microsoft.com/office/drawing/2014/main" id="{6ECA0656-596E-2388-9E93-125877921FBF}"/>
                    </a:ext>
                  </a:extLst>
                </p:cNvPr>
                <p:cNvSpPr/>
                <p:nvPr/>
              </p:nvSpPr>
              <p:spPr>
                <a:xfrm>
                  <a:off x="4359750" y="4022775"/>
                  <a:ext cx="104775" cy="44125"/>
                </a:xfrm>
                <a:custGeom>
                  <a:avLst/>
                  <a:gdLst/>
                  <a:ahLst/>
                  <a:cxnLst/>
                  <a:rect l="l" t="t" r="r" b="b"/>
                  <a:pathLst>
                    <a:path w="4191" h="1765" extrusionOk="0">
                      <a:moveTo>
                        <a:pt x="1009" y="0"/>
                      </a:moveTo>
                      <a:cubicBezTo>
                        <a:pt x="379" y="347"/>
                        <a:pt x="0" y="1040"/>
                        <a:pt x="0" y="1765"/>
                      </a:cubicBezTo>
                      <a:lnTo>
                        <a:pt x="4191" y="1765"/>
                      </a:lnTo>
                      <a:cubicBezTo>
                        <a:pt x="4191" y="1040"/>
                        <a:pt x="3813" y="347"/>
                        <a:pt x="3214" y="0"/>
                      </a:cubicBezTo>
                      <a:cubicBezTo>
                        <a:pt x="2899" y="252"/>
                        <a:pt x="2521" y="378"/>
                        <a:pt x="2111" y="378"/>
                      </a:cubicBezTo>
                      <a:cubicBezTo>
                        <a:pt x="1733" y="378"/>
                        <a:pt x="1324" y="252"/>
                        <a:pt x="1009" y="0"/>
                      </a:cubicBezTo>
                      <a:close/>
                    </a:path>
                  </a:pathLst>
                </a:custGeom>
                <a:grpFill/>
                <a:ln>
                  <a:noFill/>
                </a:ln>
              </p:spPr>
              <p:txBody>
                <a:bodyPr spcFirstLastPara="1" wrap="square" lIns="121900" tIns="121900" rIns="121900" bIns="121900" anchor="ctr" anchorCtr="0">
                  <a:noAutofit/>
                </a:bodyPr>
                <a:lstStyle/>
                <a:p>
                  <a:endParaRPr sz="2039" b="1"/>
                </a:p>
              </p:txBody>
            </p:sp>
            <p:sp>
              <p:nvSpPr>
                <p:cNvPr id="59" name="Google Shape;11667;p77">
                  <a:extLst>
                    <a:ext uri="{FF2B5EF4-FFF2-40B4-BE49-F238E27FC236}">
                      <a16:creationId xmlns:a16="http://schemas.microsoft.com/office/drawing/2014/main" id="{C50037FE-35DB-5C13-2796-CA04F76D60E4}"/>
                    </a:ext>
                  </a:extLst>
                </p:cNvPr>
                <p:cNvSpPr/>
                <p:nvPr/>
              </p:nvSpPr>
              <p:spPr>
                <a:xfrm>
                  <a:off x="4291225" y="4196825"/>
                  <a:ext cx="102425" cy="62250"/>
                </a:xfrm>
                <a:custGeom>
                  <a:avLst/>
                  <a:gdLst/>
                  <a:ahLst/>
                  <a:cxnLst/>
                  <a:rect l="l" t="t" r="r" b="b"/>
                  <a:pathLst>
                    <a:path w="4097" h="2490" extrusionOk="0">
                      <a:moveTo>
                        <a:pt x="1009" y="1"/>
                      </a:moveTo>
                      <a:cubicBezTo>
                        <a:pt x="568" y="284"/>
                        <a:pt x="221" y="694"/>
                        <a:pt x="95" y="1198"/>
                      </a:cubicBezTo>
                      <a:cubicBezTo>
                        <a:pt x="64" y="1387"/>
                        <a:pt x="1" y="1576"/>
                        <a:pt x="1" y="1797"/>
                      </a:cubicBezTo>
                      <a:lnTo>
                        <a:pt x="1" y="2143"/>
                      </a:lnTo>
                      <a:cubicBezTo>
                        <a:pt x="1" y="2332"/>
                        <a:pt x="158" y="2490"/>
                        <a:pt x="379" y="2490"/>
                      </a:cubicBezTo>
                      <a:lnTo>
                        <a:pt x="3844" y="2490"/>
                      </a:lnTo>
                      <a:cubicBezTo>
                        <a:pt x="3939" y="2490"/>
                        <a:pt x="4096" y="2332"/>
                        <a:pt x="4096" y="2143"/>
                      </a:cubicBezTo>
                      <a:lnTo>
                        <a:pt x="4096" y="1797"/>
                      </a:lnTo>
                      <a:cubicBezTo>
                        <a:pt x="4096" y="1576"/>
                        <a:pt x="4065" y="1356"/>
                        <a:pt x="4033" y="1198"/>
                      </a:cubicBezTo>
                      <a:cubicBezTo>
                        <a:pt x="3876" y="694"/>
                        <a:pt x="3561" y="284"/>
                        <a:pt x="3120" y="1"/>
                      </a:cubicBezTo>
                      <a:cubicBezTo>
                        <a:pt x="2804" y="253"/>
                        <a:pt x="2458" y="410"/>
                        <a:pt x="2048" y="410"/>
                      </a:cubicBezTo>
                      <a:cubicBezTo>
                        <a:pt x="1670" y="410"/>
                        <a:pt x="1261" y="253"/>
                        <a:pt x="1009" y="1"/>
                      </a:cubicBezTo>
                      <a:close/>
                    </a:path>
                  </a:pathLst>
                </a:custGeom>
                <a:grpFill/>
                <a:ln>
                  <a:noFill/>
                </a:ln>
              </p:spPr>
              <p:txBody>
                <a:bodyPr spcFirstLastPara="1" wrap="square" lIns="121900" tIns="121900" rIns="121900" bIns="121900" anchor="ctr" anchorCtr="0">
                  <a:noAutofit/>
                </a:bodyPr>
                <a:lstStyle/>
                <a:p>
                  <a:endParaRPr sz="2039" b="1"/>
                </a:p>
              </p:txBody>
            </p:sp>
          </p:grpSp>
        </p:grpSp>
        <p:cxnSp>
          <p:nvCxnSpPr>
            <p:cNvPr id="60" name="Connecteur droit 161">
              <a:extLst>
                <a:ext uri="{FF2B5EF4-FFF2-40B4-BE49-F238E27FC236}">
                  <a16:creationId xmlns:a16="http://schemas.microsoft.com/office/drawing/2014/main" id="{9EA66194-1439-8985-84B1-A0588DB7F818}"/>
                </a:ext>
              </a:extLst>
            </p:cNvPr>
            <p:cNvCxnSpPr>
              <a:cxnSpLocks/>
            </p:cNvCxnSpPr>
            <p:nvPr/>
          </p:nvCxnSpPr>
          <p:spPr>
            <a:xfrm>
              <a:off x="3826982" y="2107797"/>
              <a:ext cx="0" cy="4748237"/>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1" name="Connecteur droit 163">
              <a:extLst>
                <a:ext uri="{FF2B5EF4-FFF2-40B4-BE49-F238E27FC236}">
                  <a16:creationId xmlns:a16="http://schemas.microsoft.com/office/drawing/2014/main" id="{C74C0D56-B433-D117-13C7-C2B50E28BFD4}"/>
                </a:ext>
              </a:extLst>
            </p:cNvPr>
            <p:cNvCxnSpPr>
              <a:cxnSpLocks/>
            </p:cNvCxnSpPr>
            <p:nvPr/>
          </p:nvCxnSpPr>
          <p:spPr>
            <a:xfrm flipH="1">
              <a:off x="5065377" y="2107797"/>
              <a:ext cx="16641" cy="4748237"/>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2" name="Connecteur droit 164">
              <a:extLst>
                <a:ext uri="{FF2B5EF4-FFF2-40B4-BE49-F238E27FC236}">
                  <a16:creationId xmlns:a16="http://schemas.microsoft.com/office/drawing/2014/main" id="{63D33EAF-9C15-62B4-2916-D5919ACD412F}"/>
                </a:ext>
              </a:extLst>
            </p:cNvPr>
            <p:cNvCxnSpPr>
              <a:cxnSpLocks/>
            </p:cNvCxnSpPr>
            <p:nvPr/>
          </p:nvCxnSpPr>
          <p:spPr>
            <a:xfrm flipH="1">
              <a:off x="7113442" y="2107797"/>
              <a:ext cx="16641" cy="4748237"/>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3" name="Connecteur droit 165">
              <a:extLst>
                <a:ext uri="{FF2B5EF4-FFF2-40B4-BE49-F238E27FC236}">
                  <a16:creationId xmlns:a16="http://schemas.microsoft.com/office/drawing/2014/main" id="{A81ACB69-C99E-77FD-989A-ADA7F7C8F2C2}"/>
                </a:ext>
              </a:extLst>
            </p:cNvPr>
            <p:cNvCxnSpPr>
              <a:cxnSpLocks/>
            </p:cNvCxnSpPr>
            <p:nvPr/>
          </p:nvCxnSpPr>
          <p:spPr>
            <a:xfrm>
              <a:off x="8618953" y="2107797"/>
              <a:ext cx="0" cy="4750203"/>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4" name="Connecteur droit 166">
              <a:extLst>
                <a:ext uri="{FF2B5EF4-FFF2-40B4-BE49-F238E27FC236}">
                  <a16:creationId xmlns:a16="http://schemas.microsoft.com/office/drawing/2014/main" id="{6A1DC53A-A645-26BA-D724-F6D51B485977}"/>
                </a:ext>
              </a:extLst>
            </p:cNvPr>
            <p:cNvCxnSpPr>
              <a:cxnSpLocks/>
            </p:cNvCxnSpPr>
            <p:nvPr/>
          </p:nvCxnSpPr>
          <p:spPr>
            <a:xfrm>
              <a:off x="8602312" y="2558848"/>
              <a:ext cx="3569835" cy="0"/>
            </a:xfrm>
            <a:prstGeom prst="line">
              <a:avLst/>
            </a:prstGeom>
            <a:ln w="254000">
              <a:solidFill>
                <a:schemeClr val="accent1"/>
              </a:solidFill>
              <a:prstDash val="sysDot"/>
            </a:ln>
          </p:spPr>
          <p:style>
            <a:lnRef idx="2">
              <a:schemeClr val="accent1"/>
            </a:lnRef>
            <a:fillRef idx="0">
              <a:schemeClr val="accent1"/>
            </a:fillRef>
            <a:effectRef idx="1">
              <a:schemeClr val="accent1"/>
            </a:effectRef>
            <a:fontRef idx="minor">
              <a:schemeClr val="tx1"/>
            </a:fontRef>
          </p:style>
        </p:cxnSp>
        <p:cxnSp>
          <p:nvCxnSpPr>
            <p:cNvPr id="65" name="Connecteur droit 167">
              <a:extLst>
                <a:ext uri="{FF2B5EF4-FFF2-40B4-BE49-F238E27FC236}">
                  <a16:creationId xmlns:a16="http://schemas.microsoft.com/office/drawing/2014/main" id="{BE07DB50-1541-43E4-926F-24B7AB6FB723}"/>
                </a:ext>
              </a:extLst>
            </p:cNvPr>
            <p:cNvCxnSpPr>
              <a:cxnSpLocks/>
            </p:cNvCxnSpPr>
            <p:nvPr/>
          </p:nvCxnSpPr>
          <p:spPr>
            <a:xfrm>
              <a:off x="3835066" y="2563520"/>
              <a:ext cx="4783887" cy="0"/>
            </a:xfrm>
            <a:prstGeom prst="line">
              <a:avLst/>
            </a:prstGeom>
            <a:ln w="254000">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66" name="Connecteur droit 178">
              <a:extLst>
                <a:ext uri="{FF2B5EF4-FFF2-40B4-BE49-F238E27FC236}">
                  <a16:creationId xmlns:a16="http://schemas.microsoft.com/office/drawing/2014/main" id="{EB93BC03-F31A-F0FE-D7D4-2D278E204CF8}"/>
                </a:ext>
              </a:extLst>
            </p:cNvPr>
            <p:cNvCxnSpPr>
              <a:cxnSpLocks/>
            </p:cNvCxnSpPr>
            <p:nvPr/>
          </p:nvCxnSpPr>
          <p:spPr>
            <a:xfrm>
              <a:off x="8631183" y="3485086"/>
              <a:ext cx="3560807" cy="0"/>
            </a:xfrm>
            <a:prstGeom prst="line">
              <a:avLst/>
            </a:prstGeom>
            <a:ln w="254000">
              <a:solidFill>
                <a:schemeClr val="accent1">
                  <a:lumMod val="20000"/>
                  <a:lumOff val="80000"/>
                </a:schemeClr>
              </a:solidFill>
            </a:ln>
          </p:spPr>
          <p:style>
            <a:lnRef idx="2">
              <a:schemeClr val="accent1"/>
            </a:lnRef>
            <a:fillRef idx="0">
              <a:schemeClr val="accent1"/>
            </a:fillRef>
            <a:effectRef idx="1">
              <a:schemeClr val="accent1"/>
            </a:effectRef>
            <a:fontRef idx="minor">
              <a:schemeClr val="tx1"/>
            </a:fontRef>
          </p:style>
        </p:cxnSp>
        <p:cxnSp>
          <p:nvCxnSpPr>
            <p:cNvPr id="67" name="Connecteur droit 181">
              <a:extLst>
                <a:ext uri="{FF2B5EF4-FFF2-40B4-BE49-F238E27FC236}">
                  <a16:creationId xmlns:a16="http://schemas.microsoft.com/office/drawing/2014/main" id="{F6D792B8-F669-8A78-D141-4B5FAC8AFDCC}"/>
                </a:ext>
              </a:extLst>
            </p:cNvPr>
            <p:cNvCxnSpPr>
              <a:cxnSpLocks/>
            </p:cNvCxnSpPr>
            <p:nvPr/>
          </p:nvCxnSpPr>
          <p:spPr>
            <a:xfrm>
              <a:off x="8582469" y="4418946"/>
              <a:ext cx="3569835" cy="0"/>
            </a:xfrm>
            <a:prstGeom prst="line">
              <a:avLst/>
            </a:prstGeom>
            <a:ln w="254000">
              <a:solidFill>
                <a:schemeClr val="accent2"/>
              </a:solidFill>
              <a:prstDash val="sysDot"/>
            </a:ln>
          </p:spPr>
          <p:style>
            <a:lnRef idx="2">
              <a:schemeClr val="accent1"/>
            </a:lnRef>
            <a:fillRef idx="0">
              <a:schemeClr val="accent1"/>
            </a:fillRef>
            <a:effectRef idx="1">
              <a:schemeClr val="accent1"/>
            </a:effectRef>
            <a:fontRef idx="minor">
              <a:schemeClr val="tx1"/>
            </a:fontRef>
          </p:style>
        </p:cxnSp>
        <p:cxnSp>
          <p:nvCxnSpPr>
            <p:cNvPr id="68" name="Connecteur droit 182">
              <a:extLst>
                <a:ext uri="{FF2B5EF4-FFF2-40B4-BE49-F238E27FC236}">
                  <a16:creationId xmlns:a16="http://schemas.microsoft.com/office/drawing/2014/main" id="{03E990D8-4270-68FB-C94B-6F013F86CD3B}"/>
                </a:ext>
              </a:extLst>
            </p:cNvPr>
            <p:cNvCxnSpPr>
              <a:cxnSpLocks/>
            </p:cNvCxnSpPr>
            <p:nvPr/>
          </p:nvCxnSpPr>
          <p:spPr>
            <a:xfrm>
              <a:off x="3815223" y="4418946"/>
              <a:ext cx="4783887" cy="0"/>
            </a:xfrm>
            <a:prstGeom prst="line">
              <a:avLst/>
            </a:prstGeom>
            <a:ln w="2540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69" name="Connecteur droit 183">
              <a:extLst>
                <a:ext uri="{FF2B5EF4-FFF2-40B4-BE49-F238E27FC236}">
                  <a16:creationId xmlns:a16="http://schemas.microsoft.com/office/drawing/2014/main" id="{E40788AF-8F48-5530-E4F7-8574706C5F91}"/>
                </a:ext>
              </a:extLst>
            </p:cNvPr>
            <p:cNvCxnSpPr>
              <a:cxnSpLocks/>
            </p:cNvCxnSpPr>
            <p:nvPr/>
          </p:nvCxnSpPr>
          <p:spPr>
            <a:xfrm>
              <a:off x="8611340" y="5320490"/>
              <a:ext cx="3560807" cy="0"/>
            </a:xfrm>
            <a:prstGeom prst="line">
              <a:avLst/>
            </a:prstGeom>
            <a:ln w="254000">
              <a:solidFill>
                <a:schemeClr val="accent2">
                  <a:lumMod val="20000"/>
                  <a:lumOff val="80000"/>
                </a:schemeClr>
              </a:solidFill>
            </a:ln>
          </p:spPr>
          <p:style>
            <a:lnRef idx="2">
              <a:schemeClr val="accent1"/>
            </a:lnRef>
            <a:fillRef idx="0">
              <a:schemeClr val="accent1"/>
            </a:fillRef>
            <a:effectRef idx="1">
              <a:schemeClr val="accent1"/>
            </a:effectRef>
            <a:fontRef idx="minor">
              <a:schemeClr val="tx1"/>
            </a:fontRef>
          </p:style>
        </p:cxnSp>
        <p:cxnSp>
          <p:nvCxnSpPr>
            <p:cNvPr id="70" name="Connecteur droit 184">
              <a:extLst>
                <a:ext uri="{FF2B5EF4-FFF2-40B4-BE49-F238E27FC236}">
                  <a16:creationId xmlns:a16="http://schemas.microsoft.com/office/drawing/2014/main" id="{64E631FD-9366-D7B6-89A9-877C8AC0FFB0}"/>
                </a:ext>
              </a:extLst>
            </p:cNvPr>
            <p:cNvCxnSpPr>
              <a:cxnSpLocks/>
              <a:endCxn id="33" idx="1"/>
            </p:cNvCxnSpPr>
            <p:nvPr/>
          </p:nvCxnSpPr>
          <p:spPr>
            <a:xfrm flipV="1">
              <a:off x="3815223" y="6318275"/>
              <a:ext cx="8376767" cy="1"/>
            </a:xfrm>
            <a:prstGeom prst="line">
              <a:avLst/>
            </a:prstGeom>
            <a:ln w="254000">
              <a:solidFill>
                <a:schemeClr val="tx2"/>
              </a:solidFill>
            </a:ln>
          </p:spPr>
          <p:style>
            <a:lnRef idx="2">
              <a:schemeClr val="accent1"/>
            </a:lnRef>
            <a:fillRef idx="0">
              <a:schemeClr val="accent1"/>
            </a:fillRef>
            <a:effectRef idx="1">
              <a:schemeClr val="accent1"/>
            </a:effectRef>
            <a:fontRef idx="minor">
              <a:schemeClr val="tx1"/>
            </a:fontRef>
          </p:style>
        </p:cxnSp>
        <p:sp>
          <p:nvSpPr>
            <p:cNvPr id="71" name="Ellipse 186">
              <a:extLst>
                <a:ext uri="{FF2B5EF4-FFF2-40B4-BE49-F238E27FC236}">
                  <a16:creationId xmlns:a16="http://schemas.microsoft.com/office/drawing/2014/main" id="{734D94DA-80DE-EA59-1183-AB60CBEA80C5}"/>
                </a:ext>
              </a:extLst>
            </p:cNvPr>
            <p:cNvSpPr/>
            <p:nvPr/>
          </p:nvSpPr>
          <p:spPr>
            <a:xfrm>
              <a:off x="3698809" y="2431525"/>
              <a:ext cx="270000" cy="270000"/>
            </a:xfrm>
            <a:prstGeom prst="ellipse">
              <a:avLst/>
            </a:prstGeom>
            <a:solidFill>
              <a:schemeClr val="accent1"/>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dirty="0"/>
            </a:p>
          </p:txBody>
        </p:sp>
        <p:sp>
          <p:nvSpPr>
            <p:cNvPr id="72" name="Ellipse 187">
              <a:extLst>
                <a:ext uri="{FF2B5EF4-FFF2-40B4-BE49-F238E27FC236}">
                  <a16:creationId xmlns:a16="http://schemas.microsoft.com/office/drawing/2014/main" id="{FD5AAB4D-AF83-C8AC-A89C-83F07DDAC503}"/>
                </a:ext>
              </a:extLst>
            </p:cNvPr>
            <p:cNvSpPr/>
            <p:nvPr/>
          </p:nvSpPr>
          <p:spPr>
            <a:xfrm>
              <a:off x="4947319" y="2437913"/>
              <a:ext cx="270000" cy="270000"/>
            </a:xfrm>
            <a:prstGeom prst="ellipse">
              <a:avLst/>
            </a:prstGeom>
            <a:solidFill>
              <a:schemeClr val="accent1"/>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dirty="0"/>
            </a:p>
          </p:txBody>
        </p:sp>
        <p:sp>
          <p:nvSpPr>
            <p:cNvPr id="73" name="Ellipse 188">
              <a:extLst>
                <a:ext uri="{FF2B5EF4-FFF2-40B4-BE49-F238E27FC236}">
                  <a16:creationId xmlns:a16="http://schemas.microsoft.com/office/drawing/2014/main" id="{B197C4FE-DCED-A066-F2C2-022A580E2864}"/>
                </a:ext>
              </a:extLst>
            </p:cNvPr>
            <p:cNvSpPr/>
            <p:nvPr/>
          </p:nvSpPr>
          <p:spPr>
            <a:xfrm>
              <a:off x="6995083" y="2437913"/>
              <a:ext cx="270000" cy="270000"/>
            </a:xfrm>
            <a:prstGeom prst="ellipse">
              <a:avLst/>
            </a:prstGeom>
            <a:solidFill>
              <a:schemeClr val="accent1"/>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dirty="0"/>
            </a:p>
          </p:txBody>
        </p:sp>
        <p:sp>
          <p:nvSpPr>
            <p:cNvPr id="74" name="Ellipse 189">
              <a:extLst>
                <a:ext uri="{FF2B5EF4-FFF2-40B4-BE49-F238E27FC236}">
                  <a16:creationId xmlns:a16="http://schemas.microsoft.com/office/drawing/2014/main" id="{0D3A0373-4610-2E63-D7CF-4FC1E860E9AF}"/>
                </a:ext>
              </a:extLst>
            </p:cNvPr>
            <p:cNvSpPr/>
            <p:nvPr/>
          </p:nvSpPr>
          <p:spPr>
            <a:xfrm>
              <a:off x="8489591" y="2431525"/>
              <a:ext cx="270000" cy="270000"/>
            </a:xfrm>
            <a:prstGeom prst="ellipse">
              <a:avLst/>
            </a:prstGeom>
            <a:solidFill>
              <a:schemeClr val="accent1"/>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dirty="0"/>
            </a:p>
          </p:txBody>
        </p:sp>
        <p:sp>
          <p:nvSpPr>
            <p:cNvPr id="75" name="Ellipse 190">
              <a:extLst>
                <a:ext uri="{FF2B5EF4-FFF2-40B4-BE49-F238E27FC236}">
                  <a16:creationId xmlns:a16="http://schemas.microsoft.com/office/drawing/2014/main" id="{55A2C7F2-C680-8B11-B1FB-383A5F3FDB4F}"/>
                </a:ext>
              </a:extLst>
            </p:cNvPr>
            <p:cNvSpPr/>
            <p:nvPr/>
          </p:nvSpPr>
          <p:spPr>
            <a:xfrm>
              <a:off x="3689400" y="4286632"/>
              <a:ext cx="270000" cy="270000"/>
            </a:xfrm>
            <a:prstGeom prst="ellipse">
              <a:avLst/>
            </a:prstGeom>
            <a:solidFill>
              <a:schemeClr val="accent2"/>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dirty="0"/>
            </a:p>
          </p:txBody>
        </p:sp>
        <p:sp>
          <p:nvSpPr>
            <p:cNvPr id="76" name="Ellipse 191">
              <a:extLst>
                <a:ext uri="{FF2B5EF4-FFF2-40B4-BE49-F238E27FC236}">
                  <a16:creationId xmlns:a16="http://schemas.microsoft.com/office/drawing/2014/main" id="{E539CCCC-E740-E19E-9FD3-B248072D43F1}"/>
                </a:ext>
              </a:extLst>
            </p:cNvPr>
            <p:cNvSpPr/>
            <p:nvPr/>
          </p:nvSpPr>
          <p:spPr>
            <a:xfrm>
              <a:off x="4933215" y="4289294"/>
              <a:ext cx="270000" cy="270000"/>
            </a:xfrm>
            <a:prstGeom prst="ellipse">
              <a:avLst/>
            </a:prstGeom>
            <a:solidFill>
              <a:schemeClr val="accent2"/>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dirty="0"/>
            </a:p>
          </p:txBody>
        </p:sp>
        <p:sp>
          <p:nvSpPr>
            <p:cNvPr id="77" name="Ellipse 192">
              <a:extLst>
                <a:ext uri="{FF2B5EF4-FFF2-40B4-BE49-F238E27FC236}">
                  <a16:creationId xmlns:a16="http://schemas.microsoft.com/office/drawing/2014/main" id="{F04B749F-E626-7401-5579-DBA0D1C0772B}"/>
                </a:ext>
              </a:extLst>
            </p:cNvPr>
            <p:cNvSpPr/>
            <p:nvPr/>
          </p:nvSpPr>
          <p:spPr>
            <a:xfrm>
              <a:off x="6995083" y="4287427"/>
              <a:ext cx="270000" cy="270000"/>
            </a:xfrm>
            <a:prstGeom prst="ellipse">
              <a:avLst/>
            </a:prstGeom>
            <a:solidFill>
              <a:schemeClr val="accent2"/>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dirty="0"/>
            </a:p>
          </p:txBody>
        </p:sp>
        <p:sp>
          <p:nvSpPr>
            <p:cNvPr id="78" name="Ellipse 193">
              <a:extLst>
                <a:ext uri="{FF2B5EF4-FFF2-40B4-BE49-F238E27FC236}">
                  <a16:creationId xmlns:a16="http://schemas.microsoft.com/office/drawing/2014/main" id="{DD259AB4-6282-6F24-B176-35B2636082AC}"/>
                </a:ext>
              </a:extLst>
            </p:cNvPr>
            <p:cNvSpPr/>
            <p:nvPr/>
          </p:nvSpPr>
          <p:spPr>
            <a:xfrm>
              <a:off x="8489591" y="4287427"/>
              <a:ext cx="270000" cy="270000"/>
            </a:xfrm>
            <a:prstGeom prst="ellipse">
              <a:avLst/>
            </a:prstGeom>
            <a:solidFill>
              <a:schemeClr val="accent2"/>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dirty="0"/>
            </a:p>
          </p:txBody>
        </p:sp>
        <p:sp>
          <p:nvSpPr>
            <p:cNvPr id="79" name="Ellipse 195">
              <a:extLst>
                <a:ext uri="{FF2B5EF4-FFF2-40B4-BE49-F238E27FC236}">
                  <a16:creationId xmlns:a16="http://schemas.microsoft.com/office/drawing/2014/main" id="{9596BDCA-9455-27C8-D8FD-C5839660CD11}"/>
                </a:ext>
              </a:extLst>
            </p:cNvPr>
            <p:cNvSpPr/>
            <p:nvPr/>
          </p:nvSpPr>
          <p:spPr>
            <a:xfrm>
              <a:off x="4281735" y="6183275"/>
              <a:ext cx="270000" cy="270000"/>
            </a:xfrm>
            <a:prstGeom prst="ellipse">
              <a:avLst/>
            </a:prstGeom>
            <a:solidFill>
              <a:schemeClr val="tx2"/>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dirty="0"/>
            </a:p>
          </p:txBody>
        </p:sp>
        <p:sp>
          <p:nvSpPr>
            <p:cNvPr id="80" name="Ellipse 196">
              <a:extLst>
                <a:ext uri="{FF2B5EF4-FFF2-40B4-BE49-F238E27FC236}">
                  <a16:creationId xmlns:a16="http://schemas.microsoft.com/office/drawing/2014/main" id="{42590B43-2F95-C4BB-98B1-0455DE3E3187}"/>
                </a:ext>
              </a:extLst>
            </p:cNvPr>
            <p:cNvSpPr/>
            <p:nvPr/>
          </p:nvSpPr>
          <p:spPr>
            <a:xfrm>
              <a:off x="5207203" y="6183275"/>
              <a:ext cx="270000" cy="270000"/>
            </a:xfrm>
            <a:prstGeom prst="ellipse">
              <a:avLst/>
            </a:prstGeom>
            <a:solidFill>
              <a:schemeClr val="tx2"/>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dirty="0"/>
            </a:p>
          </p:txBody>
        </p:sp>
        <p:sp>
          <p:nvSpPr>
            <p:cNvPr id="81" name="Ellipse 198">
              <a:extLst>
                <a:ext uri="{FF2B5EF4-FFF2-40B4-BE49-F238E27FC236}">
                  <a16:creationId xmlns:a16="http://schemas.microsoft.com/office/drawing/2014/main" id="{C42843EA-8B36-2D05-29FE-47B6E18A11A9}"/>
                </a:ext>
              </a:extLst>
            </p:cNvPr>
            <p:cNvSpPr/>
            <p:nvPr/>
          </p:nvSpPr>
          <p:spPr>
            <a:xfrm>
              <a:off x="7887898" y="6183275"/>
              <a:ext cx="270000" cy="270000"/>
            </a:xfrm>
            <a:prstGeom prst="ellipse">
              <a:avLst/>
            </a:prstGeom>
            <a:solidFill>
              <a:schemeClr val="tx2"/>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dirty="0"/>
            </a:p>
          </p:txBody>
        </p:sp>
        <p:sp>
          <p:nvSpPr>
            <p:cNvPr id="82" name="Ellipse 199">
              <a:extLst>
                <a:ext uri="{FF2B5EF4-FFF2-40B4-BE49-F238E27FC236}">
                  <a16:creationId xmlns:a16="http://schemas.microsoft.com/office/drawing/2014/main" id="{8B1C38F8-00B3-7EE8-F43E-E3BE6DFA3921}"/>
                </a:ext>
              </a:extLst>
            </p:cNvPr>
            <p:cNvSpPr/>
            <p:nvPr/>
          </p:nvSpPr>
          <p:spPr>
            <a:xfrm>
              <a:off x="9096879" y="6183275"/>
              <a:ext cx="270000" cy="270000"/>
            </a:xfrm>
            <a:prstGeom prst="ellipse">
              <a:avLst/>
            </a:prstGeom>
            <a:solidFill>
              <a:schemeClr val="tx2"/>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dirty="0"/>
            </a:p>
          </p:txBody>
        </p:sp>
        <p:sp>
          <p:nvSpPr>
            <p:cNvPr id="83" name="Ellipse 200">
              <a:extLst>
                <a:ext uri="{FF2B5EF4-FFF2-40B4-BE49-F238E27FC236}">
                  <a16:creationId xmlns:a16="http://schemas.microsoft.com/office/drawing/2014/main" id="{B5A772B4-B40B-D2B2-C513-1B402CCC6798}"/>
                </a:ext>
              </a:extLst>
            </p:cNvPr>
            <p:cNvSpPr/>
            <p:nvPr/>
          </p:nvSpPr>
          <p:spPr>
            <a:xfrm>
              <a:off x="11325935" y="6183275"/>
              <a:ext cx="270000" cy="270000"/>
            </a:xfrm>
            <a:prstGeom prst="ellipse">
              <a:avLst/>
            </a:prstGeom>
            <a:solidFill>
              <a:schemeClr val="tx2"/>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dirty="0"/>
            </a:p>
          </p:txBody>
        </p:sp>
        <p:sp>
          <p:nvSpPr>
            <p:cNvPr id="84" name="Ellipse 201">
              <a:extLst>
                <a:ext uri="{FF2B5EF4-FFF2-40B4-BE49-F238E27FC236}">
                  <a16:creationId xmlns:a16="http://schemas.microsoft.com/office/drawing/2014/main" id="{20061DD9-348A-7AE3-171C-8B67DB86F92B}"/>
                </a:ext>
              </a:extLst>
            </p:cNvPr>
            <p:cNvSpPr/>
            <p:nvPr/>
          </p:nvSpPr>
          <p:spPr>
            <a:xfrm>
              <a:off x="8489591" y="5182668"/>
              <a:ext cx="270000" cy="270000"/>
            </a:xfrm>
            <a:prstGeom prst="ellipse">
              <a:avLst/>
            </a:prstGeom>
            <a:solidFill>
              <a:schemeClr val="accent2">
                <a:lumMod val="20000"/>
                <a:lumOff val="80000"/>
              </a:schemeClr>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dirty="0"/>
            </a:p>
          </p:txBody>
        </p:sp>
        <p:sp>
          <p:nvSpPr>
            <p:cNvPr id="85" name="Ellipse 202">
              <a:extLst>
                <a:ext uri="{FF2B5EF4-FFF2-40B4-BE49-F238E27FC236}">
                  <a16:creationId xmlns:a16="http://schemas.microsoft.com/office/drawing/2014/main" id="{83FD9D2C-8F9A-A81C-B62F-A1434F2385AC}"/>
                </a:ext>
              </a:extLst>
            </p:cNvPr>
            <p:cNvSpPr/>
            <p:nvPr/>
          </p:nvSpPr>
          <p:spPr>
            <a:xfrm>
              <a:off x="8489591" y="3356025"/>
              <a:ext cx="270000" cy="270000"/>
            </a:xfrm>
            <a:prstGeom prst="ellipse">
              <a:avLst/>
            </a:prstGeom>
            <a:solidFill>
              <a:schemeClr val="accent1">
                <a:lumMod val="20000"/>
                <a:lumOff val="80000"/>
              </a:schemeClr>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dirty="0"/>
            </a:p>
          </p:txBody>
        </p:sp>
        <p:sp>
          <p:nvSpPr>
            <p:cNvPr id="86" name="ZoneTexte 203">
              <a:extLst>
                <a:ext uri="{FF2B5EF4-FFF2-40B4-BE49-F238E27FC236}">
                  <a16:creationId xmlns:a16="http://schemas.microsoft.com/office/drawing/2014/main" id="{F9E4E992-D9A9-9322-9859-992558B18356}"/>
                </a:ext>
              </a:extLst>
            </p:cNvPr>
            <p:cNvSpPr txBox="1"/>
            <p:nvPr/>
          </p:nvSpPr>
          <p:spPr>
            <a:xfrm>
              <a:off x="3834596" y="2427782"/>
              <a:ext cx="1242439"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19" b="1" i="0" u="none" strike="noStrike" kern="1200" cap="none" spc="0" normalizeH="0" baseline="0" noProof="0" dirty="0">
                  <a:ln>
                    <a:noFill/>
                  </a:ln>
                  <a:solidFill>
                    <a:schemeClr val="bg1"/>
                  </a:solidFill>
                  <a:effectLst/>
                  <a:uLnTx/>
                  <a:uFillTx/>
                  <a:latin typeface="Aptos"/>
                  <a:ea typeface="+mn-ea"/>
                  <a:cs typeface="+mn-cs"/>
                </a:rPr>
                <a:t>ANALYSIS </a:t>
              </a:r>
            </a:p>
          </p:txBody>
        </p:sp>
        <p:sp>
          <p:nvSpPr>
            <p:cNvPr id="87" name="ZoneTexte 204">
              <a:extLst>
                <a:ext uri="{FF2B5EF4-FFF2-40B4-BE49-F238E27FC236}">
                  <a16:creationId xmlns:a16="http://schemas.microsoft.com/office/drawing/2014/main" id="{F29E596E-4584-1CEE-5B42-AFA14828709D}"/>
                </a:ext>
              </a:extLst>
            </p:cNvPr>
            <p:cNvSpPr txBox="1"/>
            <p:nvPr/>
          </p:nvSpPr>
          <p:spPr>
            <a:xfrm>
              <a:off x="5063102" y="2427782"/>
              <a:ext cx="2083622"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19" b="1" i="0" u="none" strike="noStrike" kern="1200" cap="none" spc="0" normalizeH="0" baseline="0" noProof="0" dirty="0">
                  <a:ln>
                    <a:noFill/>
                  </a:ln>
                  <a:solidFill>
                    <a:schemeClr val="bg1"/>
                  </a:solidFill>
                  <a:effectLst/>
                  <a:uLnTx/>
                  <a:uFillTx/>
                  <a:latin typeface="Aptos"/>
                  <a:ea typeface="+mn-ea"/>
                  <a:cs typeface="+mn-cs"/>
                </a:rPr>
                <a:t>IMPLEMENTATION </a:t>
              </a:r>
            </a:p>
          </p:txBody>
        </p:sp>
        <p:sp>
          <p:nvSpPr>
            <p:cNvPr id="88" name="ZoneTexte 205">
              <a:extLst>
                <a:ext uri="{FF2B5EF4-FFF2-40B4-BE49-F238E27FC236}">
                  <a16:creationId xmlns:a16="http://schemas.microsoft.com/office/drawing/2014/main" id="{9ACD7846-7265-DDCF-4B30-78FE803D4B7D}"/>
                </a:ext>
              </a:extLst>
            </p:cNvPr>
            <p:cNvSpPr txBox="1"/>
            <p:nvPr/>
          </p:nvSpPr>
          <p:spPr>
            <a:xfrm>
              <a:off x="8606724" y="3346586"/>
              <a:ext cx="2973912"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19" b="1" i="0" u="none" strike="noStrike" kern="1200" cap="none" spc="0" normalizeH="0" baseline="0" noProof="0" dirty="0">
                  <a:ln>
                    <a:noFill/>
                  </a:ln>
                  <a:effectLst/>
                  <a:uLnTx/>
                  <a:uFillTx/>
                  <a:latin typeface="Aptos"/>
                  <a:ea typeface="+mn-ea"/>
                  <a:cs typeface="+mn-cs"/>
                </a:rPr>
                <a:t>REACTIVE SUPPORT &amp; EVOLUTIONS </a:t>
              </a:r>
              <a:endParaRPr kumimoji="0" lang="fr-FR" sz="1699" b="1" i="0" u="none" strike="noStrike" kern="1200" cap="none" spc="0" normalizeH="0" baseline="0" noProof="0" dirty="0">
                <a:ln>
                  <a:noFill/>
                </a:ln>
                <a:effectLst/>
                <a:uLnTx/>
                <a:uFillTx/>
                <a:latin typeface="Aptos"/>
                <a:ea typeface="+mn-ea"/>
                <a:cs typeface="+mn-cs"/>
              </a:endParaRPr>
            </a:p>
          </p:txBody>
        </p:sp>
        <p:sp>
          <p:nvSpPr>
            <p:cNvPr id="89" name="ZoneTexte 206">
              <a:extLst>
                <a:ext uri="{FF2B5EF4-FFF2-40B4-BE49-F238E27FC236}">
                  <a16:creationId xmlns:a16="http://schemas.microsoft.com/office/drawing/2014/main" id="{04EC8B24-C33F-2E7D-9415-CA078BC1C13F}"/>
                </a:ext>
              </a:extLst>
            </p:cNvPr>
            <p:cNvSpPr txBox="1"/>
            <p:nvPr/>
          </p:nvSpPr>
          <p:spPr>
            <a:xfrm>
              <a:off x="5063009" y="4286632"/>
              <a:ext cx="2053271"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19" b="1" i="0" u="none" strike="noStrike" kern="1200" cap="none" spc="0" normalizeH="0" baseline="0" noProof="0" dirty="0">
                  <a:ln>
                    <a:noFill/>
                  </a:ln>
                  <a:solidFill>
                    <a:schemeClr val="bg1"/>
                  </a:solidFill>
                  <a:effectLst/>
                  <a:uLnTx/>
                  <a:uFillTx/>
                  <a:latin typeface="Aptos"/>
                  <a:ea typeface="+mn-ea"/>
                  <a:cs typeface="+mn-cs"/>
                </a:rPr>
                <a:t>STEERING COMITEES </a:t>
              </a:r>
            </a:p>
          </p:txBody>
        </p:sp>
        <p:sp>
          <p:nvSpPr>
            <p:cNvPr id="90" name="ZoneTexte 207">
              <a:extLst>
                <a:ext uri="{FF2B5EF4-FFF2-40B4-BE49-F238E27FC236}">
                  <a16:creationId xmlns:a16="http://schemas.microsoft.com/office/drawing/2014/main" id="{723BD49B-84CA-5900-6DC2-392489EA7335}"/>
                </a:ext>
              </a:extLst>
            </p:cNvPr>
            <p:cNvSpPr txBox="1"/>
            <p:nvPr/>
          </p:nvSpPr>
          <p:spPr>
            <a:xfrm>
              <a:off x="5392828" y="6194505"/>
              <a:ext cx="2630070" cy="276999"/>
            </a:xfrm>
            <a:prstGeom prst="rect">
              <a:avLst/>
            </a:prstGeom>
            <a:noFill/>
          </p:spPr>
          <p:txBody>
            <a:bodyPr wrap="square">
              <a:spAutoFit/>
            </a:bodyPr>
            <a:lstStyle/>
            <a:p>
              <a:pPr algn="ctr"/>
              <a:r>
                <a:rPr lang="fr-FR" sz="1019" b="1" dirty="0">
                  <a:solidFill>
                    <a:schemeClr val="bg1"/>
                  </a:solidFill>
                </a:rPr>
                <a:t>SATISFACTION SURVEYS</a:t>
              </a:r>
              <a:endParaRPr lang="en-US" sz="1019" b="1" dirty="0">
                <a:solidFill>
                  <a:schemeClr val="bg1"/>
                </a:solidFill>
              </a:endParaRPr>
            </a:p>
          </p:txBody>
        </p:sp>
        <p:sp>
          <p:nvSpPr>
            <p:cNvPr id="91" name="ZoneTexte 208">
              <a:extLst>
                <a:ext uri="{FF2B5EF4-FFF2-40B4-BE49-F238E27FC236}">
                  <a16:creationId xmlns:a16="http://schemas.microsoft.com/office/drawing/2014/main" id="{3C8CD858-429E-12EF-E08E-041A092B772C}"/>
                </a:ext>
              </a:extLst>
            </p:cNvPr>
            <p:cNvSpPr txBox="1"/>
            <p:nvPr/>
          </p:nvSpPr>
          <p:spPr>
            <a:xfrm>
              <a:off x="8618953" y="5182668"/>
              <a:ext cx="2926154"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19" b="1" i="0" u="none" strike="noStrike" kern="1200" cap="none" spc="0" normalizeH="0" baseline="0" noProof="0" dirty="0">
                  <a:ln>
                    <a:noFill/>
                  </a:ln>
                  <a:effectLst/>
                  <a:uLnTx/>
                  <a:uFillTx/>
                  <a:latin typeface="Aptos"/>
                  <a:ea typeface="+mn-ea"/>
                  <a:cs typeface="+mn-cs"/>
                </a:rPr>
                <a:t>FOLLOW-UP MEETINGS</a:t>
              </a:r>
              <a:endParaRPr kumimoji="0" lang="fr-FR" sz="1699" b="1" i="0" u="none" strike="noStrike" kern="1200" cap="none" spc="0" normalizeH="0" baseline="0" noProof="0" dirty="0">
                <a:ln>
                  <a:noFill/>
                </a:ln>
                <a:effectLst/>
                <a:uLnTx/>
                <a:uFillTx/>
                <a:latin typeface="Aptos"/>
                <a:ea typeface="+mn-ea"/>
                <a:cs typeface="+mn-cs"/>
              </a:endParaRPr>
            </a:p>
          </p:txBody>
        </p:sp>
        <p:sp>
          <p:nvSpPr>
            <p:cNvPr id="92" name="ZoneTexte 209">
              <a:extLst>
                <a:ext uri="{FF2B5EF4-FFF2-40B4-BE49-F238E27FC236}">
                  <a16:creationId xmlns:a16="http://schemas.microsoft.com/office/drawing/2014/main" id="{5B6F9437-2C44-B455-8FB9-78CEC8604BB8}"/>
                </a:ext>
              </a:extLst>
            </p:cNvPr>
            <p:cNvSpPr txBox="1"/>
            <p:nvPr/>
          </p:nvSpPr>
          <p:spPr>
            <a:xfrm>
              <a:off x="7125953" y="2427782"/>
              <a:ext cx="1481997"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19" b="1" i="0" u="none" strike="noStrike" kern="1200" cap="none" spc="0" normalizeH="0" baseline="0" noProof="0" dirty="0">
                  <a:ln>
                    <a:noFill/>
                  </a:ln>
                  <a:solidFill>
                    <a:schemeClr val="bg1"/>
                  </a:solidFill>
                  <a:effectLst/>
                  <a:uLnTx/>
                  <a:uFillTx/>
                  <a:latin typeface="Aptos"/>
                  <a:ea typeface="+mn-ea"/>
                  <a:cs typeface="+mn-cs"/>
                </a:rPr>
                <a:t>GO-LIVE </a:t>
              </a:r>
            </a:p>
          </p:txBody>
        </p:sp>
        <p:sp>
          <p:nvSpPr>
            <p:cNvPr id="93" name="Ellipse 210">
              <a:extLst>
                <a:ext uri="{FF2B5EF4-FFF2-40B4-BE49-F238E27FC236}">
                  <a16:creationId xmlns:a16="http://schemas.microsoft.com/office/drawing/2014/main" id="{686CF760-31EF-7DB6-E92B-DCD56DCE1636}"/>
                </a:ext>
              </a:extLst>
            </p:cNvPr>
            <p:cNvSpPr/>
            <p:nvPr/>
          </p:nvSpPr>
          <p:spPr>
            <a:xfrm>
              <a:off x="11435566" y="3356025"/>
              <a:ext cx="270000" cy="270000"/>
            </a:xfrm>
            <a:prstGeom prst="ellipse">
              <a:avLst/>
            </a:prstGeom>
            <a:solidFill>
              <a:schemeClr val="accent1">
                <a:lumMod val="20000"/>
                <a:lumOff val="80000"/>
              </a:schemeClr>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dirty="0"/>
            </a:p>
          </p:txBody>
        </p:sp>
        <p:sp>
          <p:nvSpPr>
            <p:cNvPr id="94" name="Ellipse 211">
              <a:extLst>
                <a:ext uri="{FF2B5EF4-FFF2-40B4-BE49-F238E27FC236}">
                  <a16:creationId xmlns:a16="http://schemas.microsoft.com/office/drawing/2014/main" id="{641B1122-139A-10D6-7EBE-7AB069A7B034}"/>
                </a:ext>
              </a:extLst>
            </p:cNvPr>
            <p:cNvSpPr/>
            <p:nvPr/>
          </p:nvSpPr>
          <p:spPr>
            <a:xfrm>
              <a:off x="11435566" y="5185261"/>
              <a:ext cx="270000" cy="270000"/>
            </a:xfrm>
            <a:prstGeom prst="ellipse">
              <a:avLst/>
            </a:prstGeom>
            <a:solidFill>
              <a:schemeClr val="accent2">
                <a:lumMod val="20000"/>
                <a:lumOff val="80000"/>
              </a:schemeClr>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dirty="0"/>
            </a:p>
          </p:txBody>
        </p:sp>
      </p:gr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re 1">
            <a:extLst>
              <a:ext uri="{FF2B5EF4-FFF2-40B4-BE49-F238E27FC236}">
                <a16:creationId xmlns:a16="http://schemas.microsoft.com/office/drawing/2014/main" id="{E7B9AF7C-0ED8-1690-F3B4-CB9B659B7C4C}"/>
              </a:ext>
            </a:extLst>
          </p:cNvPr>
          <p:cNvSpPr>
            <a:spLocks noGrp="1"/>
          </p:cNvSpPr>
          <p:nvPr>
            <p:ph type="title"/>
          </p:nvPr>
        </p:nvSpPr>
        <p:spPr/>
        <p:txBody>
          <a:bodyPr/>
          <a:lstStyle/>
          <a:p>
            <a:pPr/>
            <a:r>
              <a:t>Introduction</a:t>
            </a:r>
          </a:p>
        </p:txBody>
      </p:sp>
      <p:sp>
        <p:nvSpPr>
          <p:cNvPr id="4" name="Espace réservé du texte 3">
            <a:extLst>
              <a:ext uri="{FF2B5EF4-FFF2-40B4-BE49-F238E27FC236}">
                <a16:creationId xmlns:a16="http://schemas.microsoft.com/office/drawing/2014/main" id="{9C549C3F-B800-C686-38E5-E672FA4D6274}"/>
              </a:ext>
            </a:extLst>
          </p:cNvPr>
          <p:cNvSpPr>
            <a:spLocks noGrp="1"/>
          </p:cNvSpPr>
          <p:nvPr>
            <p:ph type="body" sz="quarter" idx="15"/>
          </p:nvPr>
        </p:nvSpPr>
        <p:spPr>
          <a:xfrm>
            <a:off x="877824" y="2651760"/>
            <a:ext cx="4855464" cy="548640"/>
          </a:xfrm>
        </p:spPr>
        <p:txBody>
          <a:bodyPr/>
          <a:lstStyle/>
          <a:p>
            <a:pPr/>
            <a:r>
              <a:t>NOTRE BUT</a:t>
            </a:r>
            <a:endParaRPr lang="en-US"/>
          </a:p>
        </p:txBody>
      </p:sp>
      <p:sp>
        <p:nvSpPr>
          <p:cNvPr id="5" name="Espace réservé du texte 4">
            <a:extLst>
              <a:ext uri="{FF2B5EF4-FFF2-40B4-BE49-F238E27FC236}">
                <a16:creationId xmlns:a16="http://schemas.microsoft.com/office/drawing/2014/main" id="{370E3060-220B-9514-670C-601D60A03B75}"/>
              </a:ext>
            </a:extLst>
          </p:cNvPr>
          <p:cNvSpPr>
            <a:spLocks noGrp="1"/>
          </p:cNvSpPr>
          <p:nvPr>
            <p:ph type="body" sz="quarter" idx="16"/>
          </p:nvPr>
        </p:nvSpPr>
        <p:spPr>
          <a:xfrm>
            <a:off x="877824" y="3291840"/>
            <a:ext cx="4855464" cy="2377440"/>
          </a:xfrm>
        </p:spPr>
        <p:txBody>
          <a:bodyPr anchor="t"/>
          <a:lstStyle/>
          <a:p>
            <a:pPr lvl="0"/>
            <a:r>
              <a:rPr lang="fr-FR" dirty="0" sz="1400"/>
              <a:t>Formaliser l’objectif, les attentes et les responsabilités</a:t>
            </a:r>
          </a:p>
          <a:p>
            <a:pPr lvl="0"/>
            <a:r>
              <a:rPr lang="fr-FR" dirty="0" sz="1400"/>
              <a:t>Être le fil rouge du projet, ne pas être une contrainte</a:t>
            </a:r>
          </a:p>
        </p:txBody>
      </p:sp>
      <p:sp>
        <p:nvSpPr>
          <p:cNvPr id="6" name="Espace réservé du texte 5">
            <a:extLst>
              <a:ext uri="{FF2B5EF4-FFF2-40B4-BE49-F238E27FC236}">
                <a16:creationId xmlns:a16="http://schemas.microsoft.com/office/drawing/2014/main" id="{2159DFFA-7DFE-F12B-BBB4-91588E82A41D}"/>
              </a:ext>
            </a:extLst>
          </p:cNvPr>
          <p:cNvSpPr>
            <a:spLocks noGrp="1"/>
          </p:cNvSpPr>
          <p:nvPr>
            <p:ph type="body" sz="quarter" idx="13"/>
          </p:nvPr>
        </p:nvSpPr>
        <p:spPr/>
        <p:txBody>
          <a:bodyPr/>
          <a:lstStyle/>
          <a:p>
            <a:pPr/>
            <a:r>
              <a:t>CONTEXTE</a:t>
            </a:r>
            <a:endParaRPr lang="en-US"/>
          </a:p>
        </p:txBody>
      </p:sp>
      <p:sp>
        <p:nvSpPr>
          <p:cNvPr id="8" name="Espace réservé du texte 7">
            <a:extLst>
              <a:ext uri="{FF2B5EF4-FFF2-40B4-BE49-F238E27FC236}">
                <a16:creationId xmlns:a16="http://schemas.microsoft.com/office/drawing/2014/main" id="{409EF05C-EFAA-25F5-56DF-34135600D33F}"/>
              </a:ext>
            </a:extLst>
          </p:cNvPr>
          <p:cNvSpPr>
            <a:spLocks noGrp="1"/>
          </p:cNvSpPr>
          <p:nvPr>
            <p:ph type="body" sz="quarter" idx="18"/>
          </p:nvPr>
        </p:nvSpPr>
        <p:spPr>
          <a:xfrm>
            <a:off x="6455664" y="2651760"/>
            <a:ext cx="4855464" cy="548640"/>
          </a:xfrm>
        </p:spPr>
        <p:txBody>
          <a:bodyPr/>
          <a:lstStyle/>
          <a:p>
            <a:pPr/>
            <a:r>
              <a:t>APPROCHE PROJET</a:t>
            </a:r>
            <a:endParaRPr lang="en-US"/>
          </a:p>
        </p:txBody>
      </p:sp>
      <p:sp>
        <p:nvSpPr>
          <p:cNvPr id="9" name="Espace réservé du texte 8">
            <a:extLst>
              <a:ext uri="{FF2B5EF4-FFF2-40B4-BE49-F238E27FC236}">
                <a16:creationId xmlns:a16="http://schemas.microsoft.com/office/drawing/2014/main" id="{F55A4BA1-B153-2687-9B6F-8B8F8FED2136}"/>
              </a:ext>
            </a:extLst>
          </p:cNvPr>
          <p:cNvSpPr>
            <a:spLocks noGrp="1"/>
          </p:cNvSpPr>
          <p:nvPr>
            <p:ph type="body" sz="quarter" idx="19"/>
          </p:nvPr>
        </p:nvSpPr>
        <p:spPr>
          <a:xfrm>
            <a:off x="6455664" y="3291840"/>
            <a:ext cx="4855464" cy="2377440"/>
          </a:xfrm>
        </p:spPr>
        <p:txBody>
          <a:bodyPr anchor="t"/>
          <a:lstStyle/>
          <a:p>
            <a:pPr lvl="0"/>
            <a:r>
              <a:rPr lang="fr-FR" dirty="0" sz="1400"/>
              <a:t>Méthodologie de gestion de projet inspirée de l’Agile</a:t>
            </a:r>
          </a:p>
          <a:p>
            <a:pPr lvl="0"/>
            <a:r>
              <a:rPr lang="fr-FR" dirty="0" sz="1400"/>
              <a:t>Sprints hebdomadaires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Espace réservé du contenu 1">
            <a:extLst>
              <a:ext uri="{FF2B5EF4-FFF2-40B4-BE49-F238E27FC236}">
                <a16:creationId xmlns:a16="http://schemas.microsoft.com/office/drawing/2014/main" id="{0A5657A9-CF1F-01C4-4C0C-3F4405FBA315}"/>
              </a:ext>
            </a:extLst>
          </p:cNvPr>
          <p:cNvSpPr>
            <a:spLocks noGrp="1"/>
          </p:cNvSpPr>
          <p:nvPr>
            <p:ph idx="1"/>
          </p:nvPr>
        </p:nvSpPr>
        <p:spPr/>
        <p:txBody>
          <a:bodyPr anchor="t"/>
          <a:lstStyle/>
          <a:p>
            <a:pPr lvl="0"/>
            <a:r>
              <a:rPr lang="fr-FR" b="1" dirty="0" sz="1400"/>
              <a:t>Objectif global</a:t>
            </a:r>
          </a:p>
          <a:p>
            <a:pPr lvl="1"/>
            <a:r>
              <a:rPr lang="fr-FR" b="0" dirty="0" sz="1400"/>
              <a:t>Objectif du projet CLIENT</a:t>
            </a:r>
          </a:p>
          <a:p>
            <a:pPr lvl="1"/>
            <a:endParaRPr lang="fr-FR" b="0" dirty="0" sz="1400"/>
          </a:p>
          <a:p>
            <a:pPr lvl="0"/>
            <a:r>
              <a:rPr lang="fr-FR" b="1" dirty="0" sz="1400"/>
              <a:t>Périmètre du projet</a:t>
            </a:r>
          </a:p>
          <a:p>
            <a:pPr lvl="1"/>
            <a:r>
              <a:rPr lang="fr-FR" b="0" dirty="0" sz="1400"/>
              <a:t>Domaine 1</a:t>
            </a:r>
          </a:p>
          <a:p>
            <a:pPr lvl="1"/>
            <a:r>
              <a:rPr lang="fr-FR" b="0" dirty="0" sz="1400"/>
              <a:t>Domaine 2</a:t>
            </a:r>
          </a:p>
          <a:p>
            <a:pPr lvl="1"/>
            <a:r>
              <a:rPr lang="fr-FR" b="0" dirty="0" sz="1400"/>
              <a:t>Domaine 3</a:t>
            </a:r>
          </a:p>
          <a:p>
            <a:pPr lvl="1"/>
            <a:r>
              <a:rPr lang="fr-FR" b="0" dirty="0" sz="1400"/>
              <a:t>Passerelle 1</a:t>
            </a:r>
          </a:p>
          <a:p>
            <a:pPr lvl="1"/>
            <a:r>
              <a:rPr lang="fr-FR" b="0" dirty="0" sz="1400"/>
              <a:t>Outil tiers 1</a:t>
            </a:r>
          </a:p>
        </p:txBody>
      </p:sp>
      <p:sp>
        <p:nvSpPr>
          <p:cNvPr id="4" name="Titre 2">
            <a:extLst>
              <a:ext uri="{FF2B5EF4-FFF2-40B4-BE49-F238E27FC236}">
                <a16:creationId xmlns:a16="http://schemas.microsoft.com/office/drawing/2014/main" id="{618815FA-3CAE-65F3-B971-C63D5E259378}"/>
              </a:ext>
            </a:extLst>
          </p:cNvPr>
          <p:cNvSpPr>
            <a:spLocks noGrp="1"/>
          </p:cNvSpPr>
          <p:nvPr>
            <p:ph type="title"/>
          </p:nvPr>
        </p:nvSpPr>
        <p:spPr/>
        <p:txBody>
          <a:bodyPr/>
          <a:lstStyle/>
          <a:p>
            <a:pPr/>
            <a:r>
              <a:t>Introduction</a:t>
            </a:r>
          </a:p>
        </p:txBody>
      </p:sp>
      <p:sp>
        <p:nvSpPr>
          <p:cNvPr id="5" name="Espace réservé du texte 3">
            <a:extLst>
              <a:ext uri="{FF2B5EF4-FFF2-40B4-BE49-F238E27FC236}">
                <a16:creationId xmlns:a16="http://schemas.microsoft.com/office/drawing/2014/main" id="{6BB8E998-5BC1-3D30-5A40-7A17CB479142}"/>
              </a:ext>
            </a:extLst>
          </p:cNvPr>
          <p:cNvSpPr>
            <a:spLocks noGrp="1"/>
          </p:cNvSpPr>
          <p:nvPr>
            <p:ph type="body" sz="quarter" idx="13"/>
          </p:nvPr>
        </p:nvSpPr>
        <p:spPr/>
        <p:txBody>
          <a:bodyPr/>
          <a:lstStyle/>
          <a:p>
            <a:pPr/>
            <a:r>
              <a:t>CONTEXTE</a:t>
            </a:r>
            <a:endParaRPr lang="en-US"/>
          </a:p>
        </p:txBody>
      </p:sp>
      <p:grpSp>
        <p:nvGrpSpPr>
          <p:cNvPr id="6" name="Transplant"/>
          <p:cNvGrpSpPr/>
          <p:nvPr/>
        </p:nvGrpSpPr>
        <p:grpSpPr>
          <a:xfrm>
            <a:off x="4576837" y="2240280"/>
            <a:ext cx="676126" cy="685800"/>
            <a:chOff x="4683571" y="1859538"/>
            <a:chExt cx="901502" cy="914400"/>
          </a:xfrm>
        </p:grpSpPr>
        <p:pic>
          <p:nvPicPr>
            <p:cNvPr id="7" name="Graphique 2" descr="Stylo avec un remplissage uni">
              <a:extLst>
                <a:ext uri="{FF2B5EF4-FFF2-40B4-BE49-F238E27FC236}">
                  <a16:creationId xmlns:a16="http://schemas.microsoft.com/office/drawing/2014/main" id="{9DDE4171-2AB8-84F6-2954-FDCEF478B6B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683571" y="1859538"/>
              <a:ext cx="901502" cy="914400"/>
            </a:xfrm>
            <a:prstGeom prst="rect">
              <a:avLst/>
            </a:prstGeom>
          </p:spPr>
        </p:pic>
      </p:grpSp>
      <p:grpSp>
        <p:nvGrpSpPr>
          <p:cNvPr id="8" name="Transplant"/>
          <p:cNvGrpSpPr/>
          <p:nvPr/>
        </p:nvGrpSpPr>
        <p:grpSpPr>
          <a:xfrm>
            <a:off x="3022357" y="3931920"/>
            <a:ext cx="676126" cy="685800"/>
            <a:chOff x="3397696" y="3774063"/>
            <a:chExt cx="901502" cy="914400"/>
          </a:xfrm>
        </p:grpSpPr>
        <p:pic>
          <p:nvPicPr>
            <p:cNvPr id="9" name="Graphique 3" descr="Stylo avec un remplissage uni">
              <a:extLst>
                <a:ext uri="{FF2B5EF4-FFF2-40B4-BE49-F238E27FC236}">
                  <a16:creationId xmlns:a16="http://schemas.microsoft.com/office/drawing/2014/main" id="{F0273127-B009-3EC3-A858-30FF776869F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397696" y="3774063"/>
              <a:ext cx="901502" cy="914400"/>
            </a:xfrm>
            <a:prstGeom prst="rect">
              <a:avLst/>
            </a:prstGeom>
          </p:spPr>
        </p:pic>
      </p:gr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Espace réservé du contenu 1">
            <a:extLst>
              <a:ext uri="{FF2B5EF4-FFF2-40B4-BE49-F238E27FC236}">
                <a16:creationId xmlns:a16="http://schemas.microsoft.com/office/drawing/2014/main" id="{0A5657A9-CF1F-01C4-4C0C-3F4405FBA315}"/>
              </a:ext>
            </a:extLst>
          </p:cNvPr>
          <p:cNvSpPr>
            <a:spLocks noGrp="1"/>
          </p:cNvSpPr>
          <p:nvPr>
            <p:ph idx="1"/>
          </p:nvPr>
        </p:nvSpPr>
        <p:spPr/>
        <p:txBody>
          <a:bodyPr anchor="t"/>
          <a:lstStyle/>
          <a:p>
            <a:pPr/>
            <a:r>
              <a:rPr lang="fr-FR" dirty="0" sz="1400"/>
              <a:t>Terme : Définition</a:t>
            </a:r>
          </a:p>
          <a:p>
            <a:pPr/>
            <a:endParaRPr lang="fr-FR" dirty="0" sz="1400"/>
          </a:p>
          <a:p>
            <a:pPr/>
            <a:endParaRPr lang="fr-FR" dirty="0" sz="1400"/>
          </a:p>
        </p:txBody>
      </p:sp>
      <p:sp>
        <p:nvSpPr>
          <p:cNvPr id="4" name="Titre 2">
            <a:extLst>
              <a:ext uri="{FF2B5EF4-FFF2-40B4-BE49-F238E27FC236}">
                <a16:creationId xmlns:a16="http://schemas.microsoft.com/office/drawing/2014/main" id="{618815FA-3CAE-65F3-B971-C63D5E259378}"/>
              </a:ext>
            </a:extLst>
          </p:cNvPr>
          <p:cNvSpPr>
            <a:spLocks noGrp="1"/>
          </p:cNvSpPr>
          <p:nvPr>
            <p:ph type="title"/>
          </p:nvPr>
        </p:nvSpPr>
        <p:spPr/>
        <p:txBody>
          <a:bodyPr/>
          <a:lstStyle/>
          <a:p>
            <a:pPr/>
            <a:r>
              <a:t>Vocabulaire</a:t>
            </a:r>
          </a:p>
        </p:txBody>
      </p:sp>
      <p:sp>
        <p:nvSpPr>
          <p:cNvPr id="5" name="Espace réservé du texte 3">
            <a:extLst>
              <a:ext uri="{FF2B5EF4-FFF2-40B4-BE49-F238E27FC236}">
                <a16:creationId xmlns:a16="http://schemas.microsoft.com/office/drawing/2014/main" id="{6BB8E998-5BC1-3D30-5A40-7A17CB479142}"/>
              </a:ext>
            </a:extLst>
          </p:cNvPr>
          <p:cNvSpPr>
            <a:spLocks noGrp="1"/>
          </p:cNvSpPr>
          <p:nvPr>
            <p:ph type="body" sz="quarter" idx="13"/>
          </p:nvPr>
        </p:nvSpPr>
        <p:spPr/>
        <p:txBody>
          <a:bodyPr/>
          <a:lstStyle/>
          <a:p>
            <a:pPr/>
            <a:r>
              <a:t>CONTEXTE</a:t>
            </a:r>
            <a:endParaRPr lang="en-US"/>
          </a:p>
        </p:txBody>
      </p:sp>
      <p:grpSp>
        <p:nvGrpSpPr>
          <p:cNvPr id="6" name="Transplant"/>
          <p:cNvGrpSpPr/>
          <p:nvPr/>
        </p:nvGrpSpPr>
        <p:grpSpPr>
          <a:xfrm>
            <a:off x="3022357" y="2240280"/>
            <a:ext cx="676126" cy="685800"/>
            <a:chOff x="3478825" y="2239110"/>
            <a:chExt cx="901502" cy="914400"/>
          </a:xfrm>
        </p:grpSpPr>
        <p:pic>
          <p:nvPicPr>
            <p:cNvPr id="7" name="Graphique 2" descr="Stylo avec un remplissage uni">
              <a:extLst>
                <a:ext uri="{FF2B5EF4-FFF2-40B4-BE49-F238E27FC236}">
                  <a16:creationId xmlns:a16="http://schemas.microsoft.com/office/drawing/2014/main" id="{D1360165-5350-A939-82AA-BC4AEE70916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478825" y="2239110"/>
              <a:ext cx="901502" cy="914400"/>
            </a:xfrm>
            <a:prstGeom prst="rect">
              <a:avLst/>
            </a:prstGeom>
          </p:spPr>
        </p:pic>
      </p:gr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re 1">
            <a:extLst>
              <a:ext uri="{FF2B5EF4-FFF2-40B4-BE49-F238E27FC236}">
                <a16:creationId xmlns:a16="http://schemas.microsoft.com/office/drawing/2014/main" id="{776693BB-AA83-4072-9715-AA9BC0D4E25C}"/>
              </a:ext>
            </a:extLst>
          </p:cNvPr>
          <p:cNvSpPr>
            <a:spLocks noGrp="1"/>
          </p:cNvSpPr>
          <p:nvPr>
            <p:ph type="title"/>
          </p:nvPr>
        </p:nvSpPr>
        <p:spPr/>
        <p:txBody>
          <a:bodyPr/>
          <a:lstStyle/>
          <a:p>
            <a:pPr/>
            <a:r>
              <a:t>NOTRE VISION</a:t>
            </a:r>
            <a:br/>
            <a:r>
              <a:t>D’UN PROJET RÉUSSI</a:t>
            </a:r>
          </a:p>
        </p:txBody>
      </p:sp>
      <p:sp>
        <p:nvSpPr>
          <p:cNvPr id="3" name="Espace réservé du texte 2">
            <a:extLst>
              <a:ext uri="{FF2B5EF4-FFF2-40B4-BE49-F238E27FC236}">
                <a16:creationId xmlns:a16="http://schemas.microsoft.com/office/drawing/2014/main" id="{AA14A04B-EBD5-902B-4F33-B256D611E2F1}"/>
              </a:ext>
            </a:extLst>
          </p:cNvPr>
          <p:cNvSpPr>
            <a:spLocks noGrp="1"/>
          </p:cNvSpPr>
          <p:nvPr>
            <p:ph type="body" idx="1"/>
          </p:nvPr>
        </p:nvSpPr>
        <p:spPr/>
        <p:txBody>
          <a:bodyPr/>
          <a:lstStyle/>
          <a:p>
            <a:pPr/>
            <a:r>
              <a:t>02</a:t>
            </a:r>
            <a:endParaRPr lang="en-US"/>
          </a:p>
        </p:txBody>
      </p:sp>
      <p:sp>
        <p:nvSpPr>
          <p:cNvPr id="5" name="Espace réservé du texte 4">
            <a:extLst>
              <a:ext uri="{FF2B5EF4-FFF2-40B4-BE49-F238E27FC236}">
                <a16:creationId xmlns:a16="http://schemas.microsoft.com/office/drawing/2014/main" id="{2A347D23-6373-2C86-5BFE-EAFA7C15BEE8}"/>
              </a:ext>
            </a:extLst>
          </p:cNvPr>
          <p:cNvSpPr>
            <a:spLocks noGrp="1"/>
          </p:cNvSpPr>
          <p:nvPr>
            <p:ph type="body" sz="quarter" idx="13"/>
          </p:nvPr>
        </p:nvSpPr>
        <p:spPr/>
        <p:txBody>
          <a:bodyPr/>
          <a:lstStyle/>
          <a:p>
            <a:pPr/>
            <a:r>
              <a:t>VISION</a:t>
            </a:r>
            <a:endParaRPr lang="en-US"/>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re 1">
            <a:extLst>
              <a:ext uri="{FF2B5EF4-FFF2-40B4-BE49-F238E27FC236}">
                <a16:creationId xmlns:a16="http://schemas.microsoft.com/office/drawing/2014/main" id="{F67CD525-38C5-F409-B0C0-BADBBABBBEB2}"/>
              </a:ext>
            </a:extLst>
          </p:cNvPr>
          <p:cNvSpPr>
            <a:spLocks noGrp="1"/>
          </p:cNvSpPr>
          <p:nvPr>
            <p:ph type="title"/>
          </p:nvPr>
        </p:nvSpPr>
        <p:spPr/>
        <p:txBody>
          <a:bodyPr/>
          <a:lstStyle/>
          <a:p>
            <a:pPr/>
            <a:r>
              <a:t>SOYEZ EN LIGNE RAPIDEMENT</a:t>
            </a:r>
          </a:p>
        </p:txBody>
      </p:sp>
      <p:sp>
        <p:nvSpPr>
          <p:cNvPr id="3" name="Espace réservé du texte 2">
            <a:extLst>
              <a:ext uri="{FF2B5EF4-FFF2-40B4-BE49-F238E27FC236}">
                <a16:creationId xmlns:a16="http://schemas.microsoft.com/office/drawing/2014/main" id="{6D7EBAF3-0B92-9D29-9863-12271A2426DB}"/>
              </a:ext>
            </a:extLst>
          </p:cNvPr>
          <p:cNvSpPr>
            <a:spLocks noGrp="1"/>
          </p:cNvSpPr>
          <p:nvPr>
            <p:ph type="body" sz="quarter" idx="20"/>
          </p:nvPr>
        </p:nvSpPr>
        <p:spPr/>
        <p:txBody>
          <a:bodyPr/>
          <a:lstStyle/>
          <a:p>
            <a:pPr/>
            <a:r>
              <a:t>2</a:t>
            </a:r>
            <a:endParaRPr lang="en-US"/>
          </a:p>
        </p:txBody>
      </p:sp>
      <p:sp>
        <p:nvSpPr>
          <p:cNvPr id="4" name="Espace réservé du texte 3">
            <a:extLst>
              <a:ext uri="{FF2B5EF4-FFF2-40B4-BE49-F238E27FC236}">
                <a16:creationId xmlns:a16="http://schemas.microsoft.com/office/drawing/2014/main" id="{32BF135C-83BC-556F-3D04-AF47FD898F22}"/>
              </a:ext>
            </a:extLst>
          </p:cNvPr>
          <p:cNvSpPr>
            <a:spLocks noGrp="1"/>
          </p:cNvSpPr>
          <p:nvPr>
            <p:ph type="body" sz="quarter" idx="21"/>
          </p:nvPr>
        </p:nvSpPr>
        <p:spPr/>
        <p:txBody>
          <a:bodyPr/>
          <a:lstStyle/>
          <a:p>
            <a:pPr/>
            <a:r>
              <a:t>APPROCHE</a:t>
            </a:r>
            <a:endParaRPr lang="en-US"/>
          </a:p>
          <a:p>
            <a:pPr/>
            <a:r>
              <a:t>MVP</a:t>
            </a:r>
          </a:p>
        </p:txBody>
      </p:sp>
      <p:sp>
        <p:nvSpPr>
          <p:cNvPr id="6" name="Espace réservé du texte 5">
            <a:extLst>
              <a:ext uri="{FF2B5EF4-FFF2-40B4-BE49-F238E27FC236}">
                <a16:creationId xmlns:a16="http://schemas.microsoft.com/office/drawing/2014/main" id="{229E4294-47B8-A93E-3C02-F2E64761DA0B}"/>
              </a:ext>
            </a:extLst>
          </p:cNvPr>
          <p:cNvSpPr>
            <a:spLocks noGrp="1"/>
          </p:cNvSpPr>
          <p:nvPr>
            <p:ph type="body" sz="quarter" idx="13"/>
          </p:nvPr>
        </p:nvSpPr>
        <p:spPr/>
        <p:txBody>
          <a:bodyPr/>
          <a:lstStyle/>
          <a:p>
            <a:pPr/>
            <a:r>
              <a:t>VISION</a:t>
            </a:r>
            <a:endParaRPr lang="en-US"/>
          </a:p>
        </p:txBody>
      </p:sp>
      <p:sp>
        <p:nvSpPr>
          <p:cNvPr id="7" name="Espace réservé du texte 6">
            <a:extLst>
              <a:ext uri="{FF2B5EF4-FFF2-40B4-BE49-F238E27FC236}">
                <a16:creationId xmlns:a16="http://schemas.microsoft.com/office/drawing/2014/main" id="{A2B09722-1122-F566-903B-B46D6808B603}"/>
              </a:ext>
            </a:extLst>
          </p:cNvPr>
          <p:cNvSpPr>
            <a:spLocks noGrp="1"/>
          </p:cNvSpPr>
          <p:nvPr>
            <p:ph type="body" sz="quarter" idx="23"/>
          </p:nvPr>
        </p:nvSpPr>
        <p:spPr/>
        <p:txBody>
          <a:bodyPr/>
          <a:lstStyle/>
          <a:p>
            <a:pPr/>
            <a:r>
              <a:t>1</a:t>
            </a:r>
            <a:endParaRPr lang="en-US"/>
          </a:p>
        </p:txBody>
      </p:sp>
      <p:sp>
        <p:nvSpPr>
          <p:cNvPr id="8" name="Espace réservé du texte 7">
            <a:extLst>
              <a:ext uri="{FF2B5EF4-FFF2-40B4-BE49-F238E27FC236}">
                <a16:creationId xmlns:a16="http://schemas.microsoft.com/office/drawing/2014/main" id="{9E6E315A-8B37-34D4-E18F-DC3A8468CEEE}"/>
              </a:ext>
            </a:extLst>
          </p:cNvPr>
          <p:cNvSpPr>
            <a:spLocks noGrp="1"/>
          </p:cNvSpPr>
          <p:nvPr>
            <p:ph type="body" sz="quarter" idx="24"/>
          </p:nvPr>
        </p:nvSpPr>
        <p:spPr/>
        <p:txBody>
          <a:bodyPr/>
          <a:lstStyle/>
          <a:p>
            <a:pPr/>
            <a:r>
              <a:t>RESTEZ PROCHE</a:t>
            </a:r>
            <a:endParaRPr lang="en-US"/>
          </a:p>
          <a:p>
            <a:pPr/>
            <a:r>
              <a:t>DES STANDARDS</a:t>
            </a:r>
          </a:p>
        </p:txBody>
      </p:sp>
      <p:sp>
        <p:nvSpPr>
          <p:cNvPr id="10" name="Espace réservé du texte 9">
            <a:extLst>
              <a:ext uri="{FF2B5EF4-FFF2-40B4-BE49-F238E27FC236}">
                <a16:creationId xmlns:a16="http://schemas.microsoft.com/office/drawing/2014/main" id="{1B15CBC4-6C68-D92C-F969-8BD5D798EC04}"/>
              </a:ext>
            </a:extLst>
          </p:cNvPr>
          <p:cNvSpPr>
            <a:spLocks noGrp="1"/>
          </p:cNvSpPr>
          <p:nvPr>
            <p:ph type="body" sz="quarter" idx="26"/>
          </p:nvPr>
        </p:nvSpPr>
        <p:spPr/>
        <p:txBody>
          <a:bodyPr/>
          <a:lstStyle/>
          <a:p>
            <a:pPr/>
            <a:r>
              <a:t>3</a:t>
            </a:r>
            <a:endParaRPr lang="en-US"/>
          </a:p>
        </p:txBody>
      </p:sp>
      <p:sp>
        <p:nvSpPr>
          <p:cNvPr id="11" name="Espace réservé du texte 10">
            <a:extLst>
              <a:ext uri="{FF2B5EF4-FFF2-40B4-BE49-F238E27FC236}">
                <a16:creationId xmlns:a16="http://schemas.microsoft.com/office/drawing/2014/main" id="{4C94FEB1-8051-5B6E-DE61-617C78130CCA}"/>
              </a:ext>
            </a:extLst>
          </p:cNvPr>
          <p:cNvSpPr>
            <a:spLocks noGrp="1"/>
          </p:cNvSpPr>
          <p:nvPr>
            <p:ph type="body" sz="quarter" idx="27"/>
          </p:nvPr>
        </p:nvSpPr>
        <p:spPr/>
        <p:txBody>
          <a:bodyPr/>
          <a:lstStyle/>
          <a:p>
            <a:pPr/>
            <a:r>
              <a:t>ANALYSE</a:t>
            </a:r>
            <a:endParaRPr lang="en-US"/>
          </a:p>
          <a:p>
            <a:pPr/>
            <a:r>
              <a:t>D’IMPLÉMENTATION</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itre 1">
            <a:extLst>
              <a:ext uri="{FF2B5EF4-FFF2-40B4-BE49-F238E27FC236}">
                <a16:creationId xmlns:a16="http://schemas.microsoft.com/office/drawing/2014/main" id="{900E4526-073E-F120-3E1B-D31ADDF71B82}"/>
              </a:ext>
            </a:extLst>
          </p:cNvPr>
          <p:cNvSpPr>
            <a:spLocks noGrp="1"/>
          </p:cNvSpPr>
          <p:nvPr>
            <p:ph type="title"/>
          </p:nvPr>
        </p:nvSpPr>
        <p:spPr/>
        <p:txBody>
          <a:bodyPr/>
          <a:lstStyle/>
          <a:p>
            <a:pPr/>
            <a:r>
              <a:t>NOUS AVANÇONS ENSEMBLE TOUT AU LONG DE VOTRE PROJET !</a:t>
            </a:r>
          </a:p>
        </p:txBody>
      </p:sp>
      <p:sp>
        <p:nvSpPr>
          <p:cNvPr id="4" name="Espace réservé du texte 2">
            <a:extLst>
              <a:ext uri="{FF2B5EF4-FFF2-40B4-BE49-F238E27FC236}">
                <a16:creationId xmlns:a16="http://schemas.microsoft.com/office/drawing/2014/main" id="{F52B3274-36E0-9191-0A8E-58E717B42DAF}"/>
              </a:ext>
            </a:extLst>
          </p:cNvPr>
          <p:cNvSpPr>
            <a:spLocks noGrp="1"/>
          </p:cNvSpPr>
          <p:nvPr>
            <p:ph type="body" sz="quarter" idx="13"/>
          </p:nvPr>
        </p:nvSpPr>
        <p:spPr/>
        <p:txBody>
          <a:bodyPr/>
          <a:lstStyle/>
          <a:p>
            <a:pPr/>
            <a:r>
              <a:t>COLLABORATION</a:t>
            </a:r>
            <a:endParaRPr lang="en-US"/>
          </a:p>
        </p:txBody>
      </p:sp>
      <p:grpSp>
        <p:nvGrpSpPr>
          <p:cNvPr id="5" name="Transplant"/>
          <p:cNvGrpSpPr/>
          <p:nvPr/>
        </p:nvGrpSpPr>
        <p:grpSpPr>
          <a:xfrm>
            <a:off x="694944" y="2692939"/>
            <a:ext cx="10799064" cy="3118042"/>
            <a:chOff x="0" y="1800739"/>
            <a:chExt cx="12192000" cy="3520229"/>
          </a:xfrm>
        </p:grpSpPr>
        <p:sp>
          <p:nvSpPr>
            <p:cNvPr id="6" name="Espace réservé du texte 20">
              <a:extLst>
                <a:ext uri="{FF2B5EF4-FFF2-40B4-BE49-F238E27FC236}">
                  <a16:creationId xmlns:a16="http://schemas.microsoft.com/office/drawing/2014/main" id="{ED555D3C-C7A3-B067-076A-71E874B7EF8A}"/>
                </a:ext>
              </a:extLst>
            </p:cNvPr>
            <p:cNvSpPr txBox="1">
              <a:spLocks/>
            </p:cNvSpPr>
            <p:nvPr/>
          </p:nvSpPr>
          <p:spPr>
            <a:xfrm>
              <a:off x="0" y="1940385"/>
              <a:ext cx="4695887" cy="5127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80" kern="1200">
                  <a:solidFill>
                    <a:schemeClr val="tx1"/>
                  </a:solidFill>
                  <a:latin typeface="Aptos"/>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125" kern="1200">
                  <a:solidFill>
                    <a:schemeClr val="tx1"/>
                  </a:solidFill>
                  <a:latin typeface="Aptos"/>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771" kern="1200">
                  <a:solidFill>
                    <a:schemeClr val="tx1"/>
                  </a:solidFill>
                  <a:latin typeface="Aptos"/>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594" kern="1200">
                  <a:solidFill>
                    <a:schemeClr val="tx1"/>
                  </a:solidFill>
                  <a:latin typeface="Aptos"/>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594" kern="1200">
                  <a:solidFill>
                    <a:schemeClr val="tx1"/>
                  </a:solidFill>
                  <a:latin typeface="Aptos"/>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594"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594"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594"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594"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fr-FR" sz="1771" b="1" i="0" u="none" strike="noStrike" kern="1200" cap="none" spc="0" normalizeH="0" baseline="0" noProof="0" dirty="0">
                  <a:ln>
                    <a:noFill/>
                  </a:ln>
                  <a:solidFill>
                    <a:srgbClr val="212529"/>
                  </a:solidFill>
                  <a:effectLst/>
                  <a:uLnTx/>
                  <a:uFillTx/>
                  <a:latin typeface="Aptos"/>
                  <a:ea typeface="+mn-ea"/>
                  <a:cs typeface="+mn-cs"/>
                </a:rPr>
                <a:t>1 ÉQUIPE CAPTIVEA</a:t>
              </a:r>
            </a:p>
          </p:txBody>
        </p:sp>
        <p:grpSp>
          <p:nvGrpSpPr>
            <p:cNvPr id="7" name="Google Shape;10674;p75">
              <a:extLst>
                <a:ext uri="{FF2B5EF4-FFF2-40B4-BE49-F238E27FC236}">
                  <a16:creationId xmlns:a16="http://schemas.microsoft.com/office/drawing/2014/main" id="{BB0F20BA-1B63-D2B9-4C24-33997D8D112F}"/>
                </a:ext>
              </a:extLst>
            </p:cNvPr>
            <p:cNvGrpSpPr/>
            <p:nvPr/>
          </p:nvGrpSpPr>
          <p:grpSpPr>
            <a:xfrm rot="2700000">
              <a:off x="5684086" y="1800739"/>
              <a:ext cx="823825" cy="792052"/>
              <a:chOff x="4447550" y="249750"/>
              <a:chExt cx="500425" cy="481125"/>
            </a:xfrm>
            <a:gradFill rotWithShape="1">
              <a:gsLst>
                <a:gs pos="0">
                  <a:srgbClr val="BA131A"/>
                </a:gs>
                <a:gs pos="100000">
                  <a:srgbClr val="E2575D"/>
                </a:gs>
              </a:gsLst>
              <a:lin ang="2700000" scaled="1"/>
            </a:gradFill>
          </p:grpSpPr>
          <p:sp>
            <p:nvSpPr>
              <p:cNvPr id="8" name="Google Shape;10675;p75">
                <a:extLst>
                  <a:ext uri="{FF2B5EF4-FFF2-40B4-BE49-F238E27FC236}">
                    <a16:creationId xmlns:a16="http://schemas.microsoft.com/office/drawing/2014/main" id="{1E8ED490-5ED2-3D76-A08B-549F3E8B1184}"/>
                  </a:ext>
                </a:extLst>
              </p:cNvPr>
              <p:cNvSpPr/>
              <p:nvPr/>
            </p:nvSpPr>
            <p:spPr>
              <a:xfrm>
                <a:off x="4447550" y="413675"/>
                <a:ext cx="353475" cy="317200"/>
              </a:xfrm>
              <a:custGeom>
                <a:avLst/>
                <a:gdLst/>
                <a:ahLst/>
                <a:cxnLst/>
                <a:rect l="l" t="t" r="r" b="b"/>
                <a:pathLst>
                  <a:path w="14139" h="12688" extrusionOk="0">
                    <a:moveTo>
                      <a:pt x="12274" y="0"/>
                    </a:moveTo>
                    <a:lnTo>
                      <a:pt x="10639" y="1635"/>
                    </a:lnTo>
                    <a:cubicBezTo>
                      <a:pt x="10811" y="1720"/>
                      <a:pt x="10970" y="1831"/>
                      <a:pt x="11109" y="1964"/>
                    </a:cubicBezTo>
                    <a:cubicBezTo>
                      <a:pt x="11771" y="2623"/>
                      <a:pt x="11771" y="3698"/>
                      <a:pt x="11109" y="4358"/>
                    </a:cubicBezTo>
                    <a:lnTo>
                      <a:pt x="5520" y="9949"/>
                    </a:lnTo>
                    <a:cubicBezTo>
                      <a:pt x="5189" y="10281"/>
                      <a:pt x="4755" y="10446"/>
                      <a:pt x="4322" y="10446"/>
                    </a:cubicBezTo>
                    <a:cubicBezTo>
                      <a:pt x="3889" y="10446"/>
                      <a:pt x="3456" y="10281"/>
                      <a:pt x="3126" y="9949"/>
                    </a:cubicBezTo>
                    <a:cubicBezTo>
                      <a:pt x="2463" y="9287"/>
                      <a:pt x="2463" y="8215"/>
                      <a:pt x="3126" y="7552"/>
                    </a:cubicBezTo>
                    <a:lnTo>
                      <a:pt x="5330" y="5351"/>
                    </a:lnTo>
                    <a:cubicBezTo>
                      <a:pt x="4924" y="4499"/>
                      <a:pt x="4764" y="3554"/>
                      <a:pt x="4866" y="2620"/>
                    </a:cubicBezTo>
                    <a:lnTo>
                      <a:pt x="4866" y="2620"/>
                    </a:lnTo>
                    <a:lnTo>
                      <a:pt x="1527" y="5956"/>
                    </a:lnTo>
                    <a:cubicBezTo>
                      <a:pt x="0" y="7501"/>
                      <a:pt x="6" y="9992"/>
                      <a:pt x="1545" y="11530"/>
                    </a:cubicBezTo>
                    <a:cubicBezTo>
                      <a:pt x="2316" y="12301"/>
                      <a:pt x="3327" y="12687"/>
                      <a:pt x="4339" y="12687"/>
                    </a:cubicBezTo>
                    <a:cubicBezTo>
                      <a:pt x="5343" y="12687"/>
                      <a:pt x="6348" y="12307"/>
                      <a:pt x="7119" y="11545"/>
                    </a:cubicBezTo>
                    <a:lnTo>
                      <a:pt x="12708" y="5956"/>
                    </a:lnTo>
                    <a:cubicBezTo>
                      <a:pt x="13783" y="4878"/>
                      <a:pt x="14138" y="3276"/>
                      <a:pt x="13626" y="1843"/>
                    </a:cubicBezTo>
                    <a:cubicBezTo>
                      <a:pt x="13500" y="1467"/>
                      <a:pt x="13316" y="1114"/>
                      <a:pt x="13075" y="798"/>
                    </a:cubicBezTo>
                    <a:lnTo>
                      <a:pt x="13066" y="807"/>
                    </a:lnTo>
                    <a:cubicBezTo>
                      <a:pt x="12952" y="663"/>
                      <a:pt x="12843" y="503"/>
                      <a:pt x="12708" y="368"/>
                    </a:cubicBezTo>
                    <a:cubicBezTo>
                      <a:pt x="12569" y="235"/>
                      <a:pt x="12428" y="115"/>
                      <a:pt x="12274" y="0"/>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125" b="0" i="0" u="none" strike="noStrike" kern="1200" cap="none" spc="0" normalizeH="0" baseline="0" noProof="0" dirty="0">
                  <a:ln>
                    <a:noFill/>
                  </a:ln>
                  <a:solidFill>
                    <a:srgbClr val="435D74"/>
                  </a:solidFill>
                  <a:effectLst/>
                  <a:uLnTx/>
                  <a:uFillTx/>
                  <a:latin typeface="Aptos"/>
                  <a:ea typeface="+mn-ea"/>
                  <a:cs typeface="+mn-cs"/>
                </a:endParaRPr>
              </a:p>
            </p:txBody>
          </p:sp>
          <p:sp>
            <p:nvSpPr>
              <p:cNvPr id="9" name="Google Shape;10676;p75">
                <a:extLst>
                  <a:ext uri="{FF2B5EF4-FFF2-40B4-BE49-F238E27FC236}">
                    <a16:creationId xmlns:a16="http://schemas.microsoft.com/office/drawing/2014/main" id="{6E1809AB-7240-FC2D-C1A4-162B0BE91596}"/>
                  </a:ext>
                </a:extLst>
              </p:cNvPr>
              <p:cNvSpPr/>
              <p:nvPr/>
            </p:nvSpPr>
            <p:spPr>
              <a:xfrm>
                <a:off x="4589675" y="249750"/>
                <a:ext cx="358300" cy="322025"/>
              </a:xfrm>
              <a:custGeom>
                <a:avLst/>
                <a:gdLst/>
                <a:ahLst/>
                <a:cxnLst/>
                <a:rect l="l" t="t" r="r" b="b"/>
                <a:pathLst>
                  <a:path w="14332" h="12881" extrusionOk="0">
                    <a:moveTo>
                      <a:pt x="9992" y="1"/>
                    </a:moveTo>
                    <a:cubicBezTo>
                      <a:pt x="8989" y="1"/>
                      <a:pt x="7985" y="381"/>
                      <a:pt x="7215" y="1143"/>
                    </a:cubicBezTo>
                    <a:lnTo>
                      <a:pt x="1434" y="6925"/>
                    </a:lnTo>
                    <a:cubicBezTo>
                      <a:pt x="359" y="8003"/>
                      <a:pt x="1" y="9605"/>
                      <a:pt x="515" y="11038"/>
                    </a:cubicBezTo>
                    <a:cubicBezTo>
                      <a:pt x="639" y="11414"/>
                      <a:pt x="826" y="11767"/>
                      <a:pt x="1066" y="12083"/>
                    </a:cubicBezTo>
                    <a:lnTo>
                      <a:pt x="1073" y="12074"/>
                    </a:lnTo>
                    <a:cubicBezTo>
                      <a:pt x="1187" y="12218"/>
                      <a:pt x="1295" y="12378"/>
                      <a:pt x="1434" y="12513"/>
                    </a:cubicBezTo>
                    <a:cubicBezTo>
                      <a:pt x="1569" y="12646"/>
                      <a:pt x="1711" y="12766"/>
                      <a:pt x="1864" y="12881"/>
                    </a:cubicBezTo>
                    <a:lnTo>
                      <a:pt x="3500" y="11243"/>
                    </a:lnTo>
                    <a:cubicBezTo>
                      <a:pt x="3328" y="11158"/>
                      <a:pt x="3168" y="11050"/>
                      <a:pt x="3030" y="10918"/>
                    </a:cubicBezTo>
                    <a:cubicBezTo>
                      <a:pt x="2367" y="10255"/>
                      <a:pt x="2367" y="9183"/>
                      <a:pt x="3030" y="8521"/>
                    </a:cubicBezTo>
                    <a:lnTo>
                      <a:pt x="8811" y="2739"/>
                    </a:lnTo>
                    <a:cubicBezTo>
                      <a:pt x="9143" y="2408"/>
                      <a:pt x="9576" y="2242"/>
                      <a:pt x="10010" y="2242"/>
                    </a:cubicBezTo>
                    <a:cubicBezTo>
                      <a:pt x="10443" y="2242"/>
                      <a:pt x="10876" y="2408"/>
                      <a:pt x="11205" y="2739"/>
                    </a:cubicBezTo>
                    <a:cubicBezTo>
                      <a:pt x="11868" y="3401"/>
                      <a:pt x="11868" y="4473"/>
                      <a:pt x="11205" y="5136"/>
                    </a:cubicBezTo>
                    <a:lnTo>
                      <a:pt x="8811" y="7530"/>
                    </a:lnTo>
                    <a:cubicBezTo>
                      <a:pt x="9215" y="8382"/>
                      <a:pt x="9375" y="9328"/>
                      <a:pt x="9272" y="10261"/>
                    </a:cubicBezTo>
                    <a:lnTo>
                      <a:pt x="12804" y="6732"/>
                    </a:lnTo>
                    <a:cubicBezTo>
                      <a:pt x="14331" y="5187"/>
                      <a:pt x="14325" y="2697"/>
                      <a:pt x="12786" y="1158"/>
                    </a:cubicBezTo>
                    <a:cubicBezTo>
                      <a:pt x="12015" y="387"/>
                      <a:pt x="11004" y="1"/>
                      <a:pt x="9992"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125" b="0" i="0" u="none" strike="noStrike" kern="1200" cap="none" spc="0" normalizeH="0" baseline="0" noProof="0" dirty="0">
                  <a:ln>
                    <a:noFill/>
                  </a:ln>
                  <a:solidFill>
                    <a:srgbClr val="435D74"/>
                  </a:solidFill>
                  <a:effectLst/>
                  <a:uLnTx/>
                  <a:uFillTx/>
                  <a:latin typeface="Aptos"/>
                  <a:ea typeface="+mn-ea"/>
                  <a:cs typeface="+mn-cs"/>
                </a:endParaRPr>
              </a:p>
            </p:txBody>
          </p:sp>
        </p:grpSp>
        <p:sp>
          <p:nvSpPr>
            <p:cNvPr id="10" name="Espace réservé du texte 21">
              <a:extLst>
                <a:ext uri="{FF2B5EF4-FFF2-40B4-BE49-F238E27FC236}">
                  <a16:creationId xmlns:a16="http://schemas.microsoft.com/office/drawing/2014/main" id="{0ABC94A4-FEF2-25FE-4694-3379BB034174}"/>
                </a:ext>
              </a:extLst>
            </p:cNvPr>
            <p:cNvSpPr txBox="1">
              <a:spLocks/>
            </p:cNvSpPr>
            <p:nvPr/>
          </p:nvSpPr>
          <p:spPr>
            <a:xfrm>
              <a:off x="7534795" y="1940385"/>
              <a:ext cx="4657205" cy="5127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80" kern="1200">
                  <a:solidFill>
                    <a:schemeClr val="tx1"/>
                  </a:solidFill>
                  <a:latin typeface="Aptos"/>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125" kern="1200">
                  <a:solidFill>
                    <a:schemeClr val="tx1"/>
                  </a:solidFill>
                  <a:latin typeface="Aptos"/>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771" kern="1200">
                  <a:solidFill>
                    <a:schemeClr val="tx1"/>
                  </a:solidFill>
                  <a:latin typeface="Aptos"/>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594" kern="1200">
                  <a:solidFill>
                    <a:schemeClr val="tx1"/>
                  </a:solidFill>
                  <a:latin typeface="Aptos"/>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594" kern="1200">
                  <a:solidFill>
                    <a:schemeClr val="tx1"/>
                  </a:solidFill>
                  <a:latin typeface="Aptos"/>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594"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594"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594"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594"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fr-FR" sz="1771" b="1" i="0" u="none" strike="noStrike" kern="1200" cap="none" spc="0" normalizeH="0" baseline="0" noProof="0" dirty="0">
                  <a:ln>
                    <a:noFill/>
                  </a:ln>
                  <a:solidFill>
                    <a:srgbClr val="212529"/>
                  </a:solidFill>
                  <a:effectLst/>
                  <a:uLnTx/>
                  <a:uFillTx/>
                  <a:latin typeface="Aptos"/>
                  <a:ea typeface="+mn-ea"/>
                  <a:cs typeface="+mn-cs"/>
                </a:rPr>
                <a:t>1 ÉQUIPE CLIENT</a:t>
              </a:r>
            </a:p>
          </p:txBody>
        </p:sp>
        <p:sp>
          <p:nvSpPr>
            <p:cNvPr id="11" name="Google Shape;10694;p75">
              <a:extLst>
                <a:ext uri="{FF2B5EF4-FFF2-40B4-BE49-F238E27FC236}">
                  <a16:creationId xmlns:a16="http://schemas.microsoft.com/office/drawing/2014/main" id="{2FC937C4-2A4E-6249-9643-86EAAD0A6759}"/>
                </a:ext>
              </a:extLst>
            </p:cNvPr>
            <p:cNvSpPr/>
            <p:nvPr/>
          </p:nvSpPr>
          <p:spPr>
            <a:xfrm>
              <a:off x="2627810" y="3209703"/>
              <a:ext cx="840380" cy="943420"/>
            </a:xfrm>
            <a:custGeom>
              <a:avLst/>
              <a:gdLst/>
              <a:ahLst/>
              <a:cxnLst/>
              <a:rect l="l" t="t" r="r" b="b"/>
              <a:pathLst>
                <a:path w="17168" h="19273" extrusionOk="0">
                  <a:moveTo>
                    <a:pt x="15361" y="1130"/>
                  </a:moveTo>
                  <a:cubicBezTo>
                    <a:pt x="15671" y="1130"/>
                    <a:pt x="15924" y="1382"/>
                    <a:pt x="15924" y="1696"/>
                  </a:cubicBezTo>
                  <a:cubicBezTo>
                    <a:pt x="15924" y="2006"/>
                    <a:pt x="15671" y="2259"/>
                    <a:pt x="15361" y="2259"/>
                  </a:cubicBezTo>
                  <a:lnTo>
                    <a:pt x="1810" y="2259"/>
                  </a:lnTo>
                  <a:cubicBezTo>
                    <a:pt x="1497" y="2259"/>
                    <a:pt x="1244" y="2006"/>
                    <a:pt x="1244" y="1696"/>
                  </a:cubicBezTo>
                  <a:cubicBezTo>
                    <a:pt x="1244" y="1382"/>
                    <a:pt x="1497" y="1130"/>
                    <a:pt x="1810" y="1130"/>
                  </a:cubicBezTo>
                  <a:close/>
                  <a:moveTo>
                    <a:pt x="15361" y="11332"/>
                  </a:moveTo>
                  <a:cubicBezTo>
                    <a:pt x="15671" y="11332"/>
                    <a:pt x="15924" y="11582"/>
                    <a:pt x="15924" y="11895"/>
                  </a:cubicBezTo>
                  <a:cubicBezTo>
                    <a:pt x="15924" y="12208"/>
                    <a:pt x="15671" y="12461"/>
                    <a:pt x="15361" y="12461"/>
                  </a:cubicBezTo>
                  <a:lnTo>
                    <a:pt x="1810" y="12461"/>
                  </a:lnTo>
                  <a:cubicBezTo>
                    <a:pt x="1497" y="12461"/>
                    <a:pt x="1244" y="12208"/>
                    <a:pt x="1244" y="11895"/>
                  </a:cubicBezTo>
                  <a:cubicBezTo>
                    <a:pt x="1244" y="11582"/>
                    <a:pt x="1497" y="11332"/>
                    <a:pt x="1810" y="11332"/>
                  </a:cubicBezTo>
                  <a:close/>
                  <a:moveTo>
                    <a:pt x="1804" y="0"/>
                  </a:moveTo>
                  <a:cubicBezTo>
                    <a:pt x="982" y="0"/>
                    <a:pt x="277" y="593"/>
                    <a:pt x="139" y="1404"/>
                  </a:cubicBezTo>
                  <a:cubicBezTo>
                    <a:pt x="1" y="2217"/>
                    <a:pt x="467" y="3012"/>
                    <a:pt x="1244" y="3286"/>
                  </a:cubicBezTo>
                  <a:lnTo>
                    <a:pt x="1244" y="10305"/>
                  </a:lnTo>
                  <a:cubicBezTo>
                    <a:pt x="570" y="10543"/>
                    <a:pt x="118" y="11178"/>
                    <a:pt x="115" y="11895"/>
                  </a:cubicBezTo>
                  <a:cubicBezTo>
                    <a:pt x="115" y="12831"/>
                    <a:pt x="874" y="13587"/>
                    <a:pt x="1810" y="13590"/>
                  </a:cubicBezTo>
                  <a:lnTo>
                    <a:pt x="6752" y="13590"/>
                  </a:lnTo>
                  <a:lnTo>
                    <a:pt x="2518" y="18333"/>
                  </a:lnTo>
                  <a:cubicBezTo>
                    <a:pt x="2316" y="18565"/>
                    <a:pt x="2337" y="18914"/>
                    <a:pt x="2566" y="19122"/>
                  </a:cubicBezTo>
                  <a:cubicBezTo>
                    <a:pt x="2674" y="19218"/>
                    <a:pt x="2809" y="19266"/>
                    <a:pt x="2943" y="19266"/>
                  </a:cubicBezTo>
                  <a:cubicBezTo>
                    <a:pt x="3095" y="19266"/>
                    <a:pt x="3247" y="19205"/>
                    <a:pt x="3358" y="19086"/>
                  </a:cubicBezTo>
                  <a:lnTo>
                    <a:pt x="8020" y="13867"/>
                  </a:lnTo>
                  <a:lnTo>
                    <a:pt x="8020" y="18709"/>
                  </a:lnTo>
                  <a:cubicBezTo>
                    <a:pt x="8020" y="19019"/>
                    <a:pt x="8273" y="19272"/>
                    <a:pt x="8586" y="19272"/>
                  </a:cubicBezTo>
                  <a:cubicBezTo>
                    <a:pt x="8896" y="19272"/>
                    <a:pt x="9149" y="19019"/>
                    <a:pt x="9149" y="18709"/>
                  </a:cubicBezTo>
                  <a:lnTo>
                    <a:pt x="9149" y="13867"/>
                  </a:lnTo>
                  <a:lnTo>
                    <a:pt x="13810" y="19086"/>
                  </a:lnTo>
                  <a:cubicBezTo>
                    <a:pt x="13922" y="19203"/>
                    <a:pt x="14072" y="19263"/>
                    <a:pt x="14224" y="19263"/>
                  </a:cubicBezTo>
                  <a:cubicBezTo>
                    <a:pt x="14359" y="19263"/>
                    <a:pt x="14494" y="19215"/>
                    <a:pt x="14602" y="19119"/>
                  </a:cubicBezTo>
                  <a:cubicBezTo>
                    <a:pt x="14831" y="18914"/>
                    <a:pt x="14852" y="18562"/>
                    <a:pt x="14650" y="18330"/>
                  </a:cubicBezTo>
                  <a:lnTo>
                    <a:pt x="10417" y="13590"/>
                  </a:lnTo>
                  <a:lnTo>
                    <a:pt x="15361" y="13590"/>
                  </a:lnTo>
                  <a:cubicBezTo>
                    <a:pt x="16183" y="13590"/>
                    <a:pt x="16891" y="12997"/>
                    <a:pt x="17029" y="12184"/>
                  </a:cubicBezTo>
                  <a:cubicBezTo>
                    <a:pt x="17168" y="11374"/>
                    <a:pt x="16701" y="10579"/>
                    <a:pt x="15924" y="10305"/>
                  </a:cubicBezTo>
                  <a:lnTo>
                    <a:pt x="15924" y="3286"/>
                  </a:lnTo>
                  <a:cubicBezTo>
                    <a:pt x="16701" y="3012"/>
                    <a:pt x="17168" y="2217"/>
                    <a:pt x="17029" y="1404"/>
                  </a:cubicBezTo>
                  <a:cubicBezTo>
                    <a:pt x="16891" y="593"/>
                    <a:pt x="16187" y="0"/>
                    <a:pt x="15367" y="0"/>
                  </a:cubicBezTo>
                  <a:cubicBezTo>
                    <a:pt x="15365" y="0"/>
                    <a:pt x="15363" y="0"/>
                    <a:pt x="15361" y="0"/>
                  </a:cubicBezTo>
                  <a:lnTo>
                    <a:pt x="1810" y="0"/>
                  </a:lnTo>
                  <a:cubicBezTo>
                    <a:pt x="1808" y="0"/>
                    <a:pt x="1806" y="0"/>
                    <a:pt x="1804" y="0"/>
                  </a:cubicBezTo>
                  <a:close/>
                </a:path>
              </a:pathLst>
            </a:custGeom>
            <a:solidFill>
              <a:srgbClr val="BA131A"/>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125" b="0" i="0" u="none" strike="noStrike" kern="1200" cap="none" spc="0" normalizeH="0" baseline="0" noProof="0" dirty="0">
                <a:ln>
                  <a:noFill/>
                </a:ln>
                <a:solidFill>
                  <a:prstClr val="white"/>
                </a:solidFill>
                <a:effectLst/>
                <a:uLnTx/>
                <a:uFillTx/>
                <a:latin typeface="Aptos"/>
                <a:ea typeface="+mn-ea"/>
                <a:cs typeface="+mn-cs"/>
              </a:endParaRPr>
            </a:p>
          </p:txBody>
        </p:sp>
        <p:sp>
          <p:nvSpPr>
            <p:cNvPr id="12" name="Google Shape;11466;p77">
              <a:extLst>
                <a:ext uri="{FF2B5EF4-FFF2-40B4-BE49-F238E27FC236}">
                  <a16:creationId xmlns:a16="http://schemas.microsoft.com/office/drawing/2014/main" id="{CB93EBD3-C4BE-45F8-55EA-8298BC9679A6}"/>
                </a:ext>
              </a:extLst>
            </p:cNvPr>
            <p:cNvSpPr/>
            <p:nvPr/>
          </p:nvSpPr>
          <p:spPr>
            <a:xfrm>
              <a:off x="5686984" y="3218629"/>
              <a:ext cx="840380" cy="943200"/>
            </a:xfrm>
            <a:custGeom>
              <a:avLst/>
              <a:gdLst/>
              <a:ahLst/>
              <a:cxnLst/>
              <a:rect l="l" t="t" r="r" b="b"/>
              <a:pathLst>
                <a:path w="12697" h="12634" extrusionOk="0">
                  <a:moveTo>
                    <a:pt x="11437" y="819"/>
                  </a:moveTo>
                  <a:cubicBezTo>
                    <a:pt x="11657" y="819"/>
                    <a:pt x="11815" y="1040"/>
                    <a:pt x="11815" y="1260"/>
                  </a:cubicBezTo>
                  <a:cubicBezTo>
                    <a:pt x="11815" y="1512"/>
                    <a:pt x="11657" y="1670"/>
                    <a:pt x="11437" y="1670"/>
                  </a:cubicBezTo>
                  <a:lnTo>
                    <a:pt x="1229" y="1670"/>
                  </a:lnTo>
                  <a:cubicBezTo>
                    <a:pt x="1009" y="1670"/>
                    <a:pt x="788" y="1449"/>
                    <a:pt x="788" y="1260"/>
                  </a:cubicBezTo>
                  <a:cubicBezTo>
                    <a:pt x="788" y="1071"/>
                    <a:pt x="1009" y="819"/>
                    <a:pt x="1229" y="819"/>
                  </a:cubicBezTo>
                  <a:close/>
                  <a:moveTo>
                    <a:pt x="8790" y="3277"/>
                  </a:moveTo>
                  <a:cubicBezTo>
                    <a:pt x="9042" y="3277"/>
                    <a:pt x="9200" y="3466"/>
                    <a:pt x="9200" y="3655"/>
                  </a:cubicBezTo>
                  <a:lnTo>
                    <a:pt x="9200" y="5356"/>
                  </a:lnTo>
                  <a:lnTo>
                    <a:pt x="9232" y="5356"/>
                  </a:lnTo>
                  <a:cubicBezTo>
                    <a:pt x="9232" y="5608"/>
                    <a:pt x="9042" y="5765"/>
                    <a:pt x="8822" y="5765"/>
                  </a:cubicBezTo>
                  <a:cubicBezTo>
                    <a:pt x="8633" y="5765"/>
                    <a:pt x="8412" y="5545"/>
                    <a:pt x="8412" y="5356"/>
                  </a:cubicBezTo>
                  <a:lnTo>
                    <a:pt x="8412" y="4694"/>
                  </a:lnTo>
                  <a:lnTo>
                    <a:pt x="6617" y="6459"/>
                  </a:lnTo>
                  <a:cubicBezTo>
                    <a:pt x="6538" y="6537"/>
                    <a:pt x="6435" y="6577"/>
                    <a:pt x="6333" y="6577"/>
                  </a:cubicBezTo>
                  <a:cubicBezTo>
                    <a:pt x="6231" y="6577"/>
                    <a:pt x="6128" y="6537"/>
                    <a:pt x="6050" y="6459"/>
                  </a:cubicBezTo>
                  <a:lnTo>
                    <a:pt x="5482" y="5923"/>
                  </a:lnTo>
                  <a:lnTo>
                    <a:pt x="4096" y="7278"/>
                  </a:lnTo>
                  <a:cubicBezTo>
                    <a:pt x="4033" y="7356"/>
                    <a:pt x="3931" y="7396"/>
                    <a:pt x="3824" y="7396"/>
                  </a:cubicBezTo>
                  <a:cubicBezTo>
                    <a:pt x="3718" y="7396"/>
                    <a:pt x="3608" y="7356"/>
                    <a:pt x="3529" y="7278"/>
                  </a:cubicBezTo>
                  <a:cubicBezTo>
                    <a:pt x="3372" y="7120"/>
                    <a:pt x="3372" y="6868"/>
                    <a:pt x="3529" y="6711"/>
                  </a:cubicBezTo>
                  <a:lnTo>
                    <a:pt x="5167" y="5041"/>
                  </a:lnTo>
                  <a:cubicBezTo>
                    <a:pt x="5246" y="4962"/>
                    <a:pt x="5356" y="4923"/>
                    <a:pt x="5467" y="4923"/>
                  </a:cubicBezTo>
                  <a:cubicBezTo>
                    <a:pt x="5577" y="4923"/>
                    <a:pt x="5687" y="4962"/>
                    <a:pt x="5766" y="5041"/>
                  </a:cubicBezTo>
                  <a:lnTo>
                    <a:pt x="6302" y="5608"/>
                  </a:lnTo>
                  <a:lnTo>
                    <a:pt x="7814" y="4096"/>
                  </a:lnTo>
                  <a:lnTo>
                    <a:pt x="7152" y="4096"/>
                  </a:lnTo>
                  <a:cubicBezTo>
                    <a:pt x="6900" y="4096"/>
                    <a:pt x="6743" y="3907"/>
                    <a:pt x="6743" y="3655"/>
                  </a:cubicBezTo>
                  <a:cubicBezTo>
                    <a:pt x="6743" y="3434"/>
                    <a:pt x="6932" y="3277"/>
                    <a:pt x="7152" y="3277"/>
                  </a:cubicBezTo>
                  <a:close/>
                  <a:moveTo>
                    <a:pt x="6302" y="11058"/>
                  </a:moveTo>
                  <a:cubicBezTo>
                    <a:pt x="6554" y="11058"/>
                    <a:pt x="6743" y="11279"/>
                    <a:pt x="6743" y="11468"/>
                  </a:cubicBezTo>
                  <a:cubicBezTo>
                    <a:pt x="6743" y="11657"/>
                    <a:pt x="6554" y="11846"/>
                    <a:pt x="6302" y="11846"/>
                  </a:cubicBezTo>
                  <a:cubicBezTo>
                    <a:pt x="6081" y="11846"/>
                    <a:pt x="5924" y="11657"/>
                    <a:pt x="5924" y="11468"/>
                  </a:cubicBezTo>
                  <a:cubicBezTo>
                    <a:pt x="5924" y="11279"/>
                    <a:pt x="6113" y="11058"/>
                    <a:pt x="6302" y="11058"/>
                  </a:cubicBezTo>
                  <a:close/>
                  <a:moveTo>
                    <a:pt x="1229" y="0"/>
                  </a:moveTo>
                  <a:cubicBezTo>
                    <a:pt x="568" y="0"/>
                    <a:pt x="1" y="536"/>
                    <a:pt x="1" y="1229"/>
                  </a:cubicBezTo>
                  <a:cubicBezTo>
                    <a:pt x="1" y="1764"/>
                    <a:pt x="379" y="2205"/>
                    <a:pt x="851" y="2394"/>
                  </a:cubicBezTo>
                  <a:lnTo>
                    <a:pt x="851" y="8254"/>
                  </a:lnTo>
                  <a:lnTo>
                    <a:pt x="442" y="8254"/>
                  </a:lnTo>
                  <a:cubicBezTo>
                    <a:pt x="221" y="8254"/>
                    <a:pt x="64" y="8475"/>
                    <a:pt x="64" y="8664"/>
                  </a:cubicBezTo>
                  <a:cubicBezTo>
                    <a:pt x="64" y="8916"/>
                    <a:pt x="253" y="9042"/>
                    <a:pt x="442" y="9042"/>
                  </a:cubicBezTo>
                  <a:lnTo>
                    <a:pt x="5955" y="9042"/>
                  </a:lnTo>
                  <a:lnTo>
                    <a:pt x="5955" y="10239"/>
                  </a:lnTo>
                  <a:cubicBezTo>
                    <a:pt x="5482" y="10397"/>
                    <a:pt x="5136" y="10869"/>
                    <a:pt x="5136" y="11405"/>
                  </a:cubicBezTo>
                  <a:cubicBezTo>
                    <a:pt x="5136" y="12098"/>
                    <a:pt x="5671" y="12633"/>
                    <a:pt x="6365" y="12633"/>
                  </a:cubicBezTo>
                  <a:cubicBezTo>
                    <a:pt x="7026" y="12633"/>
                    <a:pt x="7625" y="12098"/>
                    <a:pt x="7625" y="11405"/>
                  </a:cubicBezTo>
                  <a:cubicBezTo>
                    <a:pt x="7625" y="10869"/>
                    <a:pt x="7247" y="10428"/>
                    <a:pt x="6774" y="10239"/>
                  </a:cubicBezTo>
                  <a:lnTo>
                    <a:pt x="6774" y="9042"/>
                  </a:lnTo>
                  <a:lnTo>
                    <a:pt x="12288" y="9042"/>
                  </a:lnTo>
                  <a:cubicBezTo>
                    <a:pt x="12540" y="9042"/>
                    <a:pt x="12697" y="8853"/>
                    <a:pt x="12697" y="8664"/>
                  </a:cubicBezTo>
                  <a:cubicBezTo>
                    <a:pt x="12666" y="8443"/>
                    <a:pt x="12508" y="8254"/>
                    <a:pt x="12256" y="8254"/>
                  </a:cubicBezTo>
                  <a:lnTo>
                    <a:pt x="11815" y="8254"/>
                  </a:lnTo>
                  <a:lnTo>
                    <a:pt x="11815" y="2394"/>
                  </a:lnTo>
                  <a:cubicBezTo>
                    <a:pt x="12288" y="2237"/>
                    <a:pt x="12666" y="1764"/>
                    <a:pt x="12666" y="1229"/>
                  </a:cubicBezTo>
                  <a:cubicBezTo>
                    <a:pt x="12666" y="567"/>
                    <a:pt x="12098" y="0"/>
                    <a:pt x="11437" y="0"/>
                  </a:cubicBezTo>
                  <a:close/>
                </a:path>
              </a:pathLst>
            </a:custGeom>
            <a:solidFill>
              <a:srgbClr val="BA131A"/>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125" b="0" i="0" u="none" strike="noStrike" kern="1200" cap="none" spc="0" normalizeH="0" baseline="0" noProof="0" dirty="0">
                <a:ln>
                  <a:noFill/>
                </a:ln>
                <a:solidFill>
                  <a:srgbClr val="212529"/>
                </a:solidFill>
                <a:effectLst/>
                <a:uLnTx/>
                <a:uFillTx/>
                <a:latin typeface="Aptos"/>
                <a:ea typeface="+mn-ea"/>
                <a:cs typeface="+mn-cs"/>
              </a:endParaRPr>
            </a:p>
          </p:txBody>
        </p:sp>
        <p:grpSp>
          <p:nvGrpSpPr>
            <p:cNvPr id="13" name="Google Shape;11682;p77">
              <a:extLst>
                <a:ext uri="{FF2B5EF4-FFF2-40B4-BE49-F238E27FC236}">
                  <a16:creationId xmlns:a16="http://schemas.microsoft.com/office/drawing/2014/main" id="{B4FB20A5-3F43-282B-BCFD-5EFEC3D8946D}"/>
                </a:ext>
              </a:extLst>
            </p:cNvPr>
            <p:cNvGrpSpPr/>
            <p:nvPr/>
          </p:nvGrpSpPr>
          <p:grpSpPr>
            <a:xfrm>
              <a:off x="8746158" y="3263412"/>
              <a:ext cx="844964" cy="836002"/>
              <a:chOff x="946175" y="3619500"/>
              <a:chExt cx="296975" cy="293825"/>
            </a:xfrm>
            <a:solidFill>
              <a:srgbClr val="BA131A"/>
            </a:solidFill>
          </p:grpSpPr>
          <p:sp>
            <p:nvSpPr>
              <p:cNvPr id="14" name="Google Shape;11683;p77">
                <a:extLst>
                  <a:ext uri="{FF2B5EF4-FFF2-40B4-BE49-F238E27FC236}">
                    <a16:creationId xmlns:a16="http://schemas.microsoft.com/office/drawing/2014/main" id="{5414CAD1-4307-D639-5134-68EA8F87E1C1}"/>
                  </a:ext>
                </a:extLst>
              </p:cNvPr>
              <p:cNvSpPr/>
              <p:nvPr/>
            </p:nvSpPr>
            <p:spPr>
              <a:xfrm>
                <a:off x="963525" y="3619500"/>
                <a:ext cx="207950" cy="293825"/>
              </a:xfrm>
              <a:custGeom>
                <a:avLst/>
                <a:gdLst/>
                <a:ahLst/>
                <a:cxnLst/>
                <a:rect l="l" t="t" r="r" b="b"/>
                <a:pathLst>
                  <a:path w="8318" h="11753" extrusionOk="0">
                    <a:moveTo>
                      <a:pt x="3828" y="2742"/>
                    </a:moveTo>
                    <a:cubicBezTo>
                      <a:pt x="3915" y="2742"/>
                      <a:pt x="4001" y="2773"/>
                      <a:pt x="4064" y="2836"/>
                    </a:cubicBezTo>
                    <a:cubicBezTo>
                      <a:pt x="4253" y="2994"/>
                      <a:pt x="4253" y="3183"/>
                      <a:pt x="4096" y="3340"/>
                    </a:cubicBezTo>
                    <a:lnTo>
                      <a:pt x="2678" y="4695"/>
                    </a:lnTo>
                    <a:cubicBezTo>
                      <a:pt x="2615" y="4790"/>
                      <a:pt x="2520" y="4821"/>
                      <a:pt x="2457" y="4821"/>
                    </a:cubicBezTo>
                    <a:cubicBezTo>
                      <a:pt x="2363" y="4821"/>
                      <a:pt x="2268" y="4790"/>
                      <a:pt x="2205" y="4695"/>
                    </a:cubicBezTo>
                    <a:lnTo>
                      <a:pt x="1512" y="4002"/>
                    </a:lnTo>
                    <a:cubicBezTo>
                      <a:pt x="1386" y="3876"/>
                      <a:pt x="1386" y="3655"/>
                      <a:pt x="1512" y="3529"/>
                    </a:cubicBezTo>
                    <a:cubicBezTo>
                      <a:pt x="1575" y="3466"/>
                      <a:pt x="1662" y="3435"/>
                      <a:pt x="1749" y="3435"/>
                    </a:cubicBezTo>
                    <a:cubicBezTo>
                      <a:pt x="1835" y="3435"/>
                      <a:pt x="1922" y="3466"/>
                      <a:pt x="1985" y="3529"/>
                    </a:cubicBezTo>
                    <a:lnTo>
                      <a:pt x="2426" y="3971"/>
                    </a:lnTo>
                    <a:lnTo>
                      <a:pt x="3592" y="2836"/>
                    </a:lnTo>
                    <a:cubicBezTo>
                      <a:pt x="3655" y="2773"/>
                      <a:pt x="3741" y="2742"/>
                      <a:pt x="3828" y="2742"/>
                    </a:cubicBezTo>
                    <a:close/>
                    <a:moveTo>
                      <a:pt x="3828" y="4790"/>
                    </a:moveTo>
                    <a:cubicBezTo>
                      <a:pt x="3915" y="4790"/>
                      <a:pt x="4001" y="4821"/>
                      <a:pt x="4064" y="4884"/>
                    </a:cubicBezTo>
                    <a:cubicBezTo>
                      <a:pt x="4253" y="5042"/>
                      <a:pt x="4253" y="5262"/>
                      <a:pt x="4096" y="5388"/>
                    </a:cubicBezTo>
                    <a:lnTo>
                      <a:pt x="2678" y="6774"/>
                    </a:lnTo>
                    <a:cubicBezTo>
                      <a:pt x="2615" y="6837"/>
                      <a:pt x="2520" y="6869"/>
                      <a:pt x="2457" y="6869"/>
                    </a:cubicBezTo>
                    <a:cubicBezTo>
                      <a:pt x="2363" y="6869"/>
                      <a:pt x="2268" y="6837"/>
                      <a:pt x="2205" y="6774"/>
                    </a:cubicBezTo>
                    <a:lnTo>
                      <a:pt x="1512" y="6050"/>
                    </a:lnTo>
                    <a:cubicBezTo>
                      <a:pt x="1386" y="5924"/>
                      <a:pt x="1386" y="5703"/>
                      <a:pt x="1512" y="5577"/>
                    </a:cubicBezTo>
                    <a:cubicBezTo>
                      <a:pt x="1575" y="5514"/>
                      <a:pt x="1662" y="5483"/>
                      <a:pt x="1749" y="5483"/>
                    </a:cubicBezTo>
                    <a:cubicBezTo>
                      <a:pt x="1835" y="5483"/>
                      <a:pt x="1922" y="5514"/>
                      <a:pt x="1985" y="5577"/>
                    </a:cubicBezTo>
                    <a:lnTo>
                      <a:pt x="2426" y="6018"/>
                    </a:lnTo>
                    <a:lnTo>
                      <a:pt x="3592" y="4884"/>
                    </a:lnTo>
                    <a:cubicBezTo>
                      <a:pt x="3655" y="4821"/>
                      <a:pt x="3741" y="4790"/>
                      <a:pt x="3828" y="4790"/>
                    </a:cubicBezTo>
                    <a:close/>
                    <a:moveTo>
                      <a:pt x="3828" y="6869"/>
                    </a:moveTo>
                    <a:cubicBezTo>
                      <a:pt x="3915" y="6869"/>
                      <a:pt x="4001" y="6900"/>
                      <a:pt x="4064" y="6963"/>
                    </a:cubicBezTo>
                    <a:cubicBezTo>
                      <a:pt x="4253" y="7121"/>
                      <a:pt x="4253" y="7342"/>
                      <a:pt x="4096" y="7468"/>
                    </a:cubicBezTo>
                    <a:lnTo>
                      <a:pt x="2678" y="8854"/>
                    </a:lnTo>
                    <a:cubicBezTo>
                      <a:pt x="2615" y="8917"/>
                      <a:pt x="2520" y="8980"/>
                      <a:pt x="2457" y="8980"/>
                    </a:cubicBezTo>
                    <a:cubicBezTo>
                      <a:pt x="2363" y="8980"/>
                      <a:pt x="2268" y="8917"/>
                      <a:pt x="2205" y="8854"/>
                    </a:cubicBezTo>
                    <a:lnTo>
                      <a:pt x="1512" y="8129"/>
                    </a:lnTo>
                    <a:cubicBezTo>
                      <a:pt x="1386" y="8003"/>
                      <a:pt x="1386" y="7783"/>
                      <a:pt x="1512" y="7657"/>
                    </a:cubicBezTo>
                    <a:cubicBezTo>
                      <a:pt x="1575" y="7594"/>
                      <a:pt x="1662" y="7562"/>
                      <a:pt x="1749" y="7562"/>
                    </a:cubicBezTo>
                    <a:cubicBezTo>
                      <a:pt x="1835" y="7562"/>
                      <a:pt x="1922" y="7594"/>
                      <a:pt x="1985" y="7657"/>
                    </a:cubicBezTo>
                    <a:lnTo>
                      <a:pt x="2426" y="8098"/>
                    </a:lnTo>
                    <a:lnTo>
                      <a:pt x="3592" y="6963"/>
                    </a:lnTo>
                    <a:cubicBezTo>
                      <a:pt x="3655" y="6900"/>
                      <a:pt x="3741" y="6869"/>
                      <a:pt x="3828" y="6869"/>
                    </a:cubicBezTo>
                    <a:close/>
                    <a:moveTo>
                      <a:pt x="347" y="1"/>
                    </a:moveTo>
                    <a:cubicBezTo>
                      <a:pt x="158" y="1"/>
                      <a:pt x="0" y="158"/>
                      <a:pt x="0" y="347"/>
                    </a:cubicBezTo>
                    <a:lnTo>
                      <a:pt x="0" y="9673"/>
                    </a:lnTo>
                    <a:lnTo>
                      <a:pt x="6301" y="9673"/>
                    </a:lnTo>
                    <a:lnTo>
                      <a:pt x="6301" y="10397"/>
                    </a:lnTo>
                    <a:lnTo>
                      <a:pt x="6301" y="10744"/>
                    </a:lnTo>
                    <a:lnTo>
                      <a:pt x="6270" y="10744"/>
                    </a:lnTo>
                    <a:cubicBezTo>
                      <a:pt x="6270" y="11343"/>
                      <a:pt x="6742" y="11752"/>
                      <a:pt x="7278" y="11752"/>
                    </a:cubicBezTo>
                    <a:cubicBezTo>
                      <a:pt x="7876" y="11752"/>
                      <a:pt x="8317" y="11280"/>
                      <a:pt x="8317" y="10744"/>
                    </a:cubicBezTo>
                    <a:lnTo>
                      <a:pt x="8317" y="7972"/>
                    </a:lnTo>
                    <a:lnTo>
                      <a:pt x="7498" y="8822"/>
                    </a:lnTo>
                    <a:lnTo>
                      <a:pt x="5608" y="9547"/>
                    </a:lnTo>
                    <a:cubicBezTo>
                      <a:pt x="5497" y="9576"/>
                      <a:pt x="5390" y="9590"/>
                      <a:pt x="5288" y="9590"/>
                    </a:cubicBezTo>
                    <a:cubicBezTo>
                      <a:pt x="4954" y="9590"/>
                      <a:pt x="4674" y="9441"/>
                      <a:pt x="4505" y="9200"/>
                    </a:cubicBezTo>
                    <a:cubicBezTo>
                      <a:pt x="4316" y="8980"/>
                      <a:pt x="4222" y="8665"/>
                      <a:pt x="4316" y="8255"/>
                    </a:cubicBezTo>
                    <a:lnTo>
                      <a:pt x="5041" y="6365"/>
                    </a:lnTo>
                    <a:lnTo>
                      <a:pt x="8317" y="3088"/>
                    </a:lnTo>
                    <a:lnTo>
                      <a:pt x="8317" y="2773"/>
                    </a:lnTo>
                    <a:lnTo>
                      <a:pt x="5891" y="2773"/>
                    </a:lnTo>
                    <a:cubicBezTo>
                      <a:pt x="5671" y="2773"/>
                      <a:pt x="5513" y="2616"/>
                      <a:pt x="5513" y="2427"/>
                    </a:cubicBezTo>
                    <a:lnTo>
                      <a:pt x="5513" y="1"/>
                    </a:ln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125" b="0" i="0" u="none" strike="noStrike" kern="1200" cap="none" spc="0" normalizeH="0" baseline="0" noProof="0" dirty="0">
                  <a:ln>
                    <a:noFill/>
                  </a:ln>
                  <a:solidFill>
                    <a:srgbClr val="212529"/>
                  </a:solidFill>
                  <a:effectLst/>
                  <a:uLnTx/>
                  <a:uFillTx/>
                  <a:latin typeface="Aptos"/>
                  <a:ea typeface="+mn-ea"/>
                  <a:cs typeface="+mn-cs"/>
                </a:endParaRPr>
              </a:p>
            </p:txBody>
          </p:sp>
          <p:sp>
            <p:nvSpPr>
              <p:cNvPr id="15" name="Google Shape;11684;p77">
                <a:extLst>
                  <a:ext uri="{FF2B5EF4-FFF2-40B4-BE49-F238E27FC236}">
                    <a16:creationId xmlns:a16="http://schemas.microsoft.com/office/drawing/2014/main" id="{609895D7-AC87-883F-83DB-87DCD609B870}"/>
                  </a:ext>
                </a:extLst>
              </p:cNvPr>
              <p:cNvSpPr/>
              <p:nvPr/>
            </p:nvSpPr>
            <p:spPr>
              <a:xfrm>
                <a:off x="1185625" y="3688025"/>
                <a:ext cx="57525" cy="55950"/>
              </a:xfrm>
              <a:custGeom>
                <a:avLst/>
                <a:gdLst/>
                <a:ahLst/>
                <a:cxnLst/>
                <a:rect l="l" t="t" r="r" b="b"/>
                <a:pathLst>
                  <a:path w="2301" h="2238" extrusionOk="0">
                    <a:moveTo>
                      <a:pt x="1072" y="1"/>
                    </a:moveTo>
                    <a:cubicBezTo>
                      <a:pt x="890" y="1"/>
                      <a:pt x="709" y="64"/>
                      <a:pt x="568" y="190"/>
                    </a:cubicBezTo>
                    <a:lnTo>
                      <a:pt x="0" y="788"/>
                    </a:lnTo>
                    <a:lnTo>
                      <a:pt x="1450" y="2238"/>
                    </a:lnTo>
                    <a:lnTo>
                      <a:pt x="2048" y="1639"/>
                    </a:lnTo>
                    <a:cubicBezTo>
                      <a:pt x="2300" y="1387"/>
                      <a:pt x="2300" y="946"/>
                      <a:pt x="2048" y="662"/>
                    </a:cubicBezTo>
                    <a:lnTo>
                      <a:pt x="1576" y="190"/>
                    </a:lnTo>
                    <a:cubicBezTo>
                      <a:pt x="1434" y="64"/>
                      <a:pt x="1253" y="1"/>
                      <a:pt x="1072"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125" b="0" i="0" u="none" strike="noStrike" kern="1200" cap="none" spc="0" normalizeH="0" baseline="0" noProof="0" dirty="0">
                  <a:ln>
                    <a:noFill/>
                  </a:ln>
                  <a:solidFill>
                    <a:srgbClr val="212529"/>
                  </a:solidFill>
                  <a:effectLst/>
                  <a:uLnTx/>
                  <a:uFillTx/>
                  <a:latin typeface="Aptos"/>
                  <a:ea typeface="+mn-ea"/>
                  <a:cs typeface="+mn-cs"/>
                </a:endParaRPr>
              </a:p>
            </p:txBody>
          </p:sp>
          <p:sp>
            <p:nvSpPr>
              <p:cNvPr id="16" name="Google Shape;11685;p77">
                <a:extLst>
                  <a:ext uri="{FF2B5EF4-FFF2-40B4-BE49-F238E27FC236}">
                    <a16:creationId xmlns:a16="http://schemas.microsoft.com/office/drawing/2014/main" id="{DED07AC5-B34A-5810-6968-05980E2D7BFA}"/>
                  </a:ext>
                </a:extLst>
              </p:cNvPr>
              <p:cNvSpPr/>
              <p:nvPr/>
            </p:nvSpPr>
            <p:spPr>
              <a:xfrm>
                <a:off x="1088075" y="3795925"/>
                <a:ext cx="46375" cy="45025"/>
              </a:xfrm>
              <a:custGeom>
                <a:avLst/>
                <a:gdLst/>
                <a:ahLst/>
                <a:cxnLst/>
                <a:rect l="l" t="t" r="r" b="b"/>
                <a:pathLst>
                  <a:path w="1855" h="1801" extrusionOk="0">
                    <a:moveTo>
                      <a:pt x="594" y="1"/>
                    </a:moveTo>
                    <a:lnTo>
                      <a:pt x="59" y="1387"/>
                    </a:lnTo>
                    <a:cubicBezTo>
                      <a:pt x="0" y="1621"/>
                      <a:pt x="186" y="1800"/>
                      <a:pt x="414" y="1800"/>
                    </a:cubicBezTo>
                    <a:cubicBezTo>
                      <a:pt x="432" y="1800"/>
                      <a:pt x="450" y="1799"/>
                      <a:pt x="468" y="1797"/>
                    </a:cubicBezTo>
                    <a:lnTo>
                      <a:pt x="1855" y="1261"/>
                    </a:lnTo>
                    <a:lnTo>
                      <a:pt x="594" y="1"/>
                    </a:ln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125" b="0" i="0" u="none" strike="noStrike" kern="1200" cap="none" spc="0" normalizeH="0" baseline="0" noProof="0" dirty="0">
                  <a:ln>
                    <a:noFill/>
                  </a:ln>
                  <a:solidFill>
                    <a:srgbClr val="212529"/>
                  </a:solidFill>
                  <a:effectLst/>
                  <a:uLnTx/>
                  <a:uFillTx/>
                  <a:latin typeface="Aptos"/>
                  <a:ea typeface="+mn-ea"/>
                  <a:cs typeface="+mn-cs"/>
                </a:endParaRPr>
              </a:p>
            </p:txBody>
          </p:sp>
          <p:sp>
            <p:nvSpPr>
              <p:cNvPr id="17" name="Google Shape;11686;p77">
                <a:extLst>
                  <a:ext uri="{FF2B5EF4-FFF2-40B4-BE49-F238E27FC236}">
                    <a16:creationId xmlns:a16="http://schemas.microsoft.com/office/drawing/2014/main" id="{8B8B4A30-AACA-091F-FEB8-184C3D55B7F7}"/>
                  </a:ext>
                </a:extLst>
              </p:cNvPr>
              <p:cNvSpPr/>
              <p:nvPr/>
            </p:nvSpPr>
            <p:spPr>
              <a:xfrm>
                <a:off x="1112375" y="3720325"/>
                <a:ext cx="97700" cy="97700"/>
              </a:xfrm>
              <a:custGeom>
                <a:avLst/>
                <a:gdLst/>
                <a:ahLst/>
                <a:cxnLst/>
                <a:rect l="l" t="t" r="r" b="b"/>
                <a:pathLst>
                  <a:path w="3908" h="3908" extrusionOk="0">
                    <a:moveTo>
                      <a:pt x="2426" y="1"/>
                    </a:moveTo>
                    <a:lnTo>
                      <a:pt x="1" y="2458"/>
                    </a:lnTo>
                    <a:lnTo>
                      <a:pt x="1450" y="3907"/>
                    </a:lnTo>
                    <a:lnTo>
                      <a:pt x="3907" y="1481"/>
                    </a:lnTo>
                    <a:lnTo>
                      <a:pt x="2426" y="1"/>
                    </a:ln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125" b="0" i="0" u="none" strike="noStrike" kern="1200" cap="none" spc="0" normalizeH="0" baseline="0" noProof="0" dirty="0">
                  <a:ln>
                    <a:noFill/>
                  </a:ln>
                  <a:solidFill>
                    <a:srgbClr val="212529"/>
                  </a:solidFill>
                  <a:effectLst/>
                  <a:uLnTx/>
                  <a:uFillTx/>
                  <a:latin typeface="Aptos"/>
                  <a:ea typeface="+mn-ea"/>
                  <a:cs typeface="+mn-cs"/>
                </a:endParaRPr>
              </a:p>
            </p:txBody>
          </p:sp>
          <p:sp>
            <p:nvSpPr>
              <p:cNvPr id="18" name="Google Shape;11687;p77">
                <a:extLst>
                  <a:ext uri="{FF2B5EF4-FFF2-40B4-BE49-F238E27FC236}">
                    <a16:creationId xmlns:a16="http://schemas.microsoft.com/office/drawing/2014/main" id="{E0C7E12F-2262-2E15-91ED-5E892C654644}"/>
                  </a:ext>
                </a:extLst>
              </p:cNvPr>
              <p:cNvSpPr/>
              <p:nvPr/>
            </p:nvSpPr>
            <p:spPr>
              <a:xfrm>
                <a:off x="1120250" y="3623450"/>
                <a:ext cx="47275" cy="47275"/>
              </a:xfrm>
              <a:custGeom>
                <a:avLst/>
                <a:gdLst/>
                <a:ahLst/>
                <a:cxnLst/>
                <a:rect l="l" t="t" r="r" b="b"/>
                <a:pathLst>
                  <a:path w="1891" h="1891" extrusionOk="0">
                    <a:moveTo>
                      <a:pt x="1" y="0"/>
                    </a:moveTo>
                    <a:lnTo>
                      <a:pt x="1" y="1891"/>
                    </a:lnTo>
                    <a:lnTo>
                      <a:pt x="1891" y="1891"/>
                    </a:lnTo>
                    <a:lnTo>
                      <a:pt x="1" y="0"/>
                    </a:ln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125" b="0" i="0" u="none" strike="noStrike" kern="1200" cap="none" spc="0" normalizeH="0" baseline="0" noProof="0" dirty="0">
                  <a:ln>
                    <a:noFill/>
                  </a:ln>
                  <a:solidFill>
                    <a:srgbClr val="212529"/>
                  </a:solidFill>
                  <a:effectLst/>
                  <a:uLnTx/>
                  <a:uFillTx/>
                  <a:latin typeface="Aptos"/>
                  <a:ea typeface="+mn-ea"/>
                  <a:cs typeface="+mn-cs"/>
                </a:endParaRPr>
              </a:p>
            </p:txBody>
          </p:sp>
          <p:sp>
            <p:nvSpPr>
              <p:cNvPr id="19" name="Google Shape;11688;p77">
                <a:extLst>
                  <a:ext uri="{FF2B5EF4-FFF2-40B4-BE49-F238E27FC236}">
                    <a16:creationId xmlns:a16="http://schemas.microsoft.com/office/drawing/2014/main" id="{1FBB912D-F6DE-C5D6-7DE5-7DECB7C98216}"/>
                  </a:ext>
                </a:extLst>
              </p:cNvPr>
              <p:cNvSpPr/>
              <p:nvPr/>
            </p:nvSpPr>
            <p:spPr>
              <a:xfrm>
                <a:off x="946175" y="3879425"/>
                <a:ext cx="166225" cy="33900"/>
              </a:xfrm>
              <a:custGeom>
                <a:avLst/>
                <a:gdLst/>
                <a:ahLst/>
                <a:cxnLst/>
                <a:rect l="l" t="t" r="r" b="b"/>
                <a:pathLst>
                  <a:path w="6649" h="1356" extrusionOk="0">
                    <a:moveTo>
                      <a:pt x="348" y="0"/>
                    </a:moveTo>
                    <a:cubicBezTo>
                      <a:pt x="158" y="0"/>
                      <a:pt x="1" y="190"/>
                      <a:pt x="1" y="347"/>
                    </a:cubicBezTo>
                    <a:lnTo>
                      <a:pt x="1" y="694"/>
                    </a:lnTo>
                    <a:cubicBezTo>
                      <a:pt x="1" y="1040"/>
                      <a:pt x="316" y="1355"/>
                      <a:pt x="694" y="1355"/>
                    </a:cubicBezTo>
                    <a:lnTo>
                      <a:pt x="6649" y="1355"/>
                    </a:lnTo>
                    <a:cubicBezTo>
                      <a:pt x="6428" y="1103"/>
                      <a:pt x="6302" y="725"/>
                      <a:pt x="6302" y="347"/>
                    </a:cubicBezTo>
                    <a:lnTo>
                      <a:pt x="6302" y="0"/>
                    </a:ln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125" b="0" i="0" u="none" strike="noStrike" kern="1200" cap="none" spc="0" normalizeH="0" baseline="0" noProof="0" dirty="0">
                  <a:ln>
                    <a:noFill/>
                  </a:ln>
                  <a:solidFill>
                    <a:srgbClr val="212529"/>
                  </a:solidFill>
                  <a:effectLst/>
                  <a:uLnTx/>
                  <a:uFillTx/>
                  <a:latin typeface="Aptos"/>
                  <a:ea typeface="+mn-ea"/>
                  <a:cs typeface="+mn-cs"/>
                </a:endParaRPr>
              </a:p>
            </p:txBody>
          </p:sp>
        </p:grpSp>
        <p:sp>
          <p:nvSpPr>
            <p:cNvPr id="20" name="Espace réservé du texte 8">
              <a:extLst>
                <a:ext uri="{FF2B5EF4-FFF2-40B4-BE49-F238E27FC236}">
                  <a16:creationId xmlns:a16="http://schemas.microsoft.com/office/drawing/2014/main" id="{616E10DE-086C-99B3-552D-22D752E77AC2}"/>
                </a:ext>
              </a:extLst>
            </p:cNvPr>
            <p:cNvSpPr>
              <a:spLocks noGrp="1"/>
            </p:cNvSpPr>
            <p:nvPr/>
          </p:nvSpPr>
          <p:spPr>
            <a:xfrm>
              <a:off x="1824212" y="4613046"/>
              <a:ext cx="2472755" cy="707922"/>
            </a:xfrm>
            <a:prstGeom prst="rect">
              <a:avLst/>
            </a:prstGeom>
          </p:spPr>
          <p:txBody>
            <a:bodyPr anchor="ctr">
              <a:noAutofit/>
            </a:bodyPr>
            <a:lstStyle/>
            <a:p>
              <a:pPr lvl="0">
                <a:lnSpc>
                  <a:spcPct val="100000"/>
                </a:lnSpc>
                <a:spcBef>
                  <a:spcPts val="0"/>
                </a:spcBef>
                <a:defRPr/>
              </a:pPr>
              <a:r>
                <a:rPr lang="fr-FR" sz="1594" b="1" noProof="0" dirty="0">
                  <a:solidFill>
                    <a:srgbClr val="212529"/>
                  </a:solidFill>
                  <a:latin typeface="+mn-lt"/>
                </a:rPr>
                <a:t>FORMATION KEY USERS EN CONTINUE</a:t>
              </a:r>
            </a:p>
          </p:txBody>
        </p:sp>
        <p:sp>
          <p:nvSpPr>
            <p:cNvPr id="21" name="Espace réservé du texte 9">
              <a:extLst>
                <a:ext uri="{FF2B5EF4-FFF2-40B4-BE49-F238E27FC236}">
                  <a16:creationId xmlns:a16="http://schemas.microsoft.com/office/drawing/2014/main" id="{AC2BCF75-35AB-36C4-3B25-185530D6C5A1}"/>
                </a:ext>
              </a:extLst>
            </p:cNvPr>
            <p:cNvSpPr>
              <a:spLocks noGrp="1"/>
            </p:cNvSpPr>
            <p:nvPr/>
          </p:nvSpPr>
          <p:spPr>
            <a:xfrm>
              <a:off x="4870796" y="4609569"/>
              <a:ext cx="2472756" cy="707922"/>
            </a:xfrm>
            <a:prstGeom prst="rect">
              <a:avLst/>
            </a:prstGeom>
          </p:spPr>
          <p:txBody>
            <a:bodyPr anchor="ctr">
              <a:normAutofit/>
            </a:bodyPr>
            <a:lstStyle/>
            <a:p>
              <a:pPr lvl="0">
                <a:lnSpc>
                  <a:spcPct val="100000"/>
                </a:lnSpc>
                <a:spcBef>
                  <a:spcPts val="0"/>
                </a:spcBef>
                <a:defRPr/>
              </a:pPr>
              <a:r>
                <a:rPr lang="fr-FR" sz="1594" b="1" noProof="0" dirty="0">
                  <a:solidFill>
                    <a:srgbClr val="212529"/>
                  </a:solidFill>
                  <a:latin typeface="+mn-lt"/>
                </a:rPr>
                <a:t>SUIVI </a:t>
              </a:r>
            </a:p>
            <a:p>
              <a:pPr lvl="0">
                <a:lnSpc>
                  <a:spcPct val="100000"/>
                </a:lnSpc>
                <a:spcBef>
                  <a:spcPts val="0"/>
                </a:spcBef>
                <a:defRPr/>
              </a:pPr>
              <a:r>
                <a:rPr lang="fr-FR" sz="1594" b="1" noProof="0" dirty="0">
                  <a:solidFill>
                    <a:srgbClr val="212529"/>
                  </a:solidFill>
                  <a:latin typeface="+mn-lt"/>
                </a:rPr>
                <a:t>HEBDOMADAIRE</a:t>
              </a:r>
            </a:p>
          </p:txBody>
        </p:sp>
        <p:sp>
          <p:nvSpPr>
            <p:cNvPr id="22" name="Espace réservé du texte 10">
              <a:extLst>
                <a:ext uri="{FF2B5EF4-FFF2-40B4-BE49-F238E27FC236}">
                  <a16:creationId xmlns:a16="http://schemas.microsoft.com/office/drawing/2014/main" id="{F77D149E-084F-AB89-324E-6309B5563984}"/>
                </a:ext>
              </a:extLst>
            </p:cNvPr>
            <p:cNvSpPr>
              <a:spLocks noGrp="1"/>
            </p:cNvSpPr>
            <p:nvPr/>
          </p:nvSpPr>
          <p:spPr>
            <a:xfrm>
              <a:off x="7917381" y="4609569"/>
              <a:ext cx="2453237" cy="707922"/>
            </a:xfrm>
            <a:prstGeom prst="rect">
              <a:avLst/>
            </a:prstGeom>
          </p:spPr>
          <p:txBody>
            <a:bodyPr anchor="ctr">
              <a:noAutofit/>
            </a:bodyPr>
            <a:lstStyle/>
            <a:p>
              <a:pPr lvl="0">
                <a:lnSpc>
                  <a:spcPct val="100000"/>
                </a:lnSpc>
                <a:spcBef>
                  <a:spcPts val="0"/>
                </a:spcBef>
                <a:defRPr/>
              </a:pPr>
              <a:r>
                <a:rPr lang="fr-FR" sz="1594" b="1" noProof="0" dirty="0">
                  <a:solidFill>
                    <a:srgbClr val="212529"/>
                  </a:solidFill>
                  <a:latin typeface="+mn-lt"/>
                </a:rPr>
                <a:t>VALIDATION</a:t>
              </a:r>
            </a:p>
            <a:p>
              <a:pPr lvl="0">
                <a:lnSpc>
                  <a:spcPct val="100000"/>
                </a:lnSpc>
                <a:spcBef>
                  <a:spcPts val="0"/>
                </a:spcBef>
                <a:defRPr/>
              </a:pPr>
              <a:r>
                <a:rPr lang="fr-FR" sz="1594" b="1" noProof="0" dirty="0">
                  <a:solidFill>
                    <a:srgbClr val="212529"/>
                  </a:solidFill>
                  <a:latin typeface="+mn-lt"/>
                </a:rPr>
                <a:t>PAR ÉTAPE</a:t>
              </a:r>
            </a:p>
          </p:txBody>
        </p:sp>
      </p:gr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re 1">
            <a:extLst>
              <a:ext uri="{FF2B5EF4-FFF2-40B4-BE49-F238E27FC236}">
                <a16:creationId xmlns:a16="http://schemas.microsoft.com/office/drawing/2014/main" id="{F67CD525-38C5-F409-B0C0-BADBBABBBEB2}"/>
              </a:ext>
            </a:extLst>
          </p:cNvPr>
          <p:cNvSpPr>
            <a:spLocks noGrp="1"/>
          </p:cNvSpPr>
          <p:nvPr>
            <p:ph type="title"/>
          </p:nvPr>
        </p:nvSpPr>
        <p:spPr/>
        <p:txBody>
          <a:bodyPr/>
          <a:lstStyle/>
          <a:p>
            <a:pPr/>
            <a:r>
              <a:t>SOYEZ LIBRES DE CHANGER D’AVIS EN TOUTE TRANSPARENCE !</a:t>
            </a:r>
          </a:p>
        </p:txBody>
      </p:sp>
      <p:sp>
        <p:nvSpPr>
          <p:cNvPr id="3" name="Espace réservé du texte 2">
            <a:extLst>
              <a:ext uri="{FF2B5EF4-FFF2-40B4-BE49-F238E27FC236}">
                <a16:creationId xmlns:a16="http://schemas.microsoft.com/office/drawing/2014/main" id="{6D7EBAF3-0B92-9D29-9863-12271A2426DB}"/>
              </a:ext>
            </a:extLst>
          </p:cNvPr>
          <p:cNvSpPr>
            <a:spLocks noGrp="1"/>
          </p:cNvSpPr>
          <p:nvPr>
            <p:ph type="body" sz="quarter" idx="20"/>
          </p:nvPr>
        </p:nvSpPr>
        <p:spPr/>
        <p:txBody>
          <a:bodyPr/>
          <a:lstStyle/>
          <a:p>
            <a:pPr/>
            <a:r>
              <a:t>2</a:t>
            </a:r>
            <a:endParaRPr lang="en-US"/>
          </a:p>
        </p:txBody>
      </p:sp>
      <p:sp>
        <p:nvSpPr>
          <p:cNvPr id="4" name="Espace réservé du texte 3">
            <a:extLst>
              <a:ext uri="{FF2B5EF4-FFF2-40B4-BE49-F238E27FC236}">
                <a16:creationId xmlns:a16="http://schemas.microsoft.com/office/drawing/2014/main" id="{32BF135C-83BC-556F-3D04-AF47FD898F22}"/>
              </a:ext>
            </a:extLst>
          </p:cNvPr>
          <p:cNvSpPr>
            <a:spLocks noGrp="1"/>
          </p:cNvSpPr>
          <p:nvPr>
            <p:ph type="body" sz="quarter" idx="21"/>
          </p:nvPr>
        </p:nvSpPr>
        <p:spPr/>
        <p:txBody>
          <a:bodyPr/>
          <a:lstStyle/>
          <a:p>
            <a:pPr/>
            <a:r>
              <a:t>TIMELINE</a:t>
            </a:r>
            <a:endParaRPr lang="en-US"/>
          </a:p>
        </p:txBody>
      </p:sp>
      <p:sp>
        <p:nvSpPr>
          <p:cNvPr id="6" name="Espace réservé du texte 5">
            <a:extLst>
              <a:ext uri="{FF2B5EF4-FFF2-40B4-BE49-F238E27FC236}">
                <a16:creationId xmlns:a16="http://schemas.microsoft.com/office/drawing/2014/main" id="{229E4294-47B8-A93E-3C02-F2E64761DA0B}"/>
              </a:ext>
            </a:extLst>
          </p:cNvPr>
          <p:cNvSpPr>
            <a:spLocks noGrp="1"/>
          </p:cNvSpPr>
          <p:nvPr>
            <p:ph type="body" sz="quarter" idx="13"/>
          </p:nvPr>
        </p:nvSpPr>
        <p:spPr/>
        <p:txBody>
          <a:bodyPr/>
          <a:lstStyle/>
          <a:p>
            <a:pPr/>
            <a:r>
              <a:t>FLEXIBILITÉ</a:t>
            </a:r>
            <a:endParaRPr lang="en-US"/>
          </a:p>
        </p:txBody>
      </p:sp>
      <p:sp>
        <p:nvSpPr>
          <p:cNvPr id="7" name="Espace réservé du texte 6">
            <a:extLst>
              <a:ext uri="{FF2B5EF4-FFF2-40B4-BE49-F238E27FC236}">
                <a16:creationId xmlns:a16="http://schemas.microsoft.com/office/drawing/2014/main" id="{A2B09722-1122-F566-903B-B46D6808B603}"/>
              </a:ext>
            </a:extLst>
          </p:cNvPr>
          <p:cNvSpPr>
            <a:spLocks noGrp="1"/>
          </p:cNvSpPr>
          <p:nvPr>
            <p:ph type="body" sz="quarter" idx="23"/>
          </p:nvPr>
        </p:nvSpPr>
        <p:spPr/>
        <p:txBody>
          <a:bodyPr/>
          <a:lstStyle/>
          <a:p>
            <a:pPr/>
            <a:r>
              <a:t>1</a:t>
            </a:r>
            <a:endParaRPr lang="en-US"/>
          </a:p>
        </p:txBody>
      </p:sp>
      <p:sp>
        <p:nvSpPr>
          <p:cNvPr id="8" name="Espace réservé du texte 7">
            <a:extLst>
              <a:ext uri="{FF2B5EF4-FFF2-40B4-BE49-F238E27FC236}">
                <a16:creationId xmlns:a16="http://schemas.microsoft.com/office/drawing/2014/main" id="{9E6E315A-8B37-34D4-E18F-DC3A8468CEEE}"/>
              </a:ext>
            </a:extLst>
          </p:cNvPr>
          <p:cNvSpPr>
            <a:spLocks noGrp="1"/>
          </p:cNvSpPr>
          <p:nvPr>
            <p:ph type="body" sz="quarter" idx="24"/>
          </p:nvPr>
        </p:nvSpPr>
        <p:spPr/>
        <p:txBody>
          <a:bodyPr/>
          <a:lstStyle/>
          <a:p>
            <a:pPr/>
            <a:r>
              <a:t>PÉRIMÈTRE FONCTIONNEL</a:t>
            </a:r>
            <a:endParaRPr lang="en-US"/>
          </a:p>
        </p:txBody>
      </p:sp>
      <p:sp>
        <p:nvSpPr>
          <p:cNvPr id="10" name="Espace réservé du texte 9">
            <a:extLst>
              <a:ext uri="{FF2B5EF4-FFF2-40B4-BE49-F238E27FC236}">
                <a16:creationId xmlns:a16="http://schemas.microsoft.com/office/drawing/2014/main" id="{1B15CBC4-6C68-D92C-F969-8BD5D798EC04}"/>
              </a:ext>
            </a:extLst>
          </p:cNvPr>
          <p:cNvSpPr>
            <a:spLocks noGrp="1"/>
          </p:cNvSpPr>
          <p:nvPr>
            <p:ph type="body" sz="quarter" idx="26"/>
          </p:nvPr>
        </p:nvSpPr>
        <p:spPr/>
        <p:txBody>
          <a:bodyPr/>
          <a:lstStyle/>
          <a:p>
            <a:pPr/>
            <a:r>
              <a:t>3</a:t>
            </a:r>
            <a:endParaRPr lang="en-US"/>
          </a:p>
        </p:txBody>
      </p:sp>
      <p:sp>
        <p:nvSpPr>
          <p:cNvPr id="11" name="Espace réservé du texte 10">
            <a:extLst>
              <a:ext uri="{FF2B5EF4-FFF2-40B4-BE49-F238E27FC236}">
                <a16:creationId xmlns:a16="http://schemas.microsoft.com/office/drawing/2014/main" id="{4C94FEB1-8051-5B6E-DE61-617C78130CCA}"/>
              </a:ext>
            </a:extLst>
          </p:cNvPr>
          <p:cNvSpPr>
            <a:spLocks noGrp="1"/>
          </p:cNvSpPr>
          <p:nvPr>
            <p:ph type="body" sz="quarter" idx="27"/>
          </p:nvPr>
        </p:nvSpPr>
        <p:spPr/>
        <p:txBody>
          <a:bodyPr/>
          <a:lstStyle/>
          <a:p>
            <a:pPr/>
            <a:r>
              <a:t>NIVEAU DE SERVICE</a:t>
            </a:r>
            <a:endParaRPr lang="en-US"/>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itre 1">
            <a:extLst>
              <a:ext uri="{FF2B5EF4-FFF2-40B4-BE49-F238E27FC236}">
                <a16:creationId xmlns:a16="http://schemas.microsoft.com/office/drawing/2014/main" id="{900E4526-073E-F120-3E1B-D31ADDF71B82}"/>
              </a:ext>
            </a:extLst>
          </p:cNvPr>
          <p:cNvSpPr>
            <a:spLocks noGrp="1"/>
          </p:cNvSpPr>
          <p:nvPr>
            <p:ph type="title"/>
          </p:nvPr>
        </p:nvSpPr>
        <p:spPr/>
        <p:txBody>
          <a:bodyPr/>
          <a:lstStyle/>
          <a:p>
            <a:pPr/>
            <a:r>
              <a:t>BÉNÉFICIEZ DE TOUTE NOTRE EXPERTISE</a:t>
            </a:r>
          </a:p>
        </p:txBody>
      </p:sp>
      <p:sp>
        <p:nvSpPr>
          <p:cNvPr id="4" name="Espace réservé du texte 2">
            <a:extLst>
              <a:ext uri="{FF2B5EF4-FFF2-40B4-BE49-F238E27FC236}">
                <a16:creationId xmlns:a16="http://schemas.microsoft.com/office/drawing/2014/main" id="{F52B3274-36E0-9191-0A8E-58E717B42DAF}"/>
              </a:ext>
            </a:extLst>
          </p:cNvPr>
          <p:cNvSpPr>
            <a:spLocks noGrp="1"/>
          </p:cNvSpPr>
          <p:nvPr>
            <p:ph type="body" sz="quarter" idx="13"/>
          </p:nvPr>
        </p:nvSpPr>
        <p:spPr/>
        <p:txBody>
          <a:bodyPr/>
          <a:lstStyle/>
          <a:p>
            <a:pPr/>
            <a:r>
              <a:t>EXPERTISE</a:t>
            </a:r>
            <a:endParaRPr lang="en-US"/>
          </a:p>
        </p:txBody>
      </p:sp>
      <p:grpSp>
        <p:nvGrpSpPr>
          <p:cNvPr id="5" name="Transplant"/>
          <p:cNvGrpSpPr/>
          <p:nvPr/>
        </p:nvGrpSpPr>
        <p:grpSpPr>
          <a:xfrm>
            <a:off x="694944" y="3217212"/>
            <a:ext cx="10799064" cy="2069495"/>
            <a:chOff x="206417" y="2879392"/>
            <a:chExt cx="11748094" cy="2251364"/>
          </a:xfrm>
        </p:grpSpPr>
        <p:cxnSp>
          <p:nvCxnSpPr>
            <p:cNvPr id="6" name="Straight Connector 67">
              <a:extLst>
                <a:ext uri="{FF2B5EF4-FFF2-40B4-BE49-F238E27FC236}">
                  <a16:creationId xmlns:a16="http://schemas.microsoft.com/office/drawing/2014/main" id="{9D05EE43-B2E0-E596-86E1-8CAA69374683}"/>
                </a:ext>
              </a:extLst>
            </p:cNvPr>
            <p:cNvCxnSpPr>
              <a:cxnSpLocks/>
            </p:cNvCxnSpPr>
            <p:nvPr/>
          </p:nvCxnSpPr>
          <p:spPr>
            <a:xfrm>
              <a:off x="1378049" y="2879392"/>
              <a:ext cx="0" cy="2251364"/>
            </a:xfrm>
            <a:prstGeom prst="line">
              <a:avLst/>
            </a:prstGeom>
            <a:ln w="15875">
              <a:solidFill>
                <a:srgbClr val="CD5358"/>
              </a:solidFill>
              <a:prstDash val="sysDash"/>
            </a:ln>
          </p:spPr>
          <p:style>
            <a:lnRef idx="1">
              <a:schemeClr val="accent1"/>
            </a:lnRef>
            <a:fillRef idx="0">
              <a:schemeClr val="accent1"/>
            </a:fillRef>
            <a:effectRef idx="0">
              <a:schemeClr val="accent1"/>
            </a:effectRef>
            <a:fontRef idx="minor">
              <a:schemeClr val="tx1"/>
            </a:fontRef>
          </p:style>
        </p:cxnSp>
        <p:cxnSp>
          <p:nvCxnSpPr>
            <p:cNvPr id="7" name="Straight Connector 75">
              <a:extLst>
                <a:ext uri="{FF2B5EF4-FFF2-40B4-BE49-F238E27FC236}">
                  <a16:creationId xmlns:a16="http://schemas.microsoft.com/office/drawing/2014/main" id="{B0D6CEA4-9945-A050-0BDB-74948FFAB9AA}"/>
                </a:ext>
              </a:extLst>
            </p:cNvPr>
            <p:cNvCxnSpPr>
              <a:cxnSpLocks/>
            </p:cNvCxnSpPr>
            <p:nvPr/>
          </p:nvCxnSpPr>
          <p:spPr>
            <a:xfrm>
              <a:off x="2740412" y="2879392"/>
              <a:ext cx="0" cy="2251364"/>
            </a:xfrm>
            <a:prstGeom prst="line">
              <a:avLst/>
            </a:prstGeom>
            <a:ln w="15875">
              <a:solidFill>
                <a:srgbClr val="CD5358"/>
              </a:solidFill>
              <a:prstDash val="sysDash"/>
            </a:ln>
          </p:spPr>
          <p:style>
            <a:lnRef idx="1">
              <a:schemeClr val="accent1"/>
            </a:lnRef>
            <a:fillRef idx="0">
              <a:schemeClr val="accent1"/>
            </a:fillRef>
            <a:effectRef idx="0">
              <a:schemeClr val="accent1"/>
            </a:effectRef>
            <a:fontRef idx="minor">
              <a:schemeClr val="tx1"/>
            </a:fontRef>
          </p:style>
        </p:cxnSp>
        <p:cxnSp>
          <p:nvCxnSpPr>
            <p:cNvPr id="8" name="Straight Connector 80">
              <a:extLst>
                <a:ext uri="{FF2B5EF4-FFF2-40B4-BE49-F238E27FC236}">
                  <a16:creationId xmlns:a16="http://schemas.microsoft.com/office/drawing/2014/main" id="{E2F25A19-7772-A8DF-DE0C-517EAF4BCEF9}"/>
                </a:ext>
              </a:extLst>
            </p:cNvPr>
            <p:cNvCxnSpPr>
              <a:cxnSpLocks/>
            </p:cNvCxnSpPr>
            <p:nvPr/>
          </p:nvCxnSpPr>
          <p:spPr>
            <a:xfrm>
              <a:off x="4019649" y="2879392"/>
              <a:ext cx="0" cy="2251364"/>
            </a:xfrm>
            <a:prstGeom prst="line">
              <a:avLst/>
            </a:prstGeom>
            <a:ln w="15875">
              <a:solidFill>
                <a:srgbClr val="CD5358"/>
              </a:solidFill>
              <a:prstDash val="sysDash"/>
            </a:ln>
          </p:spPr>
          <p:style>
            <a:lnRef idx="1">
              <a:schemeClr val="accent1"/>
            </a:lnRef>
            <a:fillRef idx="0">
              <a:schemeClr val="accent1"/>
            </a:fillRef>
            <a:effectRef idx="0">
              <a:schemeClr val="accent1"/>
            </a:effectRef>
            <a:fontRef idx="minor">
              <a:schemeClr val="tx1"/>
            </a:fontRef>
          </p:style>
        </p:cxnSp>
        <p:cxnSp>
          <p:nvCxnSpPr>
            <p:cNvPr id="9" name="Straight Connector 82">
              <a:extLst>
                <a:ext uri="{FF2B5EF4-FFF2-40B4-BE49-F238E27FC236}">
                  <a16:creationId xmlns:a16="http://schemas.microsoft.com/office/drawing/2014/main" id="{08FE910C-1BDF-8624-3B3E-D61D21076612}"/>
                </a:ext>
              </a:extLst>
            </p:cNvPr>
            <p:cNvCxnSpPr>
              <a:cxnSpLocks/>
            </p:cNvCxnSpPr>
            <p:nvPr/>
          </p:nvCxnSpPr>
          <p:spPr>
            <a:xfrm>
              <a:off x="9409068" y="2879392"/>
              <a:ext cx="0" cy="2251364"/>
            </a:xfrm>
            <a:prstGeom prst="line">
              <a:avLst/>
            </a:prstGeom>
            <a:ln w="15875">
              <a:solidFill>
                <a:srgbClr val="CD5358"/>
              </a:solidFill>
              <a:prstDash val="sysDash"/>
            </a:ln>
          </p:spPr>
          <p:style>
            <a:lnRef idx="1">
              <a:schemeClr val="accent1"/>
            </a:lnRef>
            <a:fillRef idx="0">
              <a:schemeClr val="accent1"/>
            </a:fillRef>
            <a:effectRef idx="0">
              <a:schemeClr val="accent1"/>
            </a:effectRef>
            <a:fontRef idx="minor">
              <a:schemeClr val="tx1"/>
            </a:fontRef>
          </p:style>
        </p:cxnSp>
        <p:cxnSp>
          <p:nvCxnSpPr>
            <p:cNvPr id="10" name="Straight Connector 84">
              <a:extLst>
                <a:ext uri="{FF2B5EF4-FFF2-40B4-BE49-F238E27FC236}">
                  <a16:creationId xmlns:a16="http://schemas.microsoft.com/office/drawing/2014/main" id="{6DFBA882-785B-B7D0-971B-AE55EDB1E1BD}"/>
                </a:ext>
              </a:extLst>
            </p:cNvPr>
            <p:cNvCxnSpPr>
              <a:cxnSpLocks/>
            </p:cNvCxnSpPr>
            <p:nvPr/>
          </p:nvCxnSpPr>
          <p:spPr>
            <a:xfrm>
              <a:off x="5363540" y="2879392"/>
              <a:ext cx="0" cy="2251364"/>
            </a:xfrm>
            <a:prstGeom prst="line">
              <a:avLst/>
            </a:prstGeom>
            <a:ln w="15875">
              <a:solidFill>
                <a:srgbClr val="CD5358"/>
              </a:solidFill>
              <a:prstDash val="sysDash"/>
            </a:ln>
          </p:spPr>
          <p:style>
            <a:lnRef idx="1">
              <a:schemeClr val="accent1"/>
            </a:lnRef>
            <a:fillRef idx="0">
              <a:schemeClr val="accent1"/>
            </a:fillRef>
            <a:effectRef idx="0">
              <a:schemeClr val="accent1"/>
            </a:effectRef>
            <a:fontRef idx="minor">
              <a:schemeClr val="tx1"/>
            </a:fontRef>
          </p:style>
        </p:cxnSp>
        <p:cxnSp>
          <p:nvCxnSpPr>
            <p:cNvPr id="11" name="Straight Connector 85">
              <a:extLst>
                <a:ext uri="{FF2B5EF4-FFF2-40B4-BE49-F238E27FC236}">
                  <a16:creationId xmlns:a16="http://schemas.microsoft.com/office/drawing/2014/main" id="{93889338-A12E-5C30-C2EC-77C3DBCB0F89}"/>
                </a:ext>
              </a:extLst>
            </p:cNvPr>
            <p:cNvCxnSpPr>
              <a:cxnSpLocks/>
            </p:cNvCxnSpPr>
            <p:nvPr/>
          </p:nvCxnSpPr>
          <p:spPr>
            <a:xfrm>
              <a:off x="6755386" y="2879392"/>
              <a:ext cx="0" cy="2251364"/>
            </a:xfrm>
            <a:prstGeom prst="line">
              <a:avLst/>
            </a:prstGeom>
            <a:ln w="15875">
              <a:solidFill>
                <a:srgbClr val="CD5358"/>
              </a:solidFill>
              <a:prstDash val="sysDash"/>
            </a:ln>
          </p:spPr>
          <p:style>
            <a:lnRef idx="1">
              <a:schemeClr val="accent1"/>
            </a:lnRef>
            <a:fillRef idx="0">
              <a:schemeClr val="accent1"/>
            </a:fillRef>
            <a:effectRef idx="0">
              <a:schemeClr val="accent1"/>
            </a:effectRef>
            <a:fontRef idx="minor">
              <a:schemeClr val="tx1"/>
            </a:fontRef>
          </p:style>
        </p:cxnSp>
        <p:cxnSp>
          <p:nvCxnSpPr>
            <p:cNvPr id="12" name="Straight Connector 86">
              <a:extLst>
                <a:ext uri="{FF2B5EF4-FFF2-40B4-BE49-F238E27FC236}">
                  <a16:creationId xmlns:a16="http://schemas.microsoft.com/office/drawing/2014/main" id="{41B222E7-CE30-2EAA-AB02-4AD0EE67C41D}"/>
                </a:ext>
              </a:extLst>
            </p:cNvPr>
            <p:cNvCxnSpPr>
              <a:cxnSpLocks/>
            </p:cNvCxnSpPr>
            <p:nvPr/>
          </p:nvCxnSpPr>
          <p:spPr>
            <a:xfrm>
              <a:off x="8088267" y="2879392"/>
              <a:ext cx="0" cy="2251364"/>
            </a:xfrm>
            <a:prstGeom prst="line">
              <a:avLst/>
            </a:prstGeom>
            <a:ln w="15875">
              <a:solidFill>
                <a:srgbClr val="CD5358"/>
              </a:solidFill>
              <a:prstDash val="sysDash"/>
            </a:ln>
          </p:spPr>
          <p:style>
            <a:lnRef idx="1">
              <a:schemeClr val="accent1"/>
            </a:lnRef>
            <a:fillRef idx="0">
              <a:schemeClr val="accent1"/>
            </a:fillRef>
            <a:effectRef idx="0">
              <a:schemeClr val="accent1"/>
            </a:effectRef>
            <a:fontRef idx="minor">
              <a:schemeClr val="tx1"/>
            </a:fontRef>
          </p:style>
        </p:cxnSp>
        <p:cxnSp>
          <p:nvCxnSpPr>
            <p:cNvPr id="13" name="Straight Connector 87">
              <a:extLst>
                <a:ext uri="{FF2B5EF4-FFF2-40B4-BE49-F238E27FC236}">
                  <a16:creationId xmlns:a16="http://schemas.microsoft.com/office/drawing/2014/main" id="{A904DAF3-F154-FA55-C015-48E6C253D3B5}"/>
                </a:ext>
              </a:extLst>
            </p:cNvPr>
            <p:cNvCxnSpPr>
              <a:cxnSpLocks/>
            </p:cNvCxnSpPr>
            <p:nvPr/>
          </p:nvCxnSpPr>
          <p:spPr>
            <a:xfrm>
              <a:off x="10771431" y="2879392"/>
              <a:ext cx="0" cy="2251364"/>
            </a:xfrm>
            <a:prstGeom prst="line">
              <a:avLst/>
            </a:prstGeom>
            <a:ln w="15875">
              <a:solidFill>
                <a:srgbClr val="CD5358"/>
              </a:solidFill>
              <a:prstDash val="sysDash"/>
            </a:ln>
          </p:spPr>
          <p:style>
            <a:lnRef idx="1">
              <a:schemeClr val="accent1"/>
            </a:lnRef>
            <a:fillRef idx="0">
              <a:schemeClr val="accent1"/>
            </a:fillRef>
            <a:effectRef idx="0">
              <a:schemeClr val="accent1"/>
            </a:effectRef>
            <a:fontRef idx="minor">
              <a:schemeClr val="tx1"/>
            </a:fontRef>
          </p:style>
        </p:cxnSp>
        <p:sp>
          <p:nvSpPr>
            <p:cNvPr id="14" name="TextBox 1">
              <a:extLst>
                <a:ext uri="{FF2B5EF4-FFF2-40B4-BE49-F238E27FC236}">
                  <a16:creationId xmlns:a16="http://schemas.microsoft.com/office/drawing/2014/main" id="{4D3AA5B2-4B43-897A-17B6-9B042A27CFBC}"/>
                </a:ext>
              </a:extLst>
            </p:cNvPr>
            <p:cNvSpPr txBox="1"/>
            <p:nvPr/>
          </p:nvSpPr>
          <p:spPr>
            <a:xfrm flipH="1">
              <a:off x="2773503" y="4303035"/>
              <a:ext cx="1189749" cy="73866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86" b="0" i="0" u="none" strike="noStrike" kern="1200" cap="none" spc="0" normalizeH="0" baseline="0" noProof="0" dirty="0">
                  <a:ln>
                    <a:noFill/>
                  </a:ln>
                  <a:solidFill>
                    <a:srgbClr val="223843"/>
                  </a:solidFill>
                  <a:effectLst/>
                  <a:uLnTx/>
                  <a:uFillTx/>
                  <a:latin typeface="Aptos"/>
                  <a:ea typeface="+mn-ea"/>
                  <a:cs typeface="+mn-cs"/>
                </a:rPr>
                <a:t>Spécialiste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86" b="0" i="0" u="none" strike="noStrike" kern="1200" cap="none" spc="0" normalizeH="0" baseline="0" noProof="0" dirty="0">
                  <a:ln>
                    <a:noFill/>
                  </a:ln>
                  <a:solidFill>
                    <a:srgbClr val="223843"/>
                  </a:solidFill>
                  <a:effectLst/>
                  <a:uLnTx/>
                  <a:uFillTx/>
                  <a:latin typeface="Aptos"/>
                  <a:ea typeface="+mn-ea"/>
                  <a:cs typeface="+mn-cs"/>
                </a:rPr>
                <a:t>en logistique</a:t>
              </a:r>
            </a:p>
          </p:txBody>
        </p:sp>
        <p:sp>
          <p:nvSpPr>
            <p:cNvPr id="15" name="TextBox 3">
              <a:extLst>
                <a:ext uri="{FF2B5EF4-FFF2-40B4-BE49-F238E27FC236}">
                  <a16:creationId xmlns:a16="http://schemas.microsoft.com/office/drawing/2014/main" id="{5DE60A0C-6130-DB91-0619-0054E14D1A9A}"/>
                </a:ext>
              </a:extLst>
            </p:cNvPr>
            <p:cNvSpPr txBox="1"/>
            <p:nvPr/>
          </p:nvSpPr>
          <p:spPr>
            <a:xfrm flipH="1">
              <a:off x="1340405" y="4303035"/>
              <a:ext cx="1399715" cy="73866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86" b="0" i="0" u="none" strike="noStrike" kern="1200" cap="none" spc="0" normalizeH="0" baseline="0" noProof="0" dirty="0">
                  <a:ln>
                    <a:noFill/>
                  </a:ln>
                  <a:solidFill>
                    <a:srgbClr val="223843"/>
                  </a:solidFill>
                  <a:effectLst/>
                  <a:uLnTx/>
                  <a:uFillTx/>
                  <a:latin typeface="Aptos"/>
                  <a:ea typeface="+mn-ea"/>
                  <a:cs typeface="+mn-cs"/>
                </a:rPr>
                <a:t>Spécialiste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86" b="0" i="0" u="none" strike="noStrike" kern="1200" cap="none" spc="0" normalizeH="0" baseline="0" noProof="0" dirty="0">
                  <a:ln>
                    <a:noFill/>
                  </a:ln>
                  <a:solidFill>
                    <a:srgbClr val="223843"/>
                  </a:solidFill>
                  <a:effectLst/>
                  <a:uLnTx/>
                  <a:uFillTx/>
                  <a:latin typeface="Aptos"/>
                  <a:ea typeface="+mn-ea"/>
                  <a:cs typeface="+mn-cs"/>
                </a:rPr>
                <a:t>en comptabilité</a:t>
              </a:r>
            </a:p>
          </p:txBody>
        </p:sp>
        <p:sp>
          <p:nvSpPr>
            <p:cNvPr id="16" name="TextBox 8">
              <a:extLst>
                <a:ext uri="{FF2B5EF4-FFF2-40B4-BE49-F238E27FC236}">
                  <a16:creationId xmlns:a16="http://schemas.microsoft.com/office/drawing/2014/main" id="{2EC073C3-C302-C6A0-973D-BD2F6F14CC91}"/>
                </a:ext>
              </a:extLst>
            </p:cNvPr>
            <p:cNvSpPr txBox="1"/>
            <p:nvPr/>
          </p:nvSpPr>
          <p:spPr>
            <a:xfrm flipH="1">
              <a:off x="206417" y="4303035"/>
              <a:ext cx="1047083" cy="52322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86" b="0" i="0" u="none" strike="noStrike" kern="1200" cap="none" spc="0" normalizeH="0" baseline="0" noProof="0" dirty="0">
                  <a:ln>
                    <a:noFill/>
                  </a:ln>
                  <a:solidFill>
                    <a:srgbClr val="223843"/>
                  </a:solidFill>
                  <a:effectLst/>
                  <a:uLnTx/>
                  <a:uFillTx/>
                  <a:latin typeface="Aptos"/>
                  <a:ea typeface="+mn-ea"/>
                  <a:cs typeface="Aptos"/>
                </a:rPr>
                <a:t>Spécialiste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86" b="0" i="0" u="none" strike="noStrike" kern="1200" cap="none" spc="0" normalizeH="0" baseline="0" noProof="0" dirty="0">
                  <a:ln>
                    <a:noFill/>
                  </a:ln>
                  <a:solidFill>
                    <a:srgbClr val="223843"/>
                  </a:solidFill>
                  <a:effectLst/>
                  <a:uLnTx/>
                  <a:uFillTx/>
                  <a:latin typeface="Aptos"/>
                  <a:ea typeface="+mn-ea"/>
                  <a:cs typeface="Aptos"/>
                </a:rPr>
                <a:t>technique</a:t>
              </a:r>
            </a:p>
          </p:txBody>
        </p:sp>
        <p:sp>
          <p:nvSpPr>
            <p:cNvPr id="17" name="TextBox 10">
              <a:extLst>
                <a:ext uri="{FF2B5EF4-FFF2-40B4-BE49-F238E27FC236}">
                  <a16:creationId xmlns:a16="http://schemas.microsoft.com/office/drawing/2014/main" id="{4D31C0D9-AAF3-794C-3DBB-413921F4276F}"/>
                </a:ext>
              </a:extLst>
            </p:cNvPr>
            <p:cNvSpPr txBox="1"/>
            <p:nvPr/>
          </p:nvSpPr>
          <p:spPr>
            <a:xfrm>
              <a:off x="4192031" y="4303035"/>
              <a:ext cx="1047083" cy="52322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86" b="0" i="0" u="none" strike="noStrike" kern="1200" cap="none" spc="0" normalizeH="0" baseline="0" noProof="0" dirty="0">
                  <a:ln>
                    <a:noFill/>
                  </a:ln>
                  <a:solidFill>
                    <a:srgbClr val="223843"/>
                  </a:solidFill>
                  <a:effectLst/>
                  <a:uLnTx/>
                  <a:uFillTx/>
                  <a:latin typeface="Aptos"/>
                  <a:ea typeface="+mn-ea"/>
                  <a:cs typeface="+mn-cs"/>
                </a:rPr>
                <a:t>Spécialiste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86" b="0" i="0" u="none" strike="noStrike" kern="1200" cap="none" spc="0" normalizeH="0" baseline="0" noProof="0" dirty="0">
                  <a:ln>
                    <a:noFill/>
                  </a:ln>
                  <a:solidFill>
                    <a:srgbClr val="223843"/>
                  </a:solidFill>
                  <a:effectLst/>
                  <a:uLnTx/>
                  <a:uFillTx/>
                  <a:latin typeface="Aptos"/>
                  <a:ea typeface="+mn-ea"/>
                  <a:cs typeface="+mn-cs"/>
                </a:rPr>
                <a:t>des achats</a:t>
              </a:r>
            </a:p>
          </p:txBody>
        </p:sp>
        <p:sp>
          <p:nvSpPr>
            <p:cNvPr id="18" name="TextBox 11">
              <a:extLst>
                <a:ext uri="{FF2B5EF4-FFF2-40B4-BE49-F238E27FC236}">
                  <a16:creationId xmlns:a16="http://schemas.microsoft.com/office/drawing/2014/main" id="{F3927B64-BA54-3642-C441-DA4EB3E3CB7F}"/>
                </a:ext>
              </a:extLst>
            </p:cNvPr>
            <p:cNvSpPr txBox="1"/>
            <p:nvPr/>
          </p:nvSpPr>
          <p:spPr>
            <a:xfrm>
              <a:off x="6840560" y="4303035"/>
              <a:ext cx="1184941" cy="52322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86" b="0" i="0" u="none" strike="noStrike" kern="1200" cap="none" spc="0" normalizeH="0" baseline="0" noProof="0" dirty="0">
                  <a:ln>
                    <a:noFill/>
                  </a:ln>
                  <a:solidFill>
                    <a:srgbClr val="223843"/>
                  </a:solidFill>
                  <a:effectLst/>
                  <a:uLnTx/>
                  <a:uFillTx/>
                  <a:latin typeface="Aptos"/>
                  <a:ea typeface="+mn-ea"/>
                  <a:cs typeface="+mn-cs"/>
                </a:rPr>
                <a:t>Spécialiste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86" b="0" i="0" u="none" strike="noStrike" kern="1200" cap="none" spc="0" normalizeH="0" baseline="0" noProof="0" dirty="0">
                  <a:ln>
                    <a:noFill/>
                  </a:ln>
                  <a:solidFill>
                    <a:srgbClr val="223843"/>
                  </a:solidFill>
                  <a:effectLst/>
                  <a:uLnTx/>
                  <a:uFillTx/>
                  <a:latin typeface="Aptos"/>
                  <a:ea typeface="+mn-ea"/>
                  <a:cs typeface="+mn-cs"/>
                </a:rPr>
                <a:t>e-commerce</a:t>
              </a:r>
            </a:p>
          </p:txBody>
        </p:sp>
        <p:sp>
          <p:nvSpPr>
            <p:cNvPr id="19" name="TextBox 12">
              <a:extLst>
                <a:ext uri="{FF2B5EF4-FFF2-40B4-BE49-F238E27FC236}">
                  <a16:creationId xmlns:a16="http://schemas.microsoft.com/office/drawing/2014/main" id="{6C310A20-4849-09C5-F773-CED450163EF4}"/>
                </a:ext>
              </a:extLst>
            </p:cNvPr>
            <p:cNvSpPr txBox="1"/>
            <p:nvPr/>
          </p:nvSpPr>
          <p:spPr>
            <a:xfrm>
              <a:off x="8102099" y="4303035"/>
              <a:ext cx="1297150" cy="738664"/>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86" b="0" i="0" u="none" strike="noStrike" kern="1200" cap="none" spc="0" normalizeH="0" baseline="0" noProof="0" dirty="0">
                  <a:ln>
                    <a:noFill/>
                  </a:ln>
                  <a:solidFill>
                    <a:srgbClr val="223843"/>
                  </a:solidFill>
                  <a:effectLst/>
                  <a:uLnTx/>
                  <a:uFillTx/>
                  <a:latin typeface="Aptos"/>
                  <a:ea typeface="+mn-ea"/>
                  <a:cs typeface="+mn-cs"/>
                </a:rPr>
                <a:t>Spécialiste en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86" b="0" i="0" u="none" strike="noStrike" kern="1200" cap="none" spc="0" normalizeH="0" baseline="0" noProof="0" dirty="0">
                  <a:ln>
                    <a:noFill/>
                  </a:ln>
                  <a:solidFill>
                    <a:srgbClr val="223843"/>
                  </a:solidFill>
                  <a:effectLst/>
                  <a:uLnTx/>
                  <a:uFillTx/>
                  <a:latin typeface="Aptos"/>
                  <a:ea typeface="+mn-ea"/>
                  <a:cs typeface="+mn-cs"/>
                </a:rPr>
                <a:t>ressources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86" b="0" i="0" u="none" strike="noStrike" kern="1200" cap="none" spc="0" normalizeH="0" baseline="0" noProof="0" dirty="0">
                  <a:ln>
                    <a:noFill/>
                  </a:ln>
                  <a:solidFill>
                    <a:srgbClr val="223843"/>
                  </a:solidFill>
                  <a:effectLst/>
                  <a:uLnTx/>
                  <a:uFillTx/>
                  <a:latin typeface="Aptos"/>
                  <a:ea typeface="+mn-ea"/>
                  <a:cs typeface="+mn-cs"/>
                </a:rPr>
                <a:t>humaines</a:t>
              </a:r>
            </a:p>
          </p:txBody>
        </p:sp>
        <p:sp>
          <p:nvSpPr>
            <p:cNvPr id="20" name="TextBox 15">
              <a:extLst>
                <a:ext uri="{FF2B5EF4-FFF2-40B4-BE49-F238E27FC236}">
                  <a16:creationId xmlns:a16="http://schemas.microsoft.com/office/drawing/2014/main" id="{9E2D75E8-E124-6B42-66EC-498E873540F4}"/>
                </a:ext>
              </a:extLst>
            </p:cNvPr>
            <p:cNvSpPr txBox="1"/>
            <p:nvPr/>
          </p:nvSpPr>
          <p:spPr>
            <a:xfrm>
              <a:off x="5431554" y="4303035"/>
              <a:ext cx="1314784" cy="52322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86" b="0" i="0" u="none" strike="noStrike" kern="1200" cap="none" spc="0" normalizeH="0" baseline="0" noProof="0" dirty="0">
                  <a:ln>
                    <a:noFill/>
                  </a:ln>
                  <a:solidFill>
                    <a:srgbClr val="223843"/>
                  </a:solidFill>
                  <a:effectLst/>
                  <a:uLnTx/>
                  <a:uFillTx/>
                  <a:latin typeface="Aptos"/>
                  <a:ea typeface="+mn-ea"/>
                  <a:cs typeface="+mn-cs"/>
                </a:rPr>
                <a:t>Spécialiste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86" b="0" i="0" u="none" strike="noStrike" kern="1200" cap="none" spc="0" normalizeH="0" baseline="0" noProof="0" dirty="0">
                  <a:ln>
                    <a:noFill/>
                  </a:ln>
                  <a:solidFill>
                    <a:srgbClr val="223843"/>
                  </a:solidFill>
                  <a:effectLst/>
                  <a:uLnTx/>
                  <a:uFillTx/>
                  <a:latin typeface="Aptos"/>
                  <a:ea typeface="+mn-ea"/>
                  <a:cs typeface="+mn-cs"/>
                </a:rPr>
                <a:t>en fabrication</a:t>
              </a:r>
            </a:p>
          </p:txBody>
        </p:sp>
        <p:sp>
          <p:nvSpPr>
            <p:cNvPr id="21" name="TextBox 16">
              <a:extLst>
                <a:ext uri="{FF2B5EF4-FFF2-40B4-BE49-F238E27FC236}">
                  <a16:creationId xmlns:a16="http://schemas.microsoft.com/office/drawing/2014/main" id="{31166A37-5DC6-5257-276E-FD261D4B752B}"/>
                </a:ext>
              </a:extLst>
            </p:cNvPr>
            <p:cNvSpPr txBox="1"/>
            <p:nvPr/>
          </p:nvSpPr>
          <p:spPr>
            <a:xfrm>
              <a:off x="10907428" y="4303035"/>
              <a:ext cx="1047083" cy="738664"/>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86" b="0" i="0" u="none" strike="noStrike" kern="1200" cap="none" spc="0" normalizeH="0" baseline="0" noProof="0" dirty="0">
                  <a:ln>
                    <a:noFill/>
                  </a:ln>
                  <a:solidFill>
                    <a:srgbClr val="223843"/>
                  </a:solidFill>
                  <a:effectLst/>
                  <a:uLnTx/>
                  <a:uFillTx/>
                  <a:latin typeface="Aptos"/>
                  <a:ea typeface="+mn-ea"/>
                  <a:cs typeface="+mn-cs"/>
                </a:rPr>
                <a:t>Spécialiste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86" b="0" i="0" u="none" strike="noStrike" kern="1200" cap="none" spc="0" normalizeH="0" baseline="0" noProof="0" dirty="0">
                  <a:ln>
                    <a:noFill/>
                  </a:ln>
                  <a:solidFill>
                    <a:srgbClr val="223843"/>
                  </a:solidFill>
                  <a:effectLst/>
                  <a:uLnTx/>
                  <a:uFillTx/>
                  <a:latin typeface="Aptos"/>
                  <a:ea typeface="+mn-ea"/>
                  <a:cs typeface="+mn-cs"/>
                </a:rPr>
                <a:t>des points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86" b="0" i="0" u="none" strike="noStrike" kern="1200" cap="none" spc="0" normalizeH="0" baseline="0" noProof="0" dirty="0">
                  <a:ln>
                    <a:noFill/>
                  </a:ln>
                  <a:solidFill>
                    <a:srgbClr val="223843"/>
                  </a:solidFill>
                  <a:effectLst/>
                  <a:uLnTx/>
                  <a:uFillTx/>
                  <a:latin typeface="Aptos"/>
                  <a:ea typeface="+mn-ea"/>
                  <a:cs typeface="+mn-cs"/>
                </a:rPr>
                <a:t>de vente</a:t>
              </a:r>
            </a:p>
          </p:txBody>
        </p:sp>
        <p:sp>
          <p:nvSpPr>
            <p:cNvPr id="22" name="TextBox 18">
              <a:extLst>
                <a:ext uri="{FF2B5EF4-FFF2-40B4-BE49-F238E27FC236}">
                  <a16:creationId xmlns:a16="http://schemas.microsoft.com/office/drawing/2014/main" id="{917EA391-1799-8D44-4373-7CE97FE28C1E}"/>
                </a:ext>
              </a:extLst>
            </p:cNvPr>
            <p:cNvSpPr txBox="1"/>
            <p:nvPr/>
          </p:nvSpPr>
          <p:spPr>
            <a:xfrm>
              <a:off x="9558634" y="4303035"/>
              <a:ext cx="1047083" cy="52322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86" b="0" i="0" u="none" strike="noStrike" kern="1200" cap="none" spc="0" normalizeH="0" baseline="0" noProof="0" dirty="0">
                  <a:ln>
                    <a:noFill/>
                  </a:ln>
                  <a:solidFill>
                    <a:srgbClr val="223843"/>
                  </a:solidFill>
                  <a:effectLst/>
                  <a:uLnTx/>
                  <a:uFillTx/>
                  <a:latin typeface="Aptos"/>
                  <a:ea typeface="+mn-ea"/>
                  <a:cs typeface="+mn-cs"/>
                </a:rPr>
                <a:t>Spécialiste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86" b="0" i="0" u="none" strike="noStrike" kern="1200" cap="none" spc="0" normalizeH="0" baseline="0" noProof="0" dirty="0">
                  <a:ln>
                    <a:noFill/>
                  </a:ln>
                  <a:solidFill>
                    <a:srgbClr val="223843"/>
                  </a:solidFill>
                  <a:effectLst/>
                  <a:uLnTx/>
                  <a:uFillTx/>
                  <a:latin typeface="Aptos"/>
                  <a:ea typeface="+mn-ea"/>
                  <a:cs typeface="+mn-cs"/>
                </a:rPr>
                <a:t>CRM</a:t>
              </a:r>
            </a:p>
          </p:txBody>
        </p:sp>
        <p:grpSp>
          <p:nvGrpSpPr>
            <p:cNvPr id="23" name="Groupe 111">
              <a:extLst>
                <a:ext uri="{FF2B5EF4-FFF2-40B4-BE49-F238E27FC236}">
                  <a16:creationId xmlns:a16="http://schemas.microsoft.com/office/drawing/2014/main" id="{F30F67DF-C0C9-7C16-C118-49F083CF9608}"/>
                </a:ext>
              </a:extLst>
            </p:cNvPr>
            <p:cNvGrpSpPr/>
            <p:nvPr/>
          </p:nvGrpSpPr>
          <p:grpSpPr>
            <a:xfrm>
              <a:off x="359728" y="3372962"/>
              <a:ext cx="743808" cy="828863"/>
              <a:chOff x="359728" y="3372962"/>
              <a:chExt cx="743808" cy="828863"/>
            </a:xfrm>
          </p:grpSpPr>
          <p:sp>
            <p:nvSpPr>
              <p:cNvPr id="24" name="Forme libre : forme 112">
                <a:extLst>
                  <a:ext uri="{FF2B5EF4-FFF2-40B4-BE49-F238E27FC236}">
                    <a16:creationId xmlns:a16="http://schemas.microsoft.com/office/drawing/2014/main" id="{BE4985B9-E173-A7FB-525C-BE730EE306BE}"/>
                  </a:ext>
                </a:extLst>
              </p:cNvPr>
              <p:cNvSpPr/>
              <p:nvPr/>
            </p:nvSpPr>
            <p:spPr>
              <a:xfrm flipV="1">
                <a:off x="359728" y="3372962"/>
                <a:ext cx="743808" cy="828863"/>
              </a:xfrm>
              <a:custGeom>
                <a:avLst/>
                <a:gdLst>
                  <a:gd name="connsiteX0" fmla="*/ 371904 w 743808"/>
                  <a:gd name="connsiteY0" fmla="*/ 828863 h 828863"/>
                  <a:gd name="connsiteX1" fmla="*/ 743808 w 743808"/>
                  <a:gd name="connsiteY1" fmla="*/ 456959 h 828863"/>
                  <a:gd name="connsiteX2" fmla="*/ 516666 w 743808"/>
                  <a:gd name="connsiteY2" fmla="*/ 114281 h 828863"/>
                  <a:gd name="connsiteX3" fmla="*/ 456835 w 743808"/>
                  <a:gd name="connsiteY3" fmla="*/ 95709 h 828863"/>
                  <a:gd name="connsiteX4" fmla="*/ 372437 w 743808"/>
                  <a:gd name="connsiteY4" fmla="*/ 0 h 828863"/>
                  <a:gd name="connsiteX5" fmla="*/ 288441 w 743808"/>
                  <a:gd name="connsiteY5" fmla="*/ 95253 h 828863"/>
                  <a:gd name="connsiteX6" fmla="*/ 227142 w 743808"/>
                  <a:gd name="connsiteY6" fmla="*/ 114281 h 828863"/>
                  <a:gd name="connsiteX7" fmla="*/ 0 w 743808"/>
                  <a:gd name="connsiteY7" fmla="*/ 456959 h 828863"/>
                  <a:gd name="connsiteX8" fmla="*/ 371904 w 743808"/>
                  <a:gd name="connsiteY8" fmla="*/ 828863 h 828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3808" h="828863">
                    <a:moveTo>
                      <a:pt x="371904" y="828863"/>
                    </a:moveTo>
                    <a:cubicBezTo>
                      <a:pt x="577301" y="828863"/>
                      <a:pt x="743808" y="662356"/>
                      <a:pt x="743808" y="456959"/>
                    </a:cubicBezTo>
                    <a:cubicBezTo>
                      <a:pt x="743808" y="302911"/>
                      <a:pt x="650148" y="170739"/>
                      <a:pt x="516666" y="114281"/>
                    </a:cubicBezTo>
                    <a:lnTo>
                      <a:pt x="456835" y="95709"/>
                    </a:lnTo>
                    <a:lnTo>
                      <a:pt x="372437" y="0"/>
                    </a:lnTo>
                    <a:lnTo>
                      <a:pt x="288441" y="95253"/>
                    </a:lnTo>
                    <a:lnTo>
                      <a:pt x="227142" y="114281"/>
                    </a:lnTo>
                    <a:cubicBezTo>
                      <a:pt x="93660" y="170739"/>
                      <a:pt x="0" y="302911"/>
                      <a:pt x="0" y="456959"/>
                    </a:cubicBezTo>
                    <a:cubicBezTo>
                      <a:pt x="0" y="662356"/>
                      <a:pt x="166507" y="828863"/>
                      <a:pt x="371904" y="828863"/>
                    </a:cubicBezTo>
                    <a:close/>
                  </a:path>
                </a:pathLst>
              </a:custGeom>
              <a:gradFill flip="none" rotWithShape="1">
                <a:gsLst>
                  <a:gs pos="25000">
                    <a:srgbClr val="CD5358"/>
                  </a:gs>
                  <a:gs pos="0">
                    <a:srgbClr val="CD5358"/>
                  </a:gs>
                  <a:gs pos="100000">
                    <a:srgbClr val="BA131A"/>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654" b="0" i="0" u="none" strike="noStrike" kern="1200" cap="none" spc="0" normalizeH="0" baseline="0" noProof="0" dirty="0">
                  <a:ln>
                    <a:noFill/>
                  </a:ln>
                  <a:solidFill>
                    <a:prstClr val="white"/>
                  </a:solidFill>
                  <a:effectLst/>
                  <a:uLnTx/>
                  <a:uFillTx/>
                  <a:latin typeface="Aptos"/>
                  <a:ea typeface="+mn-ea"/>
                  <a:cs typeface="Aptos"/>
                </a:endParaRPr>
              </a:p>
            </p:txBody>
          </p:sp>
          <p:pic>
            <p:nvPicPr>
              <p:cNvPr id="25" name="Graphic 2">
                <a:extLst>
                  <a:ext uri="{FF2B5EF4-FFF2-40B4-BE49-F238E27FC236}">
                    <a16:creationId xmlns:a16="http://schemas.microsoft.com/office/drawing/2014/main" id="{92D7312A-CF20-63A0-816C-6666E3BA782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40718" y="3576518"/>
                <a:ext cx="360000" cy="360000"/>
              </a:xfrm>
              <a:prstGeom prst="rect">
                <a:avLst/>
              </a:prstGeom>
            </p:spPr>
          </p:pic>
        </p:grpSp>
        <p:grpSp>
          <p:nvGrpSpPr>
            <p:cNvPr id="26" name="Groupe 114">
              <a:extLst>
                <a:ext uri="{FF2B5EF4-FFF2-40B4-BE49-F238E27FC236}">
                  <a16:creationId xmlns:a16="http://schemas.microsoft.com/office/drawing/2014/main" id="{697C954F-39F7-0373-5A38-8AD8A3D5C255}"/>
                </a:ext>
              </a:extLst>
            </p:cNvPr>
            <p:cNvGrpSpPr/>
            <p:nvPr/>
          </p:nvGrpSpPr>
          <p:grpSpPr>
            <a:xfrm>
              <a:off x="1697982" y="3370484"/>
              <a:ext cx="743808" cy="828863"/>
              <a:chOff x="1703562" y="3370484"/>
              <a:chExt cx="743808" cy="828863"/>
            </a:xfrm>
          </p:grpSpPr>
          <p:sp>
            <p:nvSpPr>
              <p:cNvPr id="27" name="Forme libre : forme 115">
                <a:extLst>
                  <a:ext uri="{FF2B5EF4-FFF2-40B4-BE49-F238E27FC236}">
                    <a16:creationId xmlns:a16="http://schemas.microsoft.com/office/drawing/2014/main" id="{86D43291-7F36-5EEB-BC37-14EE377B621D}"/>
                  </a:ext>
                </a:extLst>
              </p:cNvPr>
              <p:cNvSpPr/>
              <p:nvPr/>
            </p:nvSpPr>
            <p:spPr>
              <a:xfrm flipV="1">
                <a:off x="1703562" y="3370484"/>
                <a:ext cx="743808" cy="828863"/>
              </a:xfrm>
              <a:custGeom>
                <a:avLst/>
                <a:gdLst>
                  <a:gd name="connsiteX0" fmla="*/ 371904 w 743808"/>
                  <a:gd name="connsiteY0" fmla="*/ 828863 h 828863"/>
                  <a:gd name="connsiteX1" fmla="*/ 743808 w 743808"/>
                  <a:gd name="connsiteY1" fmla="*/ 456959 h 828863"/>
                  <a:gd name="connsiteX2" fmla="*/ 516666 w 743808"/>
                  <a:gd name="connsiteY2" fmla="*/ 114281 h 828863"/>
                  <a:gd name="connsiteX3" fmla="*/ 456835 w 743808"/>
                  <a:gd name="connsiteY3" fmla="*/ 95709 h 828863"/>
                  <a:gd name="connsiteX4" fmla="*/ 372437 w 743808"/>
                  <a:gd name="connsiteY4" fmla="*/ 0 h 828863"/>
                  <a:gd name="connsiteX5" fmla="*/ 288441 w 743808"/>
                  <a:gd name="connsiteY5" fmla="*/ 95253 h 828863"/>
                  <a:gd name="connsiteX6" fmla="*/ 227142 w 743808"/>
                  <a:gd name="connsiteY6" fmla="*/ 114281 h 828863"/>
                  <a:gd name="connsiteX7" fmla="*/ 0 w 743808"/>
                  <a:gd name="connsiteY7" fmla="*/ 456959 h 828863"/>
                  <a:gd name="connsiteX8" fmla="*/ 371904 w 743808"/>
                  <a:gd name="connsiteY8" fmla="*/ 828863 h 828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3808" h="828863">
                    <a:moveTo>
                      <a:pt x="371904" y="828863"/>
                    </a:moveTo>
                    <a:cubicBezTo>
                      <a:pt x="577301" y="828863"/>
                      <a:pt x="743808" y="662356"/>
                      <a:pt x="743808" y="456959"/>
                    </a:cubicBezTo>
                    <a:cubicBezTo>
                      <a:pt x="743808" y="302911"/>
                      <a:pt x="650148" y="170739"/>
                      <a:pt x="516666" y="114281"/>
                    </a:cubicBezTo>
                    <a:lnTo>
                      <a:pt x="456835" y="95709"/>
                    </a:lnTo>
                    <a:lnTo>
                      <a:pt x="372437" y="0"/>
                    </a:lnTo>
                    <a:lnTo>
                      <a:pt x="288441" y="95253"/>
                    </a:lnTo>
                    <a:lnTo>
                      <a:pt x="227142" y="114281"/>
                    </a:lnTo>
                    <a:cubicBezTo>
                      <a:pt x="93660" y="170739"/>
                      <a:pt x="0" y="302911"/>
                      <a:pt x="0" y="456959"/>
                    </a:cubicBezTo>
                    <a:cubicBezTo>
                      <a:pt x="0" y="662356"/>
                      <a:pt x="166507" y="828863"/>
                      <a:pt x="371904" y="828863"/>
                    </a:cubicBezTo>
                    <a:close/>
                  </a:path>
                </a:pathLst>
              </a:custGeom>
              <a:gradFill flip="none" rotWithShape="1">
                <a:gsLst>
                  <a:gs pos="25000">
                    <a:srgbClr val="CD5358"/>
                  </a:gs>
                  <a:gs pos="0">
                    <a:srgbClr val="CD5358"/>
                  </a:gs>
                  <a:gs pos="100000">
                    <a:srgbClr val="BA131A"/>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654" b="0" i="0" u="none" strike="noStrike" kern="1200" cap="none" spc="0" normalizeH="0" baseline="0" noProof="0" dirty="0">
                  <a:ln>
                    <a:noFill/>
                  </a:ln>
                  <a:solidFill>
                    <a:prstClr val="white"/>
                  </a:solidFill>
                  <a:effectLst/>
                  <a:uLnTx/>
                  <a:uFillTx/>
                  <a:latin typeface="Aptos"/>
                  <a:ea typeface="+mn-ea"/>
                  <a:cs typeface="Aptos"/>
                </a:endParaRPr>
              </a:p>
            </p:txBody>
          </p:sp>
          <p:pic>
            <p:nvPicPr>
              <p:cNvPr id="28" name="Graphic 6">
                <a:extLst>
                  <a:ext uri="{FF2B5EF4-FFF2-40B4-BE49-F238E27FC236}">
                    <a16:creationId xmlns:a16="http://schemas.microsoft.com/office/drawing/2014/main" id="{BB1CD80B-54EC-2D3B-0B78-909880395BE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895466" y="3576518"/>
                <a:ext cx="360000" cy="360000"/>
              </a:xfrm>
              <a:prstGeom prst="rect">
                <a:avLst/>
              </a:prstGeom>
            </p:spPr>
          </p:pic>
        </p:grpSp>
        <p:grpSp>
          <p:nvGrpSpPr>
            <p:cNvPr id="29" name="Groupe 117">
              <a:extLst>
                <a:ext uri="{FF2B5EF4-FFF2-40B4-BE49-F238E27FC236}">
                  <a16:creationId xmlns:a16="http://schemas.microsoft.com/office/drawing/2014/main" id="{46E8715D-3BBC-FACD-801B-A491F8C56D35}"/>
                </a:ext>
              </a:extLst>
            </p:cNvPr>
            <p:cNvGrpSpPr/>
            <p:nvPr/>
          </p:nvGrpSpPr>
          <p:grpSpPr>
            <a:xfrm>
              <a:off x="2996473" y="3370485"/>
              <a:ext cx="743808" cy="828863"/>
              <a:chOff x="3043740" y="3370485"/>
              <a:chExt cx="743808" cy="828863"/>
            </a:xfrm>
          </p:grpSpPr>
          <p:sp>
            <p:nvSpPr>
              <p:cNvPr id="30" name="Forme libre : forme 118">
                <a:extLst>
                  <a:ext uri="{FF2B5EF4-FFF2-40B4-BE49-F238E27FC236}">
                    <a16:creationId xmlns:a16="http://schemas.microsoft.com/office/drawing/2014/main" id="{D4E0230C-B0F5-E0D9-EA8F-63A7D9D5946D}"/>
                  </a:ext>
                </a:extLst>
              </p:cNvPr>
              <p:cNvSpPr/>
              <p:nvPr/>
            </p:nvSpPr>
            <p:spPr>
              <a:xfrm flipV="1">
                <a:off x="3043740" y="3370485"/>
                <a:ext cx="743808" cy="828863"/>
              </a:xfrm>
              <a:custGeom>
                <a:avLst/>
                <a:gdLst>
                  <a:gd name="connsiteX0" fmla="*/ 371904 w 743808"/>
                  <a:gd name="connsiteY0" fmla="*/ 828863 h 828863"/>
                  <a:gd name="connsiteX1" fmla="*/ 743808 w 743808"/>
                  <a:gd name="connsiteY1" fmla="*/ 456959 h 828863"/>
                  <a:gd name="connsiteX2" fmla="*/ 516666 w 743808"/>
                  <a:gd name="connsiteY2" fmla="*/ 114281 h 828863"/>
                  <a:gd name="connsiteX3" fmla="*/ 456835 w 743808"/>
                  <a:gd name="connsiteY3" fmla="*/ 95709 h 828863"/>
                  <a:gd name="connsiteX4" fmla="*/ 372437 w 743808"/>
                  <a:gd name="connsiteY4" fmla="*/ 0 h 828863"/>
                  <a:gd name="connsiteX5" fmla="*/ 288441 w 743808"/>
                  <a:gd name="connsiteY5" fmla="*/ 95253 h 828863"/>
                  <a:gd name="connsiteX6" fmla="*/ 227142 w 743808"/>
                  <a:gd name="connsiteY6" fmla="*/ 114281 h 828863"/>
                  <a:gd name="connsiteX7" fmla="*/ 0 w 743808"/>
                  <a:gd name="connsiteY7" fmla="*/ 456959 h 828863"/>
                  <a:gd name="connsiteX8" fmla="*/ 371904 w 743808"/>
                  <a:gd name="connsiteY8" fmla="*/ 828863 h 828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3808" h="828863">
                    <a:moveTo>
                      <a:pt x="371904" y="828863"/>
                    </a:moveTo>
                    <a:cubicBezTo>
                      <a:pt x="577301" y="828863"/>
                      <a:pt x="743808" y="662356"/>
                      <a:pt x="743808" y="456959"/>
                    </a:cubicBezTo>
                    <a:cubicBezTo>
                      <a:pt x="743808" y="302911"/>
                      <a:pt x="650148" y="170739"/>
                      <a:pt x="516666" y="114281"/>
                    </a:cubicBezTo>
                    <a:lnTo>
                      <a:pt x="456835" y="95709"/>
                    </a:lnTo>
                    <a:lnTo>
                      <a:pt x="372437" y="0"/>
                    </a:lnTo>
                    <a:lnTo>
                      <a:pt x="288441" y="95253"/>
                    </a:lnTo>
                    <a:lnTo>
                      <a:pt x="227142" y="114281"/>
                    </a:lnTo>
                    <a:cubicBezTo>
                      <a:pt x="93660" y="170739"/>
                      <a:pt x="0" y="302911"/>
                      <a:pt x="0" y="456959"/>
                    </a:cubicBezTo>
                    <a:cubicBezTo>
                      <a:pt x="0" y="662356"/>
                      <a:pt x="166507" y="828863"/>
                      <a:pt x="371904" y="828863"/>
                    </a:cubicBezTo>
                    <a:close/>
                  </a:path>
                </a:pathLst>
              </a:custGeom>
              <a:gradFill flip="none" rotWithShape="1">
                <a:gsLst>
                  <a:gs pos="25000">
                    <a:srgbClr val="CD5358"/>
                  </a:gs>
                  <a:gs pos="0">
                    <a:srgbClr val="CD5358"/>
                  </a:gs>
                  <a:gs pos="100000">
                    <a:srgbClr val="BA131A"/>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654" b="0" i="0" u="none" strike="noStrike" kern="1200" cap="none" spc="0" normalizeH="0" baseline="0" noProof="0" dirty="0">
                  <a:ln>
                    <a:noFill/>
                  </a:ln>
                  <a:solidFill>
                    <a:prstClr val="white"/>
                  </a:solidFill>
                  <a:effectLst/>
                  <a:uLnTx/>
                  <a:uFillTx/>
                  <a:latin typeface="Aptos"/>
                  <a:ea typeface="+mn-ea"/>
                  <a:cs typeface="Aptos"/>
                </a:endParaRPr>
              </a:p>
            </p:txBody>
          </p:sp>
          <p:pic>
            <p:nvPicPr>
              <p:cNvPr id="31" name="Graphic 25">
                <a:extLst>
                  <a:ext uri="{FF2B5EF4-FFF2-40B4-BE49-F238E27FC236}">
                    <a16:creationId xmlns:a16="http://schemas.microsoft.com/office/drawing/2014/main" id="{A6B4204C-5915-6F4E-D0B5-E1BD82046D9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235644" y="3576518"/>
                <a:ext cx="360000" cy="360000"/>
              </a:xfrm>
              <a:prstGeom prst="rect">
                <a:avLst/>
              </a:prstGeom>
            </p:spPr>
          </p:pic>
        </p:grpSp>
        <p:grpSp>
          <p:nvGrpSpPr>
            <p:cNvPr id="32" name="Groupe 120">
              <a:extLst>
                <a:ext uri="{FF2B5EF4-FFF2-40B4-BE49-F238E27FC236}">
                  <a16:creationId xmlns:a16="http://schemas.microsoft.com/office/drawing/2014/main" id="{DE2663B5-8A9F-19BF-51F3-6C642B0ED9B6}"/>
                </a:ext>
              </a:extLst>
            </p:cNvPr>
            <p:cNvGrpSpPr/>
            <p:nvPr/>
          </p:nvGrpSpPr>
          <p:grpSpPr>
            <a:xfrm>
              <a:off x="4343668" y="3370483"/>
              <a:ext cx="743808" cy="828863"/>
              <a:chOff x="4383918" y="3370483"/>
              <a:chExt cx="743808" cy="828863"/>
            </a:xfrm>
          </p:grpSpPr>
          <p:sp>
            <p:nvSpPr>
              <p:cNvPr id="33" name="Forme libre : forme 121">
                <a:extLst>
                  <a:ext uri="{FF2B5EF4-FFF2-40B4-BE49-F238E27FC236}">
                    <a16:creationId xmlns:a16="http://schemas.microsoft.com/office/drawing/2014/main" id="{858200C4-713A-3F6D-B949-C27616994A8E}"/>
                  </a:ext>
                </a:extLst>
              </p:cNvPr>
              <p:cNvSpPr/>
              <p:nvPr/>
            </p:nvSpPr>
            <p:spPr>
              <a:xfrm flipV="1">
                <a:off x="4383918" y="3370483"/>
                <a:ext cx="743808" cy="828863"/>
              </a:xfrm>
              <a:custGeom>
                <a:avLst/>
                <a:gdLst>
                  <a:gd name="connsiteX0" fmla="*/ 371904 w 743808"/>
                  <a:gd name="connsiteY0" fmla="*/ 828863 h 828863"/>
                  <a:gd name="connsiteX1" fmla="*/ 743808 w 743808"/>
                  <a:gd name="connsiteY1" fmla="*/ 456959 h 828863"/>
                  <a:gd name="connsiteX2" fmla="*/ 516666 w 743808"/>
                  <a:gd name="connsiteY2" fmla="*/ 114281 h 828863"/>
                  <a:gd name="connsiteX3" fmla="*/ 456835 w 743808"/>
                  <a:gd name="connsiteY3" fmla="*/ 95709 h 828863"/>
                  <a:gd name="connsiteX4" fmla="*/ 372437 w 743808"/>
                  <a:gd name="connsiteY4" fmla="*/ 0 h 828863"/>
                  <a:gd name="connsiteX5" fmla="*/ 288441 w 743808"/>
                  <a:gd name="connsiteY5" fmla="*/ 95253 h 828863"/>
                  <a:gd name="connsiteX6" fmla="*/ 227142 w 743808"/>
                  <a:gd name="connsiteY6" fmla="*/ 114281 h 828863"/>
                  <a:gd name="connsiteX7" fmla="*/ 0 w 743808"/>
                  <a:gd name="connsiteY7" fmla="*/ 456959 h 828863"/>
                  <a:gd name="connsiteX8" fmla="*/ 371904 w 743808"/>
                  <a:gd name="connsiteY8" fmla="*/ 828863 h 828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3808" h="828863">
                    <a:moveTo>
                      <a:pt x="371904" y="828863"/>
                    </a:moveTo>
                    <a:cubicBezTo>
                      <a:pt x="577301" y="828863"/>
                      <a:pt x="743808" y="662356"/>
                      <a:pt x="743808" y="456959"/>
                    </a:cubicBezTo>
                    <a:cubicBezTo>
                      <a:pt x="743808" y="302911"/>
                      <a:pt x="650148" y="170739"/>
                      <a:pt x="516666" y="114281"/>
                    </a:cubicBezTo>
                    <a:lnTo>
                      <a:pt x="456835" y="95709"/>
                    </a:lnTo>
                    <a:lnTo>
                      <a:pt x="372437" y="0"/>
                    </a:lnTo>
                    <a:lnTo>
                      <a:pt x="288441" y="95253"/>
                    </a:lnTo>
                    <a:lnTo>
                      <a:pt x="227142" y="114281"/>
                    </a:lnTo>
                    <a:cubicBezTo>
                      <a:pt x="93660" y="170739"/>
                      <a:pt x="0" y="302911"/>
                      <a:pt x="0" y="456959"/>
                    </a:cubicBezTo>
                    <a:cubicBezTo>
                      <a:pt x="0" y="662356"/>
                      <a:pt x="166507" y="828863"/>
                      <a:pt x="371904" y="828863"/>
                    </a:cubicBezTo>
                    <a:close/>
                  </a:path>
                </a:pathLst>
              </a:custGeom>
              <a:gradFill flip="none" rotWithShape="1">
                <a:gsLst>
                  <a:gs pos="25000">
                    <a:srgbClr val="CD5358"/>
                  </a:gs>
                  <a:gs pos="0">
                    <a:srgbClr val="CD5358"/>
                  </a:gs>
                  <a:gs pos="100000">
                    <a:srgbClr val="BA131A"/>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654" b="0" i="0" u="none" strike="noStrike" kern="1200" cap="none" spc="0" normalizeH="0" baseline="0" noProof="0" dirty="0">
                  <a:ln>
                    <a:noFill/>
                  </a:ln>
                  <a:solidFill>
                    <a:prstClr val="white"/>
                  </a:solidFill>
                  <a:effectLst/>
                  <a:uLnTx/>
                  <a:uFillTx/>
                  <a:latin typeface="Aptos"/>
                  <a:ea typeface="+mn-ea"/>
                  <a:cs typeface="Aptos"/>
                </a:endParaRPr>
              </a:p>
            </p:txBody>
          </p:sp>
          <p:pic>
            <p:nvPicPr>
              <p:cNvPr id="34" name="Graphic 14">
                <a:extLst>
                  <a:ext uri="{FF2B5EF4-FFF2-40B4-BE49-F238E27FC236}">
                    <a16:creationId xmlns:a16="http://schemas.microsoft.com/office/drawing/2014/main" id="{5B9313EF-B5EB-1DA0-6545-F3AF97957D8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575822" y="3576518"/>
                <a:ext cx="360000" cy="360000"/>
              </a:xfrm>
              <a:prstGeom prst="rect">
                <a:avLst/>
              </a:prstGeom>
            </p:spPr>
          </p:pic>
        </p:grpSp>
        <p:grpSp>
          <p:nvGrpSpPr>
            <p:cNvPr id="35" name="Groupe 123">
              <a:extLst>
                <a:ext uri="{FF2B5EF4-FFF2-40B4-BE49-F238E27FC236}">
                  <a16:creationId xmlns:a16="http://schemas.microsoft.com/office/drawing/2014/main" id="{FE9372CE-D6F5-4B2B-B7E4-066CAC666909}"/>
                </a:ext>
              </a:extLst>
            </p:cNvPr>
            <p:cNvGrpSpPr/>
            <p:nvPr/>
          </p:nvGrpSpPr>
          <p:grpSpPr>
            <a:xfrm>
              <a:off x="7061126" y="3387936"/>
              <a:ext cx="743808" cy="828863"/>
              <a:chOff x="7055203" y="3387936"/>
              <a:chExt cx="743808" cy="828863"/>
            </a:xfrm>
          </p:grpSpPr>
          <p:sp>
            <p:nvSpPr>
              <p:cNvPr id="36" name="Forme libre : forme 124">
                <a:extLst>
                  <a:ext uri="{FF2B5EF4-FFF2-40B4-BE49-F238E27FC236}">
                    <a16:creationId xmlns:a16="http://schemas.microsoft.com/office/drawing/2014/main" id="{BB94CFA8-C80F-C7B3-1916-E348FA098FD6}"/>
                  </a:ext>
                </a:extLst>
              </p:cNvPr>
              <p:cNvSpPr/>
              <p:nvPr/>
            </p:nvSpPr>
            <p:spPr>
              <a:xfrm flipV="1">
                <a:off x="7055203" y="3387936"/>
                <a:ext cx="743808" cy="828863"/>
              </a:xfrm>
              <a:custGeom>
                <a:avLst/>
                <a:gdLst>
                  <a:gd name="connsiteX0" fmla="*/ 371904 w 743808"/>
                  <a:gd name="connsiteY0" fmla="*/ 828863 h 828863"/>
                  <a:gd name="connsiteX1" fmla="*/ 743808 w 743808"/>
                  <a:gd name="connsiteY1" fmla="*/ 456959 h 828863"/>
                  <a:gd name="connsiteX2" fmla="*/ 516666 w 743808"/>
                  <a:gd name="connsiteY2" fmla="*/ 114281 h 828863"/>
                  <a:gd name="connsiteX3" fmla="*/ 456835 w 743808"/>
                  <a:gd name="connsiteY3" fmla="*/ 95709 h 828863"/>
                  <a:gd name="connsiteX4" fmla="*/ 372437 w 743808"/>
                  <a:gd name="connsiteY4" fmla="*/ 0 h 828863"/>
                  <a:gd name="connsiteX5" fmla="*/ 288441 w 743808"/>
                  <a:gd name="connsiteY5" fmla="*/ 95253 h 828863"/>
                  <a:gd name="connsiteX6" fmla="*/ 227142 w 743808"/>
                  <a:gd name="connsiteY6" fmla="*/ 114281 h 828863"/>
                  <a:gd name="connsiteX7" fmla="*/ 0 w 743808"/>
                  <a:gd name="connsiteY7" fmla="*/ 456959 h 828863"/>
                  <a:gd name="connsiteX8" fmla="*/ 371904 w 743808"/>
                  <a:gd name="connsiteY8" fmla="*/ 828863 h 828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3808" h="828863">
                    <a:moveTo>
                      <a:pt x="371904" y="828863"/>
                    </a:moveTo>
                    <a:cubicBezTo>
                      <a:pt x="577301" y="828863"/>
                      <a:pt x="743808" y="662356"/>
                      <a:pt x="743808" y="456959"/>
                    </a:cubicBezTo>
                    <a:cubicBezTo>
                      <a:pt x="743808" y="302911"/>
                      <a:pt x="650148" y="170739"/>
                      <a:pt x="516666" y="114281"/>
                    </a:cubicBezTo>
                    <a:lnTo>
                      <a:pt x="456835" y="95709"/>
                    </a:lnTo>
                    <a:lnTo>
                      <a:pt x="372437" y="0"/>
                    </a:lnTo>
                    <a:lnTo>
                      <a:pt x="288441" y="95253"/>
                    </a:lnTo>
                    <a:lnTo>
                      <a:pt x="227142" y="114281"/>
                    </a:lnTo>
                    <a:cubicBezTo>
                      <a:pt x="93660" y="170739"/>
                      <a:pt x="0" y="302911"/>
                      <a:pt x="0" y="456959"/>
                    </a:cubicBezTo>
                    <a:cubicBezTo>
                      <a:pt x="0" y="662356"/>
                      <a:pt x="166507" y="828863"/>
                      <a:pt x="371904" y="828863"/>
                    </a:cubicBezTo>
                    <a:close/>
                  </a:path>
                </a:pathLst>
              </a:custGeom>
              <a:gradFill flip="none" rotWithShape="1">
                <a:gsLst>
                  <a:gs pos="25000">
                    <a:srgbClr val="CD5358"/>
                  </a:gs>
                  <a:gs pos="0">
                    <a:srgbClr val="CD5358"/>
                  </a:gs>
                  <a:gs pos="100000">
                    <a:srgbClr val="BA131A"/>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654" b="0" i="0" u="none" strike="noStrike" kern="1200" cap="none" spc="0" normalizeH="0" baseline="0" noProof="0" dirty="0">
                  <a:ln>
                    <a:noFill/>
                  </a:ln>
                  <a:solidFill>
                    <a:prstClr val="white"/>
                  </a:solidFill>
                  <a:effectLst/>
                  <a:uLnTx/>
                  <a:uFillTx/>
                  <a:latin typeface="Aptos"/>
                  <a:ea typeface="+mn-ea"/>
                  <a:cs typeface="Aptos"/>
                </a:endParaRPr>
              </a:p>
            </p:txBody>
          </p:sp>
          <p:pic>
            <p:nvPicPr>
              <p:cNvPr id="37" name="Graphic 27">
                <a:extLst>
                  <a:ext uri="{FF2B5EF4-FFF2-40B4-BE49-F238E27FC236}">
                    <a16:creationId xmlns:a16="http://schemas.microsoft.com/office/drawing/2014/main" id="{95B3AE36-F664-37DE-9B6A-49717F34C5B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247107" y="3576518"/>
                <a:ext cx="360000" cy="360000"/>
              </a:xfrm>
              <a:prstGeom prst="rect">
                <a:avLst/>
              </a:prstGeom>
            </p:spPr>
          </p:pic>
        </p:grpSp>
        <p:grpSp>
          <p:nvGrpSpPr>
            <p:cNvPr id="38" name="Groupe 126">
              <a:extLst>
                <a:ext uri="{FF2B5EF4-FFF2-40B4-BE49-F238E27FC236}">
                  <a16:creationId xmlns:a16="http://schemas.microsoft.com/office/drawing/2014/main" id="{2A3102BD-5592-9880-B573-901498E18F13}"/>
                </a:ext>
              </a:extLst>
            </p:cNvPr>
            <p:cNvGrpSpPr/>
            <p:nvPr/>
          </p:nvGrpSpPr>
          <p:grpSpPr>
            <a:xfrm>
              <a:off x="5717042" y="3370484"/>
              <a:ext cx="743808" cy="828863"/>
              <a:chOff x="5724096" y="3370484"/>
              <a:chExt cx="743808" cy="828863"/>
            </a:xfrm>
          </p:grpSpPr>
          <p:sp>
            <p:nvSpPr>
              <p:cNvPr id="39" name="Forme libre : forme 127">
                <a:extLst>
                  <a:ext uri="{FF2B5EF4-FFF2-40B4-BE49-F238E27FC236}">
                    <a16:creationId xmlns:a16="http://schemas.microsoft.com/office/drawing/2014/main" id="{FAA44E60-A0E6-8EBC-4A5F-7ECA9F283A79}"/>
                  </a:ext>
                </a:extLst>
              </p:cNvPr>
              <p:cNvSpPr/>
              <p:nvPr/>
            </p:nvSpPr>
            <p:spPr>
              <a:xfrm flipV="1">
                <a:off x="5724096" y="3370484"/>
                <a:ext cx="743808" cy="828863"/>
              </a:xfrm>
              <a:custGeom>
                <a:avLst/>
                <a:gdLst>
                  <a:gd name="connsiteX0" fmla="*/ 371904 w 743808"/>
                  <a:gd name="connsiteY0" fmla="*/ 828863 h 828863"/>
                  <a:gd name="connsiteX1" fmla="*/ 743808 w 743808"/>
                  <a:gd name="connsiteY1" fmla="*/ 456959 h 828863"/>
                  <a:gd name="connsiteX2" fmla="*/ 516666 w 743808"/>
                  <a:gd name="connsiteY2" fmla="*/ 114281 h 828863"/>
                  <a:gd name="connsiteX3" fmla="*/ 456835 w 743808"/>
                  <a:gd name="connsiteY3" fmla="*/ 95709 h 828863"/>
                  <a:gd name="connsiteX4" fmla="*/ 372437 w 743808"/>
                  <a:gd name="connsiteY4" fmla="*/ 0 h 828863"/>
                  <a:gd name="connsiteX5" fmla="*/ 288441 w 743808"/>
                  <a:gd name="connsiteY5" fmla="*/ 95253 h 828863"/>
                  <a:gd name="connsiteX6" fmla="*/ 227142 w 743808"/>
                  <a:gd name="connsiteY6" fmla="*/ 114281 h 828863"/>
                  <a:gd name="connsiteX7" fmla="*/ 0 w 743808"/>
                  <a:gd name="connsiteY7" fmla="*/ 456959 h 828863"/>
                  <a:gd name="connsiteX8" fmla="*/ 371904 w 743808"/>
                  <a:gd name="connsiteY8" fmla="*/ 828863 h 828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3808" h="828863">
                    <a:moveTo>
                      <a:pt x="371904" y="828863"/>
                    </a:moveTo>
                    <a:cubicBezTo>
                      <a:pt x="577301" y="828863"/>
                      <a:pt x="743808" y="662356"/>
                      <a:pt x="743808" y="456959"/>
                    </a:cubicBezTo>
                    <a:cubicBezTo>
                      <a:pt x="743808" y="302911"/>
                      <a:pt x="650148" y="170739"/>
                      <a:pt x="516666" y="114281"/>
                    </a:cubicBezTo>
                    <a:lnTo>
                      <a:pt x="456835" y="95709"/>
                    </a:lnTo>
                    <a:lnTo>
                      <a:pt x="372437" y="0"/>
                    </a:lnTo>
                    <a:lnTo>
                      <a:pt x="288441" y="95253"/>
                    </a:lnTo>
                    <a:lnTo>
                      <a:pt x="227142" y="114281"/>
                    </a:lnTo>
                    <a:cubicBezTo>
                      <a:pt x="93660" y="170739"/>
                      <a:pt x="0" y="302911"/>
                      <a:pt x="0" y="456959"/>
                    </a:cubicBezTo>
                    <a:cubicBezTo>
                      <a:pt x="0" y="662356"/>
                      <a:pt x="166507" y="828863"/>
                      <a:pt x="371904" y="828863"/>
                    </a:cubicBezTo>
                    <a:close/>
                  </a:path>
                </a:pathLst>
              </a:custGeom>
              <a:gradFill flip="none" rotWithShape="1">
                <a:gsLst>
                  <a:gs pos="25000">
                    <a:srgbClr val="CD5358"/>
                  </a:gs>
                  <a:gs pos="0">
                    <a:srgbClr val="CD5358"/>
                  </a:gs>
                  <a:gs pos="100000">
                    <a:srgbClr val="BA131A"/>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654" b="0" i="0" u="none" strike="noStrike" kern="1200" cap="none" spc="0" normalizeH="0" baseline="0" noProof="0" dirty="0">
                  <a:ln>
                    <a:noFill/>
                  </a:ln>
                  <a:solidFill>
                    <a:prstClr val="white"/>
                  </a:solidFill>
                  <a:effectLst/>
                  <a:uLnTx/>
                  <a:uFillTx/>
                  <a:latin typeface="Aptos"/>
                  <a:ea typeface="+mn-ea"/>
                  <a:cs typeface="Aptos"/>
                </a:endParaRPr>
              </a:p>
            </p:txBody>
          </p:sp>
          <p:pic>
            <p:nvPicPr>
              <p:cNvPr id="40" name="Graphic 26">
                <a:extLst>
                  <a:ext uri="{FF2B5EF4-FFF2-40B4-BE49-F238E27FC236}">
                    <a16:creationId xmlns:a16="http://schemas.microsoft.com/office/drawing/2014/main" id="{B4261C47-F071-8D62-2246-22F2F411DBF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916000" y="3576518"/>
                <a:ext cx="360000" cy="360000"/>
              </a:xfrm>
              <a:prstGeom prst="rect">
                <a:avLst/>
              </a:prstGeom>
            </p:spPr>
          </p:pic>
        </p:grpSp>
        <p:grpSp>
          <p:nvGrpSpPr>
            <p:cNvPr id="41" name="Groupe 129">
              <a:extLst>
                <a:ext uri="{FF2B5EF4-FFF2-40B4-BE49-F238E27FC236}">
                  <a16:creationId xmlns:a16="http://schemas.microsoft.com/office/drawing/2014/main" id="{E572A961-2BB5-760E-0F1F-E054334E0899}"/>
                </a:ext>
              </a:extLst>
            </p:cNvPr>
            <p:cNvGrpSpPr/>
            <p:nvPr/>
          </p:nvGrpSpPr>
          <p:grpSpPr>
            <a:xfrm>
              <a:off x="8378770" y="3387937"/>
              <a:ext cx="743808" cy="828863"/>
              <a:chOff x="8395381" y="3387937"/>
              <a:chExt cx="743808" cy="828863"/>
            </a:xfrm>
          </p:grpSpPr>
          <p:sp>
            <p:nvSpPr>
              <p:cNvPr id="42" name="Forme libre : forme 130">
                <a:extLst>
                  <a:ext uri="{FF2B5EF4-FFF2-40B4-BE49-F238E27FC236}">
                    <a16:creationId xmlns:a16="http://schemas.microsoft.com/office/drawing/2014/main" id="{A0C3175B-6CAF-641D-6E46-D24DE52DC127}"/>
                  </a:ext>
                </a:extLst>
              </p:cNvPr>
              <p:cNvSpPr/>
              <p:nvPr/>
            </p:nvSpPr>
            <p:spPr>
              <a:xfrm flipV="1">
                <a:off x="8395381" y="3387937"/>
                <a:ext cx="743808" cy="828863"/>
              </a:xfrm>
              <a:custGeom>
                <a:avLst/>
                <a:gdLst>
                  <a:gd name="connsiteX0" fmla="*/ 371904 w 743808"/>
                  <a:gd name="connsiteY0" fmla="*/ 828863 h 828863"/>
                  <a:gd name="connsiteX1" fmla="*/ 743808 w 743808"/>
                  <a:gd name="connsiteY1" fmla="*/ 456959 h 828863"/>
                  <a:gd name="connsiteX2" fmla="*/ 516666 w 743808"/>
                  <a:gd name="connsiteY2" fmla="*/ 114281 h 828863"/>
                  <a:gd name="connsiteX3" fmla="*/ 456835 w 743808"/>
                  <a:gd name="connsiteY3" fmla="*/ 95709 h 828863"/>
                  <a:gd name="connsiteX4" fmla="*/ 372437 w 743808"/>
                  <a:gd name="connsiteY4" fmla="*/ 0 h 828863"/>
                  <a:gd name="connsiteX5" fmla="*/ 288441 w 743808"/>
                  <a:gd name="connsiteY5" fmla="*/ 95253 h 828863"/>
                  <a:gd name="connsiteX6" fmla="*/ 227142 w 743808"/>
                  <a:gd name="connsiteY6" fmla="*/ 114281 h 828863"/>
                  <a:gd name="connsiteX7" fmla="*/ 0 w 743808"/>
                  <a:gd name="connsiteY7" fmla="*/ 456959 h 828863"/>
                  <a:gd name="connsiteX8" fmla="*/ 371904 w 743808"/>
                  <a:gd name="connsiteY8" fmla="*/ 828863 h 828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3808" h="828863">
                    <a:moveTo>
                      <a:pt x="371904" y="828863"/>
                    </a:moveTo>
                    <a:cubicBezTo>
                      <a:pt x="577301" y="828863"/>
                      <a:pt x="743808" y="662356"/>
                      <a:pt x="743808" y="456959"/>
                    </a:cubicBezTo>
                    <a:cubicBezTo>
                      <a:pt x="743808" y="302911"/>
                      <a:pt x="650148" y="170739"/>
                      <a:pt x="516666" y="114281"/>
                    </a:cubicBezTo>
                    <a:lnTo>
                      <a:pt x="456835" y="95709"/>
                    </a:lnTo>
                    <a:lnTo>
                      <a:pt x="372437" y="0"/>
                    </a:lnTo>
                    <a:lnTo>
                      <a:pt x="288441" y="95253"/>
                    </a:lnTo>
                    <a:lnTo>
                      <a:pt x="227142" y="114281"/>
                    </a:lnTo>
                    <a:cubicBezTo>
                      <a:pt x="93660" y="170739"/>
                      <a:pt x="0" y="302911"/>
                      <a:pt x="0" y="456959"/>
                    </a:cubicBezTo>
                    <a:cubicBezTo>
                      <a:pt x="0" y="662356"/>
                      <a:pt x="166507" y="828863"/>
                      <a:pt x="371904" y="828863"/>
                    </a:cubicBezTo>
                    <a:close/>
                  </a:path>
                </a:pathLst>
              </a:custGeom>
              <a:gradFill flip="none" rotWithShape="1">
                <a:gsLst>
                  <a:gs pos="25000">
                    <a:srgbClr val="CD5358"/>
                  </a:gs>
                  <a:gs pos="0">
                    <a:srgbClr val="CD5358"/>
                  </a:gs>
                  <a:gs pos="100000">
                    <a:srgbClr val="BA131A"/>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654" b="0" i="0" u="none" strike="noStrike" kern="1200" cap="none" spc="0" normalizeH="0" baseline="0" noProof="0" dirty="0">
                  <a:ln>
                    <a:noFill/>
                  </a:ln>
                  <a:solidFill>
                    <a:prstClr val="white"/>
                  </a:solidFill>
                  <a:effectLst/>
                  <a:uLnTx/>
                  <a:uFillTx/>
                  <a:latin typeface="Aptos"/>
                  <a:ea typeface="+mn-ea"/>
                  <a:cs typeface="Aptos"/>
                </a:endParaRPr>
              </a:p>
            </p:txBody>
          </p:sp>
          <p:pic>
            <p:nvPicPr>
              <p:cNvPr id="43" name="Graphic 20">
                <a:extLst>
                  <a:ext uri="{FF2B5EF4-FFF2-40B4-BE49-F238E27FC236}">
                    <a16:creationId xmlns:a16="http://schemas.microsoft.com/office/drawing/2014/main" id="{D7843DD2-B76E-2B7E-DF68-8993B70DFC4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587285" y="3576518"/>
                <a:ext cx="360000" cy="360000"/>
              </a:xfrm>
              <a:prstGeom prst="rect">
                <a:avLst/>
              </a:prstGeom>
            </p:spPr>
          </p:pic>
        </p:grpSp>
        <p:grpSp>
          <p:nvGrpSpPr>
            <p:cNvPr id="44" name="Groupe 132">
              <a:extLst>
                <a:ext uri="{FF2B5EF4-FFF2-40B4-BE49-F238E27FC236}">
                  <a16:creationId xmlns:a16="http://schemas.microsoft.com/office/drawing/2014/main" id="{709EB46F-57D6-962D-59F5-CFE429E75A1A}"/>
                </a:ext>
              </a:extLst>
            </p:cNvPr>
            <p:cNvGrpSpPr/>
            <p:nvPr/>
          </p:nvGrpSpPr>
          <p:grpSpPr>
            <a:xfrm>
              <a:off x="11059065" y="3387936"/>
              <a:ext cx="743808" cy="828863"/>
              <a:chOff x="11075737" y="3387936"/>
              <a:chExt cx="743808" cy="828863"/>
            </a:xfrm>
          </p:grpSpPr>
          <p:sp>
            <p:nvSpPr>
              <p:cNvPr id="45" name="Forme libre : forme 133">
                <a:extLst>
                  <a:ext uri="{FF2B5EF4-FFF2-40B4-BE49-F238E27FC236}">
                    <a16:creationId xmlns:a16="http://schemas.microsoft.com/office/drawing/2014/main" id="{8848AFA1-4E70-780D-8A25-33B32DE6FE5F}"/>
                  </a:ext>
                </a:extLst>
              </p:cNvPr>
              <p:cNvSpPr/>
              <p:nvPr/>
            </p:nvSpPr>
            <p:spPr>
              <a:xfrm flipV="1">
                <a:off x="11075737" y="3387936"/>
                <a:ext cx="743808" cy="828863"/>
              </a:xfrm>
              <a:custGeom>
                <a:avLst/>
                <a:gdLst>
                  <a:gd name="connsiteX0" fmla="*/ 371904 w 743808"/>
                  <a:gd name="connsiteY0" fmla="*/ 828863 h 828863"/>
                  <a:gd name="connsiteX1" fmla="*/ 743808 w 743808"/>
                  <a:gd name="connsiteY1" fmla="*/ 456959 h 828863"/>
                  <a:gd name="connsiteX2" fmla="*/ 516666 w 743808"/>
                  <a:gd name="connsiteY2" fmla="*/ 114281 h 828863"/>
                  <a:gd name="connsiteX3" fmla="*/ 456835 w 743808"/>
                  <a:gd name="connsiteY3" fmla="*/ 95709 h 828863"/>
                  <a:gd name="connsiteX4" fmla="*/ 372437 w 743808"/>
                  <a:gd name="connsiteY4" fmla="*/ 0 h 828863"/>
                  <a:gd name="connsiteX5" fmla="*/ 288441 w 743808"/>
                  <a:gd name="connsiteY5" fmla="*/ 95253 h 828863"/>
                  <a:gd name="connsiteX6" fmla="*/ 227142 w 743808"/>
                  <a:gd name="connsiteY6" fmla="*/ 114281 h 828863"/>
                  <a:gd name="connsiteX7" fmla="*/ 0 w 743808"/>
                  <a:gd name="connsiteY7" fmla="*/ 456959 h 828863"/>
                  <a:gd name="connsiteX8" fmla="*/ 371904 w 743808"/>
                  <a:gd name="connsiteY8" fmla="*/ 828863 h 828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3808" h="828863">
                    <a:moveTo>
                      <a:pt x="371904" y="828863"/>
                    </a:moveTo>
                    <a:cubicBezTo>
                      <a:pt x="577301" y="828863"/>
                      <a:pt x="743808" y="662356"/>
                      <a:pt x="743808" y="456959"/>
                    </a:cubicBezTo>
                    <a:cubicBezTo>
                      <a:pt x="743808" y="302911"/>
                      <a:pt x="650148" y="170739"/>
                      <a:pt x="516666" y="114281"/>
                    </a:cubicBezTo>
                    <a:lnTo>
                      <a:pt x="456835" y="95709"/>
                    </a:lnTo>
                    <a:lnTo>
                      <a:pt x="372437" y="0"/>
                    </a:lnTo>
                    <a:lnTo>
                      <a:pt x="288441" y="95253"/>
                    </a:lnTo>
                    <a:lnTo>
                      <a:pt x="227142" y="114281"/>
                    </a:lnTo>
                    <a:cubicBezTo>
                      <a:pt x="93660" y="170739"/>
                      <a:pt x="0" y="302911"/>
                      <a:pt x="0" y="456959"/>
                    </a:cubicBezTo>
                    <a:cubicBezTo>
                      <a:pt x="0" y="662356"/>
                      <a:pt x="166507" y="828863"/>
                      <a:pt x="371904" y="828863"/>
                    </a:cubicBezTo>
                    <a:close/>
                  </a:path>
                </a:pathLst>
              </a:custGeom>
              <a:gradFill flip="none" rotWithShape="1">
                <a:gsLst>
                  <a:gs pos="25000">
                    <a:srgbClr val="CD5358"/>
                  </a:gs>
                  <a:gs pos="0">
                    <a:srgbClr val="CD5358"/>
                  </a:gs>
                  <a:gs pos="100000">
                    <a:srgbClr val="BA131A"/>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654" b="0" i="0" u="none" strike="noStrike" kern="1200" cap="none" spc="0" normalizeH="0" baseline="0" noProof="0" dirty="0">
                  <a:ln>
                    <a:noFill/>
                  </a:ln>
                  <a:solidFill>
                    <a:prstClr val="white"/>
                  </a:solidFill>
                  <a:effectLst/>
                  <a:uLnTx/>
                  <a:uFillTx/>
                  <a:latin typeface="Aptos"/>
                  <a:ea typeface="+mn-ea"/>
                  <a:cs typeface="Aptos"/>
                </a:endParaRPr>
              </a:p>
            </p:txBody>
          </p:sp>
          <p:pic>
            <p:nvPicPr>
              <p:cNvPr id="46" name="Graphic 22">
                <a:extLst>
                  <a:ext uri="{FF2B5EF4-FFF2-40B4-BE49-F238E27FC236}">
                    <a16:creationId xmlns:a16="http://schemas.microsoft.com/office/drawing/2014/main" id="{4A6DAD39-A98C-34E2-D20C-2DB6455D58F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1267641" y="3576518"/>
                <a:ext cx="360000" cy="360000"/>
              </a:xfrm>
              <a:prstGeom prst="rect">
                <a:avLst/>
              </a:prstGeom>
            </p:spPr>
          </p:pic>
        </p:grpSp>
        <p:grpSp>
          <p:nvGrpSpPr>
            <p:cNvPr id="47" name="Groupe 135">
              <a:extLst>
                <a:ext uri="{FF2B5EF4-FFF2-40B4-BE49-F238E27FC236}">
                  <a16:creationId xmlns:a16="http://schemas.microsoft.com/office/drawing/2014/main" id="{DA5B1E41-648B-F71A-3936-23CEF094074D}"/>
                </a:ext>
              </a:extLst>
            </p:cNvPr>
            <p:cNvGrpSpPr/>
            <p:nvPr/>
          </p:nvGrpSpPr>
          <p:grpSpPr>
            <a:xfrm>
              <a:off x="9710271" y="3387935"/>
              <a:ext cx="743808" cy="828863"/>
              <a:chOff x="9735559" y="3387935"/>
              <a:chExt cx="743808" cy="828863"/>
            </a:xfrm>
          </p:grpSpPr>
          <p:sp>
            <p:nvSpPr>
              <p:cNvPr id="48" name="Forme libre : forme 136">
                <a:extLst>
                  <a:ext uri="{FF2B5EF4-FFF2-40B4-BE49-F238E27FC236}">
                    <a16:creationId xmlns:a16="http://schemas.microsoft.com/office/drawing/2014/main" id="{9721974C-C749-AB4D-9FF0-2F82EF34AF2D}"/>
                  </a:ext>
                </a:extLst>
              </p:cNvPr>
              <p:cNvSpPr/>
              <p:nvPr/>
            </p:nvSpPr>
            <p:spPr>
              <a:xfrm flipV="1">
                <a:off x="9735559" y="3387935"/>
                <a:ext cx="743808" cy="828863"/>
              </a:xfrm>
              <a:custGeom>
                <a:avLst/>
                <a:gdLst>
                  <a:gd name="connsiteX0" fmla="*/ 371904 w 743808"/>
                  <a:gd name="connsiteY0" fmla="*/ 828863 h 828863"/>
                  <a:gd name="connsiteX1" fmla="*/ 743808 w 743808"/>
                  <a:gd name="connsiteY1" fmla="*/ 456959 h 828863"/>
                  <a:gd name="connsiteX2" fmla="*/ 516666 w 743808"/>
                  <a:gd name="connsiteY2" fmla="*/ 114281 h 828863"/>
                  <a:gd name="connsiteX3" fmla="*/ 456835 w 743808"/>
                  <a:gd name="connsiteY3" fmla="*/ 95709 h 828863"/>
                  <a:gd name="connsiteX4" fmla="*/ 372437 w 743808"/>
                  <a:gd name="connsiteY4" fmla="*/ 0 h 828863"/>
                  <a:gd name="connsiteX5" fmla="*/ 288441 w 743808"/>
                  <a:gd name="connsiteY5" fmla="*/ 95253 h 828863"/>
                  <a:gd name="connsiteX6" fmla="*/ 227142 w 743808"/>
                  <a:gd name="connsiteY6" fmla="*/ 114281 h 828863"/>
                  <a:gd name="connsiteX7" fmla="*/ 0 w 743808"/>
                  <a:gd name="connsiteY7" fmla="*/ 456959 h 828863"/>
                  <a:gd name="connsiteX8" fmla="*/ 371904 w 743808"/>
                  <a:gd name="connsiteY8" fmla="*/ 828863 h 828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3808" h="828863">
                    <a:moveTo>
                      <a:pt x="371904" y="828863"/>
                    </a:moveTo>
                    <a:cubicBezTo>
                      <a:pt x="577301" y="828863"/>
                      <a:pt x="743808" y="662356"/>
                      <a:pt x="743808" y="456959"/>
                    </a:cubicBezTo>
                    <a:cubicBezTo>
                      <a:pt x="743808" y="302911"/>
                      <a:pt x="650148" y="170739"/>
                      <a:pt x="516666" y="114281"/>
                    </a:cubicBezTo>
                    <a:lnTo>
                      <a:pt x="456835" y="95709"/>
                    </a:lnTo>
                    <a:lnTo>
                      <a:pt x="372437" y="0"/>
                    </a:lnTo>
                    <a:lnTo>
                      <a:pt x="288441" y="95253"/>
                    </a:lnTo>
                    <a:lnTo>
                      <a:pt x="227142" y="114281"/>
                    </a:lnTo>
                    <a:cubicBezTo>
                      <a:pt x="93660" y="170739"/>
                      <a:pt x="0" y="302911"/>
                      <a:pt x="0" y="456959"/>
                    </a:cubicBezTo>
                    <a:cubicBezTo>
                      <a:pt x="0" y="662356"/>
                      <a:pt x="166507" y="828863"/>
                      <a:pt x="371904" y="828863"/>
                    </a:cubicBezTo>
                    <a:close/>
                  </a:path>
                </a:pathLst>
              </a:custGeom>
              <a:gradFill flip="none" rotWithShape="1">
                <a:gsLst>
                  <a:gs pos="25000">
                    <a:srgbClr val="CD5358"/>
                  </a:gs>
                  <a:gs pos="0">
                    <a:srgbClr val="CD5358"/>
                  </a:gs>
                  <a:gs pos="100000">
                    <a:srgbClr val="BA131A"/>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654" b="0" i="0" u="none" strike="noStrike" kern="1200" cap="none" spc="0" normalizeH="0" baseline="0" noProof="0" dirty="0">
                  <a:ln>
                    <a:noFill/>
                  </a:ln>
                  <a:solidFill>
                    <a:prstClr val="white"/>
                  </a:solidFill>
                  <a:effectLst/>
                  <a:uLnTx/>
                  <a:uFillTx/>
                  <a:latin typeface="Aptos"/>
                  <a:ea typeface="+mn-ea"/>
                  <a:cs typeface="Aptos"/>
                </a:endParaRPr>
              </a:p>
            </p:txBody>
          </p:sp>
          <p:pic>
            <p:nvPicPr>
              <p:cNvPr id="49" name="Graphic 53">
                <a:extLst>
                  <a:ext uri="{FF2B5EF4-FFF2-40B4-BE49-F238E27FC236}">
                    <a16:creationId xmlns:a16="http://schemas.microsoft.com/office/drawing/2014/main" id="{96CF3EDE-BA51-FEB1-D99C-1786D417F63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927463" y="3576518"/>
                <a:ext cx="360000" cy="360000"/>
              </a:xfrm>
              <a:prstGeom prst="rect">
                <a:avLst/>
              </a:prstGeom>
            </p:spPr>
          </p:pic>
        </p:grpSp>
      </p:gr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itre 3">
            <a:extLst>
              <a:ext uri="{FF2B5EF4-FFF2-40B4-BE49-F238E27FC236}">
                <a16:creationId xmlns:a16="http://schemas.microsoft.com/office/drawing/2014/main" id="{8BD760E0-1C2E-B527-7AEB-5989C44CA2B1}"/>
              </a:ext>
            </a:extLst>
          </p:cNvPr>
          <p:cNvSpPr>
            <a:spLocks noGrp="1"/>
          </p:cNvSpPr>
          <p:nvPr>
            <p:ph type="title"/>
          </p:nvPr>
        </p:nvSpPr>
        <p:spPr/>
        <p:txBody>
          <a:bodyPr/>
          <a:lstStyle/>
          <a:p>
            <a:pPr/>
            <a:r>
              <a:t>LES ÉTAPES VERS UN PROJET RÉUSSI</a:t>
            </a:r>
            <a:endParaRPr lang="en-US"/>
          </a:p>
        </p:txBody>
      </p:sp>
      <p:sp>
        <p:nvSpPr>
          <p:cNvPr id="4" name="Espace réservé du texte 4">
            <a:extLst>
              <a:ext uri="{FF2B5EF4-FFF2-40B4-BE49-F238E27FC236}">
                <a16:creationId xmlns:a16="http://schemas.microsoft.com/office/drawing/2014/main" id="{9708AD2C-B952-9123-1A4E-8B4A44593D7A}"/>
              </a:ext>
            </a:extLst>
          </p:cNvPr>
          <p:cNvSpPr>
            <a:spLocks noGrp="1"/>
          </p:cNvSpPr>
          <p:nvPr>
            <p:ph type="body" sz="quarter" idx="13"/>
          </p:nvPr>
        </p:nvSpPr>
        <p:spPr/>
        <p:txBody>
          <a:bodyPr/>
          <a:lstStyle/>
          <a:p>
            <a:pPr/>
            <a:r>
              <a:t>MÉTHODOLOGIE</a:t>
            </a:r>
            <a:endParaRPr lang="en-US"/>
          </a:p>
        </p:txBody>
      </p:sp>
      <p:grpSp>
        <p:nvGrpSpPr>
          <p:cNvPr id="5" name="Transplant"/>
          <p:cNvGrpSpPr/>
          <p:nvPr/>
        </p:nvGrpSpPr>
        <p:grpSpPr>
          <a:xfrm>
            <a:off x="694944" y="1542474"/>
            <a:ext cx="10799064" cy="4687452"/>
            <a:chOff x="127251" y="1460309"/>
            <a:chExt cx="11919457" cy="5173771"/>
          </a:xfrm>
        </p:grpSpPr>
        <p:sp>
          <p:nvSpPr>
            <p:cNvPr id="6" name="Rectangle 1">
              <a:extLst>
                <a:ext uri="{FF2B5EF4-FFF2-40B4-BE49-F238E27FC236}">
                  <a16:creationId xmlns:a16="http://schemas.microsoft.com/office/drawing/2014/main" id="{59604C8E-B52D-983C-BCF1-B349FB287D8F}"/>
                </a:ext>
              </a:extLst>
            </p:cNvPr>
            <p:cNvSpPr/>
            <p:nvPr/>
          </p:nvSpPr>
          <p:spPr>
            <a:xfrm rot="17945011">
              <a:off x="4182021" y="2433979"/>
              <a:ext cx="939294" cy="506761"/>
            </a:xfrm>
            <a:prstGeom prst="rect">
              <a:avLst/>
            </a:prstGeom>
            <a:solidFill>
              <a:schemeClr val="accent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630" b="0" i="0" u="none" strike="noStrike" kern="1200" cap="none" spc="0" normalizeH="0" baseline="0" noProof="0" dirty="0">
                <a:ln>
                  <a:noFill/>
                </a:ln>
                <a:solidFill>
                  <a:prstClr val="white"/>
                </a:solidFill>
                <a:effectLst/>
                <a:uLnTx/>
                <a:uFillTx/>
                <a:latin typeface="Aptos"/>
                <a:ea typeface="+mn-ea"/>
                <a:cs typeface="+mn-cs"/>
              </a:endParaRPr>
            </a:p>
          </p:txBody>
        </p:sp>
        <p:sp>
          <p:nvSpPr>
            <p:cNvPr id="7" name="Hexagon 18">
              <a:extLst>
                <a:ext uri="{FF2B5EF4-FFF2-40B4-BE49-F238E27FC236}">
                  <a16:creationId xmlns:a16="http://schemas.microsoft.com/office/drawing/2014/main" id="{BC208CF0-4DCB-3BAA-57C9-7D50B84B57B2}"/>
                </a:ext>
              </a:extLst>
            </p:cNvPr>
            <p:cNvSpPr/>
            <p:nvPr/>
          </p:nvSpPr>
          <p:spPr>
            <a:xfrm rot="5400000">
              <a:off x="5684897" y="4698663"/>
              <a:ext cx="2135508" cy="1857244"/>
            </a:xfrm>
            <a:prstGeom prst="hexagon">
              <a:avLst>
                <a:gd name="adj" fmla="val 28802"/>
                <a:gd name="vf" fmla="val 115470"/>
              </a:avLst>
            </a:prstGeom>
            <a:solidFill>
              <a:schemeClr val="tx1">
                <a:alpha val="15000"/>
              </a:schemeClr>
            </a:solidFill>
            <a:ln>
              <a:noFill/>
            </a:ln>
            <a:effectLst/>
          </p:spPr>
          <p:style>
            <a:lnRef idx="2">
              <a:schemeClr val="accen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spcFirstLastPara="0" vert="vert270" wrap="square" lIns="487663" tIns="0" rIns="0" bIns="0" numCol="1" spcCol="1270" anchor="t" anchorCtr="0">
              <a:noAutofit/>
            </a:bodyPr>
            <a:lstStyle/>
            <a:p>
              <a:pPr marL="0" marR="0" lvl="0" indent="0" algn="ctr" defTabSz="888917" rtl="0" eaLnBrk="1" fontAlgn="auto" latinLnBrk="0" hangingPunct="1">
                <a:lnSpc>
                  <a:spcPct val="90000"/>
                </a:lnSpc>
                <a:spcBef>
                  <a:spcPct val="0"/>
                </a:spcBef>
                <a:spcAft>
                  <a:spcPts val="267"/>
                </a:spcAft>
                <a:buClrTx/>
                <a:buSzTx/>
                <a:buFontTx/>
                <a:buNone/>
                <a:tabLst/>
                <a:defRPr/>
              </a:pPr>
              <a:r>
                <a:rPr kumimoji="0" lang="fr-FR" sz="1087" b="1" i="0" u="none" strike="noStrike" kern="0" cap="none" spc="0" normalizeH="0" baseline="0" noProof="0" dirty="0">
                  <a:ln>
                    <a:noFill/>
                  </a:ln>
                  <a:solidFill>
                    <a:srgbClr val="212529"/>
                  </a:solidFill>
                  <a:effectLst/>
                  <a:uLnTx/>
                  <a:uFillTx/>
                  <a:latin typeface="Aptos"/>
                  <a:ea typeface="+mn-ea"/>
                  <a:cs typeface="+mn-cs"/>
                </a:rPr>
                <a:t>Formations &amp;</a:t>
              </a:r>
            </a:p>
            <a:p>
              <a:pPr marL="0" marR="0" lvl="0" indent="0" algn="ctr" defTabSz="888917" rtl="0" eaLnBrk="1" fontAlgn="auto" latinLnBrk="0" hangingPunct="1">
                <a:lnSpc>
                  <a:spcPct val="90000"/>
                </a:lnSpc>
                <a:spcBef>
                  <a:spcPct val="0"/>
                </a:spcBef>
                <a:spcAft>
                  <a:spcPts val="267"/>
                </a:spcAft>
                <a:buClrTx/>
                <a:buSzTx/>
                <a:buFontTx/>
                <a:buNone/>
                <a:tabLst/>
                <a:defRPr/>
              </a:pPr>
              <a:r>
                <a:rPr kumimoji="0" lang="fr-FR" sz="1087" b="1" i="0" u="none" strike="noStrike" kern="0" cap="none" spc="0" normalizeH="0" baseline="0" noProof="0" dirty="0">
                  <a:ln>
                    <a:noFill/>
                  </a:ln>
                  <a:solidFill>
                    <a:srgbClr val="212529"/>
                  </a:solidFill>
                  <a:effectLst/>
                  <a:uLnTx/>
                  <a:uFillTx/>
                  <a:latin typeface="Aptos"/>
                  <a:ea typeface="+mn-ea"/>
                  <a:cs typeface="+mn-cs"/>
                </a:rPr>
                <a:t>démarrage</a:t>
              </a:r>
            </a:p>
          </p:txBody>
        </p:sp>
        <p:sp>
          <p:nvSpPr>
            <p:cNvPr id="8" name="Trapezoid 31">
              <a:extLst>
                <a:ext uri="{FF2B5EF4-FFF2-40B4-BE49-F238E27FC236}">
                  <a16:creationId xmlns:a16="http://schemas.microsoft.com/office/drawing/2014/main" id="{21833DB2-CB61-B9A7-E308-956169F6FA1D}"/>
                </a:ext>
              </a:extLst>
            </p:cNvPr>
            <p:cNvSpPr/>
            <p:nvPr/>
          </p:nvSpPr>
          <p:spPr>
            <a:xfrm rot="19800000">
              <a:off x="5702586" y="4820492"/>
              <a:ext cx="1260200" cy="164941"/>
            </a:xfrm>
            <a:prstGeom prst="trapezoid">
              <a:avLst>
                <a:gd name="adj" fmla="val 58035"/>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2899" b="0" i="0" u="none" strike="noStrike" kern="0" cap="none" spc="0" normalizeH="0" baseline="0" noProof="0" dirty="0">
                <a:ln>
                  <a:noFill/>
                </a:ln>
                <a:solidFill>
                  <a:sysClr val="windowText" lastClr="000000"/>
                </a:solidFill>
                <a:effectLst/>
                <a:uLnTx/>
                <a:uFillTx/>
                <a:latin typeface="Aptos"/>
                <a:ea typeface="+mn-ea"/>
                <a:cs typeface="+mn-cs"/>
              </a:endParaRPr>
            </a:p>
          </p:txBody>
        </p:sp>
        <p:sp>
          <p:nvSpPr>
            <p:cNvPr id="9" name="Hexagon 33">
              <a:extLst>
                <a:ext uri="{FF2B5EF4-FFF2-40B4-BE49-F238E27FC236}">
                  <a16:creationId xmlns:a16="http://schemas.microsoft.com/office/drawing/2014/main" id="{44DDFC9B-1038-106C-5666-B56B0737430F}"/>
                </a:ext>
              </a:extLst>
            </p:cNvPr>
            <p:cNvSpPr/>
            <p:nvPr/>
          </p:nvSpPr>
          <p:spPr>
            <a:xfrm rot="5400000">
              <a:off x="3790435" y="4698663"/>
              <a:ext cx="2135508" cy="1857244"/>
            </a:xfrm>
            <a:prstGeom prst="hexagon">
              <a:avLst>
                <a:gd name="adj" fmla="val 28802"/>
                <a:gd name="vf" fmla="val 115470"/>
              </a:avLst>
            </a:prstGeom>
            <a:solidFill>
              <a:schemeClr val="tx1">
                <a:alpha val="15000"/>
              </a:schemeClr>
            </a:solidFill>
            <a:ln>
              <a:noFill/>
            </a:ln>
            <a:effectLst/>
          </p:spPr>
          <p:style>
            <a:lnRef idx="2">
              <a:schemeClr val="accen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spcFirstLastPara="0" vert="vert270" wrap="square" lIns="487663" tIns="0" rIns="0" bIns="0" numCol="1" spcCol="1270" anchor="t" anchorCtr="0">
              <a:noAutofit/>
            </a:bodyPr>
            <a:lstStyle/>
            <a:p>
              <a:pPr marL="0" marR="0" lvl="0" indent="0" algn="ctr" defTabSz="888917" rtl="0" eaLnBrk="1" fontAlgn="auto" latinLnBrk="0" hangingPunct="1">
                <a:lnSpc>
                  <a:spcPct val="90000"/>
                </a:lnSpc>
                <a:spcBef>
                  <a:spcPct val="0"/>
                </a:spcBef>
                <a:spcAft>
                  <a:spcPts val="267"/>
                </a:spcAft>
                <a:buClrTx/>
                <a:buSzTx/>
                <a:buFontTx/>
                <a:buNone/>
                <a:tabLst/>
                <a:defRPr/>
              </a:pPr>
              <a:r>
                <a:rPr kumimoji="0" lang="fr-FR" sz="1087" b="1" i="0" u="none" strike="noStrike" kern="0" cap="none" spc="0" normalizeH="0" baseline="0" noProof="0" dirty="0">
                  <a:ln>
                    <a:noFill/>
                  </a:ln>
                  <a:solidFill>
                    <a:srgbClr val="212529"/>
                  </a:solidFill>
                  <a:effectLst/>
                  <a:uLnTx/>
                  <a:uFillTx/>
                  <a:latin typeface="Aptos"/>
                  <a:ea typeface="+mn-ea"/>
                  <a:cs typeface="+mn-cs"/>
                </a:rPr>
                <a:t>Lancement &amp;</a:t>
              </a:r>
            </a:p>
            <a:p>
              <a:pPr marL="0" marR="0" lvl="0" indent="0" algn="ctr" defTabSz="888917" rtl="0" eaLnBrk="1" fontAlgn="auto" latinLnBrk="0" hangingPunct="1">
                <a:lnSpc>
                  <a:spcPct val="90000"/>
                </a:lnSpc>
                <a:spcBef>
                  <a:spcPct val="0"/>
                </a:spcBef>
                <a:spcAft>
                  <a:spcPts val="267"/>
                </a:spcAft>
                <a:buClrTx/>
                <a:buSzTx/>
                <a:buFontTx/>
                <a:buNone/>
                <a:tabLst/>
                <a:defRPr/>
              </a:pPr>
              <a:r>
                <a:rPr kumimoji="0" lang="fr-FR" sz="1087" b="1" i="0" u="none" strike="noStrike" kern="0" cap="none" spc="0" normalizeH="0" baseline="0" noProof="0" dirty="0">
                  <a:ln>
                    <a:noFill/>
                  </a:ln>
                  <a:solidFill>
                    <a:srgbClr val="212529"/>
                  </a:solidFill>
                  <a:effectLst/>
                  <a:uLnTx/>
                  <a:uFillTx/>
                  <a:latin typeface="Aptos"/>
                  <a:ea typeface="+mn-ea"/>
                  <a:cs typeface="+mn-cs"/>
                </a:rPr>
                <a:t>support</a:t>
              </a:r>
            </a:p>
          </p:txBody>
        </p:sp>
        <p:sp>
          <p:nvSpPr>
            <p:cNvPr id="10" name="Trapezoid 32">
              <a:extLst>
                <a:ext uri="{FF2B5EF4-FFF2-40B4-BE49-F238E27FC236}">
                  <a16:creationId xmlns:a16="http://schemas.microsoft.com/office/drawing/2014/main" id="{789923A5-11A9-39A6-60DF-BF9E3EC680B9}"/>
                </a:ext>
              </a:extLst>
            </p:cNvPr>
            <p:cNvSpPr/>
            <p:nvPr/>
          </p:nvSpPr>
          <p:spPr>
            <a:xfrm rot="1800000">
              <a:off x="4649205" y="4818601"/>
              <a:ext cx="1260200" cy="164941"/>
            </a:xfrm>
            <a:prstGeom prst="trapezoid">
              <a:avLst>
                <a:gd name="adj" fmla="val 58035"/>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2899" b="0" i="0" u="none" strike="noStrike" kern="0" cap="none" spc="0" normalizeH="0" baseline="0" noProof="0" dirty="0">
                <a:ln>
                  <a:noFill/>
                </a:ln>
                <a:solidFill>
                  <a:sysClr val="windowText" lastClr="000000"/>
                </a:solidFill>
                <a:effectLst/>
                <a:uLnTx/>
                <a:uFillTx/>
                <a:latin typeface="Aptos"/>
                <a:ea typeface="+mn-ea"/>
                <a:cs typeface="+mn-cs"/>
              </a:endParaRPr>
            </a:p>
          </p:txBody>
        </p:sp>
        <p:sp>
          <p:nvSpPr>
            <p:cNvPr id="11" name="Hexagon 34">
              <a:extLst>
                <a:ext uri="{FF2B5EF4-FFF2-40B4-BE49-F238E27FC236}">
                  <a16:creationId xmlns:a16="http://schemas.microsoft.com/office/drawing/2014/main" id="{BE857D43-9805-22AD-DF78-1C9B634A515B}"/>
                </a:ext>
              </a:extLst>
            </p:cNvPr>
            <p:cNvSpPr/>
            <p:nvPr/>
          </p:nvSpPr>
          <p:spPr>
            <a:xfrm rot="5400000">
              <a:off x="5896942" y="1586174"/>
              <a:ext cx="1732971" cy="1884953"/>
            </a:xfrm>
            <a:custGeom>
              <a:avLst/>
              <a:gdLst>
                <a:gd name="connsiteX0" fmla="*/ 0 w 2135508"/>
                <a:gd name="connsiteY0" fmla="*/ 928622 h 1857244"/>
                <a:gd name="connsiteX1" fmla="*/ 534923 w 2135508"/>
                <a:gd name="connsiteY1" fmla="*/ 0 h 1857244"/>
                <a:gd name="connsiteX2" fmla="*/ 1600585 w 2135508"/>
                <a:gd name="connsiteY2" fmla="*/ 0 h 1857244"/>
                <a:gd name="connsiteX3" fmla="*/ 2135508 w 2135508"/>
                <a:gd name="connsiteY3" fmla="*/ 928622 h 1857244"/>
                <a:gd name="connsiteX4" fmla="*/ 1600585 w 2135508"/>
                <a:gd name="connsiteY4" fmla="*/ 1857244 h 1857244"/>
                <a:gd name="connsiteX5" fmla="*/ 534923 w 2135508"/>
                <a:gd name="connsiteY5" fmla="*/ 1857244 h 1857244"/>
                <a:gd name="connsiteX6" fmla="*/ 0 w 2135508"/>
                <a:gd name="connsiteY6" fmla="*/ 928622 h 1857244"/>
                <a:gd name="connsiteX0" fmla="*/ 0 w 1726029"/>
                <a:gd name="connsiteY0" fmla="*/ 959410 h 1857244"/>
                <a:gd name="connsiteX1" fmla="*/ 125444 w 1726029"/>
                <a:gd name="connsiteY1" fmla="*/ 0 h 1857244"/>
                <a:gd name="connsiteX2" fmla="*/ 1191106 w 1726029"/>
                <a:gd name="connsiteY2" fmla="*/ 0 h 1857244"/>
                <a:gd name="connsiteX3" fmla="*/ 1726029 w 1726029"/>
                <a:gd name="connsiteY3" fmla="*/ 928622 h 1857244"/>
                <a:gd name="connsiteX4" fmla="*/ 1191106 w 1726029"/>
                <a:gd name="connsiteY4" fmla="*/ 1857244 h 1857244"/>
                <a:gd name="connsiteX5" fmla="*/ 125444 w 1726029"/>
                <a:gd name="connsiteY5" fmla="*/ 1857244 h 1857244"/>
                <a:gd name="connsiteX6" fmla="*/ 0 w 1726029"/>
                <a:gd name="connsiteY6" fmla="*/ 959410 h 1857244"/>
                <a:gd name="connsiteX0" fmla="*/ 0 w 1726029"/>
                <a:gd name="connsiteY0" fmla="*/ 959410 h 1860322"/>
                <a:gd name="connsiteX1" fmla="*/ 125444 w 1726029"/>
                <a:gd name="connsiteY1" fmla="*/ 0 h 1860322"/>
                <a:gd name="connsiteX2" fmla="*/ 1191106 w 1726029"/>
                <a:gd name="connsiteY2" fmla="*/ 0 h 1860322"/>
                <a:gd name="connsiteX3" fmla="*/ 1726029 w 1726029"/>
                <a:gd name="connsiteY3" fmla="*/ 928622 h 1860322"/>
                <a:gd name="connsiteX4" fmla="*/ 1191106 w 1726029"/>
                <a:gd name="connsiteY4" fmla="*/ 1857244 h 1860322"/>
                <a:gd name="connsiteX5" fmla="*/ 14610 w 1726029"/>
                <a:gd name="connsiteY5" fmla="*/ 1860322 h 1860322"/>
                <a:gd name="connsiteX6" fmla="*/ 0 w 1726029"/>
                <a:gd name="connsiteY6" fmla="*/ 959410 h 1860322"/>
                <a:gd name="connsiteX0" fmla="*/ 6942 w 1732971"/>
                <a:gd name="connsiteY0" fmla="*/ 984041 h 1884953"/>
                <a:gd name="connsiteX1" fmla="*/ 0 w 1732971"/>
                <a:gd name="connsiteY1" fmla="*/ 0 h 1884953"/>
                <a:gd name="connsiteX2" fmla="*/ 1198048 w 1732971"/>
                <a:gd name="connsiteY2" fmla="*/ 24631 h 1884953"/>
                <a:gd name="connsiteX3" fmla="*/ 1732971 w 1732971"/>
                <a:gd name="connsiteY3" fmla="*/ 953253 h 1884953"/>
                <a:gd name="connsiteX4" fmla="*/ 1198048 w 1732971"/>
                <a:gd name="connsiteY4" fmla="*/ 1881875 h 1884953"/>
                <a:gd name="connsiteX5" fmla="*/ 21552 w 1732971"/>
                <a:gd name="connsiteY5" fmla="*/ 1884953 h 1884953"/>
                <a:gd name="connsiteX6" fmla="*/ 6942 w 1732971"/>
                <a:gd name="connsiteY6" fmla="*/ 984041 h 18849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32971" h="1884953">
                  <a:moveTo>
                    <a:pt x="6942" y="984041"/>
                  </a:moveTo>
                  <a:lnTo>
                    <a:pt x="0" y="0"/>
                  </a:lnTo>
                  <a:lnTo>
                    <a:pt x="1198048" y="24631"/>
                  </a:lnTo>
                  <a:lnTo>
                    <a:pt x="1732971" y="953253"/>
                  </a:lnTo>
                  <a:lnTo>
                    <a:pt x="1198048" y="1881875"/>
                  </a:lnTo>
                  <a:lnTo>
                    <a:pt x="21552" y="1884953"/>
                  </a:lnTo>
                  <a:lnTo>
                    <a:pt x="6942" y="984041"/>
                  </a:lnTo>
                  <a:close/>
                </a:path>
              </a:pathLst>
            </a:custGeom>
            <a:solidFill>
              <a:schemeClr val="tx1">
                <a:alpha val="15000"/>
              </a:schemeClr>
            </a:solidFill>
            <a:ln>
              <a:noFill/>
            </a:ln>
            <a:effectLst/>
          </p:spPr>
          <p:style>
            <a:lnRef idx="2">
              <a:schemeClr val="accen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spcFirstLastPara="0" vert="vert270" wrap="square" lIns="487663" tIns="0" rIns="0" bIns="0" numCol="1" spcCol="1270" anchor="t" anchorCtr="0">
              <a:noAutofit/>
            </a:bodyPr>
            <a:lstStyle/>
            <a:p>
              <a:pPr marL="0" marR="0" lvl="0" indent="0" algn="ctr" defTabSz="888917" rtl="0" eaLnBrk="1" fontAlgn="auto" latinLnBrk="0" hangingPunct="1">
                <a:lnSpc>
                  <a:spcPct val="90000"/>
                </a:lnSpc>
                <a:spcBef>
                  <a:spcPct val="0"/>
                </a:spcBef>
                <a:spcAft>
                  <a:spcPts val="267"/>
                </a:spcAft>
                <a:buClrTx/>
                <a:buSzTx/>
                <a:buFontTx/>
                <a:buNone/>
                <a:tabLst/>
                <a:defRPr/>
              </a:pPr>
              <a:r>
                <a:rPr kumimoji="0" lang="fr-FR" sz="1087" b="1" i="0" u="none" strike="noStrike" kern="0" cap="none" spc="0" normalizeH="0" baseline="0" noProof="0" dirty="0">
                  <a:ln>
                    <a:noFill/>
                  </a:ln>
                  <a:solidFill>
                    <a:srgbClr val="212529"/>
                  </a:solidFill>
                  <a:effectLst/>
                  <a:uLnTx/>
                  <a:uFillTx/>
                  <a:latin typeface="Aptos"/>
                  <a:ea typeface="+mn-ea"/>
                  <a:cs typeface="+mn-cs"/>
                </a:rPr>
                <a:t>Analyses</a:t>
              </a:r>
            </a:p>
          </p:txBody>
        </p:sp>
        <p:sp>
          <p:nvSpPr>
            <p:cNvPr id="12" name="Trapezoid 35">
              <a:extLst>
                <a:ext uri="{FF2B5EF4-FFF2-40B4-BE49-F238E27FC236}">
                  <a16:creationId xmlns:a16="http://schemas.microsoft.com/office/drawing/2014/main" id="{085DCED8-6D29-BED7-194C-387AA10C0D1F}"/>
                </a:ext>
              </a:extLst>
            </p:cNvPr>
            <p:cNvSpPr/>
            <p:nvPr/>
          </p:nvSpPr>
          <p:spPr>
            <a:xfrm rot="12600000" flipH="1">
              <a:off x="5702586" y="2979776"/>
              <a:ext cx="1260200" cy="164941"/>
            </a:xfrm>
            <a:prstGeom prst="trapezoid">
              <a:avLst>
                <a:gd name="adj" fmla="val 58035"/>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2899" b="0" i="0" u="none" strike="noStrike" kern="0" cap="none" spc="0" normalizeH="0" baseline="0" noProof="0" dirty="0">
                <a:ln>
                  <a:noFill/>
                </a:ln>
                <a:solidFill>
                  <a:sysClr val="windowText" lastClr="000000"/>
                </a:solidFill>
                <a:effectLst/>
                <a:uLnTx/>
                <a:uFillTx/>
                <a:latin typeface="Aptos"/>
                <a:ea typeface="+mn-ea"/>
                <a:cs typeface="+mn-cs"/>
              </a:endParaRPr>
            </a:p>
          </p:txBody>
        </p:sp>
        <p:sp>
          <p:nvSpPr>
            <p:cNvPr id="13" name="Hexagon 39">
              <a:extLst>
                <a:ext uri="{FF2B5EF4-FFF2-40B4-BE49-F238E27FC236}">
                  <a16:creationId xmlns:a16="http://schemas.microsoft.com/office/drawing/2014/main" id="{1E0E4317-9EA0-8DB2-DF6D-CD7CA1E5503F}"/>
                </a:ext>
              </a:extLst>
            </p:cNvPr>
            <p:cNvSpPr/>
            <p:nvPr/>
          </p:nvSpPr>
          <p:spPr>
            <a:xfrm rot="5400000">
              <a:off x="6617538" y="3044711"/>
              <a:ext cx="2135508" cy="1857244"/>
            </a:xfrm>
            <a:prstGeom prst="hexagon">
              <a:avLst>
                <a:gd name="adj" fmla="val 28802"/>
                <a:gd name="vf" fmla="val 115470"/>
              </a:avLst>
            </a:prstGeom>
            <a:solidFill>
              <a:schemeClr val="tx1">
                <a:alpha val="15000"/>
              </a:schemeClr>
            </a:solidFill>
            <a:ln>
              <a:noFill/>
            </a:ln>
            <a:effectLst/>
          </p:spPr>
          <p:style>
            <a:lnRef idx="2">
              <a:schemeClr val="accen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spcFirstLastPara="0" vert="vert270" wrap="square" lIns="487663" tIns="0" rIns="0" bIns="0" numCol="1" spcCol="1270" anchor="t" anchorCtr="0">
              <a:noAutofit/>
            </a:bodyPr>
            <a:lstStyle/>
            <a:p>
              <a:pPr marL="0" marR="0" lvl="0" indent="0" algn="ctr" defTabSz="888917" rtl="0" eaLnBrk="1" fontAlgn="auto" latinLnBrk="0" hangingPunct="1">
                <a:lnSpc>
                  <a:spcPct val="90000"/>
                </a:lnSpc>
                <a:spcBef>
                  <a:spcPct val="0"/>
                </a:spcBef>
                <a:spcAft>
                  <a:spcPts val="267"/>
                </a:spcAft>
                <a:buClrTx/>
                <a:buSzTx/>
                <a:buFontTx/>
                <a:buNone/>
                <a:tabLst/>
                <a:defRPr/>
              </a:pPr>
              <a:r>
                <a:rPr kumimoji="0" lang="fr-FR" sz="1087" b="1" i="0" u="none" strike="noStrike" kern="0" cap="none" spc="0" normalizeH="0" baseline="0" noProof="0" dirty="0">
                  <a:ln>
                    <a:noFill/>
                  </a:ln>
                  <a:solidFill>
                    <a:srgbClr val="212529"/>
                  </a:solidFill>
                  <a:effectLst/>
                  <a:uLnTx/>
                  <a:uFillTx/>
                  <a:latin typeface="Aptos"/>
                  <a:ea typeface="+mn-ea"/>
                  <a:cs typeface="+mn-cs"/>
                </a:rPr>
                <a:t>Implémentation</a:t>
              </a:r>
            </a:p>
            <a:p>
              <a:pPr marL="0" marR="0" lvl="0" indent="0" algn="ctr" defTabSz="888917" rtl="0" eaLnBrk="1" fontAlgn="auto" latinLnBrk="0" hangingPunct="1">
                <a:lnSpc>
                  <a:spcPct val="90000"/>
                </a:lnSpc>
                <a:spcBef>
                  <a:spcPct val="0"/>
                </a:spcBef>
                <a:spcAft>
                  <a:spcPts val="267"/>
                </a:spcAft>
                <a:buClrTx/>
                <a:buSzTx/>
                <a:buFontTx/>
                <a:buNone/>
                <a:tabLst/>
                <a:defRPr/>
              </a:pPr>
              <a:r>
                <a:rPr kumimoji="0" lang="fr-FR" sz="1087" b="1" i="0" u="none" strike="noStrike" kern="0" cap="none" spc="0" normalizeH="0" baseline="0" noProof="0" dirty="0">
                  <a:ln>
                    <a:noFill/>
                  </a:ln>
                  <a:solidFill>
                    <a:srgbClr val="212529"/>
                  </a:solidFill>
                  <a:effectLst/>
                  <a:uLnTx/>
                  <a:uFillTx/>
                  <a:latin typeface="Aptos"/>
                  <a:ea typeface="+mn-ea"/>
                  <a:cs typeface="+mn-cs"/>
                </a:rPr>
                <a:t>&amp;</a:t>
              </a:r>
            </a:p>
            <a:p>
              <a:pPr marL="0" marR="0" lvl="0" indent="0" algn="ctr" defTabSz="888917" rtl="0" eaLnBrk="1" fontAlgn="auto" latinLnBrk="0" hangingPunct="1">
                <a:lnSpc>
                  <a:spcPct val="90000"/>
                </a:lnSpc>
                <a:spcBef>
                  <a:spcPct val="0"/>
                </a:spcBef>
                <a:spcAft>
                  <a:spcPts val="267"/>
                </a:spcAft>
                <a:buClrTx/>
                <a:buSzTx/>
                <a:buFontTx/>
                <a:buNone/>
                <a:tabLst/>
                <a:defRPr/>
              </a:pPr>
              <a:r>
                <a:rPr kumimoji="0" lang="fr-FR" sz="1087" b="1" i="0" u="none" strike="noStrike" kern="0" cap="none" spc="0" normalizeH="0" baseline="0" noProof="0" dirty="0">
                  <a:ln>
                    <a:noFill/>
                  </a:ln>
                  <a:solidFill>
                    <a:srgbClr val="212529"/>
                  </a:solidFill>
                  <a:effectLst/>
                  <a:uLnTx/>
                  <a:uFillTx/>
                  <a:latin typeface="Aptos"/>
                  <a:ea typeface="+mn-ea"/>
                  <a:cs typeface="+mn-cs"/>
                </a:rPr>
                <a:t>Déploiement</a:t>
              </a:r>
            </a:p>
          </p:txBody>
        </p:sp>
        <p:sp>
          <p:nvSpPr>
            <p:cNvPr id="14" name="Trapezoid 40">
              <a:extLst>
                <a:ext uri="{FF2B5EF4-FFF2-40B4-BE49-F238E27FC236}">
                  <a16:creationId xmlns:a16="http://schemas.microsoft.com/office/drawing/2014/main" id="{82E7286E-4F0C-64DF-72ED-809959B24180}"/>
                </a:ext>
              </a:extLst>
            </p:cNvPr>
            <p:cNvSpPr/>
            <p:nvPr/>
          </p:nvSpPr>
          <p:spPr>
            <a:xfrm rot="16200000" flipH="1">
              <a:off x="6212641" y="3894861"/>
              <a:ext cx="1260200" cy="164941"/>
            </a:xfrm>
            <a:prstGeom prst="trapezoid">
              <a:avLst>
                <a:gd name="adj" fmla="val 58035"/>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2899" b="0" i="0" u="none" strike="noStrike" kern="0" cap="none" spc="0" normalizeH="0" baseline="0" noProof="0" dirty="0">
                <a:ln>
                  <a:noFill/>
                </a:ln>
                <a:solidFill>
                  <a:sysClr val="windowText" lastClr="000000"/>
                </a:solidFill>
                <a:effectLst/>
                <a:uLnTx/>
                <a:uFillTx/>
                <a:latin typeface="Aptos"/>
                <a:ea typeface="+mn-ea"/>
                <a:cs typeface="+mn-cs"/>
              </a:endParaRPr>
            </a:p>
          </p:txBody>
        </p:sp>
        <p:sp>
          <p:nvSpPr>
            <p:cNvPr id="15" name="Hexagon 41">
              <a:extLst>
                <a:ext uri="{FF2B5EF4-FFF2-40B4-BE49-F238E27FC236}">
                  <a16:creationId xmlns:a16="http://schemas.microsoft.com/office/drawing/2014/main" id="{8979ADCF-FDDE-7AC3-A93B-9F37234EE3B4}"/>
                </a:ext>
              </a:extLst>
            </p:cNvPr>
            <p:cNvSpPr/>
            <p:nvPr/>
          </p:nvSpPr>
          <p:spPr>
            <a:xfrm rot="5400000">
              <a:off x="2856644" y="3048711"/>
              <a:ext cx="2135508" cy="1857244"/>
            </a:xfrm>
            <a:prstGeom prst="hexagon">
              <a:avLst>
                <a:gd name="adj" fmla="val 28802"/>
                <a:gd name="vf" fmla="val 115470"/>
              </a:avLst>
            </a:prstGeom>
            <a:solidFill>
              <a:schemeClr val="tx1">
                <a:alpha val="15000"/>
              </a:schemeClr>
            </a:solidFill>
            <a:ln>
              <a:noFill/>
            </a:ln>
            <a:effectLst/>
          </p:spPr>
          <p:style>
            <a:lnRef idx="2">
              <a:schemeClr val="accen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spcFirstLastPara="0" vert="vert270" wrap="square" lIns="487663" tIns="0" rIns="0" bIns="0" numCol="1" spcCol="1270" anchor="t" anchorCtr="0">
              <a:noAutofit/>
            </a:bodyPr>
            <a:lstStyle/>
            <a:p>
              <a:pPr marL="0" marR="0" lvl="0" indent="0" algn="ctr" defTabSz="888917" rtl="0" eaLnBrk="1" fontAlgn="auto" latinLnBrk="0" hangingPunct="1">
                <a:lnSpc>
                  <a:spcPct val="90000"/>
                </a:lnSpc>
                <a:spcBef>
                  <a:spcPct val="0"/>
                </a:spcBef>
                <a:spcAft>
                  <a:spcPts val="267"/>
                </a:spcAft>
                <a:buClrTx/>
                <a:buSzTx/>
                <a:buFontTx/>
                <a:buNone/>
                <a:tabLst/>
                <a:defRPr/>
              </a:pPr>
              <a:r>
                <a:rPr kumimoji="0" lang="fr-FR" sz="1087" b="1" i="0" u="none" strike="noStrike" kern="0" cap="none" spc="0" normalizeH="0" baseline="0" noProof="0" dirty="0">
                  <a:ln>
                    <a:noFill/>
                  </a:ln>
                  <a:solidFill>
                    <a:srgbClr val="212529"/>
                  </a:solidFill>
                  <a:effectLst/>
                  <a:uLnTx/>
                  <a:uFillTx/>
                  <a:latin typeface="Aptos"/>
                  <a:ea typeface="+mn-ea"/>
                  <a:cs typeface="+mn-cs"/>
                </a:rPr>
                <a:t>Mesures &amp;</a:t>
              </a:r>
            </a:p>
            <a:p>
              <a:pPr marL="0" marR="0" lvl="0" indent="0" algn="ctr" defTabSz="888917" rtl="0" eaLnBrk="1" fontAlgn="auto" latinLnBrk="0" hangingPunct="1">
                <a:lnSpc>
                  <a:spcPct val="90000"/>
                </a:lnSpc>
                <a:spcBef>
                  <a:spcPct val="0"/>
                </a:spcBef>
                <a:spcAft>
                  <a:spcPts val="267"/>
                </a:spcAft>
                <a:buClrTx/>
                <a:buSzTx/>
                <a:buFontTx/>
                <a:buNone/>
                <a:tabLst/>
                <a:defRPr/>
              </a:pPr>
              <a:r>
                <a:rPr kumimoji="0" lang="fr-FR" sz="1087" b="1" i="0" u="none" strike="noStrike" kern="0" cap="none" spc="0" normalizeH="0" baseline="0" noProof="0" dirty="0">
                  <a:ln>
                    <a:noFill/>
                  </a:ln>
                  <a:solidFill>
                    <a:srgbClr val="212529"/>
                  </a:solidFill>
                  <a:effectLst/>
                  <a:uLnTx/>
                  <a:uFillTx/>
                  <a:latin typeface="Aptos"/>
                  <a:ea typeface="+mn-ea"/>
                  <a:cs typeface="+mn-cs"/>
                </a:rPr>
                <a:t>adaptations</a:t>
              </a:r>
            </a:p>
          </p:txBody>
        </p:sp>
        <p:sp>
          <p:nvSpPr>
            <p:cNvPr id="16" name="Trapezoid 42">
              <a:extLst>
                <a:ext uri="{FF2B5EF4-FFF2-40B4-BE49-F238E27FC236}">
                  <a16:creationId xmlns:a16="http://schemas.microsoft.com/office/drawing/2014/main" id="{25BAFA5C-7E92-7D91-1DE8-5DA171D3A707}"/>
                </a:ext>
              </a:extLst>
            </p:cNvPr>
            <p:cNvSpPr/>
            <p:nvPr/>
          </p:nvSpPr>
          <p:spPr>
            <a:xfrm rot="5400000" flipH="1">
              <a:off x="4140449" y="3894861"/>
              <a:ext cx="1260200" cy="164941"/>
            </a:xfrm>
            <a:prstGeom prst="trapezoid">
              <a:avLst>
                <a:gd name="adj" fmla="val 58035"/>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2899" b="0" i="0" u="none" strike="noStrike" kern="0" cap="none" spc="0" normalizeH="0" baseline="0" noProof="0" dirty="0">
                <a:ln>
                  <a:noFill/>
                </a:ln>
                <a:solidFill>
                  <a:sysClr val="windowText" lastClr="000000"/>
                </a:solidFill>
                <a:effectLst/>
                <a:uLnTx/>
                <a:uFillTx/>
                <a:latin typeface="Aptos"/>
                <a:ea typeface="+mn-ea"/>
                <a:cs typeface="+mn-cs"/>
              </a:endParaRPr>
            </a:p>
          </p:txBody>
        </p:sp>
        <p:sp>
          <p:nvSpPr>
            <p:cNvPr id="17" name="Hexagon 58">
              <a:extLst>
                <a:ext uri="{FF2B5EF4-FFF2-40B4-BE49-F238E27FC236}">
                  <a16:creationId xmlns:a16="http://schemas.microsoft.com/office/drawing/2014/main" id="{BDC5FC3B-9123-7124-5EAB-E23038768FB1}"/>
                </a:ext>
              </a:extLst>
            </p:cNvPr>
            <p:cNvSpPr/>
            <p:nvPr/>
          </p:nvSpPr>
          <p:spPr>
            <a:xfrm rot="5400000">
              <a:off x="7290769" y="1460309"/>
              <a:ext cx="765522" cy="665772"/>
            </a:xfrm>
            <a:prstGeom prst="hexagon">
              <a:avLst>
                <a:gd name="adj" fmla="val 28802"/>
                <a:gd name="vf" fmla="val 115470"/>
              </a:avLst>
            </a:prstGeom>
            <a:solidFill>
              <a:schemeClr val="accent1"/>
            </a:solidFill>
            <a:ln>
              <a:noFill/>
            </a:ln>
            <a:effectLst/>
          </p:spPr>
          <p:style>
            <a:lnRef idx="2">
              <a:schemeClr val="accen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spcFirstLastPara="0" vert="vert270" wrap="square" lIns="0" tIns="0" rIns="0" bIns="0" numCol="1" spcCol="1270" anchor="ctr" anchorCtr="0">
              <a:noAutofit/>
            </a:bodyPr>
            <a:lstStyle/>
            <a:p>
              <a:pPr marL="0" marR="0" lvl="0" indent="0" algn="ctr" defTabSz="888917" rtl="0" eaLnBrk="1" fontAlgn="auto" latinLnBrk="0" hangingPunct="1">
                <a:lnSpc>
                  <a:spcPct val="90000"/>
                </a:lnSpc>
                <a:spcBef>
                  <a:spcPct val="0"/>
                </a:spcBef>
                <a:spcAft>
                  <a:spcPct val="35000"/>
                </a:spcAft>
                <a:buClrTx/>
                <a:buSzTx/>
                <a:buFontTx/>
                <a:buNone/>
                <a:tabLst/>
                <a:defRPr/>
              </a:pPr>
              <a:r>
                <a:rPr kumimoji="0" lang="fr-FR" sz="2416" b="0" i="0" u="none" strike="noStrike" kern="0" cap="none" spc="0" normalizeH="0" baseline="0" noProof="0" dirty="0">
                  <a:ln>
                    <a:noFill/>
                  </a:ln>
                  <a:solidFill>
                    <a:srgbClr val="FFFFFF"/>
                  </a:solidFill>
                  <a:effectLst/>
                  <a:uLnTx/>
                  <a:uFillTx/>
                  <a:latin typeface="Aptos"/>
                  <a:ea typeface="+mn-ea"/>
                  <a:cs typeface="+mn-cs"/>
                </a:rPr>
                <a:t>01</a:t>
              </a:r>
            </a:p>
          </p:txBody>
        </p:sp>
        <p:sp>
          <p:nvSpPr>
            <p:cNvPr id="18" name="Hexagon 59">
              <a:extLst>
                <a:ext uri="{FF2B5EF4-FFF2-40B4-BE49-F238E27FC236}">
                  <a16:creationId xmlns:a16="http://schemas.microsoft.com/office/drawing/2014/main" id="{E2A50C2A-24D3-8C58-DD17-E05C1C03DA63}"/>
                </a:ext>
              </a:extLst>
            </p:cNvPr>
            <p:cNvSpPr/>
            <p:nvPr/>
          </p:nvSpPr>
          <p:spPr>
            <a:xfrm rot="5400000">
              <a:off x="8228162" y="3106446"/>
              <a:ext cx="765522" cy="665772"/>
            </a:xfrm>
            <a:prstGeom prst="hexagon">
              <a:avLst>
                <a:gd name="adj" fmla="val 28802"/>
                <a:gd name="vf" fmla="val 115470"/>
              </a:avLst>
            </a:prstGeom>
            <a:solidFill>
              <a:schemeClr val="accent3"/>
            </a:solidFill>
            <a:ln>
              <a:noFill/>
            </a:ln>
            <a:effectLst/>
          </p:spPr>
          <p:style>
            <a:lnRef idx="2">
              <a:schemeClr val="accen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spcFirstLastPara="0" vert="vert270" wrap="square" lIns="0" tIns="0" rIns="0" bIns="0" numCol="1" spcCol="1270" anchor="ctr" anchorCtr="0">
              <a:noAutofit/>
            </a:bodyPr>
            <a:lstStyle/>
            <a:p>
              <a:pPr marL="0" marR="0" lvl="0" indent="0" algn="ctr" defTabSz="888917" rtl="0" eaLnBrk="1" fontAlgn="auto" latinLnBrk="0" hangingPunct="1">
                <a:lnSpc>
                  <a:spcPct val="90000"/>
                </a:lnSpc>
                <a:spcBef>
                  <a:spcPct val="0"/>
                </a:spcBef>
                <a:spcAft>
                  <a:spcPct val="35000"/>
                </a:spcAft>
                <a:buClrTx/>
                <a:buSzTx/>
                <a:buFontTx/>
                <a:buNone/>
                <a:tabLst/>
                <a:defRPr/>
              </a:pPr>
              <a:r>
                <a:rPr kumimoji="0" lang="fr-FR" sz="2416" b="0" i="0" u="none" strike="noStrike" kern="0" cap="none" spc="0" normalizeH="0" baseline="0" noProof="0" dirty="0">
                  <a:ln>
                    <a:noFill/>
                  </a:ln>
                  <a:solidFill>
                    <a:srgbClr val="FFFFFF"/>
                  </a:solidFill>
                  <a:effectLst/>
                  <a:uLnTx/>
                  <a:uFillTx/>
                  <a:latin typeface="Aptos"/>
                  <a:ea typeface="+mn-ea"/>
                  <a:cs typeface="+mn-cs"/>
                </a:rPr>
                <a:t>02</a:t>
              </a:r>
            </a:p>
          </p:txBody>
        </p:sp>
        <p:sp>
          <p:nvSpPr>
            <p:cNvPr id="19" name="Hexagon 60">
              <a:extLst>
                <a:ext uri="{FF2B5EF4-FFF2-40B4-BE49-F238E27FC236}">
                  <a16:creationId xmlns:a16="http://schemas.microsoft.com/office/drawing/2014/main" id="{585C0C27-FAEC-DAD3-F494-BD68E897BD80}"/>
                </a:ext>
              </a:extLst>
            </p:cNvPr>
            <p:cNvSpPr/>
            <p:nvPr/>
          </p:nvSpPr>
          <p:spPr>
            <a:xfrm rot="5400000">
              <a:off x="7296494" y="5830037"/>
              <a:ext cx="765522" cy="665772"/>
            </a:xfrm>
            <a:prstGeom prst="hexagon">
              <a:avLst>
                <a:gd name="adj" fmla="val 28802"/>
                <a:gd name="vf" fmla="val 115470"/>
              </a:avLst>
            </a:prstGeom>
            <a:solidFill>
              <a:schemeClr val="accent2"/>
            </a:solidFill>
            <a:ln>
              <a:noFill/>
            </a:ln>
            <a:effectLst/>
          </p:spPr>
          <p:style>
            <a:lnRef idx="2">
              <a:schemeClr val="accen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spcFirstLastPara="0" vert="vert270" wrap="square" lIns="0" tIns="0" rIns="0" bIns="0" numCol="1" spcCol="1270" anchor="ctr" anchorCtr="0">
              <a:noAutofit/>
            </a:bodyPr>
            <a:lstStyle/>
            <a:p>
              <a:pPr marL="0" marR="0" lvl="0" indent="0" algn="ctr" defTabSz="888917" rtl="0" eaLnBrk="1" fontAlgn="auto" latinLnBrk="0" hangingPunct="1">
                <a:lnSpc>
                  <a:spcPct val="90000"/>
                </a:lnSpc>
                <a:spcBef>
                  <a:spcPct val="0"/>
                </a:spcBef>
                <a:spcAft>
                  <a:spcPct val="35000"/>
                </a:spcAft>
                <a:buClrTx/>
                <a:buSzTx/>
                <a:buFontTx/>
                <a:buNone/>
                <a:tabLst/>
                <a:defRPr/>
              </a:pPr>
              <a:r>
                <a:rPr kumimoji="0" lang="fr-FR" sz="2416" b="0" i="0" u="none" strike="noStrike" kern="0" cap="none" spc="0" normalizeH="0" baseline="0" noProof="0" dirty="0">
                  <a:ln>
                    <a:noFill/>
                  </a:ln>
                  <a:solidFill>
                    <a:srgbClr val="FFFFFF"/>
                  </a:solidFill>
                  <a:effectLst/>
                  <a:uLnTx/>
                  <a:uFillTx/>
                  <a:latin typeface="Aptos"/>
                  <a:ea typeface="+mn-ea"/>
                  <a:cs typeface="+mn-cs"/>
                </a:rPr>
                <a:t>03</a:t>
              </a:r>
            </a:p>
          </p:txBody>
        </p:sp>
        <p:sp>
          <p:nvSpPr>
            <p:cNvPr id="20" name="Hexagon 61">
              <a:extLst>
                <a:ext uri="{FF2B5EF4-FFF2-40B4-BE49-F238E27FC236}">
                  <a16:creationId xmlns:a16="http://schemas.microsoft.com/office/drawing/2014/main" id="{BF166BFE-F3C9-C2C3-B75A-49C6E0557D5D}"/>
                </a:ext>
              </a:extLst>
            </p:cNvPr>
            <p:cNvSpPr/>
            <p:nvPr/>
          </p:nvSpPr>
          <p:spPr>
            <a:xfrm rot="5400000">
              <a:off x="3550119" y="5830037"/>
              <a:ext cx="765522" cy="665772"/>
            </a:xfrm>
            <a:prstGeom prst="hexagon">
              <a:avLst>
                <a:gd name="adj" fmla="val 28802"/>
                <a:gd name="vf" fmla="val 115470"/>
              </a:avLst>
            </a:prstGeom>
            <a:solidFill>
              <a:schemeClr val="accent2"/>
            </a:solidFill>
            <a:ln>
              <a:noFill/>
            </a:ln>
            <a:effectLst/>
          </p:spPr>
          <p:style>
            <a:lnRef idx="2">
              <a:schemeClr val="accen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spcFirstLastPara="0" vert="vert270" wrap="square" lIns="0" tIns="0" rIns="0" bIns="0" numCol="1" spcCol="1270" anchor="ctr" anchorCtr="0">
              <a:noAutofit/>
            </a:bodyPr>
            <a:lstStyle/>
            <a:p>
              <a:pPr marL="0" marR="0" lvl="0" indent="0" algn="ctr" defTabSz="888917" rtl="0" eaLnBrk="1" fontAlgn="auto" latinLnBrk="0" hangingPunct="1">
                <a:lnSpc>
                  <a:spcPct val="90000"/>
                </a:lnSpc>
                <a:spcBef>
                  <a:spcPct val="0"/>
                </a:spcBef>
                <a:spcAft>
                  <a:spcPct val="35000"/>
                </a:spcAft>
                <a:buClrTx/>
                <a:buSzTx/>
                <a:buFontTx/>
                <a:buNone/>
                <a:tabLst/>
                <a:defRPr/>
              </a:pPr>
              <a:r>
                <a:rPr kumimoji="0" lang="fr-FR" sz="2416" b="0" i="0" u="none" strike="noStrike" kern="0" cap="none" spc="0" normalizeH="0" baseline="0" noProof="0" dirty="0">
                  <a:ln>
                    <a:noFill/>
                  </a:ln>
                  <a:solidFill>
                    <a:srgbClr val="FFFFFF"/>
                  </a:solidFill>
                  <a:effectLst/>
                  <a:uLnTx/>
                  <a:uFillTx/>
                  <a:latin typeface="Aptos"/>
                  <a:ea typeface="+mn-ea"/>
                  <a:cs typeface="+mn-cs"/>
                </a:rPr>
                <a:t>04</a:t>
              </a:r>
            </a:p>
          </p:txBody>
        </p:sp>
        <p:sp>
          <p:nvSpPr>
            <p:cNvPr id="21" name="Hexagon 62">
              <a:extLst>
                <a:ext uri="{FF2B5EF4-FFF2-40B4-BE49-F238E27FC236}">
                  <a16:creationId xmlns:a16="http://schemas.microsoft.com/office/drawing/2014/main" id="{1F9BE843-260D-CD62-C520-E587BB80960D}"/>
                </a:ext>
              </a:extLst>
            </p:cNvPr>
            <p:cNvSpPr/>
            <p:nvPr/>
          </p:nvSpPr>
          <p:spPr>
            <a:xfrm rot="5400000">
              <a:off x="2616621" y="3106448"/>
              <a:ext cx="765522" cy="665772"/>
            </a:xfrm>
            <a:prstGeom prst="hexagon">
              <a:avLst>
                <a:gd name="adj" fmla="val 28802"/>
                <a:gd name="vf" fmla="val 115470"/>
              </a:avLst>
            </a:prstGeom>
            <a:solidFill>
              <a:schemeClr val="accent3"/>
            </a:solidFill>
            <a:ln>
              <a:noFill/>
            </a:ln>
            <a:effectLst/>
          </p:spPr>
          <p:style>
            <a:lnRef idx="2">
              <a:schemeClr val="accen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spcFirstLastPara="0" vert="vert270" wrap="square" lIns="0" tIns="0" rIns="0" bIns="0" numCol="1" spcCol="1270" anchor="ctr" anchorCtr="0">
              <a:noAutofit/>
            </a:bodyPr>
            <a:lstStyle/>
            <a:p>
              <a:pPr marL="0" marR="0" lvl="0" indent="0" algn="ctr" defTabSz="888917" rtl="0" eaLnBrk="1" fontAlgn="auto" latinLnBrk="0" hangingPunct="1">
                <a:lnSpc>
                  <a:spcPct val="90000"/>
                </a:lnSpc>
                <a:spcBef>
                  <a:spcPct val="0"/>
                </a:spcBef>
                <a:spcAft>
                  <a:spcPct val="35000"/>
                </a:spcAft>
                <a:buClrTx/>
                <a:buSzTx/>
                <a:buFontTx/>
                <a:buNone/>
                <a:tabLst/>
                <a:defRPr/>
              </a:pPr>
              <a:r>
                <a:rPr kumimoji="0" lang="fr-FR" sz="2416" b="0" i="0" u="none" strike="noStrike" kern="0" cap="none" spc="0" normalizeH="0" baseline="0" noProof="0" dirty="0">
                  <a:ln>
                    <a:noFill/>
                  </a:ln>
                  <a:solidFill>
                    <a:srgbClr val="FFFFFF"/>
                  </a:solidFill>
                  <a:effectLst/>
                  <a:uLnTx/>
                  <a:uFillTx/>
                  <a:latin typeface="Aptos"/>
                  <a:ea typeface="+mn-ea"/>
                  <a:cs typeface="+mn-cs"/>
                </a:rPr>
                <a:t>05</a:t>
              </a:r>
            </a:p>
          </p:txBody>
        </p:sp>
        <p:grpSp>
          <p:nvGrpSpPr>
            <p:cNvPr id="22" name="Groupe 64">
              <a:extLst>
                <a:ext uri="{FF2B5EF4-FFF2-40B4-BE49-F238E27FC236}">
                  <a16:creationId xmlns:a16="http://schemas.microsoft.com/office/drawing/2014/main" id="{5F766060-5925-4C4D-E837-B4D681DC19E7}"/>
                </a:ext>
              </a:extLst>
            </p:cNvPr>
            <p:cNvGrpSpPr/>
            <p:nvPr/>
          </p:nvGrpSpPr>
          <p:grpSpPr>
            <a:xfrm>
              <a:off x="3607131" y="1814653"/>
              <a:ext cx="2133525" cy="968590"/>
              <a:chOff x="5790659" y="1232379"/>
              <a:chExt cx="2133600" cy="968624"/>
            </a:xfrm>
          </p:grpSpPr>
          <p:sp>
            <p:nvSpPr>
              <p:cNvPr id="23" name="Flèche droite 30">
                <a:extLst>
                  <a:ext uri="{FF2B5EF4-FFF2-40B4-BE49-F238E27FC236}">
                    <a16:creationId xmlns:a16="http://schemas.microsoft.com/office/drawing/2014/main" id="{AC4F357E-9697-7A6A-F303-FFB0CD780540}"/>
                  </a:ext>
                </a:extLst>
              </p:cNvPr>
              <p:cNvSpPr/>
              <p:nvPr/>
            </p:nvSpPr>
            <p:spPr>
              <a:xfrm>
                <a:off x="5790659" y="1232379"/>
                <a:ext cx="2133600" cy="968624"/>
              </a:xfrm>
              <a:prstGeom prst="rightArrow">
                <a:avLst/>
              </a:prstGeom>
              <a:gradFill rotWithShape="1">
                <a:gsLst>
                  <a:gs pos="0">
                    <a:srgbClr val="BA131A"/>
                  </a:gs>
                  <a:gs pos="100000">
                    <a:srgbClr val="E2575D"/>
                  </a:gs>
                </a:gsLst>
                <a:lin ang="27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630" b="0" i="0" u="none" strike="noStrike" kern="1200" cap="none" spc="0" normalizeH="0" baseline="0" noProof="0" dirty="0">
                  <a:ln>
                    <a:noFill/>
                  </a:ln>
                  <a:solidFill>
                    <a:prstClr val="white"/>
                  </a:solidFill>
                  <a:effectLst/>
                  <a:uLnTx/>
                  <a:uFillTx/>
                  <a:latin typeface="Aptos"/>
                  <a:ea typeface="+mn-ea"/>
                  <a:cs typeface="+mn-cs"/>
                </a:endParaRPr>
              </a:p>
            </p:txBody>
          </p:sp>
          <p:sp>
            <p:nvSpPr>
              <p:cNvPr id="24" name="ZoneTexte 66">
                <a:extLst>
                  <a:ext uri="{FF2B5EF4-FFF2-40B4-BE49-F238E27FC236}">
                    <a16:creationId xmlns:a16="http://schemas.microsoft.com/office/drawing/2014/main" id="{261C4605-5F7A-F1BF-68AB-767D05A7EAAD}"/>
                  </a:ext>
                </a:extLst>
              </p:cNvPr>
              <p:cNvSpPr txBox="1"/>
              <p:nvPr/>
            </p:nvSpPr>
            <p:spPr>
              <a:xfrm>
                <a:off x="5812047" y="1531651"/>
                <a:ext cx="1741278" cy="3693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630" b="0" i="0" u="none" strike="noStrike" kern="1200" cap="none" spc="0" normalizeH="0" baseline="0" noProof="0" dirty="0">
                    <a:ln>
                      <a:noFill/>
                    </a:ln>
                    <a:solidFill>
                      <a:prstClr val="white"/>
                    </a:solidFill>
                    <a:effectLst/>
                    <a:uLnTx/>
                    <a:uFillTx/>
                    <a:latin typeface="Aptos"/>
                    <a:ea typeface="+mn-ea"/>
                    <a:cs typeface="+mn-cs"/>
                  </a:rPr>
                  <a:t>DEMARRAGE</a:t>
                </a:r>
              </a:p>
            </p:txBody>
          </p:sp>
        </p:grpSp>
        <p:grpSp>
          <p:nvGrpSpPr>
            <p:cNvPr id="25" name="Groupe 67">
              <a:extLst>
                <a:ext uri="{FF2B5EF4-FFF2-40B4-BE49-F238E27FC236}">
                  <a16:creationId xmlns:a16="http://schemas.microsoft.com/office/drawing/2014/main" id="{F06AD109-6B15-DAB7-064A-A2D59031E29F}"/>
                </a:ext>
              </a:extLst>
            </p:cNvPr>
            <p:cNvGrpSpPr/>
            <p:nvPr/>
          </p:nvGrpSpPr>
          <p:grpSpPr>
            <a:xfrm>
              <a:off x="7827182" y="2488187"/>
              <a:ext cx="2036544" cy="298763"/>
              <a:chOff x="7827242" y="2488155"/>
              <a:chExt cx="2036615" cy="298774"/>
            </a:xfrm>
          </p:grpSpPr>
          <p:sp>
            <p:nvSpPr>
              <p:cNvPr id="26" name="ZoneTexte 68">
                <a:extLst>
                  <a:ext uri="{FF2B5EF4-FFF2-40B4-BE49-F238E27FC236}">
                    <a16:creationId xmlns:a16="http://schemas.microsoft.com/office/drawing/2014/main" id="{4391BB6D-6883-6955-8A7B-1DA24A67FC8B}"/>
                  </a:ext>
                </a:extLst>
              </p:cNvPr>
              <p:cNvSpPr txBox="1"/>
              <p:nvPr/>
            </p:nvSpPr>
            <p:spPr>
              <a:xfrm>
                <a:off x="8006482" y="2492806"/>
                <a:ext cx="1857375" cy="27700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87" b="0" i="0" u="none" strike="noStrike" kern="1200" cap="none" spc="0" normalizeH="0" baseline="0" noProof="0" dirty="0">
                    <a:ln>
                      <a:noFill/>
                    </a:ln>
                    <a:solidFill>
                      <a:srgbClr val="8F8F8F"/>
                    </a:solidFill>
                    <a:effectLst/>
                    <a:uLnTx/>
                    <a:uFillTx/>
                    <a:latin typeface="Aptos"/>
                    <a:ea typeface="+mn-ea"/>
                    <a:cs typeface="+mn-cs"/>
                  </a:rPr>
                  <a:t>Liste des exigences</a:t>
                </a:r>
              </a:p>
            </p:txBody>
          </p:sp>
          <p:sp>
            <p:nvSpPr>
              <p:cNvPr id="27" name="Freeform 145">
                <a:extLst>
                  <a:ext uri="{FF2B5EF4-FFF2-40B4-BE49-F238E27FC236}">
                    <a16:creationId xmlns:a16="http://schemas.microsoft.com/office/drawing/2014/main" id="{7351980A-51A8-C3D0-19A9-1ABD2D418AF3}"/>
                  </a:ext>
                </a:extLst>
              </p:cNvPr>
              <p:cNvSpPr>
                <a:spLocks noEditPoints="1"/>
              </p:cNvSpPr>
              <p:nvPr/>
            </p:nvSpPr>
            <p:spPr bwMode="auto">
              <a:xfrm>
                <a:off x="7827242" y="2488155"/>
                <a:ext cx="223065" cy="298774"/>
              </a:xfrm>
              <a:custGeom>
                <a:avLst/>
                <a:gdLst>
                  <a:gd name="T0" fmla="*/ 472 w 479"/>
                  <a:gd name="T1" fmla="*/ 641 h 641"/>
                  <a:gd name="T2" fmla="*/ 0 w 479"/>
                  <a:gd name="T3" fmla="*/ 36 h 641"/>
                  <a:gd name="T4" fmla="*/ 57 w 479"/>
                  <a:gd name="T5" fmla="*/ 36 h 641"/>
                  <a:gd name="T6" fmla="*/ 14 w 479"/>
                  <a:gd name="T7" fmla="*/ 627 h 641"/>
                  <a:gd name="T8" fmla="*/ 406 w 479"/>
                  <a:gd name="T9" fmla="*/ 43 h 641"/>
                  <a:gd name="T10" fmla="*/ 392 w 479"/>
                  <a:gd name="T11" fmla="*/ 65 h 641"/>
                  <a:gd name="T12" fmla="*/ 406 w 479"/>
                  <a:gd name="T13" fmla="*/ 7 h 641"/>
                  <a:gd name="T14" fmla="*/ 479 w 479"/>
                  <a:gd name="T15" fmla="*/ 36 h 641"/>
                  <a:gd name="T16" fmla="*/ 244 w 479"/>
                  <a:gd name="T17" fmla="*/ 43 h 641"/>
                  <a:gd name="T18" fmla="*/ 266 w 479"/>
                  <a:gd name="T19" fmla="*/ 29 h 641"/>
                  <a:gd name="T20" fmla="*/ 237 w 479"/>
                  <a:gd name="T21" fmla="*/ 0 h 641"/>
                  <a:gd name="T22" fmla="*/ 237 w 479"/>
                  <a:gd name="T23" fmla="*/ 72 h 641"/>
                  <a:gd name="T24" fmla="*/ 190 w 479"/>
                  <a:gd name="T25" fmla="*/ 43 h 641"/>
                  <a:gd name="T26" fmla="*/ 212 w 479"/>
                  <a:gd name="T27" fmla="*/ 29 h 641"/>
                  <a:gd name="T28" fmla="*/ 183 w 479"/>
                  <a:gd name="T29" fmla="*/ 0 h 641"/>
                  <a:gd name="T30" fmla="*/ 183 w 479"/>
                  <a:gd name="T31" fmla="*/ 72 h 641"/>
                  <a:gd name="T32" fmla="*/ 135 w 479"/>
                  <a:gd name="T33" fmla="*/ 43 h 641"/>
                  <a:gd name="T34" fmla="*/ 157 w 479"/>
                  <a:gd name="T35" fmla="*/ 29 h 641"/>
                  <a:gd name="T36" fmla="*/ 128 w 479"/>
                  <a:gd name="T37" fmla="*/ 0 h 641"/>
                  <a:gd name="T38" fmla="*/ 128 w 479"/>
                  <a:gd name="T39" fmla="*/ 72 h 641"/>
                  <a:gd name="T40" fmla="*/ 81 w 479"/>
                  <a:gd name="T41" fmla="*/ 43 h 641"/>
                  <a:gd name="T42" fmla="*/ 103 w 479"/>
                  <a:gd name="T43" fmla="*/ 29 h 641"/>
                  <a:gd name="T44" fmla="*/ 74 w 479"/>
                  <a:gd name="T45" fmla="*/ 0 h 641"/>
                  <a:gd name="T46" fmla="*/ 74 w 479"/>
                  <a:gd name="T47" fmla="*/ 72 h 641"/>
                  <a:gd name="T48" fmla="*/ 352 w 479"/>
                  <a:gd name="T49" fmla="*/ 43 h 641"/>
                  <a:gd name="T50" fmla="*/ 374 w 479"/>
                  <a:gd name="T51" fmla="*/ 29 h 641"/>
                  <a:gd name="T52" fmla="*/ 345 w 479"/>
                  <a:gd name="T53" fmla="*/ 0 h 641"/>
                  <a:gd name="T54" fmla="*/ 345 w 479"/>
                  <a:gd name="T55" fmla="*/ 72 h 641"/>
                  <a:gd name="T56" fmla="*/ 298 w 479"/>
                  <a:gd name="T57" fmla="*/ 43 h 641"/>
                  <a:gd name="T58" fmla="*/ 320 w 479"/>
                  <a:gd name="T59" fmla="*/ 29 h 641"/>
                  <a:gd name="T60" fmla="*/ 291 w 479"/>
                  <a:gd name="T61" fmla="*/ 0 h 641"/>
                  <a:gd name="T62" fmla="*/ 291 w 479"/>
                  <a:gd name="T63" fmla="*/ 72 h 641"/>
                  <a:gd name="T64" fmla="*/ 73 w 479"/>
                  <a:gd name="T65" fmla="*/ 554 h 641"/>
                  <a:gd name="T66" fmla="*/ 406 w 479"/>
                  <a:gd name="T67" fmla="*/ 554 h 641"/>
                  <a:gd name="T68" fmla="*/ 80 w 479"/>
                  <a:gd name="T69" fmla="*/ 488 h 641"/>
                  <a:gd name="T70" fmla="*/ 399 w 479"/>
                  <a:gd name="T71" fmla="*/ 502 h 641"/>
                  <a:gd name="T72" fmla="*/ 399 w 479"/>
                  <a:gd name="T73" fmla="*/ 428 h 641"/>
                  <a:gd name="T74" fmla="*/ 80 w 479"/>
                  <a:gd name="T75" fmla="*/ 442 h 641"/>
                  <a:gd name="T76" fmla="*/ 399 w 479"/>
                  <a:gd name="T77" fmla="*/ 428 h 641"/>
                  <a:gd name="T78" fmla="*/ 73 w 479"/>
                  <a:gd name="T79" fmla="*/ 376 h 641"/>
                  <a:gd name="T80" fmla="*/ 406 w 479"/>
                  <a:gd name="T81" fmla="*/ 376 h 641"/>
                  <a:gd name="T82" fmla="*/ 80 w 479"/>
                  <a:gd name="T83" fmla="*/ 310 h 641"/>
                  <a:gd name="T84" fmla="*/ 399 w 479"/>
                  <a:gd name="T85" fmla="*/ 324 h 641"/>
                  <a:gd name="T86" fmla="*/ 399 w 479"/>
                  <a:gd name="T87" fmla="*/ 250 h 641"/>
                  <a:gd name="T88" fmla="*/ 80 w 479"/>
                  <a:gd name="T89" fmla="*/ 264 h 641"/>
                  <a:gd name="T90" fmla="*/ 399 w 479"/>
                  <a:gd name="T91" fmla="*/ 250 h 641"/>
                  <a:gd name="T92" fmla="*/ 73 w 479"/>
                  <a:gd name="T93" fmla="*/ 198 h 641"/>
                  <a:gd name="T94" fmla="*/ 406 w 479"/>
                  <a:gd name="T95" fmla="*/ 198 h 641"/>
                  <a:gd name="T96" fmla="*/ 80 w 479"/>
                  <a:gd name="T97" fmla="*/ 131 h 641"/>
                  <a:gd name="T98" fmla="*/ 399 w 479"/>
                  <a:gd name="T99" fmla="*/ 145 h 6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79" h="641">
                    <a:moveTo>
                      <a:pt x="479" y="36"/>
                    </a:moveTo>
                    <a:cubicBezTo>
                      <a:pt x="479" y="634"/>
                      <a:pt x="479" y="634"/>
                      <a:pt x="479" y="634"/>
                    </a:cubicBezTo>
                    <a:cubicBezTo>
                      <a:pt x="479" y="638"/>
                      <a:pt x="476" y="641"/>
                      <a:pt x="472" y="641"/>
                    </a:cubicBezTo>
                    <a:cubicBezTo>
                      <a:pt x="7" y="641"/>
                      <a:pt x="7" y="641"/>
                      <a:pt x="7" y="641"/>
                    </a:cubicBezTo>
                    <a:cubicBezTo>
                      <a:pt x="3" y="641"/>
                      <a:pt x="0" y="638"/>
                      <a:pt x="0" y="634"/>
                    </a:cubicBezTo>
                    <a:cubicBezTo>
                      <a:pt x="0" y="36"/>
                      <a:pt x="0" y="36"/>
                      <a:pt x="0" y="36"/>
                    </a:cubicBezTo>
                    <a:cubicBezTo>
                      <a:pt x="0" y="32"/>
                      <a:pt x="3" y="29"/>
                      <a:pt x="7" y="29"/>
                    </a:cubicBezTo>
                    <a:cubicBezTo>
                      <a:pt x="50" y="29"/>
                      <a:pt x="50" y="29"/>
                      <a:pt x="50" y="29"/>
                    </a:cubicBezTo>
                    <a:cubicBezTo>
                      <a:pt x="54" y="29"/>
                      <a:pt x="57" y="32"/>
                      <a:pt x="57" y="36"/>
                    </a:cubicBezTo>
                    <a:cubicBezTo>
                      <a:pt x="57" y="40"/>
                      <a:pt x="54" y="43"/>
                      <a:pt x="50" y="43"/>
                    </a:cubicBezTo>
                    <a:cubicBezTo>
                      <a:pt x="14" y="43"/>
                      <a:pt x="14" y="43"/>
                      <a:pt x="14" y="43"/>
                    </a:cubicBezTo>
                    <a:cubicBezTo>
                      <a:pt x="14" y="627"/>
                      <a:pt x="14" y="627"/>
                      <a:pt x="14" y="627"/>
                    </a:cubicBezTo>
                    <a:cubicBezTo>
                      <a:pt x="465" y="627"/>
                      <a:pt x="465" y="627"/>
                      <a:pt x="465" y="627"/>
                    </a:cubicBezTo>
                    <a:cubicBezTo>
                      <a:pt x="465" y="43"/>
                      <a:pt x="465" y="43"/>
                      <a:pt x="465" y="43"/>
                    </a:cubicBezTo>
                    <a:cubicBezTo>
                      <a:pt x="406" y="43"/>
                      <a:pt x="406" y="43"/>
                      <a:pt x="406" y="43"/>
                    </a:cubicBezTo>
                    <a:cubicBezTo>
                      <a:pt x="406" y="65"/>
                      <a:pt x="406" y="65"/>
                      <a:pt x="406" y="65"/>
                    </a:cubicBezTo>
                    <a:cubicBezTo>
                      <a:pt x="406" y="69"/>
                      <a:pt x="403" y="72"/>
                      <a:pt x="399" y="72"/>
                    </a:cubicBezTo>
                    <a:cubicBezTo>
                      <a:pt x="395" y="72"/>
                      <a:pt x="392" y="69"/>
                      <a:pt x="392" y="65"/>
                    </a:cubicBezTo>
                    <a:cubicBezTo>
                      <a:pt x="392" y="7"/>
                      <a:pt x="392" y="7"/>
                      <a:pt x="392" y="7"/>
                    </a:cubicBezTo>
                    <a:cubicBezTo>
                      <a:pt x="392" y="3"/>
                      <a:pt x="395" y="0"/>
                      <a:pt x="399" y="0"/>
                    </a:cubicBezTo>
                    <a:cubicBezTo>
                      <a:pt x="403" y="0"/>
                      <a:pt x="406" y="3"/>
                      <a:pt x="406" y="7"/>
                    </a:cubicBezTo>
                    <a:cubicBezTo>
                      <a:pt x="406" y="29"/>
                      <a:pt x="406" y="29"/>
                      <a:pt x="406" y="29"/>
                    </a:cubicBezTo>
                    <a:cubicBezTo>
                      <a:pt x="472" y="29"/>
                      <a:pt x="472" y="29"/>
                      <a:pt x="472" y="29"/>
                    </a:cubicBezTo>
                    <a:cubicBezTo>
                      <a:pt x="476" y="29"/>
                      <a:pt x="479" y="32"/>
                      <a:pt x="479" y="36"/>
                    </a:cubicBezTo>
                    <a:close/>
                    <a:moveTo>
                      <a:pt x="237" y="72"/>
                    </a:moveTo>
                    <a:cubicBezTo>
                      <a:pt x="241" y="72"/>
                      <a:pt x="244" y="69"/>
                      <a:pt x="244" y="65"/>
                    </a:cubicBezTo>
                    <a:cubicBezTo>
                      <a:pt x="244" y="43"/>
                      <a:pt x="244" y="43"/>
                      <a:pt x="244" y="43"/>
                    </a:cubicBezTo>
                    <a:cubicBezTo>
                      <a:pt x="266" y="43"/>
                      <a:pt x="266" y="43"/>
                      <a:pt x="266" y="43"/>
                    </a:cubicBezTo>
                    <a:cubicBezTo>
                      <a:pt x="269" y="43"/>
                      <a:pt x="273" y="40"/>
                      <a:pt x="273" y="36"/>
                    </a:cubicBezTo>
                    <a:cubicBezTo>
                      <a:pt x="273" y="32"/>
                      <a:pt x="269" y="29"/>
                      <a:pt x="266" y="29"/>
                    </a:cubicBezTo>
                    <a:cubicBezTo>
                      <a:pt x="244" y="29"/>
                      <a:pt x="244" y="29"/>
                      <a:pt x="244" y="29"/>
                    </a:cubicBezTo>
                    <a:cubicBezTo>
                      <a:pt x="244" y="7"/>
                      <a:pt x="244" y="7"/>
                      <a:pt x="244" y="7"/>
                    </a:cubicBezTo>
                    <a:cubicBezTo>
                      <a:pt x="244" y="3"/>
                      <a:pt x="241" y="0"/>
                      <a:pt x="237" y="0"/>
                    </a:cubicBezTo>
                    <a:cubicBezTo>
                      <a:pt x="233" y="0"/>
                      <a:pt x="230" y="3"/>
                      <a:pt x="230" y="7"/>
                    </a:cubicBezTo>
                    <a:cubicBezTo>
                      <a:pt x="230" y="65"/>
                      <a:pt x="230" y="65"/>
                      <a:pt x="230" y="65"/>
                    </a:cubicBezTo>
                    <a:cubicBezTo>
                      <a:pt x="230" y="69"/>
                      <a:pt x="233" y="72"/>
                      <a:pt x="237" y="72"/>
                    </a:cubicBezTo>
                    <a:close/>
                    <a:moveTo>
                      <a:pt x="183" y="72"/>
                    </a:moveTo>
                    <a:cubicBezTo>
                      <a:pt x="186" y="72"/>
                      <a:pt x="190" y="69"/>
                      <a:pt x="190" y="65"/>
                    </a:cubicBezTo>
                    <a:cubicBezTo>
                      <a:pt x="190" y="43"/>
                      <a:pt x="190" y="43"/>
                      <a:pt x="190" y="43"/>
                    </a:cubicBezTo>
                    <a:cubicBezTo>
                      <a:pt x="212" y="43"/>
                      <a:pt x="212" y="43"/>
                      <a:pt x="212" y="43"/>
                    </a:cubicBezTo>
                    <a:cubicBezTo>
                      <a:pt x="215" y="43"/>
                      <a:pt x="219" y="40"/>
                      <a:pt x="219" y="36"/>
                    </a:cubicBezTo>
                    <a:cubicBezTo>
                      <a:pt x="219" y="32"/>
                      <a:pt x="215" y="29"/>
                      <a:pt x="212" y="29"/>
                    </a:cubicBezTo>
                    <a:cubicBezTo>
                      <a:pt x="190" y="29"/>
                      <a:pt x="190" y="29"/>
                      <a:pt x="190" y="29"/>
                    </a:cubicBezTo>
                    <a:cubicBezTo>
                      <a:pt x="190" y="7"/>
                      <a:pt x="190" y="7"/>
                      <a:pt x="190" y="7"/>
                    </a:cubicBezTo>
                    <a:cubicBezTo>
                      <a:pt x="190" y="3"/>
                      <a:pt x="186" y="0"/>
                      <a:pt x="183" y="0"/>
                    </a:cubicBezTo>
                    <a:cubicBezTo>
                      <a:pt x="179" y="0"/>
                      <a:pt x="176" y="3"/>
                      <a:pt x="176" y="7"/>
                    </a:cubicBezTo>
                    <a:cubicBezTo>
                      <a:pt x="176" y="65"/>
                      <a:pt x="176" y="65"/>
                      <a:pt x="176" y="65"/>
                    </a:cubicBezTo>
                    <a:cubicBezTo>
                      <a:pt x="176" y="69"/>
                      <a:pt x="179" y="72"/>
                      <a:pt x="183" y="72"/>
                    </a:cubicBezTo>
                    <a:close/>
                    <a:moveTo>
                      <a:pt x="128" y="72"/>
                    </a:moveTo>
                    <a:cubicBezTo>
                      <a:pt x="132" y="72"/>
                      <a:pt x="135" y="69"/>
                      <a:pt x="135" y="65"/>
                    </a:cubicBezTo>
                    <a:cubicBezTo>
                      <a:pt x="135" y="43"/>
                      <a:pt x="135" y="43"/>
                      <a:pt x="135" y="43"/>
                    </a:cubicBezTo>
                    <a:cubicBezTo>
                      <a:pt x="157" y="43"/>
                      <a:pt x="157" y="43"/>
                      <a:pt x="157" y="43"/>
                    </a:cubicBezTo>
                    <a:cubicBezTo>
                      <a:pt x="161" y="43"/>
                      <a:pt x="164" y="40"/>
                      <a:pt x="164" y="36"/>
                    </a:cubicBezTo>
                    <a:cubicBezTo>
                      <a:pt x="164" y="32"/>
                      <a:pt x="161" y="29"/>
                      <a:pt x="157" y="29"/>
                    </a:cubicBezTo>
                    <a:cubicBezTo>
                      <a:pt x="135" y="29"/>
                      <a:pt x="135" y="29"/>
                      <a:pt x="135" y="29"/>
                    </a:cubicBezTo>
                    <a:cubicBezTo>
                      <a:pt x="135" y="7"/>
                      <a:pt x="135" y="7"/>
                      <a:pt x="135" y="7"/>
                    </a:cubicBezTo>
                    <a:cubicBezTo>
                      <a:pt x="135" y="3"/>
                      <a:pt x="132" y="0"/>
                      <a:pt x="128" y="0"/>
                    </a:cubicBezTo>
                    <a:cubicBezTo>
                      <a:pt x="125" y="0"/>
                      <a:pt x="121" y="3"/>
                      <a:pt x="121" y="7"/>
                    </a:cubicBezTo>
                    <a:cubicBezTo>
                      <a:pt x="121" y="65"/>
                      <a:pt x="121" y="65"/>
                      <a:pt x="121" y="65"/>
                    </a:cubicBezTo>
                    <a:cubicBezTo>
                      <a:pt x="121" y="69"/>
                      <a:pt x="125" y="72"/>
                      <a:pt x="128" y="72"/>
                    </a:cubicBezTo>
                    <a:close/>
                    <a:moveTo>
                      <a:pt x="74" y="72"/>
                    </a:moveTo>
                    <a:cubicBezTo>
                      <a:pt x="78" y="72"/>
                      <a:pt x="81" y="69"/>
                      <a:pt x="81" y="65"/>
                    </a:cubicBezTo>
                    <a:cubicBezTo>
                      <a:pt x="81" y="43"/>
                      <a:pt x="81" y="43"/>
                      <a:pt x="81" y="43"/>
                    </a:cubicBezTo>
                    <a:cubicBezTo>
                      <a:pt x="103" y="43"/>
                      <a:pt x="103" y="43"/>
                      <a:pt x="103" y="43"/>
                    </a:cubicBezTo>
                    <a:cubicBezTo>
                      <a:pt x="107" y="43"/>
                      <a:pt x="110" y="40"/>
                      <a:pt x="110" y="36"/>
                    </a:cubicBezTo>
                    <a:cubicBezTo>
                      <a:pt x="110" y="32"/>
                      <a:pt x="107" y="29"/>
                      <a:pt x="103" y="29"/>
                    </a:cubicBezTo>
                    <a:cubicBezTo>
                      <a:pt x="81" y="29"/>
                      <a:pt x="81" y="29"/>
                      <a:pt x="81" y="29"/>
                    </a:cubicBezTo>
                    <a:cubicBezTo>
                      <a:pt x="81" y="7"/>
                      <a:pt x="81" y="7"/>
                      <a:pt x="81" y="7"/>
                    </a:cubicBezTo>
                    <a:cubicBezTo>
                      <a:pt x="81" y="3"/>
                      <a:pt x="78" y="0"/>
                      <a:pt x="74" y="0"/>
                    </a:cubicBezTo>
                    <a:cubicBezTo>
                      <a:pt x="71" y="0"/>
                      <a:pt x="67" y="3"/>
                      <a:pt x="67" y="7"/>
                    </a:cubicBezTo>
                    <a:cubicBezTo>
                      <a:pt x="67" y="65"/>
                      <a:pt x="67" y="65"/>
                      <a:pt x="67" y="65"/>
                    </a:cubicBezTo>
                    <a:cubicBezTo>
                      <a:pt x="67" y="69"/>
                      <a:pt x="71" y="72"/>
                      <a:pt x="74" y="72"/>
                    </a:cubicBezTo>
                    <a:close/>
                    <a:moveTo>
                      <a:pt x="345" y="72"/>
                    </a:moveTo>
                    <a:cubicBezTo>
                      <a:pt x="349" y="72"/>
                      <a:pt x="352" y="69"/>
                      <a:pt x="352" y="65"/>
                    </a:cubicBezTo>
                    <a:cubicBezTo>
                      <a:pt x="352" y="43"/>
                      <a:pt x="352" y="43"/>
                      <a:pt x="352" y="43"/>
                    </a:cubicBezTo>
                    <a:cubicBezTo>
                      <a:pt x="374" y="43"/>
                      <a:pt x="374" y="43"/>
                      <a:pt x="374" y="43"/>
                    </a:cubicBezTo>
                    <a:cubicBezTo>
                      <a:pt x="378" y="43"/>
                      <a:pt x="381" y="40"/>
                      <a:pt x="381" y="36"/>
                    </a:cubicBezTo>
                    <a:cubicBezTo>
                      <a:pt x="381" y="32"/>
                      <a:pt x="378" y="29"/>
                      <a:pt x="374" y="29"/>
                    </a:cubicBezTo>
                    <a:cubicBezTo>
                      <a:pt x="352" y="29"/>
                      <a:pt x="352" y="29"/>
                      <a:pt x="352" y="29"/>
                    </a:cubicBezTo>
                    <a:cubicBezTo>
                      <a:pt x="352" y="7"/>
                      <a:pt x="352" y="7"/>
                      <a:pt x="352" y="7"/>
                    </a:cubicBezTo>
                    <a:cubicBezTo>
                      <a:pt x="352" y="3"/>
                      <a:pt x="349" y="0"/>
                      <a:pt x="345" y="0"/>
                    </a:cubicBezTo>
                    <a:cubicBezTo>
                      <a:pt x="341" y="0"/>
                      <a:pt x="338" y="3"/>
                      <a:pt x="338" y="7"/>
                    </a:cubicBezTo>
                    <a:cubicBezTo>
                      <a:pt x="338" y="65"/>
                      <a:pt x="338" y="65"/>
                      <a:pt x="338" y="65"/>
                    </a:cubicBezTo>
                    <a:cubicBezTo>
                      <a:pt x="338" y="69"/>
                      <a:pt x="341" y="72"/>
                      <a:pt x="345" y="72"/>
                    </a:cubicBezTo>
                    <a:close/>
                    <a:moveTo>
                      <a:pt x="291" y="72"/>
                    </a:moveTo>
                    <a:cubicBezTo>
                      <a:pt x="295" y="72"/>
                      <a:pt x="298" y="69"/>
                      <a:pt x="298" y="65"/>
                    </a:cubicBezTo>
                    <a:cubicBezTo>
                      <a:pt x="298" y="43"/>
                      <a:pt x="298" y="43"/>
                      <a:pt x="298" y="43"/>
                    </a:cubicBezTo>
                    <a:cubicBezTo>
                      <a:pt x="320" y="43"/>
                      <a:pt x="320" y="43"/>
                      <a:pt x="320" y="43"/>
                    </a:cubicBezTo>
                    <a:cubicBezTo>
                      <a:pt x="324" y="43"/>
                      <a:pt x="327" y="40"/>
                      <a:pt x="327" y="36"/>
                    </a:cubicBezTo>
                    <a:cubicBezTo>
                      <a:pt x="327" y="32"/>
                      <a:pt x="324" y="29"/>
                      <a:pt x="320" y="29"/>
                    </a:cubicBezTo>
                    <a:cubicBezTo>
                      <a:pt x="298" y="29"/>
                      <a:pt x="298" y="29"/>
                      <a:pt x="298" y="29"/>
                    </a:cubicBezTo>
                    <a:cubicBezTo>
                      <a:pt x="298" y="7"/>
                      <a:pt x="298" y="7"/>
                      <a:pt x="298" y="7"/>
                    </a:cubicBezTo>
                    <a:cubicBezTo>
                      <a:pt x="298" y="3"/>
                      <a:pt x="295" y="0"/>
                      <a:pt x="291" y="0"/>
                    </a:cubicBezTo>
                    <a:cubicBezTo>
                      <a:pt x="287" y="0"/>
                      <a:pt x="284" y="3"/>
                      <a:pt x="284" y="7"/>
                    </a:cubicBezTo>
                    <a:cubicBezTo>
                      <a:pt x="284" y="65"/>
                      <a:pt x="284" y="65"/>
                      <a:pt x="284" y="65"/>
                    </a:cubicBezTo>
                    <a:cubicBezTo>
                      <a:pt x="284" y="69"/>
                      <a:pt x="287" y="72"/>
                      <a:pt x="291" y="72"/>
                    </a:cubicBezTo>
                    <a:close/>
                    <a:moveTo>
                      <a:pt x="399" y="547"/>
                    </a:moveTo>
                    <a:cubicBezTo>
                      <a:pt x="80" y="547"/>
                      <a:pt x="80" y="547"/>
                      <a:pt x="80" y="547"/>
                    </a:cubicBezTo>
                    <a:cubicBezTo>
                      <a:pt x="76" y="547"/>
                      <a:pt x="73" y="550"/>
                      <a:pt x="73" y="554"/>
                    </a:cubicBezTo>
                    <a:cubicBezTo>
                      <a:pt x="73" y="558"/>
                      <a:pt x="76" y="561"/>
                      <a:pt x="80" y="561"/>
                    </a:cubicBezTo>
                    <a:cubicBezTo>
                      <a:pt x="399" y="561"/>
                      <a:pt x="399" y="561"/>
                      <a:pt x="399" y="561"/>
                    </a:cubicBezTo>
                    <a:cubicBezTo>
                      <a:pt x="403" y="561"/>
                      <a:pt x="406" y="558"/>
                      <a:pt x="406" y="554"/>
                    </a:cubicBezTo>
                    <a:cubicBezTo>
                      <a:pt x="406" y="550"/>
                      <a:pt x="403" y="547"/>
                      <a:pt x="399" y="547"/>
                    </a:cubicBezTo>
                    <a:close/>
                    <a:moveTo>
                      <a:pt x="399" y="488"/>
                    </a:moveTo>
                    <a:cubicBezTo>
                      <a:pt x="80" y="488"/>
                      <a:pt x="80" y="488"/>
                      <a:pt x="80" y="488"/>
                    </a:cubicBezTo>
                    <a:cubicBezTo>
                      <a:pt x="76" y="488"/>
                      <a:pt x="73" y="491"/>
                      <a:pt x="73" y="495"/>
                    </a:cubicBezTo>
                    <a:cubicBezTo>
                      <a:pt x="73" y="499"/>
                      <a:pt x="76" y="502"/>
                      <a:pt x="80" y="502"/>
                    </a:cubicBezTo>
                    <a:cubicBezTo>
                      <a:pt x="399" y="502"/>
                      <a:pt x="399" y="502"/>
                      <a:pt x="399" y="502"/>
                    </a:cubicBezTo>
                    <a:cubicBezTo>
                      <a:pt x="403" y="502"/>
                      <a:pt x="406" y="499"/>
                      <a:pt x="406" y="495"/>
                    </a:cubicBezTo>
                    <a:cubicBezTo>
                      <a:pt x="406" y="491"/>
                      <a:pt x="403" y="488"/>
                      <a:pt x="399" y="488"/>
                    </a:cubicBezTo>
                    <a:close/>
                    <a:moveTo>
                      <a:pt x="399" y="428"/>
                    </a:moveTo>
                    <a:cubicBezTo>
                      <a:pt x="80" y="428"/>
                      <a:pt x="80" y="428"/>
                      <a:pt x="80" y="428"/>
                    </a:cubicBezTo>
                    <a:cubicBezTo>
                      <a:pt x="76" y="428"/>
                      <a:pt x="73" y="431"/>
                      <a:pt x="73" y="435"/>
                    </a:cubicBezTo>
                    <a:cubicBezTo>
                      <a:pt x="73" y="439"/>
                      <a:pt x="76" y="442"/>
                      <a:pt x="80" y="442"/>
                    </a:cubicBezTo>
                    <a:cubicBezTo>
                      <a:pt x="399" y="442"/>
                      <a:pt x="399" y="442"/>
                      <a:pt x="399" y="442"/>
                    </a:cubicBezTo>
                    <a:cubicBezTo>
                      <a:pt x="403" y="442"/>
                      <a:pt x="406" y="439"/>
                      <a:pt x="406" y="435"/>
                    </a:cubicBezTo>
                    <a:cubicBezTo>
                      <a:pt x="406" y="431"/>
                      <a:pt x="403" y="428"/>
                      <a:pt x="399" y="428"/>
                    </a:cubicBezTo>
                    <a:close/>
                    <a:moveTo>
                      <a:pt x="399" y="369"/>
                    </a:moveTo>
                    <a:cubicBezTo>
                      <a:pt x="80" y="369"/>
                      <a:pt x="80" y="369"/>
                      <a:pt x="80" y="369"/>
                    </a:cubicBezTo>
                    <a:cubicBezTo>
                      <a:pt x="76" y="369"/>
                      <a:pt x="73" y="372"/>
                      <a:pt x="73" y="376"/>
                    </a:cubicBezTo>
                    <a:cubicBezTo>
                      <a:pt x="73" y="380"/>
                      <a:pt x="76" y="383"/>
                      <a:pt x="80" y="383"/>
                    </a:cubicBezTo>
                    <a:cubicBezTo>
                      <a:pt x="399" y="383"/>
                      <a:pt x="399" y="383"/>
                      <a:pt x="399" y="383"/>
                    </a:cubicBezTo>
                    <a:cubicBezTo>
                      <a:pt x="403" y="383"/>
                      <a:pt x="406" y="380"/>
                      <a:pt x="406" y="376"/>
                    </a:cubicBezTo>
                    <a:cubicBezTo>
                      <a:pt x="406" y="372"/>
                      <a:pt x="403" y="369"/>
                      <a:pt x="399" y="369"/>
                    </a:cubicBezTo>
                    <a:close/>
                    <a:moveTo>
                      <a:pt x="399" y="310"/>
                    </a:moveTo>
                    <a:cubicBezTo>
                      <a:pt x="80" y="310"/>
                      <a:pt x="80" y="310"/>
                      <a:pt x="80" y="310"/>
                    </a:cubicBezTo>
                    <a:cubicBezTo>
                      <a:pt x="76" y="310"/>
                      <a:pt x="73" y="313"/>
                      <a:pt x="73" y="317"/>
                    </a:cubicBezTo>
                    <a:cubicBezTo>
                      <a:pt x="73" y="320"/>
                      <a:pt x="76" y="324"/>
                      <a:pt x="80" y="324"/>
                    </a:cubicBezTo>
                    <a:cubicBezTo>
                      <a:pt x="399" y="324"/>
                      <a:pt x="399" y="324"/>
                      <a:pt x="399" y="324"/>
                    </a:cubicBezTo>
                    <a:cubicBezTo>
                      <a:pt x="403" y="324"/>
                      <a:pt x="406" y="320"/>
                      <a:pt x="406" y="317"/>
                    </a:cubicBezTo>
                    <a:cubicBezTo>
                      <a:pt x="406" y="313"/>
                      <a:pt x="403" y="310"/>
                      <a:pt x="399" y="310"/>
                    </a:cubicBezTo>
                    <a:close/>
                    <a:moveTo>
                      <a:pt x="399" y="250"/>
                    </a:moveTo>
                    <a:cubicBezTo>
                      <a:pt x="80" y="250"/>
                      <a:pt x="80" y="250"/>
                      <a:pt x="80" y="250"/>
                    </a:cubicBezTo>
                    <a:cubicBezTo>
                      <a:pt x="76" y="250"/>
                      <a:pt x="73" y="253"/>
                      <a:pt x="73" y="257"/>
                    </a:cubicBezTo>
                    <a:cubicBezTo>
                      <a:pt x="73" y="261"/>
                      <a:pt x="76" y="264"/>
                      <a:pt x="80" y="264"/>
                    </a:cubicBezTo>
                    <a:cubicBezTo>
                      <a:pt x="399" y="264"/>
                      <a:pt x="399" y="264"/>
                      <a:pt x="399" y="264"/>
                    </a:cubicBezTo>
                    <a:cubicBezTo>
                      <a:pt x="403" y="264"/>
                      <a:pt x="406" y="261"/>
                      <a:pt x="406" y="257"/>
                    </a:cubicBezTo>
                    <a:cubicBezTo>
                      <a:pt x="406" y="253"/>
                      <a:pt x="403" y="250"/>
                      <a:pt x="399" y="250"/>
                    </a:cubicBezTo>
                    <a:close/>
                    <a:moveTo>
                      <a:pt x="399" y="191"/>
                    </a:moveTo>
                    <a:cubicBezTo>
                      <a:pt x="80" y="191"/>
                      <a:pt x="80" y="191"/>
                      <a:pt x="80" y="191"/>
                    </a:cubicBezTo>
                    <a:cubicBezTo>
                      <a:pt x="76" y="191"/>
                      <a:pt x="73" y="194"/>
                      <a:pt x="73" y="198"/>
                    </a:cubicBezTo>
                    <a:cubicBezTo>
                      <a:pt x="73" y="202"/>
                      <a:pt x="76" y="205"/>
                      <a:pt x="80" y="205"/>
                    </a:cubicBezTo>
                    <a:cubicBezTo>
                      <a:pt x="399" y="205"/>
                      <a:pt x="399" y="205"/>
                      <a:pt x="399" y="205"/>
                    </a:cubicBezTo>
                    <a:cubicBezTo>
                      <a:pt x="403" y="205"/>
                      <a:pt x="406" y="202"/>
                      <a:pt x="406" y="198"/>
                    </a:cubicBezTo>
                    <a:cubicBezTo>
                      <a:pt x="406" y="194"/>
                      <a:pt x="403" y="191"/>
                      <a:pt x="399" y="191"/>
                    </a:cubicBezTo>
                    <a:close/>
                    <a:moveTo>
                      <a:pt x="399" y="131"/>
                    </a:moveTo>
                    <a:cubicBezTo>
                      <a:pt x="80" y="131"/>
                      <a:pt x="80" y="131"/>
                      <a:pt x="80" y="131"/>
                    </a:cubicBezTo>
                    <a:cubicBezTo>
                      <a:pt x="76" y="131"/>
                      <a:pt x="73" y="134"/>
                      <a:pt x="73" y="138"/>
                    </a:cubicBezTo>
                    <a:cubicBezTo>
                      <a:pt x="73" y="142"/>
                      <a:pt x="76" y="145"/>
                      <a:pt x="80" y="145"/>
                    </a:cubicBezTo>
                    <a:cubicBezTo>
                      <a:pt x="399" y="145"/>
                      <a:pt x="399" y="145"/>
                      <a:pt x="399" y="145"/>
                    </a:cubicBezTo>
                    <a:cubicBezTo>
                      <a:pt x="403" y="145"/>
                      <a:pt x="406" y="142"/>
                      <a:pt x="406" y="138"/>
                    </a:cubicBezTo>
                    <a:cubicBezTo>
                      <a:pt x="406" y="134"/>
                      <a:pt x="403" y="131"/>
                      <a:pt x="399" y="131"/>
                    </a:cubicBezTo>
                    <a:close/>
                  </a:path>
                </a:pathLst>
              </a:custGeom>
              <a:solidFill>
                <a:schemeClr val="accent5"/>
              </a:solidFill>
              <a:ln>
                <a:noFill/>
              </a:ln>
            </p:spPr>
            <p:txBody>
              <a:bodyPr vert="horz" wrap="square" lIns="91437" tIns="45718" rIns="91437" bIns="45718"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630" b="0" i="0" u="none" strike="noStrike" kern="1200" cap="none" spc="0" normalizeH="0" baseline="0" noProof="0" dirty="0">
                  <a:ln>
                    <a:noFill/>
                  </a:ln>
                  <a:solidFill>
                    <a:srgbClr val="57565A"/>
                  </a:solidFill>
                  <a:effectLst/>
                  <a:uLnTx/>
                  <a:uFillTx/>
                  <a:latin typeface="Aptos"/>
                  <a:ea typeface="+mn-ea"/>
                  <a:cs typeface="+mn-cs"/>
                </a:endParaRPr>
              </a:p>
            </p:txBody>
          </p:sp>
        </p:grpSp>
        <p:grpSp>
          <p:nvGrpSpPr>
            <p:cNvPr id="28" name="Groupe 70">
              <a:extLst>
                <a:ext uri="{FF2B5EF4-FFF2-40B4-BE49-F238E27FC236}">
                  <a16:creationId xmlns:a16="http://schemas.microsoft.com/office/drawing/2014/main" id="{C712369D-443D-9D57-E6A4-DAF7A0364077}"/>
                </a:ext>
              </a:extLst>
            </p:cNvPr>
            <p:cNvGrpSpPr/>
            <p:nvPr/>
          </p:nvGrpSpPr>
          <p:grpSpPr>
            <a:xfrm>
              <a:off x="8696000" y="4535616"/>
              <a:ext cx="2036544" cy="298763"/>
              <a:chOff x="7827242" y="2488155"/>
              <a:chExt cx="2036615" cy="298774"/>
            </a:xfrm>
          </p:grpSpPr>
          <p:sp>
            <p:nvSpPr>
              <p:cNvPr id="29" name="ZoneTexte 71">
                <a:extLst>
                  <a:ext uri="{FF2B5EF4-FFF2-40B4-BE49-F238E27FC236}">
                    <a16:creationId xmlns:a16="http://schemas.microsoft.com/office/drawing/2014/main" id="{639B5C5F-245F-4855-2DEF-134D8D66E15C}"/>
                  </a:ext>
                </a:extLst>
              </p:cNvPr>
              <p:cNvSpPr txBox="1"/>
              <p:nvPr/>
            </p:nvSpPr>
            <p:spPr>
              <a:xfrm>
                <a:off x="8006482" y="2509920"/>
                <a:ext cx="1857375" cy="27700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87" b="0" i="0" u="none" strike="noStrike" kern="1200" cap="none" spc="0" normalizeH="0" baseline="0" noProof="0" dirty="0">
                    <a:ln>
                      <a:noFill/>
                    </a:ln>
                    <a:solidFill>
                      <a:srgbClr val="8F8F8F"/>
                    </a:solidFill>
                    <a:effectLst/>
                    <a:uLnTx/>
                    <a:uFillTx/>
                    <a:latin typeface="Aptos"/>
                    <a:ea typeface="+mn-ea"/>
                    <a:cs typeface="+mn-cs"/>
                  </a:rPr>
                  <a:t>Validation du domaine</a:t>
                </a:r>
              </a:p>
            </p:txBody>
          </p:sp>
          <p:sp>
            <p:nvSpPr>
              <p:cNvPr id="30" name="Freeform 145">
                <a:extLst>
                  <a:ext uri="{FF2B5EF4-FFF2-40B4-BE49-F238E27FC236}">
                    <a16:creationId xmlns:a16="http://schemas.microsoft.com/office/drawing/2014/main" id="{230DC208-B3EB-0120-C528-F2C2E00A9430}"/>
                  </a:ext>
                </a:extLst>
              </p:cNvPr>
              <p:cNvSpPr>
                <a:spLocks noEditPoints="1"/>
              </p:cNvSpPr>
              <p:nvPr/>
            </p:nvSpPr>
            <p:spPr bwMode="auto">
              <a:xfrm>
                <a:off x="7827242" y="2488155"/>
                <a:ext cx="223065" cy="298774"/>
              </a:xfrm>
              <a:custGeom>
                <a:avLst/>
                <a:gdLst>
                  <a:gd name="T0" fmla="*/ 472 w 479"/>
                  <a:gd name="T1" fmla="*/ 641 h 641"/>
                  <a:gd name="T2" fmla="*/ 0 w 479"/>
                  <a:gd name="T3" fmla="*/ 36 h 641"/>
                  <a:gd name="T4" fmla="*/ 57 w 479"/>
                  <a:gd name="T5" fmla="*/ 36 h 641"/>
                  <a:gd name="T6" fmla="*/ 14 w 479"/>
                  <a:gd name="T7" fmla="*/ 627 h 641"/>
                  <a:gd name="T8" fmla="*/ 406 w 479"/>
                  <a:gd name="T9" fmla="*/ 43 h 641"/>
                  <a:gd name="T10" fmla="*/ 392 w 479"/>
                  <a:gd name="T11" fmla="*/ 65 h 641"/>
                  <a:gd name="T12" fmla="*/ 406 w 479"/>
                  <a:gd name="T13" fmla="*/ 7 h 641"/>
                  <a:gd name="T14" fmla="*/ 479 w 479"/>
                  <a:gd name="T15" fmla="*/ 36 h 641"/>
                  <a:gd name="T16" fmla="*/ 244 w 479"/>
                  <a:gd name="T17" fmla="*/ 43 h 641"/>
                  <a:gd name="T18" fmla="*/ 266 w 479"/>
                  <a:gd name="T19" fmla="*/ 29 h 641"/>
                  <a:gd name="T20" fmla="*/ 237 w 479"/>
                  <a:gd name="T21" fmla="*/ 0 h 641"/>
                  <a:gd name="T22" fmla="*/ 237 w 479"/>
                  <a:gd name="T23" fmla="*/ 72 h 641"/>
                  <a:gd name="T24" fmla="*/ 190 w 479"/>
                  <a:gd name="T25" fmla="*/ 43 h 641"/>
                  <a:gd name="T26" fmla="*/ 212 w 479"/>
                  <a:gd name="T27" fmla="*/ 29 h 641"/>
                  <a:gd name="T28" fmla="*/ 183 w 479"/>
                  <a:gd name="T29" fmla="*/ 0 h 641"/>
                  <a:gd name="T30" fmla="*/ 183 w 479"/>
                  <a:gd name="T31" fmla="*/ 72 h 641"/>
                  <a:gd name="T32" fmla="*/ 135 w 479"/>
                  <a:gd name="T33" fmla="*/ 43 h 641"/>
                  <a:gd name="T34" fmla="*/ 157 w 479"/>
                  <a:gd name="T35" fmla="*/ 29 h 641"/>
                  <a:gd name="T36" fmla="*/ 128 w 479"/>
                  <a:gd name="T37" fmla="*/ 0 h 641"/>
                  <a:gd name="T38" fmla="*/ 128 w 479"/>
                  <a:gd name="T39" fmla="*/ 72 h 641"/>
                  <a:gd name="T40" fmla="*/ 81 w 479"/>
                  <a:gd name="T41" fmla="*/ 43 h 641"/>
                  <a:gd name="T42" fmla="*/ 103 w 479"/>
                  <a:gd name="T43" fmla="*/ 29 h 641"/>
                  <a:gd name="T44" fmla="*/ 74 w 479"/>
                  <a:gd name="T45" fmla="*/ 0 h 641"/>
                  <a:gd name="T46" fmla="*/ 74 w 479"/>
                  <a:gd name="T47" fmla="*/ 72 h 641"/>
                  <a:gd name="T48" fmla="*/ 352 w 479"/>
                  <a:gd name="T49" fmla="*/ 43 h 641"/>
                  <a:gd name="T50" fmla="*/ 374 w 479"/>
                  <a:gd name="T51" fmla="*/ 29 h 641"/>
                  <a:gd name="T52" fmla="*/ 345 w 479"/>
                  <a:gd name="T53" fmla="*/ 0 h 641"/>
                  <a:gd name="T54" fmla="*/ 345 w 479"/>
                  <a:gd name="T55" fmla="*/ 72 h 641"/>
                  <a:gd name="T56" fmla="*/ 298 w 479"/>
                  <a:gd name="T57" fmla="*/ 43 h 641"/>
                  <a:gd name="T58" fmla="*/ 320 w 479"/>
                  <a:gd name="T59" fmla="*/ 29 h 641"/>
                  <a:gd name="T60" fmla="*/ 291 w 479"/>
                  <a:gd name="T61" fmla="*/ 0 h 641"/>
                  <a:gd name="T62" fmla="*/ 291 w 479"/>
                  <a:gd name="T63" fmla="*/ 72 h 641"/>
                  <a:gd name="T64" fmla="*/ 73 w 479"/>
                  <a:gd name="T65" fmla="*/ 554 h 641"/>
                  <a:gd name="T66" fmla="*/ 406 w 479"/>
                  <a:gd name="T67" fmla="*/ 554 h 641"/>
                  <a:gd name="T68" fmla="*/ 80 w 479"/>
                  <a:gd name="T69" fmla="*/ 488 h 641"/>
                  <a:gd name="T70" fmla="*/ 399 w 479"/>
                  <a:gd name="T71" fmla="*/ 502 h 641"/>
                  <a:gd name="T72" fmla="*/ 399 w 479"/>
                  <a:gd name="T73" fmla="*/ 428 h 641"/>
                  <a:gd name="T74" fmla="*/ 80 w 479"/>
                  <a:gd name="T75" fmla="*/ 442 h 641"/>
                  <a:gd name="T76" fmla="*/ 399 w 479"/>
                  <a:gd name="T77" fmla="*/ 428 h 641"/>
                  <a:gd name="T78" fmla="*/ 73 w 479"/>
                  <a:gd name="T79" fmla="*/ 376 h 641"/>
                  <a:gd name="T80" fmla="*/ 406 w 479"/>
                  <a:gd name="T81" fmla="*/ 376 h 641"/>
                  <a:gd name="T82" fmla="*/ 80 w 479"/>
                  <a:gd name="T83" fmla="*/ 310 h 641"/>
                  <a:gd name="T84" fmla="*/ 399 w 479"/>
                  <a:gd name="T85" fmla="*/ 324 h 641"/>
                  <a:gd name="T86" fmla="*/ 399 w 479"/>
                  <a:gd name="T87" fmla="*/ 250 h 641"/>
                  <a:gd name="T88" fmla="*/ 80 w 479"/>
                  <a:gd name="T89" fmla="*/ 264 h 641"/>
                  <a:gd name="T90" fmla="*/ 399 w 479"/>
                  <a:gd name="T91" fmla="*/ 250 h 641"/>
                  <a:gd name="T92" fmla="*/ 73 w 479"/>
                  <a:gd name="T93" fmla="*/ 198 h 641"/>
                  <a:gd name="T94" fmla="*/ 406 w 479"/>
                  <a:gd name="T95" fmla="*/ 198 h 641"/>
                  <a:gd name="T96" fmla="*/ 80 w 479"/>
                  <a:gd name="T97" fmla="*/ 131 h 641"/>
                  <a:gd name="T98" fmla="*/ 399 w 479"/>
                  <a:gd name="T99" fmla="*/ 145 h 6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79" h="641">
                    <a:moveTo>
                      <a:pt x="479" y="36"/>
                    </a:moveTo>
                    <a:cubicBezTo>
                      <a:pt x="479" y="634"/>
                      <a:pt x="479" y="634"/>
                      <a:pt x="479" y="634"/>
                    </a:cubicBezTo>
                    <a:cubicBezTo>
                      <a:pt x="479" y="638"/>
                      <a:pt x="476" y="641"/>
                      <a:pt x="472" y="641"/>
                    </a:cubicBezTo>
                    <a:cubicBezTo>
                      <a:pt x="7" y="641"/>
                      <a:pt x="7" y="641"/>
                      <a:pt x="7" y="641"/>
                    </a:cubicBezTo>
                    <a:cubicBezTo>
                      <a:pt x="3" y="641"/>
                      <a:pt x="0" y="638"/>
                      <a:pt x="0" y="634"/>
                    </a:cubicBezTo>
                    <a:cubicBezTo>
                      <a:pt x="0" y="36"/>
                      <a:pt x="0" y="36"/>
                      <a:pt x="0" y="36"/>
                    </a:cubicBezTo>
                    <a:cubicBezTo>
                      <a:pt x="0" y="32"/>
                      <a:pt x="3" y="29"/>
                      <a:pt x="7" y="29"/>
                    </a:cubicBezTo>
                    <a:cubicBezTo>
                      <a:pt x="50" y="29"/>
                      <a:pt x="50" y="29"/>
                      <a:pt x="50" y="29"/>
                    </a:cubicBezTo>
                    <a:cubicBezTo>
                      <a:pt x="54" y="29"/>
                      <a:pt x="57" y="32"/>
                      <a:pt x="57" y="36"/>
                    </a:cubicBezTo>
                    <a:cubicBezTo>
                      <a:pt x="57" y="40"/>
                      <a:pt x="54" y="43"/>
                      <a:pt x="50" y="43"/>
                    </a:cubicBezTo>
                    <a:cubicBezTo>
                      <a:pt x="14" y="43"/>
                      <a:pt x="14" y="43"/>
                      <a:pt x="14" y="43"/>
                    </a:cubicBezTo>
                    <a:cubicBezTo>
                      <a:pt x="14" y="627"/>
                      <a:pt x="14" y="627"/>
                      <a:pt x="14" y="627"/>
                    </a:cubicBezTo>
                    <a:cubicBezTo>
                      <a:pt x="465" y="627"/>
                      <a:pt x="465" y="627"/>
                      <a:pt x="465" y="627"/>
                    </a:cubicBezTo>
                    <a:cubicBezTo>
                      <a:pt x="465" y="43"/>
                      <a:pt x="465" y="43"/>
                      <a:pt x="465" y="43"/>
                    </a:cubicBezTo>
                    <a:cubicBezTo>
                      <a:pt x="406" y="43"/>
                      <a:pt x="406" y="43"/>
                      <a:pt x="406" y="43"/>
                    </a:cubicBezTo>
                    <a:cubicBezTo>
                      <a:pt x="406" y="65"/>
                      <a:pt x="406" y="65"/>
                      <a:pt x="406" y="65"/>
                    </a:cubicBezTo>
                    <a:cubicBezTo>
                      <a:pt x="406" y="69"/>
                      <a:pt x="403" y="72"/>
                      <a:pt x="399" y="72"/>
                    </a:cubicBezTo>
                    <a:cubicBezTo>
                      <a:pt x="395" y="72"/>
                      <a:pt x="392" y="69"/>
                      <a:pt x="392" y="65"/>
                    </a:cubicBezTo>
                    <a:cubicBezTo>
                      <a:pt x="392" y="7"/>
                      <a:pt x="392" y="7"/>
                      <a:pt x="392" y="7"/>
                    </a:cubicBezTo>
                    <a:cubicBezTo>
                      <a:pt x="392" y="3"/>
                      <a:pt x="395" y="0"/>
                      <a:pt x="399" y="0"/>
                    </a:cubicBezTo>
                    <a:cubicBezTo>
                      <a:pt x="403" y="0"/>
                      <a:pt x="406" y="3"/>
                      <a:pt x="406" y="7"/>
                    </a:cubicBezTo>
                    <a:cubicBezTo>
                      <a:pt x="406" y="29"/>
                      <a:pt x="406" y="29"/>
                      <a:pt x="406" y="29"/>
                    </a:cubicBezTo>
                    <a:cubicBezTo>
                      <a:pt x="472" y="29"/>
                      <a:pt x="472" y="29"/>
                      <a:pt x="472" y="29"/>
                    </a:cubicBezTo>
                    <a:cubicBezTo>
                      <a:pt x="476" y="29"/>
                      <a:pt x="479" y="32"/>
                      <a:pt x="479" y="36"/>
                    </a:cubicBezTo>
                    <a:close/>
                    <a:moveTo>
                      <a:pt x="237" y="72"/>
                    </a:moveTo>
                    <a:cubicBezTo>
                      <a:pt x="241" y="72"/>
                      <a:pt x="244" y="69"/>
                      <a:pt x="244" y="65"/>
                    </a:cubicBezTo>
                    <a:cubicBezTo>
                      <a:pt x="244" y="43"/>
                      <a:pt x="244" y="43"/>
                      <a:pt x="244" y="43"/>
                    </a:cubicBezTo>
                    <a:cubicBezTo>
                      <a:pt x="266" y="43"/>
                      <a:pt x="266" y="43"/>
                      <a:pt x="266" y="43"/>
                    </a:cubicBezTo>
                    <a:cubicBezTo>
                      <a:pt x="269" y="43"/>
                      <a:pt x="273" y="40"/>
                      <a:pt x="273" y="36"/>
                    </a:cubicBezTo>
                    <a:cubicBezTo>
                      <a:pt x="273" y="32"/>
                      <a:pt x="269" y="29"/>
                      <a:pt x="266" y="29"/>
                    </a:cubicBezTo>
                    <a:cubicBezTo>
                      <a:pt x="244" y="29"/>
                      <a:pt x="244" y="29"/>
                      <a:pt x="244" y="29"/>
                    </a:cubicBezTo>
                    <a:cubicBezTo>
                      <a:pt x="244" y="7"/>
                      <a:pt x="244" y="7"/>
                      <a:pt x="244" y="7"/>
                    </a:cubicBezTo>
                    <a:cubicBezTo>
                      <a:pt x="244" y="3"/>
                      <a:pt x="241" y="0"/>
                      <a:pt x="237" y="0"/>
                    </a:cubicBezTo>
                    <a:cubicBezTo>
                      <a:pt x="233" y="0"/>
                      <a:pt x="230" y="3"/>
                      <a:pt x="230" y="7"/>
                    </a:cubicBezTo>
                    <a:cubicBezTo>
                      <a:pt x="230" y="65"/>
                      <a:pt x="230" y="65"/>
                      <a:pt x="230" y="65"/>
                    </a:cubicBezTo>
                    <a:cubicBezTo>
                      <a:pt x="230" y="69"/>
                      <a:pt x="233" y="72"/>
                      <a:pt x="237" y="72"/>
                    </a:cubicBezTo>
                    <a:close/>
                    <a:moveTo>
                      <a:pt x="183" y="72"/>
                    </a:moveTo>
                    <a:cubicBezTo>
                      <a:pt x="186" y="72"/>
                      <a:pt x="190" y="69"/>
                      <a:pt x="190" y="65"/>
                    </a:cubicBezTo>
                    <a:cubicBezTo>
                      <a:pt x="190" y="43"/>
                      <a:pt x="190" y="43"/>
                      <a:pt x="190" y="43"/>
                    </a:cubicBezTo>
                    <a:cubicBezTo>
                      <a:pt x="212" y="43"/>
                      <a:pt x="212" y="43"/>
                      <a:pt x="212" y="43"/>
                    </a:cubicBezTo>
                    <a:cubicBezTo>
                      <a:pt x="215" y="43"/>
                      <a:pt x="219" y="40"/>
                      <a:pt x="219" y="36"/>
                    </a:cubicBezTo>
                    <a:cubicBezTo>
                      <a:pt x="219" y="32"/>
                      <a:pt x="215" y="29"/>
                      <a:pt x="212" y="29"/>
                    </a:cubicBezTo>
                    <a:cubicBezTo>
                      <a:pt x="190" y="29"/>
                      <a:pt x="190" y="29"/>
                      <a:pt x="190" y="29"/>
                    </a:cubicBezTo>
                    <a:cubicBezTo>
                      <a:pt x="190" y="7"/>
                      <a:pt x="190" y="7"/>
                      <a:pt x="190" y="7"/>
                    </a:cubicBezTo>
                    <a:cubicBezTo>
                      <a:pt x="190" y="3"/>
                      <a:pt x="186" y="0"/>
                      <a:pt x="183" y="0"/>
                    </a:cubicBezTo>
                    <a:cubicBezTo>
                      <a:pt x="179" y="0"/>
                      <a:pt x="176" y="3"/>
                      <a:pt x="176" y="7"/>
                    </a:cubicBezTo>
                    <a:cubicBezTo>
                      <a:pt x="176" y="65"/>
                      <a:pt x="176" y="65"/>
                      <a:pt x="176" y="65"/>
                    </a:cubicBezTo>
                    <a:cubicBezTo>
                      <a:pt x="176" y="69"/>
                      <a:pt x="179" y="72"/>
                      <a:pt x="183" y="72"/>
                    </a:cubicBezTo>
                    <a:close/>
                    <a:moveTo>
                      <a:pt x="128" y="72"/>
                    </a:moveTo>
                    <a:cubicBezTo>
                      <a:pt x="132" y="72"/>
                      <a:pt x="135" y="69"/>
                      <a:pt x="135" y="65"/>
                    </a:cubicBezTo>
                    <a:cubicBezTo>
                      <a:pt x="135" y="43"/>
                      <a:pt x="135" y="43"/>
                      <a:pt x="135" y="43"/>
                    </a:cubicBezTo>
                    <a:cubicBezTo>
                      <a:pt x="157" y="43"/>
                      <a:pt x="157" y="43"/>
                      <a:pt x="157" y="43"/>
                    </a:cubicBezTo>
                    <a:cubicBezTo>
                      <a:pt x="161" y="43"/>
                      <a:pt x="164" y="40"/>
                      <a:pt x="164" y="36"/>
                    </a:cubicBezTo>
                    <a:cubicBezTo>
                      <a:pt x="164" y="32"/>
                      <a:pt x="161" y="29"/>
                      <a:pt x="157" y="29"/>
                    </a:cubicBezTo>
                    <a:cubicBezTo>
                      <a:pt x="135" y="29"/>
                      <a:pt x="135" y="29"/>
                      <a:pt x="135" y="29"/>
                    </a:cubicBezTo>
                    <a:cubicBezTo>
                      <a:pt x="135" y="7"/>
                      <a:pt x="135" y="7"/>
                      <a:pt x="135" y="7"/>
                    </a:cubicBezTo>
                    <a:cubicBezTo>
                      <a:pt x="135" y="3"/>
                      <a:pt x="132" y="0"/>
                      <a:pt x="128" y="0"/>
                    </a:cubicBezTo>
                    <a:cubicBezTo>
                      <a:pt x="125" y="0"/>
                      <a:pt x="121" y="3"/>
                      <a:pt x="121" y="7"/>
                    </a:cubicBezTo>
                    <a:cubicBezTo>
                      <a:pt x="121" y="65"/>
                      <a:pt x="121" y="65"/>
                      <a:pt x="121" y="65"/>
                    </a:cubicBezTo>
                    <a:cubicBezTo>
                      <a:pt x="121" y="69"/>
                      <a:pt x="125" y="72"/>
                      <a:pt x="128" y="72"/>
                    </a:cubicBezTo>
                    <a:close/>
                    <a:moveTo>
                      <a:pt x="74" y="72"/>
                    </a:moveTo>
                    <a:cubicBezTo>
                      <a:pt x="78" y="72"/>
                      <a:pt x="81" y="69"/>
                      <a:pt x="81" y="65"/>
                    </a:cubicBezTo>
                    <a:cubicBezTo>
                      <a:pt x="81" y="43"/>
                      <a:pt x="81" y="43"/>
                      <a:pt x="81" y="43"/>
                    </a:cubicBezTo>
                    <a:cubicBezTo>
                      <a:pt x="103" y="43"/>
                      <a:pt x="103" y="43"/>
                      <a:pt x="103" y="43"/>
                    </a:cubicBezTo>
                    <a:cubicBezTo>
                      <a:pt x="107" y="43"/>
                      <a:pt x="110" y="40"/>
                      <a:pt x="110" y="36"/>
                    </a:cubicBezTo>
                    <a:cubicBezTo>
                      <a:pt x="110" y="32"/>
                      <a:pt x="107" y="29"/>
                      <a:pt x="103" y="29"/>
                    </a:cubicBezTo>
                    <a:cubicBezTo>
                      <a:pt x="81" y="29"/>
                      <a:pt x="81" y="29"/>
                      <a:pt x="81" y="29"/>
                    </a:cubicBezTo>
                    <a:cubicBezTo>
                      <a:pt x="81" y="7"/>
                      <a:pt x="81" y="7"/>
                      <a:pt x="81" y="7"/>
                    </a:cubicBezTo>
                    <a:cubicBezTo>
                      <a:pt x="81" y="3"/>
                      <a:pt x="78" y="0"/>
                      <a:pt x="74" y="0"/>
                    </a:cubicBezTo>
                    <a:cubicBezTo>
                      <a:pt x="71" y="0"/>
                      <a:pt x="67" y="3"/>
                      <a:pt x="67" y="7"/>
                    </a:cubicBezTo>
                    <a:cubicBezTo>
                      <a:pt x="67" y="65"/>
                      <a:pt x="67" y="65"/>
                      <a:pt x="67" y="65"/>
                    </a:cubicBezTo>
                    <a:cubicBezTo>
                      <a:pt x="67" y="69"/>
                      <a:pt x="71" y="72"/>
                      <a:pt x="74" y="72"/>
                    </a:cubicBezTo>
                    <a:close/>
                    <a:moveTo>
                      <a:pt x="345" y="72"/>
                    </a:moveTo>
                    <a:cubicBezTo>
                      <a:pt x="349" y="72"/>
                      <a:pt x="352" y="69"/>
                      <a:pt x="352" y="65"/>
                    </a:cubicBezTo>
                    <a:cubicBezTo>
                      <a:pt x="352" y="43"/>
                      <a:pt x="352" y="43"/>
                      <a:pt x="352" y="43"/>
                    </a:cubicBezTo>
                    <a:cubicBezTo>
                      <a:pt x="374" y="43"/>
                      <a:pt x="374" y="43"/>
                      <a:pt x="374" y="43"/>
                    </a:cubicBezTo>
                    <a:cubicBezTo>
                      <a:pt x="378" y="43"/>
                      <a:pt x="381" y="40"/>
                      <a:pt x="381" y="36"/>
                    </a:cubicBezTo>
                    <a:cubicBezTo>
                      <a:pt x="381" y="32"/>
                      <a:pt x="378" y="29"/>
                      <a:pt x="374" y="29"/>
                    </a:cubicBezTo>
                    <a:cubicBezTo>
                      <a:pt x="352" y="29"/>
                      <a:pt x="352" y="29"/>
                      <a:pt x="352" y="29"/>
                    </a:cubicBezTo>
                    <a:cubicBezTo>
                      <a:pt x="352" y="7"/>
                      <a:pt x="352" y="7"/>
                      <a:pt x="352" y="7"/>
                    </a:cubicBezTo>
                    <a:cubicBezTo>
                      <a:pt x="352" y="3"/>
                      <a:pt x="349" y="0"/>
                      <a:pt x="345" y="0"/>
                    </a:cubicBezTo>
                    <a:cubicBezTo>
                      <a:pt x="341" y="0"/>
                      <a:pt x="338" y="3"/>
                      <a:pt x="338" y="7"/>
                    </a:cubicBezTo>
                    <a:cubicBezTo>
                      <a:pt x="338" y="65"/>
                      <a:pt x="338" y="65"/>
                      <a:pt x="338" y="65"/>
                    </a:cubicBezTo>
                    <a:cubicBezTo>
                      <a:pt x="338" y="69"/>
                      <a:pt x="341" y="72"/>
                      <a:pt x="345" y="72"/>
                    </a:cubicBezTo>
                    <a:close/>
                    <a:moveTo>
                      <a:pt x="291" y="72"/>
                    </a:moveTo>
                    <a:cubicBezTo>
                      <a:pt x="295" y="72"/>
                      <a:pt x="298" y="69"/>
                      <a:pt x="298" y="65"/>
                    </a:cubicBezTo>
                    <a:cubicBezTo>
                      <a:pt x="298" y="43"/>
                      <a:pt x="298" y="43"/>
                      <a:pt x="298" y="43"/>
                    </a:cubicBezTo>
                    <a:cubicBezTo>
                      <a:pt x="320" y="43"/>
                      <a:pt x="320" y="43"/>
                      <a:pt x="320" y="43"/>
                    </a:cubicBezTo>
                    <a:cubicBezTo>
                      <a:pt x="324" y="43"/>
                      <a:pt x="327" y="40"/>
                      <a:pt x="327" y="36"/>
                    </a:cubicBezTo>
                    <a:cubicBezTo>
                      <a:pt x="327" y="32"/>
                      <a:pt x="324" y="29"/>
                      <a:pt x="320" y="29"/>
                    </a:cubicBezTo>
                    <a:cubicBezTo>
                      <a:pt x="298" y="29"/>
                      <a:pt x="298" y="29"/>
                      <a:pt x="298" y="29"/>
                    </a:cubicBezTo>
                    <a:cubicBezTo>
                      <a:pt x="298" y="7"/>
                      <a:pt x="298" y="7"/>
                      <a:pt x="298" y="7"/>
                    </a:cubicBezTo>
                    <a:cubicBezTo>
                      <a:pt x="298" y="3"/>
                      <a:pt x="295" y="0"/>
                      <a:pt x="291" y="0"/>
                    </a:cubicBezTo>
                    <a:cubicBezTo>
                      <a:pt x="287" y="0"/>
                      <a:pt x="284" y="3"/>
                      <a:pt x="284" y="7"/>
                    </a:cubicBezTo>
                    <a:cubicBezTo>
                      <a:pt x="284" y="65"/>
                      <a:pt x="284" y="65"/>
                      <a:pt x="284" y="65"/>
                    </a:cubicBezTo>
                    <a:cubicBezTo>
                      <a:pt x="284" y="69"/>
                      <a:pt x="287" y="72"/>
                      <a:pt x="291" y="72"/>
                    </a:cubicBezTo>
                    <a:close/>
                    <a:moveTo>
                      <a:pt x="399" y="547"/>
                    </a:moveTo>
                    <a:cubicBezTo>
                      <a:pt x="80" y="547"/>
                      <a:pt x="80" y="547"/>
                      <a:pt x="80" y="547"/>
                    </a:cubicBezTo>
                    <a:cubicBezTo>
                      <a:pt x="76" y="547"/>
                      <a:pt x="73" y="550"/>
                      <a:pt x="73" y="554"/>
                    </a:cubicBezTo>
                    <a:cubicBezTo>
                      <a:pt x="73" y="558"/>
                      <a:pt x="76" y="561"/>
                      <a:pt x="80" y="561"/>
                    </a:cubicBezTo>
                    <a:cubicBezTo>
                      <a:pt x="399" y="561"/>
                      <a:pt x="399" y="561"/>
                      <a:pt x="399" y="561"/>
                    </a:cubicBezTo>
                    <a:cubicBezTo>
                      <a:pt x="403" y="561"/>
                      <a:pt x="406" y="558"/>
                      <a:pt x="406" y="554"/>
                    </a:cubicBezTo>
                    <a:cubicBezTo>
                      <a:pt x="406" y="550"/>
                      <a:pt x="403" y="547"/>
                      <a:pt x="399" y="547"/>
                    </a:cubicBezTo>
                    <a:close/>
                    <a:moveTo>
                      <a:pt x="399" y="488"/>
                    </a:moveTo>
                    <a:cubicBezTo>
                      <a:pt x="80" y="488"/>
                      <a:pt x="80" y="488"/>
                      <a:pt x="80" y="488"/>
                    </a:cubicBezTo>
                    <a:cubicBezTo>
                      <a:pt x="76" y="488"/>
                      <a:pt x="73" y="491"/>
                      <a:pt x="73" y="495"/>
                    </a:cubicBezTo>
                    <a:cubicBezTo>
                      <a:pt x="73" y="499"/>
                      <a:pt x="76" y="502"/>
                      <a:pt x="80" y="502"/>
                    </a:cubicBezTo>
                    <a:cubicBezTo>
                      <a:pt x="399" y="502"/>
                      <a:pt x="399" y="502"/>
                      <a:pt x="399" y="502"/>
                    </a:cubicBezTo>
                    <a:cubicBezTo>
                      <a:pt x="403" y="502"/>
                      <a:pt x="406" y="499"/>
                      <a:pt x="406" y="495"/>
                    </a:cubicBezTo>
                    <a:cubicBezTo>
                      <a:pt x="406" y="491"/>
                      <a:pt x="403" y="488"/>
                      <a:pt x="399" y="488"/>
                    </a:cubicBezTo>
                    <a:close/>
                    <a:moveTo>
                      <a:pt x="399" y="428"/>
                    </a:moveTo>
                    <a:cubicBezTo>
                      <a:pt x="80" y="428"/>
                      <a:pt x="80" y="428"/>
                      <a:pt x="80" y="428"/>
                    </a:cubicBezTo>
                    <a:cubicBezTo>
                      <a:pt x="76" y="428"/>
                      <a:pt x="73" y="431"/>
                      <a:pt x="73" y="435"/>
                    </a:cubicBezTo>
                    <a:cubicBezTo>
                      <a:pt x="73" y="439"/>
                      <a:pt x="76" y="442"/>
                      <a:pt x="80" y="442"/>
                    </a:cubicBezTo>
                    <a:cubicBezTo>
                      <a:pt x="399" y="442"/>
                      <a:pt x="399" y="442"/>
                      <a:pt x="399" y="442"/>
                    </a:cubicBezTo>
                    <a:cubicBezTo>
                      <a:pt x="403" y="442"/>
                      <a:pt x="406" y="439"/>
                      <a:pt x="406" y="435"/>
                    </a:cubicBezTo>
                    <a:cubicBezTo>
                      <a:pt x="406" y="431"/>
                      <a:pt x="403" y="428"/>
                      <a:pt x="399" y="428"/>
                    </a:cubicBezTo>
                    <a:close/>
                    <a:moveTo>
                      <a:pt x="399" y="369"/>
                    </a:moveTo>
                    <a:cubicBezTo>
                      <a:pt x="80" y="369"/>
                      <a:pt x="80" y="369"/>
                      <a:pt x="80" y="369"/>
                    </a:cubicBezTo>
                    <a:cubicBezTo>
                      <a:pt x="76" y="369"/>
                      <a:pt x="73" y="372"/>
                      <a:pt x="73" y="376"/>
                    </a:cubicBezTo>
                    <a:cubicBezTo>
                      <a:pt x="73" y="380"/>
                      <a:pt x="76" y="383"/>
                      <a:pt x="80" y="383"/>
                    </a:cubicBezTo>
                    <a:cubicBezTo>
                      <a:pt x="399" y="383"/>
                      <a:pt x="399" y="383"/>
                      <a:pt x="399" y="383"/>
                    </a:cubicBezTo>
                    <a:cubicBezTo>
                      <a:pt x="403" y="383"/>
                      <a:pt x="406" y="380"/>
                      <a:pt x="406" y="376"/>
                    </a:cubicBezTo>
                    <a:cubicBezTo>
                      <a:pt x="406" y="372"/>
                      <a:pt x="403" y="369"/>
                      <a:pt x="399" y="369"/>
                    </a:cubicBezTo>
                    <a:close/>
                    <a:moveTo>
                      <a:pt x="399" y="310"/>
                    </a:moveTo>
                    <a:cubicBezTo>
                      <a:pt x="80" y="310"/>
                      <a:pt x="80" y="310"/>
                      <a:pt x="80" y="310"/>
                    </a:cubicBezTo>
                    <a:cubicBezTo>
                      <a:pt x="76" y="310"/>
                      <a:pt x="73" y="313"/>
                      <a:pt x="73" y="317"/>
                    </a:cubicBezTo>
                    <a:cubicBezTo>
                      <a:pt x="73" y="320"/>
                      <a:pt x="76" y="324"/>
                      <a:pt x="80" y="324"/>
                    </a:cubicBezTo>
                    <a:cubicBezTo>
                      <a:pt x="399" y="324"/>
                      <a:pt x="399" y="324"/>
                      <a:pt x="399" y="324"/>
                    </a:cubicBezTo>
                    <a:cubicBezTo>
                      <a:pt x="403" y="324"/>
                      <a:pt x="406" y="320"/>
                      <a:pt x="406" y="317"/>
                    </a:cubicBezTo>
                    <a:cubicBezTo>
                      <a:pt x="406" y="313"/>
                      <a:pt x="403" y="310"/>
                      <a:pt x="399" y="310"/>
                    </a:cubicBezTo>
                    <a:close/>
                    <a:moveTo>
                      <a:pt x="399" y="250"/>
                    </a:moveTo>
                    <a:cubicBezTo>
                      <a:pt x="80" y="250"/>
                      <a:pt x="80" y="250"/>
                      <a:pt x="80" y="250"/>
                    </a:cubicBezTo>
                    <a:cubicBezTo>
                      <a:pt x="76" y="250"/>
                      <a:pt x="73" y="253"/>
                      <a:pt x="73" y="257"/>
                    </a:cubicBezTo>
                    <a:cubicBezTo>
                      <a:pt x="73" y="261"/>
                      <a:pt x="76" y="264"/>
                      <a:pt x="80" y="264"/>
                    </a:cubicBezTo>
                    <a:cubicBezTo>
                      <a:pt x="399" y="264"/>
                      <a:pt x="399" y="264"/>
                      <a:pt x="399" y="264"/>
                    </a:cubicBezTo>
                    <a:cubicBezTo>
                      <a:pt x="403" y="264"/>
                      <a:pt x="406" y="261"/>
                      <a:pt x="406" y="257"/>
                    </a:cubicBezTo>
                    <a:cubicBezTo>
                      <a:pt x="406" y="253"/>
                      <a:pt x="403" y="250"/>
                      <a:pt x="399" y="250"/>
                    </a:cubicBezTo>
                    <a:close/>
                    <a:moveTo>
                      <a:pt x="399" y="191"/>
                    </a:moveTo>
                    <a:cubicBezTo>
                      <a:pt x="80" y="191"/>
                      <a:pt x="80" y="191"/>
                      <a:pt x="80" y="191"/>
                    </a:cubicBezTo>
                    <a:cubicBezTo>
                      <a:pt x="76" y="191"/>
                      <a:pt x="73" y="194"/>
                      <a:pt x="73" y="198"/>
                    </a:cubicBezTo>
                    <a:cubicBezTo>
                      <a:pt x="73" y="202"/>
                      <a:pt x="76" y="205"/>
                      <a:pt x="80" y="205"/>
                    </a:cubicBezTo>
                    <a:cubicBezTo>
                      <a:pt x="399" y="205"/>
                      <a:pt x="399" y="205"/>
                      <a:pt x="399" y="205"/>
                    </a:cubicBezTo>
                    <a:cubicBezTo>
                      <a:pt x="403" y="205"/>
                      <a:pt x="406" y="202"/>
                      <a:pt x="406" y="198"/>
                    </a:cubicBezTo>
                    <a:cubicBezTo>
                      <a:pt x="406" y="194"/>
                      <a:pt x="403" y="191"/>
                      <a:pt x="399" y="191"/>
                    </a:cubicBezTo>
                    <a:close/>
                    <a:moveTo>
                      <a:pt x="399" y="131"/>
                    </a:moveTo>
                    <a:cubicBezTo>
                      <a:pt x="80" y="131"/>
                      <a:pt x="80" y="131"/>
                      <a:pt x="80" y="131"/>
                    </a:cubicBezTo>
                    <a:cubicBezTo>
                      <a:pt x="76" y="131"/>
                      <a:pt x="73" y="134"/>
                      <a:pt x="73" y="138"/>
                    </a:cubicBezTo>
                    <a:cubicBezTo>
                      <a:pt x="73" y="142"/>
                      <a:pt x="76" y="145"/>
                      <a:pt x="80" y="145"/>
                    </a:cubicBezTo>
                    <a:cubicBezTo>
                      <a:pt x="399" y="145"/>
                      <a:pt x="399" y="145"/>
                      <a:pt x="399" y="145"/>
                    </a:cubicBezTo>
                    <a:cubicBezTo>
                      <a:pt x="403" y="145"/>
                      <a:pt x="406" y="142"/>
                      <a:pt x="406" y="138"/>
                    </a:cubicBezTo>
                    <a:cubicBezTo>
                      <a:pt x="406" y="134"/>
                      <a:pt x="403" y="131"/>
                      <a:pt x="399" y="131"/>
                    </a:cubicBezTo>
                    <a:close/>
                  </a:path>
                </a:pathLst>
              </a:custGeom>
              <a:solidFill>
                <a:schemeClr val="accent5"/>
              </a:solidFill>
              <a:ln>
                <a:noFill/>
              </a:ln>
            </p:spPr>
            <p:txBody>
              <a:bodyPr vert="horz" wrap="square" lIns="91437" tIns="45718" rIns="91437" bIns="45718"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630" b="0" i="0" u="none" strike="noStrike" kern="1200" cap="none" spc="0" normalizeH="0" baseline="0" noProof="0" dirty="0">
                  <a:ln>
                    <a:noFill/>
                  </a:ln>
                  <a:solidFill>
                    <a:srgbClr val="57565A"/>
                  </a:solidFill>
                  <a:effectLst/>
                  <a:uLnTx/>
                  <a:uFillTx/>
                  <a:latin typeface="Aptos"/>
                  <a:ea typeface="+mn-ea"/>
                  <a:cs typeface="+mn-cs"/>
                </a:endParaRPr>
              </a:p>
            </p:txBody>
          </p:sp>
        </p:grpSp>
        <p:sp>
          <p:nvSpPr>
            <p:cNvPr id="31" name="ZoneTexte 73">
              <a:extLst>
                <a:ext uri="{FF2B5EF4-FFF2-40B4-BE49-F238E27FC236}">
                  <a16:creationId xmlns:a16="http://schemas.microsoft.com/office/drawing/2014/main" id="{D815558E-3785-DEEB-0B46-2C706D3182E9}"/>
                </a:ext>
              </a:extLst>
            </p:cNvPr>
            <p:cNvSpPr txBox="1"/>
            <p:nvPr/>
          </p:nvSpPr>
          <p:spPr>
            <a:xfrm>
              <a:off x="8163144" y="1594355"/>
              <a:ext cx="2491174" cy="414003"/>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87" b="0" i="0" u="none" strike="noStrike" kern="1200" cap="none" spc="0" normalizeH="0" baseline="0" noProof="0" dirty="0">
                  <a:ln>
                    <a:noFill/>
                  </a:ln>
                  <a:solidFill>
                    <a:prstClr val="white"/>
                  </a:solidFill>
                  <a:effectLst/>
                  <a:uLnTx/>
                  <a:uFillTx/>
                  <a:latin typeface="Aptos"/>
                  <a:ea typeface="+mn-ea"/>
                  <a:cs typeface="+mn-cs"/>
                </a:rPr>
                <a:t>BESOINS &amp; EXIGENCES</a:t>
              </a:r>
            </a:p>
          </p:txBody>
        </p:sp>
        <p:sp>
          <p:nvSpPr>
            <p:cNvPr id="32" name="ZoneTexte 74">
              <a:extLst>
                <a:ext uri="{FF2B5EF4-FFF2-40B4-BE49-F238E27FC236}">
                  <a16:creationId xmlns:a16="http://schemas.microsoft.com/office/drawing/2014/main" id="{3565F6AA-40F6-EE7D-5D51-2EB6A2747A05}"/>
                </a:ext>
              </a:extLst>
            </p:cNvPr>
            <p:cNvSpPr txBox="1"/>
            <p:nvPr/>
          </p:nvSpPr>
          <p:spPr>
            <a:xfrm>
              <a:off x="9099300" y="3012827"/>
              <a:ext cx="2947408" cy="832126"/>
            </a:xfrm>
            <a:prstGeom prst="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87" b="0" i="0" u="none" strike="noStrike" kern="1200" cap="none" spc="0" normalizeH="0" baseline="0" noProof="0" dirty="0">
                  <a:ln>
                    <a:noFill/>
                  </a:ln>
                  <a:solidFill>
                    <a:prstClr val="white"/>
                  </a:solidFill>
                  <a:effectLst/>
                  <a:uLnTx/>
                  <a:uFillTx/>
                  <a:latin typeface="Aptos"/>
                  <a:ea typeface="+mn-ea"/>
                  <a:cs typeface="+mn-cs"/>
                </a:rPr>
                <a:t>PERSONNALISATION DE L’ERP</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87" b="0" i="0" u="none" strike="noStrike" kern="1200" cap="none" spc="0" normalizeH="0" baseline="0" noProof="0" dirty="0">
                  <a:ln>
                    <a:noFill/>
                  </a:ln>
                  <a:solidFill>
                    <a:prstClr val="white"/>
                  </a:solidFill>
                  <a:effectLst/>
                  <a:uLnTx/>
                  <a:uFillTx/>
                  <a:latin typeface="Aptos"/>
                  <a:ea typeface="+mn-ea"/>
                  <a:cs typeface="+mn-cs"/>
                </a:rPr>
                <a:t>TEST</a:t>
              </a:r>
            </a:p>
          </p:txBody>
        </p:sp>
        <p:sp>
          <p:nvSpPr>
            <p:cNvPr id="33" name="ZoneTexte 75">
              <a:extLst>
                <a:ext uri="{FF2B5EF4-FFF2-40B4-BE49-F238E27FC236}">
                  <a16:creationId xmlns:a16="http://schemas.microsoft.com/office/drawing/2014/main" id="{BE6F69E3-5CB8-C2E6-05CB-4B5477A3D41F}"/>
                </a:ext>
              </a:extLst>
            </p:cNvPr>
            <p:cNvSpPr txBox="1"/>
            <p:nvPr/>
          </p:nvSpPr>
          <p:spPr>
            <a:xfrm>
              <a:off x="8155414" y="5868625"/>
              <a:ext cx="2947408" cy="588596"/>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87" b="0" i="0" u="none" strike="noStrike" kern="1200" cap="none" spc="0" normalizeH="0" baseline="0" noProof="0" dirty="0">
                  <a:ln>
                    <a:noFill/>
                  </a:ln>
                  <a:solidFill>
                    <a:prstClr val="white"/>
                  </a:solidFill>
                  <a:effectLst/>
                  <a:uLnTx/>
                  <a:uFillTx/>
                  <a:latin typeface="Aptos"/>
                  <a:ea typeface="+mn-ea"/>
                  <a:cs typeface="+mn-cs"/>
                </a:rPr>
                <a:t>FORMATION DES UTILISATEUR</a:t>
              </a:r>
              <a:r>
                <a:rPr kumimoji="0" lang="fr-FR" sz="1630" b="0" i="0" u="none" strike="noStrike" kern="1200" cap="none" spc="0" normalizeH="0" baseline="0" noProof="0" dirty="0">
                  <a:ln>
                    <a:noFill/>
                  </a:ln>
                  <a:solidFill>
                    <a:prstClr val="white"/>
                  </a:solidFill>
                  <a:effectLst/>
                  <a:uLnTx/>
                  <a:uFillTx/>
                  <a:latin typeface="Aptos"/>
                  <a:ea typeface="+mn-ea"/>
                  <a:cs typeface="+mn-cs"/>
                </a:rPr>
                <a:t>S</a:t>
              </a:r>
              <a:endParaRPr kumimoji="0" lang="fr-FR" sz="1087" b="0" i="0" u="none" strike="noStrike" kern="1200" cap="none" spc="0" normalizeH="0" baseline="0" noProof="0" dirty="0">
                <a:ln>
                  <a:noFill/>
                </a:ln>
                <a:solidFill>
                  <a:prstClr val="white"/>
                </a:solidFill>
                <a:effectLst/>
                <a:uLnTx/>
                <a:uFillTx/>
                <a:latin typeface="Aptos"/>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87" b="0" i="0" u="none" strike="noStrike" kern="1200" cap="none" spc="0" normalizeH="0" baseline="0" noProof="0" dirty="0">
                  <a:ln>
                    <a:noFill/>
                  </a:ln>
                  <a:solidFill>
                    <a:prstClr val="white"/>
                  </a:solidFill>
                  <a:effectLst/>
                  <a:uLnTx/>
                  <a:uFillTx/>
                  <a:latin typeface="Aptos"/>
                  <a:ea typeface="+mn-ea"/>
                  <a:cs typeface="+mn-cs"/>
                </a:rPr>
                <a:t>MIGRATION DES DONNEES</a:t>
              </a:r>
            </a:p>
          </p:txBody>
        </p:sp>
        <p:sp>
          <p:nvSpPr>
            <p:cNvPr id="34" name="ZoneTexte 76">
              <a:extLst>
                <a:ext uri="{FF2B5EF4-FFF2-40B4-BE49-F238E27FC236}">
                  <a16:creationId xmlns:a16="http://schemas.microsoft.com/office/drawing/2014/main" id="{58326DC0-7E56-E9BD-F348-1C773FA941CE}"/>
                </a:ext>
              </a:extLst>
            </p:cNvPr>
            <p:cNvSpPr txBox="1"/>
            <p:nvPr/>
          </p:nvSpPr>
          <p:spPr>
            <a:xfrm>
              <a:off x="143084" y="5710933"/>
              <a:ext cx="3310239" cy="923147"/>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87" b="0" i="0" u="none" strike="noStrike" kern="1200" cap="none" spc="0" normalizeH="0" baseline="0" noProof="0" dirty="0">
                  <a:ln>
                    <a:noFill/>
                  </a:ln>
                  <a:solidFill>
                    <a:prstClr val="white"/>
                  </a:solidFill>
                  <a:effectLst/>
                  <a:uLnTx/>
                  <a:uFillTx/>
                  <a:latin typeface="Aptos"/>
                  <a:ea typeface="+mn-ea"/>
                  <a:cs typeface="+mn-cs"/>
                </a:rPr>
                <a:t>HAUTE DISPONIBILITÉ PENDANT LES PREMIÈRES SEMAINES D’UTILISATION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87" b="0" i="0" u="none" strike="noStrike" kern="1200" cap="none" spc="0" normalizeH="0" baseline="0" noProof="0" dirty="0">
                  <a:ln>
                    <a:noFill/>
                  </a:ln>
                  <a:solidFill>
                    <a:prstClr val="white"/>
                  </a:solidFill>
                  <a:effectLst/>
                  <a:uLnTx/>
                  <a:uFillTx/>
                  <a:latin typeface="Aptos"/>
                  <a:ea typeface="+mn-ea"/>
                  <a:cs typeface="+mn-cs"/>
                </a:rPr>
                <a:t>RÉACTIVITÉ</a:t>
              </a:r>
            </a:p>
          </p:txBody>
        </p:sp>
        <p:sp>
          <p:nvSpPr>
            <p:cNvPr id="35" name="ZoneTexte 77">
              <a:extLst>
                <a:ext uri="{FF2B5EF4-FFF2-40B4-BE49-F238E27FC236}">
                  <a16:creationId xmlns:a16="http://schemas.microsoft.com/office/drawing/2014/main" id="{58C117E6-2ED6-2FEA-4D59-29114C985ADD}"/>
                </a:ext>
              </a:extLst>
            </p:cNvPr>
            <p:cNvSpPr txBox="1"/>
            <p:nvPr/>
          </p:nvSpPr>
          <p:spPr>
            <a:xfrm>
              <a:off x="127251" y="2979525"/>
              <a:ext cx="2400503" cy="923147"/>
            </a:xfrm>
            <a:prstGeom prst="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87" b="0" i="0" u="none" strike="noStrike" kern="1200" cap="none" spc="0" normalizeH="0" baseline="0" noProof="0" dirty="0">
                  <a:ln>
                    <a:noFill/>
                  </a:ln>
                  <a:solidFill>
                    <a:prstClr val="white"/>
                  </a:solidFill>
                  <a:effectLst/>
                  <a:uLnTx/>
                  <a:uFillTx/>
                  <a:latin typeface="Aptos"/>
                  <a:ea typeface="+mn-ea"/>
                  <a:cs typeface="+mn-cs"/>
                </a:rPr>
                <a:t>DEFINIR LES EVOLUTIONS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87" b="0" i="0" u="none" strike="noStrike" kern="1200" cap="none" spc="0" normalizeH="0" baseline="0" noProof="0" dirty="0">
                  <a:ln>
                    <a:noFill/>
                  </a:ln>
                  <a:solidFill>
                    <a:prstClr val="white"/>
                  </a:solidFill>
                  <a:effectLst/>
                  <a:uLnTx/>
                  <a:uFillTx/>
                  <a:latin typeface="Aptos"/>
                  <a:ea typeface="+mn-ea"/>
                  <a:cs typeface="+mn-cs"/>
                </a:rPr>
                <a:t>PREPARER LA PROCHAINE ÉTAPE</a:t>
              </a:r>
            </a:p>
          </p:txBody>
        </p:sp>
        <p:pic>
          <p:nvPicPr>
            <p:cNvPr id="36" name="Graphic 1">
              <a:extLst>
                <a:ext uri="{FF2B5EF4-FFF2-40B4-BE49-F238E27FC236}">
                  <a16:creationId xmlns:a16="http://schemas.microsoft.com/office/drawing/2014/main" id="{CB88C1E8-3548-8E94-5041-971645332EF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153696" y="3144403"/>
              <a:ext cx="1290983" cy="1485891"/>
            </a:xfrm>
            <a:prstGeom prst="rect">
              <a:avLst/>
            </a:prstGeom>
          </p:spPr>
        </p:pic>
      </p:gr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Espace réservé du contenu 5">
            <a:extLst>
              <a:ext uri="{FF2B5EF4-FFF2-40B4-BE49-F238E27FC236}">
                <a16:creationId xmlns:a16="http://schemas.microsoft.com/office/drawing/2014/main" id="{8B2061D0-770C-F284-BB20-62B1C6C95539}"/>
              </a:ext>
            </a:extLst>
          </p:cNvPr>
          <p:cNvSpPr>
            <a:spLocks noGrp="1"/>
          </p:cNvSpPr>
          <p:nvPr>
            <p:ph idx="1"/>
          </p:nvPr>
        </p:nvSpPr>
        <p:spPr/>
        <p:txBody>
          <a:bodyPr/>
          <a:lstStyle/>
          <a:p>
            <a:pPr lvl="0"/>
            <a:r>
              <a:rPr lang="fr-FR" b="0" i="0" u="none" strike="noStrike" cap="none" dirty="0"/>
              <a:t>Logiciel de gestion tout-en-un</a:t>
            </a:r>
          </a:p>
          <a:p>
            <a:pPr lvl="0"/>
            <a:r>
              <a:rPr lang="fr-FR" b="0" i="0" u="none" strike="noStrike" cap="none" dirty="0"/>
              <a:t>Évolutif et modulable</a:t>
            </a:r>
          </a:p>
          <a:p>
            <a:pPr lvl="0"/>
            <a:r>
              <a:rPr lang="fr-FR" b="0" i="0" u="none" strike="noStrike" cap="none" dirty="0"/>
              <a:t>Facile à utiliser</a:t>
            </a:r>
          </a:p>
          <a:p>
            <a:pPr lvl="0"/>
            <a:r>
              <a:rPr lang="fr-FR" b="0" i="0" u="none" strike="noStrike" cap="none" dirty="0"/>
              <a:t>Entièrement intégré</a:t>
            </a:r>
          </a:p>
        </p:txBody>
      </p:sp>
      <p:sp>
        <p:nvSpPr>
          <p:cNvPr id="4" name="Espace réservé du texte 6">
            <a:extLst>
              <a:ext uri="{FF2B5EF4-FFF2-40B4-BE49-F238E27FC236}">
                <a16:creationId xmlns:a16="http://schemas.microsoft.com/office/drawing/2014/main" id="{224BEC80-3EC3-DC49-269F-B1C030B93B83}"/>
              </a:ext>
            </a:extLst>
          </p:cNvPr>
          <p:cNvSpPr>
            <a:spLocks noGrp="1"/>
          </p:cNvSpPr>
          <p:nvPr>
            <p:ph type="body" sz="quarter" idx="13"/>
          </p:nvPr>
        </p:nvSpPr>
        <p:spPr/>
        <p:txBody>
          <a:bodyPr/>
          <a:lstStyle/>
          <a:p>
            <a:pPr/>
            <a:r>
              <a:t>LA SOLUTION</a:t>
            </a:r>
            <a:endParaRPr lang="en-US"/>
          </a:p>
        </p:txBody>
      </p:sp>
      <p:sp>
        <p:nvSpPr>
          <p:cNvPr id="5" name="Titre 1">
            <a:extLst>
              <a:ext uri="{FF2B5EF4-FFF2-40B4-BE49-F238E27FC236}">
                <a16:creationId xmlns:a16="http://schemas.microsoft.com/office/drawing/2014/main" id="{3FF30C7D-F11B-556A-0F96-92D2349C3965}"/>
              </a:ext>
            </a:extLst>
          </p:cNvPr>
          <p:cNvSpPr>
            <a:spLocks noGrp="1"/>
          </p:cNvSpPr>
          <p:nvPr>
            <p:ph type="title"/>
          </p:nvPr>
        </p:nvSpPr>
        <p:spPr/>
        <p:txBody>
          <a:bodyPr/>
          <a:lstStyle/>
          <a:p>
            <a:pPr/>
            <a:r>
              <a:t>ODOO</a:t>
            </a:r>
          </a:p>
        </p:txBody>
      </p:sp>
      <p:grpSp>
        <p:nvGrpSpPr>
          <p:cNvPr id="7" name="Transplant"/>
          <p:cNvGrpSpPr/>
          <p:nvPr/>
        </p:nvGrpSpPr>
        <p:grpSpPr>
          <a:xfrm>
            <a:off x="7159752" y="2502991"/>
            <a:ext cx="4343400" cy="3223617"/>
            <a:chOff x="6816000" y="909000"/>
            <a:chExt cx="5219700" cy="3873997"/>
          </a:xfrm>
        </p:grpSpPr>
        <p:pic>
          <p:nvPicPr>
            <p:cNvPr id="8" name="Image 3" descr="Une image contenant texte, capture d’écran, diagramme, conception&#10;&#10;Le contenu généré par l’IA peut être incorrect.">
              <a:extLst>
                <a:ext uri="{FF2B5EF4-FFF2-40B4-BE49-F238E27FC236}">
                  <a16:creationId xmlns:a16="http://schemas.microsoft.com/office/drawing/2014/main" id="{5A2C15F1-9DCE-0119-F87F-CD06E8CFFA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16000" y="909000"/>
              <a:ext cx="5219700" cy="3873997"/>
            </a:xfrm>
            <a:prstGeom prst="rect">
              <a:avLst/>
            </a:prstGeom>
          </p:spPr>
        </p:pic>
      </p:gr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re 1">
            <a:extLst>
              <a:ext uri="{FF2B5EF4-FFF2-40B4-BE49-F238E27FC236}">
                <a16:creationId xmlns:a16="http://schemas.microsoft.com/office/drawing/2014/main" id="{F67CD525-38C5-F409-B0C0-BADBBABBBEB2}"/>
              </a:ext>
            </a:extLst>
          </p:cNvPr>
          <p:cNvSpPr>
            <a:spLocks noGrp="1"/>
          </p:cNvSpPr>
          <p:nvPr>
            <p:ph type="title"/>
          </p:nvPr>
        </p:nvSpPr>
        <p:spPr/>
        <p:txBody>
          <a:bodyPr/>
          <a:lstStyle/>
          <a:p>
            <a:pPr/>
            <a:r>
              <a:t>UN LOGICIEL, UNE SUCCESS STORY</a:t>
            </a:r>
          </a:p>
        </p:txBody>
      </p:sp>
      <p:sp>
        <p:nvSpPr>
          <p:cNvPr id="3" name="Espace réservé du texte 2">
            <a:extLst>
              <a:ext uri="{FF2B5EF4-FFF2-40B4-BE49-F238E27FC236}">
                <a16:creationId xmlns:a16="http://schemas.microsoft.com/office/drawing/2014/main" id="{6D7EBAF3-0B92-9D29-9863-12271A2426DB}"/>
              </a:ext>
            </a:extLst>
          </p:cNvPr>
          <p:cNvSpPr>
            <a:spLocks noGrp="1"/>
          </p:cNvSpPr>
          <p:nvPr>
            <p:ph type="body" sz="quarter" idx="20"/>
          </p:nvPr>
        </p:nvSpPr>
        <p:spPr/>
        <p:txBody>
          <a:bodyPr/>
          <a:lstStyle/>
          <a:p>
            <a:pPr/>
            <a:r>
              <a:t>+5K</a:t>
            </a:r>
            <a:endParaRPr lang="en-US"/>
          </a:p>
        </p:txBody>
      </p:sp>
      <p:sp>
        <p:nvSpPr>
          <p:cNvPr id="4" name="Espace réservé du texte 3">
            <a:extLst>
              <a:ext uri="{FF2B5EF4-FFF2-40B4-BE49-F238E27FC236}">
                <a16:creationId xmlns:a16="http://schemas.microsoft.com/office/drawing/2014/main" id="{32BF135C-83BC-556F-3D04-AF47FD898F22}"/>
              </a:ext>
            </a:extLst>
          </p:cNvPr>
          <p:cNvSpPr>
            <a:spLocks noGrp="1"/>
          </p:cNvSpPr>
          <p:nvPr>
            <p:ph type="body" sz="quarter" idx="21"/>
          </p:nvPr>
        </p:nvSpPr>
        <p:spPr/>
        <p:txBody>
          <a:bodyPr/>
          <a:lstStyle/>
          <a:p>
            <a:pPr/>
            <a:r>
              <a:t>EMPLOYÉS</a:t>
            </a:r>
            <a:endParaRPr lang="en-US"/>
          </a:p>
        </p:txBody>
      </p:sp>
      <p:sp>
        <p:nvSpPr>
          <p:cNvPr id="6" name="Espace réservé du texte 5">
            <a:extLst>
              <a:ext uri="{FF2B5EF4-FFF2-40B4-BE49-F238E27FC236}">
                <a16:creationId xmlns:a16="http://schemas.microsoft.com/office/drawing/2014/main" id="{229E4294-47B8-A93E-3C02-F2E64761DA0B}"/>
              </a:ext>
            </a:extLst>
          </p:cNvPr>
          <p:cNvSpPr>
            <a:spLocks noGrp="1"/>
          </p:cNvSpPr>
          <p:nvPr>
            <p:ph type="body" sz="quarter" idx="13"/>
          </p:nvPr>
        </p:nvSpPr>
        <p:spPr/>
        <p:txBody>
          <a:bodyPr/>
          <a:lstStyle/>
          <a:p>
            <a:pPr/>
            <a:r>
              <a:t>ODOO</a:t>
            </a:r>
            <a:endParaRPr lang="en-US"/>
          </a:p>
        </p:txBody>
      </p:sp>
      <p:sp>
        <p:nvSpPr>
          <p:cNvPr id="7" name="Espace réservé du texte 6">
            <a:extLst>
              <a:ext uri="{FF2B5EF4-FFF2-40B4-BE49-F238E27FC236}">
                <a16:creationId xmlns:a16="http://schemas.microsoft.com/office/drawing/2014/main" id="{A2B09722-1122-F566-903B-B46D6808B603}"/>
              </a:ext>
            </a:extLst>
          </p:cNvPr>
          <p:cNvSpPr>
            <a:spLocks noGrp="1"/>
          </p:cNvSpPr>
          <p:nvPr>
            <p:ph type="body" sz="quarter" idx="23"/>
          </p:nvPr>
        </p:nvSpPr>
        <p:spPr/>
        <p:txBody>
          <a:bodyPr/>
          <a:lstStyle/>
          <a:p>
            <a:pPr/>
            <a:r>
              <a:t>+12M</a:t>
            </a:r>
            <a:endParaRPr lang="en-US"/>
          </a:p>
        </p:txBody>
      </p:sp>
      <p:sp>
        <p:nvSpPr>
          <p:cNvPr id="8" name="Espace réservé du texte 7">
            <a:extLst>
              <a:ext uri="{FF2B5EF4-FFF2-40B4-BE49-F238E27FC236}">
                <a16:creationId xmlns:a16="http://schemas.microsoft.com/office/drawing/2014/main" id="{9E6E315A-8B37-34D4-E18F-DC3A8468CEEE}"/>
              </a:ext>
            </a:extLst>
          </p:cNvPr>
          <p:cNvSpPr>
            <a:spLocks noGrp="1"/>
          </p:cNvSpPr>
          <p:nvPr>
            <p:ph type="body" sz="quarter" idx="24"/>
          </p:nvPr>
        </p:nvSpPr>
        <p:spPr/>
        <p:txBody>
          <a:bodyPr/>
          <a:lstStyle/>
          <a:p>
            <a:pPr/>
            <a:r>
              <a:t>D’UTILISATEURS</a:t>
            </a:r>
            <a:endParaRPr lang="en-US"/>
          </a:p>
        </p:txBody>
      </p:sp>
      <p:sp>
        <p:nvSpPr>
          <p:cNvPr id="10" name="Espace réservé du texte 9">
            <a:extLst>
              <a:ext uri="{FF2B5EF4-FFF2-40B4-BE49-F238E27FC236}">
                <a16:creationId xmlns:a16="http://schemas.microsoft.com/office/drawing/2014/main" id="{1B15CBC4-6C68-D92C-F969-8BD5D798EC04}"/>
              </a:ext>
            </a:extLst>
          </p:cNvPr>
          <p:cNvSpPr>
            <a:spLocks noGrp="1"/>
          </p:cNvSpPr>
          <p:nvPr>
            <p:ph type="body" sz="quarter" idx="26"/>
          </p:nvPr>
        </p:nvSpPr>
        <p:spPr/>
        <p:txBody>
          <a:bodyPr/>
          <a:lstStyle/>
          <a:p>
            <a:pPr/>
            <a:r>
              <a:t>+47K</a:t>
            </a:r>
            <a:endParaRPr lang="en-US"/>
          </a:p>
        </p:txBody>
      </p:sp>
      <p:sp>
        <p:nvSpPr>
          <p:cNvPr id="11" name="Espace réservé du texte 10">
            <a:extLst>
              <a:ext uri="{FF2B5EF4-FFF2-40B4-BE49-F238E27FC236}">
                <a16:creationId xmlns:a16="http://schemas.microsoft.com/office/drawing/2014/main" id="{4C94FEB1-8051-5B6E-DE61-617C78130CCA}"/>
              </a:ext>
            </a:extLst>
          </p:cNvPr>
          <p:cNvSpPr>
            <a:spLocks noGrp="1"/>
          </p:cNvSpPr>
          <p:nvPr>
            <p:ph type="body" sz="quarter" idx="27"/>
          </p:nvPr>
        </p:nvSpPr>
        <p:spPr/>
        <p:txBody>
          <a:bodyPr/>
          <a:lstStyle/>
          <a:p>
            <a:pPr/>
            <a:r>
              <a:t>MODULES</a:t>
            </a:r>
            <a:endParaRPr lang="en-US"/>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re 1">
            <a:extLst>
              <a:ext uri="{FF2B5EF4-FFF2-40B4-BE49-F238E27FC236}">
                <a16:creationId xmlns:a16="http://schemas.microsoft.com/office/drawing/2014/main" id="{776693BB-AA83-4072-9715-AA9BC0D4E25C}"/>
              </a:ext>
            </a:extLst>
          </p:cNvPr>
          <p:cNvSpPr>
            <a:spLocks noGrp="1"/>
          </p:cNvSpPr>
          <p:nvPr>
            <p:ph type="title"/>
          </p:nvPr>
        </p:nvSpPr>
        <p:spPr/>
        <p:txBody>
          <a:bodyPr/>
          <a:lstStyle/>
          <a:p>
            <a:pPr/>
            <a:r>
              <a:t>BESOINS ET SOLUTIONS</a:t>
            </a:r>
          </a:p>
        </p:txBody>
      </p:sp>
      <p:sp>
        <p:nvSpPr>
          <p:cNvPr id="3" name="Espace réservé du texte 2">
            <a:extLst>
              <a:ext uri="{FF2B5EF4-FFF2-40B4-BE49-F238E27FC236}">
                <a16:creationId xmlns:a16="http://schemas.microsoft.com/office/drawing/2014/main" id="{AA14A04B-EBD5-902B-4F33-B256D611E2F1}"/>
              </a:ext>
            </a:extLst>
          </p:cNvPr>
          <p:cNvSpPr>
            <a:spLocks noGrp="1"/>
          </p:cNvSpPr>
          <p:nvPr>
            <p:ph type="body" idx="1"/>
          </p:nvPr>
        </p:nvSpPr>
        <p:spPr/>
        <p:txBody>
          <a:bodyPr/>
          <a:lstStyle/>
          <a:p>
            <a:pPr/>
            <a:r>
              <a:t>03</a:t>
            </a:r>
            <a:endParaRPr lang="en-US"/>
          </a:p>
        </p:txBody>
      </p:sp>
      <p:sp>
        <p:nvSpPr>
          <p:cNvPr id="5" name="Espace réservé du texte 4">
            <a:extLst>
              <a:ext uri="{FF2B5EF4-FFF2-40B4-BE49-F238E27FC236}">
                <a16:creationId xmlns:a16="http://schemas.microsoft.com/office/drawing/2014/main" id="{2A347D23-6373-2C86-5BFE-EAFA7C15BEE8}"/>
              </a:ext>
            </a:extLst>
          </p:cNvPr>
          <p:cNvSpPr>
            <a:spLocks noGrp="1"/>
          </p:cNvSpPr>
          <p:nvPr>
            <p:ph type="body" sz="quarter" idx="13"/>
          </p:nvPr>
        </p:nvSpPr>
        <p:spPr/>
        <p:txBody>
          <a:bodyPr/>
          <a:lstStyle/>
          <a:p>
            <a:pPr/>
            <a:r>
              <a:t>ANALYSE</a:t>
            </a:r>
            <a:endParaRPr lang="en-US"/>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itre 3">
            <a:extLst>
              <a:ext uri="{FF2B5EF4-FFF2-40B4-BE49-F238E27FC236}">
                <a16:creationId xmlns:a16="http://schemas.microsoft.com/office/drawing/2014/main" id="{8BD760E0-1C2E-B527-7AEB-5989C44CA2B1}"/>
              </a:ext>
            </a:extLst>
          </p:cNvPr>
          <p:cNvSpPr>
            <a:spLocks noGrp="1"/>
          </p:cNvSpPr>
          <p:nvPr>
            <p:ph type="title"/>
          </p:nvPr>
        </p:nvSpPr>
        <p:spPr/>
        <p:txBody>
          <a:bodyPr/>
          <a:lstStyle/>
          <a:p>
            <a:pPr/>
            <a:r>
              <a:t>Schéma du process global</a:t>
            </a:r>
            <a:endParaRPr lang="en-US"/>
          </a:p>
        </p:txBody>
      </p:sp>
      <p:sp>
        <p:nvSpPr>
          <p:cNvPr id="4" name="Espace réservé du texte 4">
            <a:extLst>
              <a:ext uri="{FF2B5EF4-FFF2-40B4-BE49-F238E27FC236}">
                <a16:creationId xmlns:a16="http://schemas.microsoft.com/office/drawing/2014/main" id="{9708AD2C-B952-9123-1A4E-8B4A44593D7A}"/>
              </a:ext>
            </a:extLst>
          </p:cNvPr>
          <p:cNvSpPr>
            <a:spLocks noGrp="1"/>
          </p:cNvSpPr>
          <p:nvPr>
            <p:ph type="body" sz="quarter" idx="13"/>
          </p:nvPr>
        </p:nvSpPr>
        <p:spPr/>
        <p:txBody>
          <a:bodyPr/>
          <a:lstStyle/>
          <a:p>
            <a:pPr/>
            <a:r>
              <a:t>PROCESS</a:t>
            </a:r>
            <a:endParaRPr lang="en-US"/>
          </a:p>
        </p:txBody>
      </p:sp>
      <p:grpSp>
        <p:nvGrpSpPr>
          <p:cNvPr id="5" name="Transplant"/>
          <p:cNvGrpSpPr/>
          <p:nvPr/>
        </p:nvGrpSpPr>
        <p:grpSpPr>
          <a:xfrm>
            <a:off x="694944" y="1829840"/>
            <a:ext cx="10799064" cy="4158439"/>
            <a:chOff x="0" y="2132013"/>
            <a:chExt cx="11817350" cy="4550555"/>
          </a:xfrm>
        </p:grpSpPr>
        <p:pic>
          <p:nvPicPr>
            <p:cNvPr id="6" name="Espace réservé du contenu 6" descr="Une image contenant texte, capture d’écran, écran&#10;&#10;Description générée automatiquement">
              <a:extLst>
                <a:ext uri="{FF2B5EF4-FFF2-40B4-BE49-F238E27FC236}">
                  <a16:creationId xmlns:a16="http://schemas.microsoft.com/office/drawing/2014/main" id="{F6117663-C3D8-A3BB-3EE5-22E4659220B1}"/>
                </a:ext>
              </a:extLst>
            </p:cNvPr>
            <p:cNvPicPr>
              <a:picLocks noGrp="1" noChangeAspect="1"/>
            </p:cNvPicPr>
            <p:nvPr/>
          </p:nvPicPr>
          <p:blipFill>
            <a:blip r:embed="rId2"/>
            <a:stretch>
              <a:fillRect/>
            </a:stretch>
          </p:blipFill>
          <p:spPr>
            <a:xfrm>
              <a:off x="0" y="2132013"/>
              <a:ext cx="11817350" cy="2593975"/>
            </a:xfrm>
            <a:prstGeom prst="rect">
              <a:avLst/>
            </a:prstGeom>
          </p:spPr>
        </p:pic>
        <p:sp>
          <p:nvSpPr>
            <p:cNvPr id="7" name="ZoneTexte 1">
              <a:extLst>
                <a:ext uri="{FF2B5EF4-FFF2-40B4-BE49-F238E27FC236}">
                  <a16:creationId xmlns:a16="http://schemas.microsoft.com/office/drawing/2014/main" id="{F0236217-D755-B5F7-73D7-08DF88D875A7}"/>
                </a:ext>
              </a:extLst>
            </p:cNvPr>
            <p:cNvSpPr txBox="1"/>
            <p:nvPr/>
          </p:nvSpPr>
          <p:spPr>
            <a:xfrm>
              <a:off x="2140999" y="6313236"/>
              <a:ext cx="791000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644" b="1" i="0" u="none" strike="noStrike" kern="1200" cap="none" spc="0" normalizeH="0" baseline="0" noProof="0" dirty="0">
                  <a:ln>
                    <a:noFill/>
                  </a:ln>
                  <a:solidFill>
                    <a:srgbClr val="212529"/>
                  </a:solidFill>
                  <a:effectLst/>
                  <a:uLnTx/>
                  <a:uFillTx/>
                  <a:latin typeface="Aptos"/>
                  <a:ea typeface="+mn-ea"/>
                  <a:cs typeface="+mn-cs"/>
                </a:rPr>
                <a:t>Lien du schéma : </a:t>
              </a:r>
              <a:r>
                <a:rPr kumimoji="0" lang="fr-FR" sz="1644" b="0" i="0" u="none" strike="noStrike" kern="1200" cap="none" spc="0" normalizeH="0" baseline="0" noProof="0" dirty="0">
                  <a:ln>
                    <a:noFill/>
                  </a:ln>
                  <a:solidFill>
                    <a:srgbClr val="212529"/>
                  </a:solidFill>
                  <a:effectLst/>
                  <a:uLnTx/>
                  <a:uFillTx/>
                  <a:latin typeface="Aptos"/>
                  <a:ea typeface="+mn-ea"/>
                  <a:cs typeface="+mn-cs"/>
                </a:rPr>
                <a:t>utiliser </a:t>
              </a:r>
              <a:r>
                <a:rPr kumimoji="0" lang="fr-FR" sz="1644" b="0" i="0" u="none" strike="noStrike" kern="1200" cap="none" spc="0" normalizeH="0" baseline="0" noProof="0" dirty="0" err="1">
                  <a:ln>
                    <a:noFill/>
                  </a:ln>
                  <a:solidFill>
                    <a:srgbClr val="212529"/>
                  </a:solidFill>
                  <a:effectLst/>
                  <a:uLnTx/>
                  <a:uFillTx/>
                  <a:latin typeface="Aptos"/>
                  <a:ea typeface="+mn-ea"/>
                  <a:cs typeface="+mn-cs"/>
                </a:rPr>
                <a:t>Whimsical</a:t>
              </a:r>
              <a:r>
                <a:rPr kumimoji="0" lang="fr-FR" sz="1644" b="0" i="0" u="none" strike="noStrike" kern="1200" cap="none" spc="0" normalizeH="0" baseline="0" noProof="0" dirty="0">
                  <a:ln>
                    <a:noFill/>
                  </a:ln>
                  <a:solidFill>
                    <a:srgbClr val="212529"/>
                  </a:solidFill>
                  <a:effectLst/>
                  <a:uLnTx/>
                  <a:uFillTx/>
                  <a:latin typeface="Aptos"/>
                  <a:ea typeface="+mn-ea"/>
                  <a:cs typeface="+mn-cs"/>
                </a:rPr>
                <a:t> ou équivalent</a:t>
              </a:r>
            </a:p>
          </p:txBody>
        </p:sp>
        <p:pic>
          <p:nvPicPr>
            <p:cNvPr id="8" name="Graphique 4" descr="Stylo avec un remplissage uni">
              <a:extLst>
                <a:ext uri="{FF2B5EF4-FFF2-40B4-BE49-F238E27FC236}">
                  <a16:creationId xmlns:a16="http://schemas.microsoft.com/office/drawing/2014/main" id="{F0CD8197-4ED3-7CBB-24E4-4601C80F2AC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84760" y="6177885"/>
              <a:ext cx="421284" cy="427311"/>
            </a:xfrm>
            <a:prstGeom prst="rect">
              <a:avLst/>
            </a:prstGeom>
          </p:spPr>
        </p:pic>
      </p:gr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itre 3">
            <a:extLst>
              <a:ext uri="{FF2B5EF4-FFF2-40B4-BE49-F238E27FC236}">
                <a16:creationId xmlns:a16="http://schemas.microsoft.com/office/drawing/2014/main" id="{8BD760E0-1C2E-B527-7AEB-5989C44CA2B1}"/>
              </a:ext>
            </a:extLst>
          </p:cNvPr>
          <p:cNvSpPr>
            <a:spLocks noGrp="1"/>
          </p:cNvSpPr>
          <p:nvPr>
            <p:ph type="title"/>
          </p:nvPr>
        </p:nvSpPr>
        <p:spPr/>
        <p:txBody>
          <a:bodyPr/>
          <a:lstStyle/>
          <a:p>
            <a:pPr/>
            <a:r>
              <a:t>Zoom schéma process A</a:t>
            </a:r>
            <a:endParaRPr lang="en-US"/>
          </a:p>
        </p:txBody>
      </p:sp>
      <p:sp>
        <p:nvSpPr>
          <p:cNvPr id="4" name="Espace réservé du texte 4">
            <a:extLst>
              <a:ext uri="{FF2B5EF4-FFF2-40B4-BE49-F238E27FC236}">
                <a16:creationId xmlns:a16="http://schemas.microsoft.com/office/drawing/2014/main" id="{9708AD2C-B952-9123-1A4E-8B4A44593D7A}"/>
              </a:ext>
            </a:extLst>
          </p:cNvPr>
          <p:cNvSpPr>
            <a:spLocks noGrp="1"/>
          </p:cNvSpPr>
          <p:nvPr>
            <p:ph type="body" sz="quarter" idx="13"/>
          </p:nvPr>
        </p:nvSpPr>
        <p:spPr/>
        <p:txBody>
          <a:bodyPr/>
          <a:lstStyle/>
          <a:p>
            <a:pPr/>
            <a:r>
              <a:t>PROCESS</a:t>
            </a:r>
            <a:endParaRPr lang="en-US"/>
          </a:p>
        </p:txBody>
      </p:sp>
      <p:grpSp>
        <p:nvGrpSpPr>
          <p:cNvPr id="5" name="Transplant"/>
          <p:cNvGrpSpPr/>
          <p:nvPr/>
        </p:nvGrpSpPr>
        <p:grpSpPr>
          <a:xfrm>
            <a:off x="2112581" y="1554480"/>
            <a:ext cx="7963790" cy="4709160"/>
            <a:chOff x="1359613" y="1256546"/>
            <a:chExt cx="9472773" cy="5601454"/>
          </a:xfrm>
        </p:grpSpPr>
        <p:pic>
          <p:nvPicPr>
            <p:cNvPr id="6" name="Espace réservé du contenu 5">
              <a:extLst>
                <a:ext uri="{FF2B5EF4-FFF2-40B4-BE49-F238E27FC236}">
                  <a16:creationId xmlns:a16="http://schemas.microsoft.com/office/drawing/2014/main" id="{9B6A6C33-06A9-78BF-5C92-A8E349CB697B}"/>
                </a:ext>
              </a:extLst>
            </p:cNvPr>
            <p:cNvPicPr>
              <a:picLocks noGrp="1" noChangeAspect="1"/>
            </p:cNvPicPr>
            <p:nvPr/>
          </p:nvPicPr>
          <p:blipFill>
            <a:blip r:embed="rId2"/>
            <a:srcRect r="22304"/>
            <a:stretch>
              <a:fillRect/>
            </a:stretch>
          </p:blipFill>
          <p:spPr>
            <a:xfrm>
              <a:off x="1359613" y="1256546"/>
              <a:ext cx="9472773" cy="5601454"/>
            </a:xfrm>
            <a:prstGeom prst="rect">
              <a:avLst/>
            </a:prstGeom>
          </p:spPr>
        </p:pic>
        <p:sp>
          <p:nvSpPr>
            <p:cNvPr id="7" name="ZoneTexte 4">
              <a:extLst>
                <a:ext uri="{FF2B5EF4-FFF2-40B4-BE49-F238E27FC236}">
                  <a16:creationId xmlns:a16="http://schemas.microsoft.com/office/drawing/2014/main" id="{7A56328E-2142-2886-5F16-7AEC1281CA23}"/>
                </a:ext>
              </a:extLst>
            </p:cNvPr>
            <p:cNvSpPr txBox="1"/>
            <p:nvPr/>
          </p:nvSpPr>
          <p:spPr>
            <a:xfrm>
              <a:off x="2140999" y="6313236"/>
              <a:ext cx="791000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513" b="1" i="0" u="none" strike="noStrike" kern="1200" cap="none" spc="0" normalizeH="0" baseline="0" noProof="0" dirty="0">
                  <a:ln>
                    <a:noFill/>
                  </a:ln>
                  <a:solidFill>
                    <a:srgbClr val="212529"/>
                  </a:solidFill>
                  <a:effectLst/>
                  <a:uLnTx/>
                  <a:uFillTx/>
                  <a:latin typeface="Aptos"/>
                  <a:ea typeface="+mn-ea"/>
                  <a:cs typeface="+mn-cs"/>
                </a:rPr>
                <a:t>Lien du schéma : </a:t>
              </a:r>
              <a:r>
                <a:rPr kumimoji="0" lang="fr-FR" sz="1513" b="0" i="0" u="none" strike="noStrike" kern="1200" cap="none" spc="0" normalizeH="0" baseline="0" noProof="0" dirty="0">
                  <a:ln>
                    <a:noFill/>
                  </a:ln>
                  <a:solidFill>
                    <a:srgbClr val="212529"/>
                  </a:solidFill>
                  <a:effectLst/>
                  <a:uLnTx/>
                  <a:uFillTx/>
                  <a:latin typeface="Aptos"/>
                  <a:ea typeface="+mn-ea"/>
                  <a:cs typeface="+mn-cs"/>
                </a:rPr>
                <a:t>utiliser </a:t>
              </a:r>
              <a:r>
                <a:rPr kumimoji="0" lang="fr-FR" sz="1513" b="0" i="0" u="none" strike="noStrike" kern="1200" cap="none" spc="0" normalizeH="0" baseline="0" noProof="0" dirty="0" err="1">
                  <a:ln>
                    <a:noFill/>
                  </a:ln>
                  <a:solidFill>
                    <a:srgbClr val="212529"/>
                  </a:solidFill>
                  <a:effectLst/>
                  <a:uLnTx/>
                  <a:uFillTx/>
                  <a:latin typeface="Aptos"/>
                  <a:ea typeface="+mn-ea"/>
                  <a:cs typeface="+mn-cs"/>
                </a:rPr>
                <a:t>Whimsical</a:t>
              </a:r>
              <a:r>
                <a:rPr kumimoji="0" lang="fr-FR" sz="1513" b="0" i="0" u="none" strike="noStrike" kern="1200" cap="none" spc="0" normalizeH="0" baseline="0" noProof="0" dirty="0">
                  <a:ln>
                    <a:noFill/>
                  </a:ln>
                  <a:solidFill>
                    <a:srgbClr val="212529"/>
                  </a:solidFill>
                  <a:effectLst/>
                  <a:uLnTx/>
                  <a:uFillTx/>
                  <a:latin typeface="Aptos"/>
                  <a:ea typeface="+mn-ea"/>
                  <a:cs typeface="+mn-cs"/>
                </a:rPr>
                <a:t> ou équivalent</a:t>
              </a:r>
            </a:p>
          </p:txBody>
        </p:sp>
        <p:pic>
          <p:nvPicPr>
            <p:cNvPr id="8" name="Graphique 3" descr="Stylo avec un remplissage uni">
              <a:extLst>
                <a:ext uri="{FF2B5EF4-FFF2-40B4-BE49-F238E27FC236}">
                  <a16:creationId xmlns:a16="http://schemas.microsoft.com/office/drawing/2014/main" id="{3F67995C-6997-E2F5-85CC-F0FCBD67DA4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84760" y="6177885"/>
              <a:ext cx="421284" cy="427311"/>
            </a:xfrm>
            <a:prstGeom prst="rect">
              <a:avLst/>
            </a:prstGeom>
          </p:spPr>
        </p:pic>
      </p:gr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itre 3">
            <a:extLst>
              <a:ext uri="{FF2B5EF4-FFF2-40B4-BE49-F238E27FC236}">
                <a16:creationId xmlns:a16="http://schemas.microsoft.com/office/drawing/2014/main" id="{8BD760E0-1C2E-B527-7AEB-5989C44CA2B1}"/>
              </a:ext>
            </a:extLst>
          </p:cNvPr>
          <p:cNvSpPr>
            <a:spLocks noGrp="1"/>
          </p:cNvSpPr>
          <p:nvPr>
            <p:ph type="title"/>
          </p:nvPr>
        </p:nvSpPr>
        <p:spPr/>
        <p:txBody>
          <a:bodyPr/>
          <a:lstStyle/>
          <a:p>
            <a:pPr/>
            <a:r>
              <a:t>Zoom schéma process B</a:t>
            </a:r>
            <a:endParaRPr lang="en-US"/>
          </a:p>
        </p:txBody>
      </p:sp>
      <p:sp>
        <p:nvSpPr>
          <p:cNvPr id="4" name="Espace réservé du texte 4">
            <a:extLst>
              <a:ext uri="{FF2B5EF4-FFF2-40B4-BE49-F238E27FC236}">
                <a16:creationId xmlns:a16="http://schemas.microsoft.com/office/drawing/2014/main" id="{9708AD2C-B952-9123-1A4E-8B4A44593D7A}"/>
              </a:ext>
            </a:extLst>
          </p:cNvPr>
          <p:cNvSpPr>
            <a:spLocks noGrp="1"/>
          </p:cNvSpPr>
          <p:nvPr>
            <p:ph type="body" sz="quarter" idx="13"/>
          </p:nvPr>
        </p:nvSpPr>
        <p:spPr/>
        <p:txBody>
          <a:bodyPr/>
          <a:lstStyle/>
          <a:p>
            <a:pPr/>
            <a:r>
              <a:t>PROCESS</a:t>
            </a:r>
            <a:endParaRPr lang="en-US"/>
          </a:p>
        </p:txBody>
      </p:sp>
      <p:grpSp>
        <p:nvGrpSpPr>
          <p:cNvPr id="5" name="Transplant"/>
          <p:cNvGrpSpPr/>
          <p:nvPr/>
        </p:nvGrpSpPr>
        <p:grpSpPr>
          <a:xfrm>
            <a:off x="1125749" y="1554480"/>
            <a:ext cx="9937454" cy="4709160"/>
            <a:chOff x="0" y="905024"/>
            <a:chExt cx="12192000" cy="5777544"/>
          </a:xfrm>
        </p:grpSpPr>
        <p:pic>
          <p:nvPicPr>
            <p:cNvPr id="6" name="Espace réservé du contenu 5">
              <a:extLst>
                <a:ext uri="{FF2B5EF4-FFF2-40B4-BE49-F238E27FC236}">
                  <a16:creationId xmlns:a16="http://schemas.microsoft.com/office/drawing/2014/main" id="{C7854A28-EFB9-182C-4A72-0FB79864E085}"/>
                </a:ext>
              </a:extLst>
            </p:cNvPr>
            <p:cNvPicPr>
              <a:picLocks noGrp="1" noChangeAspect="1"/>
            </p:cNvPicPr>
            <p:nvPr/>
          </p:nvPicPr>
          <p:blipFill>
            <a:blip r:embed="rId2"/>
            <a:stretch>
              <a:fillRect/>
            </a:stretch>
          </p:blipFill>
          <p:spPr>
            <a:xfrm>
              <a:off x="0" y="905024"/>
              <a:ext cx="12192000" cy="5449887"/>
            </a:xfrm>
            <a:prstGeom prst="rect">
              <a:avLst/>
            </a:prstGeom>
          </p:spPr>
        </p:pic>
        <p:sp>
          <p:nvSpPr>
            <p:cNvPr id="7" name="ZoneTexte 4">
              <a:extLst>
                <a:ext uri="{FF2B5EF4-FFF2-40B4-BE49-F238E27FC236}">
                  <a16:creationId xmlns:a16="http://schemas.microsoft.com/office/drawing/2014/main" id="{473D77A9-9419-B2FB-DC1A-EB9F6415BADF}"/>
                </a:ext>
              </a:extLst>
            </p:cNvPr>
            <p:cNvSpPr txBox="1"/>
            <p:nvPr/>
          </p:nvSpPr>
          <p:spPr>
            <a:xfrm>
              <a:off x="2140999" y="6313236"/>
              <a:ext cx="791000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467" b="1" i="0" u="none" strike="noStrike" kern="1200" cap="none" spc="0" normalizeH="0" baseline="0" noProof="0" dirty="0">
                  <a:ln>
                    <a:noFill/>
                  </a:ln>
                  <a:solidFill>
                    <a:srgbClr val="212529"/>
                  </a:solidFill>
                  <a:effectLst/>
                  <a:uLnTx/>
                  <a:uFillTx/>
                  <a:latin typeface="Aptos"/>
                  <a:ea typeface="+mn-ea"/>
                  <a:cs typeface="+mn-cs"/>
                </a:rPr>
                <a:t>Lien du schéma : </a:t>
              </a:r>
              <a:r>
                <a:rPr kumimoji="0" lang="fr-FR" sz="1467" b="0" i="0" u="none" strike="noStrike" kern="1200" cap="none" spc="0" normalizeH="0" baseline="0" noProof="0" dirty="0">
                  <a:ln>
                    <a:noFill/>
                  </a:ln>
                  <a:solidFill>
                    <a:srgbClr val="212529"/>
                  </a:solidFill>
                  <a:effectLst/>
                  <a:uLnTx/>
                  <a:uFillTx/>
                  <a:latin typeface="Aptos"/>
                  <a:ea typeface="+mn-ea"/>
                  <a:cs typeface="+mn-cs"/>
                </a:rPr>
                <a:t>utiliser </a:t>
              </a:r>
              <a:r>
                <a:rPr kumimoji="0" lang="fr-FR" sz="1467" b="0" i="0" u="none" strike="noStrike" kern="1200" cap="none" spc="0" normalizeH="0" baseline="0" noProof="0" dirty="0" err="1">
                  <a:ln>
                    <a:noFill/>
                  </a:ln>
                  <a:solidFill>
                    <a:srgbClr val="212529"/>
                  </a:solidFill>
                  <a:effectLst/>
                  <a:uLnTx/>
                  <a:uFillTx/>
                  <a:latin typeface="Aptos"/>
                  <a:ea typeface="+mn-ea"/>
                  <a:cs typeface="+mn-cs"/>
                </a:rPr>
                <a:t>Whimsical</a:t>
              </a:r>
              <a:r>
                <a:rPr kumimoji="0" lang="fr-FR" sz="1467" b="0" i="0" u="none" strike="noStrike" kern="1200" cap="none" spc="0" normalizeH="0" baseline="0" noProof="0" dirty="0">
                  <a:ln>
                    <a:noFill/>
                  </a:ln>
                  <a:solidFill>
                    <a:srgbClr val="212529"/>
                  </a:solidFill>
                  <a:effectLst/>
                  <a:uLnTx/>
                  <a:uFillTx/>
                  <a:latin typeface="Aptos"/>
                  <a:ea typeface="+mn-ea"/>
                  <a:cs typeface="+mn-cs"/>
                </a:rPr>
                <a:t> ou équivalent</a:t>
              </a:r>
            </a:p>
          </p:txBody>
        </p:sp>
        <p:pic>
          <p:nvPicPr>
            <p:cNvPr id="8" name="Graphique 2" descr="Stylo avec un remplissage uni">
              <a:extLst>
                <a:ext uri="{FF2B5EF4-FFF2-40B4-BE49-F238E27FC236}">
                  <a16:creationId xmlns:a16="http://schemas.microsoft.com/office/drawing/2014/main" id="{25E66C55-5C06-A800-4215-1B537BF2500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84760" y="6177885"/>
              <a:ext cx="421284" cy="427311"/>
            </a:xfrm>
            <a:prstGeom prst="rect">
              <a:avLst/>
            </a:prstGeom>
          </p:spPr>
        </p:pic>
      </p:gr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re 1">
            <a:extLst>
              <a:ext uri="{FF2B5EF4-FFF2-40B4-BE49-F238E27FC236}">
                <a16:creationId xmlns:a16="http://schemas.microsoft.com/office/drawing/2014/main" id="{992BBB63-68F1-0C05-D646-411D57166D6C}"/>
              </a:ext>
            </a:extLst>
          </p:cNvPr>
          <p:cNvSpPr>
            <a:spLocks noGrp="1"/>
          </p:cNvSpPr>
          <p:nvPr>
            <p:ph type="title"/>
          </p:nvPr>
        </p:nvSpPr>
        <p:spPr/>
        <p:txBody>
          <a:bodyPr/>
          <a:lstStyle/>
          <a:p>
            <a:pPr/>
            <a:r>
              <a:t>BESOINS COUVERTS PAR VOTRE NOUVEAU ODOO</a:t>
            </a:r>
            <a:endParaRPr lang="en-US"/>
          </a:p>
        </p:txBody>
      </p:sp>
      <p:sp>
        <p:nvSpPr>
          <p:cNvPr id="3" name="Espace réservé du texte 2">
            <a:extLst>
              <a:ext uri="{FF2B5EF4-FFF2-40B4-BE49-F238E27FC236}">
                <a16:creationId xmlns:a16="http://schemas.microsoft.com/office/drawing/2014/main" id="{A1248475-110C-3C6B-988C-7430B14B5963}"/>
              </a:ext>
            </a:extLst>
          </p:cNvPr>
          <p:cNvSpPr>
            <a:spLocks noGrp="1"/>
          </p:cNvSpPr>
          <p:nvPr>
            <p:ph type="body" sz="quarter" idx="13"/>
          </p:nvPr>
        </p:nvSpPr>
        <p:spPr/>
        <p:txBody>
          <a:bodyPr/>
          <a:lstStyle/>
          <a:p>
            <a:pPr/>
            <a:r>
              <a:t>BESOINS &amp; SOLUTIONS</a:t>
            </a:r>
            <a:endParaRPr lang="en-US"/>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space réservé du contenu 1">
            <a:extLst>
              <a:ext uri="{FF2B5EF4-FFF2-40B4-BE49-F238E27FC236}">
                <a16:creationId xmlns:a16="http://schemas.microsoft.com/office/drawing/2014/main" id="{0A5657A9-CF1F-01C4-4C0C-3F4405FBA315}"/>
              </a:ext>
            </a:extLst>
          </p:cNvPr>
          <p:cNvSpPr>
            <a:spLocks noGrp="1"/>
          </p:cNvSpPr>
          <p:nvPr>
            <p:ph idx="1"/>
          </p:nvPr>
        </p:nvSpPr>
        <p:spPr/>
        <p:txBody>
          <a:bodyPr anchor="t"/>
          <a:lstStyle/>
          <a:p>
            <a:pPr lvl="0"/>
            <a:r>
              <a:rPr lang="fr-FR" dirty="0" sz="1600"/>
              <a:t>Bénéficiez d'un environnement d'hébergement développé par et pour Odoo</a:t>
            </a:r>
          </a:p>
          <a:p>
            <a:pPr lvl="0"/>
            <a:r>
              <a:rPr lang="fr-FR" dirty="0" sz="1600"/>
              <a:t>Nous pourrons interagir facilement et publier tout notre code</a:t>
            </a:r>
          </a:p>
          <a:p>
            <a:pPr lvl="0"/>
            <a:r>
              <a:rPr lang="fr-FR" dirty="0" sz="1600"/>
              <a:t>Les tests et les mises à niveau sont simplifiés</a:t>
            </a:r>
          </a:p>
          <a:p>
            <a:pPr lvl="0"/>
            <a:r>
              <a:rPr lang="fr-FR" dirty="0" sz="1600"/>
              <a:t>Tous les correctifs de sécurité sont automatisés</a:t>
            </a:r>
          </a:p>
          <a:p>
            <a:pPr lvl="0"/>
            <a:r>
              <a:rPr lang="fr-FR" dirty="0" sz="1600"/>
              <a:t>Les environnements de test sont automatisés</a:t>
            </a:r>
          </a:p>
          <a:p>
            <a:pPr lvl="0"/>
            <a:r>
              <a:rPr lang="fr-FR" dirty="0" sz="1600"/>
              <a:t>Les performances et le stockage sont flexibles, vous pouvez les mettre à niveau en un clic</a:t>
            </a:r>
          </a:p>
          <a:p>
            <a:pPr lvl="0"/>
            <a:endParaRPr lang="fr-FR" dirty="0" sz="1600"/>
          </a:p>
        </p:txBody>
      </p:sp>
      <p:sp>
        <p:nvSpPr>
          <p:cNvPr id="3" name="Titre 2">
            <a:extLst>
              <a:ext uri="{FF2B5EF4-FFF2-40B4-BE49-F238E27FC236}">
                <a16:creationId xmlns:a16="http://schemas.microsoft.com/office/drawing/2014/main" id="{618815FA-3CAE-65F3-B971-C63D5E259378}"/>
              </a:ext>
            </a:extLst>
          </p:cNvPr>
          <p:cNvSpPr>
            <a:spLocks noGrp="1"/>
          </p:cNvSpPr>
          <p:nvPr>
            <p:ph type="title"/>
          </p:nvPr>
        </p:nvSpPr>
        <p:spPr/>
        <p:txBody>
          <a:bodyPr/>
          <a:lstStyle/>
          <a:p>
            <a:pPr/>
            <a:r>
              <a:t>INSTALLATION – Odoo.sh (PAAS)</a:t>
            </a:r>
          </a:p>
        </p:txBody>
      </p:sp>
      <p:sp>
        <p:nvSpPr>
          <p:cNvPr id="4" name="Espace réservé du texte 3">
            <a:extLst>
              <a:ext uri="{FF2B5EF4-FFF2-40B4-BE49-F238E27FC236}">
                <a16:creationId xmlns:a16="http://schemas.microsoft.com/office/drawing/2014/main" id="{6BB8E998-5BC1-3D30-5A40-7A17CB479142}"/>
              </a:ext>
            </a:extLst>
          </p:cNvPr>
          <p:cNvSpPr>
            <a:spLocks noGrp="1"/>
          </p:cNvSpPr>
          <p:nvPr>
            <p:ph type="body" sz="quarter" idx="13"/>
          </p:nvPr>
        </p:nvSpPr>
        <p:spPr/>
        <p:txBody>
          <a:bodyPr/>
          <a:lstStyle/>
          <a:p>
            <a:pPr/>
            <a:r>
              <a:t>BESOINS COUVERTS</a:t>
            </a:r>
            <a:endParaRPr lang="en-US"/>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space réservé du contenu 1">
            <a:extLst>
              <a:ext uri="{FF2B5EF4-FFF2-40B4-BE49-F238E27FC236}">
                <a16:creationId xmlns:a16="http://schemas.microsoft.com/office/drawing/2014/main" id="{0A5657A9-CF1F-01C4-4C0C-3F4405FBA315}"/>
              </a:ext>
            </a:extLst>
          </p:cNvPr>
          <p:cNvSpPr>
            <a:spLocks noGrp="1"/>
          </p:cNvSpPr>
          <p:nvPr>
            <p:ph idx="1"/>
          </p:nvPr>
        </p:nvSpPr>
        <p:spPr/>
        <p:txBody>
          <a:bodyPr anchor="t"/>
          <a:lstStyle/>
          <a:p>
            <a:r>
              <a:rPr lang="fr-FR" dirty="0" sz="1600"/>
              <a:t>Bénéficiez d’un hébergement inclus dans le prix de votre licence</a:t>
            </a:r>
          </a:p>
          <a:p>
            <a:r>
              <a:rPr lang="fr-FR" dirty="0" sz="1600"/>
              <a:t>L’environnement de test est automatisé, mais reste limité dans le temps</a:t>
            </a:r>
          </a:p>
          <a:p>
            <a:r>
              <a:rPr lang="fr-FR" dirty="0" sz="1600"/>
              <a:t>Vous avez accès aux mises à niveau fonctionnelles en avant-première</a:t>
            </a:r>
          </a:p>
          <a:p>
            <a:r>
              <a:rPr lang="fr-FR" dirty="0" sz="1600"/>
              <a:t>Vous êtes également contraint d’utiliser la dernière version</a:t>
            </a:r>
          </a:p>
          <a:p>
            <a:r>
              <a:rPr lang="fr-FR" dirty="0" sz="1600"/>
              <a:t>Dès que vous aurez besoin de développements ou de modules externes, il faudra envisager une migration vers un hébergement Odoo.SH</a:t>
            </a:r>
          </a:p>
          <a:p>
            <a:endParaRPr lang="fr-FR" dirty="0" sz="1600"/>
          </a:p>
        </p:txBody>
      </p:sp>
      <p:sp>
        <p:nvSpPr>
          <p:cNvPr id="3" name="Titre 2">
            <a:extLst>
              <a:ext uri="{FF2B5EF4-FFF2-40B4-BE49-F238E27FC236}">
                <a16:creationId xmlns:a16="http://schemas.microsoft.com/office/drawing/2014/main" id="{618815FA-3CAE-65F3-B971-C63D5E259378}"/>
              </a:ext>
            </a:extLst>
          </p:cNvPr>
          <p:cNvSpPr>
            <a:spLocks noGrp="1"/>
          </p:cNvSpPr>
          <p:nvPr>
            <p:ph type="title"/>
          </p:nvPr>
        </p:nvSpPr>
        <p:spPr/>
        <p:txBody>
          <a:bodyPr/>
          <a:lstStyle/>
          <a:p>
            <a:pPr/>
            <a:r>
              <a:t>INSTALLATION – Cloud (SAAS)</a:t>
            </a:r>
          </a:p>
        </p:txBody>
      </p:sp>
      <p:sp>
        <p:nvSpPr>
          <p:cNvPr id="4" name="Espace réservé du texte 3">
            <a:extLst>
              <a:ext uri="{FF2B5EF4-FFF2-40B4-BE49-F238E27FC236}">
                <a16:creationId xmlns:a16="http://schemas.microsoft.com/office/drawing/2014/main" id="{6BB8E998-5BC1-3D30-5A40-7A17CB479142}"/>
              </a:ext>
            </a:extLst>
          </p:cNvPr>
          <p:cNvSpPr>
            <a:spLocks noGrp="1"/>
          </p:cNvSpPr>
          <p:nvPr>
            <p:ph type="body" sz="quarter" idx="13"/>
          </p:nvPr>
        </p:nvSpPr>
        <p:spPr/>
        <p:txBody>
          <a:bodyPr/>
          <a:lstStyle/>
          <a:p>
            <a:pPr/>
            <a:r>
              <a:t>BESOINS COUVERTS</a:t>
            </a:r>
            <a:endParaRPr lang="en-US"/>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space réservé du contenu 1">
            <a:extLst>
              <a:ext uri="{FF2B5EF4-FFF2-40B4-BE49-F238E27FC236}">
                <a16:creationId xmlns:a16="http://schemas.microsoft.com/office/drawing/2014/main" id="{0A5657A9-CF1F-01C4-4C0C-3F4405FBA315}"/>
              </a:ext>
            </a:extLst>
          </p:cNvPr>
          <p:cNvSpPr>
            <a:spLocks noGrp="1"/>
          </p:cNvSpPr>
          <p:nvPr>
            <p:ph idx="1"/>
          </p:nvPr>
        </p:nvSpPr>
        <p:spPr/>
        <p:txBody>
          <a:bodyPr anchor="t"/>
          <a:lstStyle/>
          <a:p>
            <a:r>
              <a:rPr lang="fr-FR" b="1" dirty="0" sz="1600"/>
              <a:t>Vous avez un fournisseur d'hébergement et de services de confiance, vous pouvez l'utiliser</a:t>
            </a:r>
          </a:p>
          <a:p>
            <a:r>
              <a:rPr lang="fr-FR" b="1" dirty="0" sz="1600"/>
              <a:t>Il devra être impliqué dans la décision</a:t>
            </a:r>
          </a:p>
          <a:p>
            <a:pPr lvl="1"/>
            <a:r>
              <a:rPr lang="fr-FR" dirty="0" sz="1600"/>
              <a:t>Il devra se familiariser avec l'installation d'Odoo. Il devra connaître les prérequis</a:t>
            </a:r>
          </a:p>
          <a:p>
            <a:pPr lvl="1"/>
            <a:r>
              <a:rPr lang="fr-FR" dirty="0" sz="1600"/>
              <a:t>Il devra mettre en place un système de sauvegarde adapté</a:t>
            </a:r>
          </a:p>
          <a:p>
            <a:pPr lvl="1"/>
            <a:r>
              <a:rPr lang="fr-FR" dirty="0" sz="1600"/>
              <a:t>Il devra intervenir à chaque recréation d’un environnement de préproduction</a:t>
            </a:r>
          </a:p>
          <a:p>
            <a:r>
              <a:rPr lang="fr-FR" b="1" dirty="0" sz="1600"/>
              <a:t>De notre côté :</a:t>
            </a:r>
          </a:p>
          <a:p>
            <a:pPr lvl="1"/>
            <a:r>
              <a:rPr lang="fr-FR" dirty="0" sz="1600"/>
              <a:t>La publication des développements prendra plus de temps</a:t>
            </a:r>
          </a:p>
          <a:p>
            <a:pPr lvl="1"/>
            <a:r>
              <a:rPr lang="fr-FR" dirty="0" sz="1600"/>
              <a:t>L'installation de nouveaux modules et applications également</a:t>
            </a:r>
          </a:p>
          <a:p>
            <a:pPr lvl="1"/>
            <a:r>
              <a:rPr lang="fr-FR" dirty="0" sz="1600"/>
              <a:t>Nous dépendrons de votre hébergeur pour les mises à niveau majeures, les déploiements, </a:t>
            </a:r>
            <a:r>
              <a:rPr lang="fr-FR" dirty="0" sz="1600"/>
              <a:t>etc</a:t>
            </a:r>
            <a:endParaRPr lang="fr-FR" dirty="0" sz="1600"/>
          </a:p>
        </p:txBody>
      </p:sp>
      <p:sp>
        <p:nvSpPr>
          <p:cNvPr id="3" name="Titre 2">
            <a:extLst>
              <a:ext uri="{FF2B5EF4-FFF2-40B4-BE49-F238E27FC236}">
                <a16:creationId xmlns:a16="http://schemas.microsoft.com/office/drawing/2014/main" id="{618815FA-3CAE-65F3-B971-C63D5E259378}"/>
              </a:ext>
            </a:extLst>
          </p:cNvPr>
          <p:cNvSpPr>
            <a:spLocks noGrp="1"/>
          </p:cNvSpPr>
          <p:nvPr>
            <p:ph type="title"/>
          </p:nvPr>
        </p:nvSpPr>
        <p:spPr/>
        <p:txBody>
          <a:bodyPr/>
          <a:lstStyle/>
          <a:p>
            <a:pPr/>
            <a:r>
              <a:t>INSTALLATION – On Premise</a:t>
            </a:r>
          </a:p>
        </p:txBody>
      </p:sp>
      <p:sp>
        <p:nvSpPr>
          <p:cNvPr id="4" name="Espace réservé du texte 3">
            <a:extLst>
              <a:ext uri="{FF2B5EF4-FFF2-40B4-BE49-F238E27FC236}">
                <a16:creationId xmlns:a16="http://schemas.microsoft.com/office/drawing/2014/main" id="{6BB8E998-5BC1-3D30-5A40-7A17CB479142}"/>
              </a:ext>
            </a:extLst>
          </p:cNvPr>
          <p:cNvSpPr>
            <a:spLocks noGrp="1"/>
          </p:cNvSpPr>
          <p:nvPr>
            <p:ph type="body" sz="quarter" idx="13"/>
          </p:nvPr>
        </p:nvSpPr>
        <p:spPr/>
        <p:txBody>
          <a:bodyPr/>
          <a:lstStyle/>
          <a:p>
            <a:pPr/>
            <a:r>
              <a:t>BESOINS COUVERTS</a:t>
            </a:r>
            <a:endParaRPr lang="en-US"/>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space réservé du contenu 1">
            <a:extLst>
              <a:ext uri="{FF2B5EF4-FFF2-40B4-BE49-F238E27FC236}">
                <a16:creationId xmlns:a16="http://schemas.microsoft.com/office/drawing/2014/main" id="{0A5657A9-CF1F-01C4-4C0C-3F4405FBA315}"/>
              </a:ext>
            </a:extLst>
          </p:cNvPr>
          <p:cNvSpPr>
            <a:spLocks noGrp="1"/>
          </p:cNvSpPr>
          <p:nvPr>
            <p:ph idx="1"/>
          </p:nvPr>
        </p:nvSpPr>
        <p:spPr/>
        <p:txBody>
          <a:bodyPr anchor="t"/>
          <a:lstStyle/>
          <a:p>
            <a:pPr lvl="0"/>
            <a:r>
              <a:rPr lang="fr-FR" b="1" dirty="0" sz="1600"/>
              <a:t>UTILISATION STANDARD :</a:t>
            </a:r>
          </a:p>
          <a:p>
            <a:pPr lvl="1"/>
            <a:r>
              <a:rPr lang="fr-FR" b="1" dirty="0" sz="1600"/>
              <a:t>Gérez plusieurs entreprises au sein du même Odoo</a:t>
            </a:r>
          </a:p>
          <a:p>
            <a:pPr lvl="2"/>
            <a:r>
              <a:rPr lang="fr-FR" dirty="0" sz="1600"/>
              <a:t>y compris des transactions interentreprises automatisées</a:t>
            </a:r>
          </a:p>
          <a:p>
            <a:pPr lvl="1"/>
            <a:r>
              <a:rPr lang="fr-FR" b="1" dirty="0" sz="1600"/>
              <a:t>Bénéficiez d’un système multilingue</a:t>
            </a:r>
          </a:p>
          <a:p>
            <a:pPr lvl="2"/>
            <a:r>
              <a:rPr lang="fr-FR" dirty="0" sz="1600"/>
              <a:t>Pour vos utilisateurs</a:t>
            </a:r>
          </a:p>
          <a:p>
            <a:pPr lvl="2"/>
            <a:r>
              <a:rPr lang="fr-FR" dirty="0" sz="1600"/>
              <a:t>Pour vos partenaires</a:t>
            </a:r>
          </a:p>
          <a:p>
            <a:pPr lvl="1"/>
            <a:r>
              <a:rPr lang="fr-FR" b="1" dirty="0" sz="1600"/>
              <a:t>Connectez Odoo à votre système de messagerie :</a:t>
            </a:r>
          </a:p>
          <a:p>
            <a:pPr lvl="2"/>
            <a:r>
              <a:rPr lang="fr-FR" dirty="0" sz="1600"/>
              <a:t>Envoyez des e-mails directement depuis Odoo</a:t>
            </a:r>
          </a:p>
          <a:p>
            <a:pPr lvl="2"/>
            <a:r>
              <a:rPr lang="fr-FR" dirty="0" sz="1600"/>
              <a:t>Recevez des e-mails directement dans Odoo</a:t>
            </a:r>
          </a:p>
          <a:p>
            <a:pPr lvl="0"/>
            <a:endParaRPr lang="fr-FR" dirty="0" sz="1600"/>
          </a:p>
          <a:p>
            <a:pPr lvl="0"/>
            <a:endParaRPr lang="fr-FR" dirty="0" sz="1600"/>
          </a:p>
        </p:txBody>
      </p:sp>
      <p:sp>
        <p:nvSpPr>
          <p:cNvPr id="3" name="Titre 2">
            <a:extLst>
              <a:ext uri="{FF2B5EF4-FFF2-40B4-BE49-F238E27FC236}">
                <a16:creationId xmlns:a16="http://schemas.microsoft.com/office/drawing/2014/main" id="{618815FA-3CAE-65F3-B971-C63D5E259378}"/>
              </a:ext>
            </a:extLst>
          </p:cNvPr>
          <p:cNvSpPr>
            <a:spLocks noGrp="1"/>
          </p:cNvSpPr>
          <p:nvPr>
            <p:ph type="title"/>
          </p:nvPr>
        </p:nvSpPr>
        <p:spPr/>
        <p:txBody>
          <a:bodyPr/>
          <a:lstStyle/>
          <a:p>
            <a:pPr/>
            <a:r>
              <a:t>PARAMETRES GENERAUX</a:t>
            </a:r>
          </a:p>
        </p:txBody>
      </p:sp>
      <p:sp>
        <p:nvSpPr>
          <p:cNvPr id="4" name="Espace réservé du texte 3">
            <a:extLst>
              <a:ext uri="{FF2B5EF4-FFF2-40B4-BE49-F238E27FC236}">
                <a16:creationId xmlns:a16="http://schemas.microsoft.com/office/drawing/2014/main" id="{6BB8E998-5BC1-3D30-5A40-7A17CB479142}"/>
              </a:ext>
            </a:extLst>
          </p:cNvPr>
          <p:cNvSpPr>
            <a:spLocks noGrp="1"/>
          </p:cNvSpPr>
          <p:nvPr>
            <p:ph type="body" sz="quarter" idx="13"/>
          </p:nvPr>
        </p:nvSpPr>
        <p:spPr/>
        <p:txBody>
          <a:bodyPr/>
          <a:lstStyle/>
          <a:p>
            <a:pPr/>
            <a:r>
              <a:t>BESOINS COUVERTS</a:t>
            </a:r>
            <a:endParaRPr lang="en-US"/>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Espace réservé du contenu 1">
            <a:extLst>
              <a:ext uri="{FF2B5EF4-FFF2-40B4-BE49-F238E27FC236}">
                <a16:creationId xmlns:a16="http://schemas.microsoft.com/office/drawing/2014/main" id="{0A5657A9-CF1F-01C4-4C0C-3F4405FBA315}"/>
              </a:ext>
            </a:extLst>
          </p:cNvPr>
          <p:cNvSpPr>
            <a:spLocks noGrp="1"/>
          </p:cNvSpPr>
          <p:nvPr>
            <p:ph idx="1"/>
          </p:nvPr>
        </p:nvSpPr>
        <p:spPr/>
        <p:txBody>
          <a:bodyPr anchor="t"/>
          <a:lstStyle/>
          <a:p>
            <a:pPr lvl="0"/>
            <a:r>
              <a:rPr lang="fr-FR" b="1" dirty="0" sz="1600"/>
              <a:t>CUSTOMISATIONS </a:t>
            </a:r>
          </a:p>
          <a:p>
            <a:pPr lvl="1"/>
            <a:r>
              <a:rPr lang="fr-FR" dirty="0" sz="1600"/>
              <a:t>Mettez l'accent sur les principaux changements, les difficultés, les coûts et les développements spécifiques nécessaires pour couvrir les besoins essentiels. – Fournissez une liste des besoins dans ce cas</a:t>
            </a:r>
          </a:p>
          <a:p>
            <a:pPr lvl="0"/>
            <a:endParaRPr lang="fr-FR" dirty="0" sz="1600"/>
          </a:p>
          <a:p>
            <a:pPr lvl="0"/>
            <a:endParaRPr lang="fr-FR" dirty="0" sz="1600"/>
          </a:p>
        </p:txBody>
      </p:sp>
      <p:sp>
        <p:nvSpPr>
          <p:cNvPr id="4" name="Titre 2">
            <a:extLst>
              <a:ext uri="{FF2B5EF4-FFF2-40B4-BE49-F238E27FC236}">
                <a16:creationId xmlns:a16="http://schemas.microsoft.com/office/drawing/2014/main" id="{618815FA-3CAE-65F3-B971-C63D5E259378}"/>
              </a:ext>
            </a:extLst>
          </p:cNvPr>
          <p:cNvSpPr>
            <a:spLocks noGrp="1"/>
          </p:cNvSpPr>
          <p:nvPr>
            <p:ph type="title"/>
          </p:nvPr>
        </p:nvSpPr>
        <p:spPr/>
        <p:txBody>
          <a:bodyPr/>
          <a:lstStyle/>
          <a:p>
            <a:pPr/>
            <a:r>
              <a:t>PARAMETRES GENERAUX</a:t>
            </a:r>
          </a:p>
        </p:txBody>
      </p:sp>
      <p:sp>
        <p:nvSpPr>
          <p:cNvPr id="5" name="Espace réservé du texte 3">
            <a:extLst>
              <a:ext uri="{FF2B5EF4-FFF2-40B4-BE49-F238E27FC236}">
                <a16:creationId xmlns:a16="http://schemas.microsoft.com/office/drawing/2014/main" id="{6BB8E998-5BC1-3D30-5A40-7A17CB479142}"/>
              </a:ext>
            </a:extLst>
          </p:cNvPr>
          <p:cNvSpPr>
            <a:spLocks noGrp="1"/>
          </p:cNvSpPr>
          <p:nvPr>
            <p:ph type="body" sz="quarter" idx="13"/>
          </p:nvPr>
        </p:nvSpPr>
        <p:spPr/>
        <p:txBody>
          <a:bodyPr/>
          <a:lstStyle/>
          <a:p>
            <a:pPr/>
            <a:r>
              <a:t>BESOINS COUVERTS</a:t>
            </a:r>
            <a:endParaRPr lang="en-US"/>
          </a:p>
        </p:txBody>
      </p:sp>
      <p:grpSp>
        <p:nvGrpSpPr>
          <p:cNvPr id="6" name="Transplant"/>
          <p:cNvGrpSpPr/>
          <p:nvPr/>
        </p:nvGrpSpPr>
        <p:grpSpPr>
          <a:xfrm>
            <a:off x="164592" y="2395885"/>
            <a:ext cx="457200" cy="475173"/>
            <a:chOff x="484517" y="2693502"/>
            <a:chExt cx="879812" cy="914400"/>
          </a:xfrm>
        </p:grpSpPr>
        <p:pic>
          <p:nvPicPr>
            <p:cNvPr id="7" name="Graphique 1" descr="Stylo avec un remplissage uni">
              <a:extLst>
                <a:ext uri="{FF2B5EF4-FFF2-40B4-BE49-F238E27FC236}">
                  <a16:creationId xmlns:a16="http://schemas.microsoft.com/office/drawing/2014/main" id="{637A19BD-0F75-DAE2-D882-0F1F49A2049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flipH="1">
              <a:off x="484517" y="2693502"/>
              <a:ext cx="879812" cy="914400"/>
            </a:xfrm>
            <a:prstGeom prst="rect">
              <a:avLst/>
            </a:prstGeom>
          </p:spPr>
        </p:pic>
      </p:gr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Espace réservé du contenu 5">
            <a:extLst>
              <a:ext uri="{FF2B5EF4-FFF2-40B4-BE49-F238E27FC236}">
                <a16:creationId xmlns:a16="http://schemas.microsoft.com/office/drawing/2014/main" id="{8B2061D0-770C-F284-BB20-62B1C6C95539}"/>
              </a:ext>
            </a:extLst>
          </p:cNvPr>
          <p:cNvSpPr>
            <a:spLocks noGrp="1"/>
          </p:cNvSpPr>
          <p:nvPr>
            <p:ph idx="1"/>
          </p:nvPr>
        </p:nvSpPr>
        <p:spPr/>
        <p:txBody>
          <a:bodyPr anchor="t"/>
          <a:lstStyle/>
          <a:p>
            <a:pPr lvl="0">
              <a:lnSpc>
                <a:spcPct val="100000"/>
              </a:lnSpc>
              <a:spcBef>
                <a:spcPts val="0"/>
              </a:spcBef>
              <a:spcAft>
                <a:spcPts val="0"/>
              </a:spcAft>
            </a:pPr>
            <a:r>
              <a:rPr lang="fr-FR" b="1" dirty="0" sz="1100"/>
              <a:t>UTILISATION STANDARD </a:t>
            </a:r>
          </a:p>
          <a:p>
            <a:pPr lvl="1">
              <a:lnSpc>
                <a:spcPct val="100000"/>
              </a:lnSpc>
              <a:spcBef>
                <a:spcPts val="0"/>
              </a:spcBef>
              <a:spcAft>
                <a:spcPts val="0"/>
              </a:spcAft>
            </a:pPr>
            <a:r>
              <a:rPr lang="fr-FR" b="1" dirty="0" sz="1100"/>
              <a:t>Une vue d’ensemble de votre activité comptable</a:t>
            </a:r>
          </a:p>
          <a:p>
            <a:pPr lvl="2">
              <a:lnSpc>
                <a:spcPct val="100000"/>
              </a:lnSpc>
              <a:spcBef>
                <a:spcPts val="0"/>
              </a:spcBef>
              <a:spcAft>
                <a:spcPts val="0"/>
              </a:spcAft>
            </a:pPr>
            <a:r>
              <a:rPr lang="fr-FR" dirty="0" sz="1100"/>
              <a:t>Gérez la facturation</a:t>
            </a:r>
          </a:p>
          <a:p>
            <a:pPr lvl="2">
              <a:lnSpc>
                <a:spcPct val="100000"/>
              </a:lnSpc>
              <a:spcBef>
                <a:spcPts val="0"/>
              </a:spcBef>
              <a:spcAft>
                <a:spcPts val="0"/>
              </a:spcAft>
            </a:pPr>
            <a:r>
              <a:rPr lang="fr-FR" dirty="0" sz="1100"/>
              <a:t>Prenez en compte les factures / payez</a:t>
            </a:r>
          </a:p>
          <a:p>
            <a:pPr lvl="2">
              <a:lnSpc>
                <a:spcPct val="100000"/>
              </a:lnSpc>
              <a:spcBef>
                <a:spcPts val="0"/>
              </a:spcBef>
              <a:spcAft>
                <a:spcPts val="0"/>
              </a:spcAft>
            </a:pPr>
            <a:r>
              <a:rPr lang="fr-FR" dirty="0" sz="1100"/>
              <a:t>Rapport de TVA et autres déclarations</a:t>
            </a:r>
          </a:p>
          <a:p>
            <a:pPr lvl="2">
              <a:lnSpc>
                <a:spcPct val="100000"/>
              </a:lnSpc>
              <a:spcBef>
                <a:spcPts val="0"/>
              </a:spcBef>
              <a:spcAft>
                <a:spcPts val="0"/>
              </a:spcAft>
            </a:pPr>
            <a:r>
              <a:rPr lang="fr-FR" dirty="0" sz="1100"/>
              <a:t>Synchronisez la banque et faites le rapprochement</a:t>
            </a:r>
          </a:p>
          <a:p>
            <a:pPr lvl="1">
              <a:lnSpc>
                <a:spcPct val="100000"/>
              </a:lnSpc>
              <a:spcBef>
                <a:spcPts val="0"/>
              </a:spcBef>
              <a:spcAft>
                <a:spcPts val="0"/>
              </a:spcAft>
            </a:pPr>
            <a:r>
              <a:rPr lang="fr-FR" b="1" dirty="0" sz="1100"/>
              <a:t>Créances</a:t>
            </a:r>
          </a:p>
          <a:p>
            <a:pPr lvl="2">
              <a:lnSpc>
                <a:spcPct val="100000"/>
              </a:lnSpc>
              <a:spcBef>
                <a:spcPts val="0"/>
              </a:spcBef>
              <a:spcAft>
                <a:spcPts val="0"/>
              </a:spcAft>
            </a:pPr>
            <a:r>
              <a:rPr lang="fr-FR" dirty="0" sz="1100"/>
              <a:t>Créez et envoyez les factures</a:t>
            </a:r>
          </a:p>
          <a:p>
            <a:pPr lvl="2">
              <a:lnSpc>
                <a:spcPct val="100000"/>
              </a:lnSpc>
              <a:spcBef>
                <a:spcPts val="0"/>
              </a:spcBef>
              <a:spcAft>
                <a:spcPts val="0"/>
              </a:spcAft>
            </a:pPr>
            <a:r>
              <a:rPr lang="fr-FR" dirty="0" sz="1100"/>
              <a:t>Automatisez le suivi</a:t>
            </a:r>
          </a:p>
          <a:p>
            <a:pPr lvl="2">
              <a:lnSpc>
                <a:spcPct val="100000"/>
              </a:lnSpc>
              <a:spcBef>
                <a:spcPts val="0"/>
              </a:spcBef>
              <a:spcAft>
                <a:spcPts val="0"/>
              </a:spcAft>
            </a:pPr>
            <a:r>
              <a:rPr lang="fr-FR" dirty="0" sz="1100"/>
              <a:t>Automatisez le rapprochement bancaire</a:t>
            </a:r>
          </a:p>
          <a:p>
            <a:pPr lvl="2">
              <a:lnSpc>
                <a:spcPct val="100000"/>
              </a:lnSpc>
              <a:spcBef>
                <a:spcPts val="0"/>
              </a:spcBef>
              <a:spcAft>
                <a:spcPts val="0"/>
              </a:spcAft>
            </a:pPr>
            <a:r>
              <a:rPr lang="fr-FR" dirty="0" sz="1100"/>
              <a:t>Utilisez les paiements groupés pour gérer de gros volumes</a:t>
            </a:r>
          </a:p>
          <a:p>
            <a:pPr lvl="1">
              <a:lnSpc>
                <a:spcPct val="100000"/>
              </a:lnSpc>
              <a:spcBef>
                <a:spcPts val="0"/>
              </a:spcBef>
              <a:spcAft>
                <a:spcPts val="0"/>
              </a:spcAft>
            </a:pPr>
            <a:r>
              <a:rPr lang="fr-FR" b="1" dirty="0" sz="1100"/>
              <a:t>Dettes</a:t>
            </a:r>
          </a:p>
          <a:p>
            <a:pPr lvl="2">
              <a:lnSpc>
                <a:spcPct val="100000"/>
              </a:lnSpc>
              <a:spcBef>
                <a:spcPts val="0"/>
              </a:spcBef>
              <a:spcAft>
                <a:spcPts val="0"/>
              </a:spcAft>
            </a:pPr>
            <a:r>
              <a:rPr lang="fr-FR" dirty="0" sz="1100"/>
              <a:t>Anticipez les factures à partir des bons de commande</a:t>
            </a:r>
          </a:p>
          <a:p>
            <a:pPr lvl="2">
              <a:lnSpc>
                <a:spcPct val="100000"/>
              </a:lnSpc>
              <a:spcBef>
                <a:spcPts val="0"/>
              </a:spcBef>
              <a:spcAft>
                <a:spcPts val="0"/>
              </a:spcAft>
            </a:pPr>
            <a:r>
              <a:rPr lang="fr-FR" dirty="0" sz="1100"/>
              <a:t>Générez automatiquement les factures avec l’OCR et liez-les aux bons de commande existants</a:t>
            </a:r>
          </a:p>
          <a:p>
            <a:pPr lvl="2">
              <a:lnSpc>
                <a:spcPct val="100000"/>
              </a:lnSpc>
              <a:spcBef>
                <a:spcPts val="0"/>
              </a:spcBef>
              <a:spcAft>
                <a:spcPts val="0"/>
              </a:spcAft>
            </a:pPr>
            <a:r>
              <a:rPr lang="fr-FR" dirty="0" sz="1100"/>
              <a:t>Gérez les échéances et les conditions de paiement pour ne payer que lorsque nécessaire</a:t>
            </a:r>
          </a:p>
          <a:p>
            <a:pPr lvl="2">
              <a:lnSpc>
                <a:spcPct val="100000"/>
              </a:lnSpc>
              <a:spcBef>
                <a:spcPts val="0"/>
              </a:spcBef>
              <a:spcAft>
                <a:spcPts val="0"/>
              </a:spcAft>
            </a:pPr>
            <a:r>
              <a:rPr lang="fr-FR" dirty="0" sz="1100"/>
              <a:t>Créez les paiements groupés pour un envoi à la banque</a:t>
            </a:r>
          </a:p>
          <a:p>
            <a:pPr lvl="2">
              <a:lnSpc>
                <a:spcPct val="100000"/>
              </a:lnSpc>
              <a:spcBef>
                <a:spcPts val="0"/>
              </a:spcBef>
              <a:spcAft>
                <a:spcPts val="0"/>
              </a:spcAft>
            </a:pPr>
            <a:r>
              <a:rPr lang="fr-FR" dirty="0" sz="1100"/>
              <a:t>Automatisez le rapprochement bancaire</a:t>
            </a:r>
          </a:p>
          <a:p>
            <a:pPr lvl="2">
              <a:lnSpc>
                <a:spcPct val="100000"/>
              </a:lnSpc>
              <a:spcBef>
                <a:spcPts val="0"/>
              </a:spcBef>
              <a:spcAft>
                <a:spcPts val="0"/>
              </a:spcAft>
            </a:pPr>
            <a:endParaRPr lang="fr-FR" dirty="0" sz="1100"/>
          </a:p>
        </p:txBody>
      </p:sp>
      <p:sp>
        <p:nvSpPr>
          <p:cNvPr id="4" name="Espace réservé du texte 6">
            <a:extLst>
              <a:ext uri="{FF2B5EF4-FFF2-40B4-BE49-F238E27FC236}">
                <a16:creationId xmlns:a16="http://schemas.microsoft.com/office/drawing/2014/main" id="{224BEC80-3EC3-DC49-269F-B1C030B93B83}"/>
              </a:ext>
            </a:extLst>
          </p:cNvPr>
          <p:cNvSpPr>
            <a:spLocks noGrp="1"/>
          </p:cNvSpPr>
          <p:nvPr>
            <p:ph type="body" sz="quarter" idx="13"/>
          </p:nvPr>
        </p:nvSpPr>
        <p:spPr/>
        <p:txBody>
          <a:bodyPr/>
          <a:lstStyle/>
          <a:p>
            <a:pPr/>
            <a:r>
              <a:t>BESOINS COUVERTS</a:t>
            </a:r>
            <a:endParaRPr lang="en-US"/>
          </a:p>
        </p:txBody>
      </p:sp>
      <p:sp>
        <p:nvSpPr>
          <p:cNvPr id="5" name="Titre 1">
            <a:extLst>
              <a:ext uri="{FF2B5EF4-FFF2-40B4-BE49-F238E27FC236}">
                <a16:creationId xmlns:a16="http://schemas.microsoft.com/office/drawing/2014/main" id="{3FF30C7D-F11B-556A-0F96-92D2349C3965}"/>
              </a:ext>
            </a:extLst>
          </p:cNvPr>
          <p:cNvSpPr>
            <a:spLocks noGrp="1"/>
          </p:cNvSpPr>
          <p:nvPr>
            <p:ph type="title"/>
          </p:nvPr>
        </p:nvSpPr>
        <p:spPr/>
        <p:txBody>
          <a:bodyPr/>
          <a:lstStyle/>
          <a:p>
            <a:pPr/>
            <a:r>
              <a:t>COMPTABILITE</a:t>
            </a:r>
          </a:p>
        </p:txBody>
      </p:sp>
      <p:grpSp>
        <p:nvGrpSpPr>
          <p:cNvPr id="7" name="Transplant"/>
          <p:cNvGrpSpPr/>
          <p:nvPr/>
        </p:nvGrpSpPr>
        <p:grpSpPr>
          <a:xfrm>
            <a:off x="7159752" y="2660210"/>
            <a:ext cx="4343400" cy="3092059"/>
            <a:chOff x="7025526" y="2563236"/>
            <a:chExt cx="4431549" cy="3154813"/>
          </a:xfrm>
        </p:grpSpPr>
        <p:pic>
          <p:nvPicPr>
            <p:cNvPr id="8" name="Image 4" descr="Une image contenant Appareils électroniques, texte, affichage, capture d’écran&#10;&#10;Le contenu généré par l’IA peut être incorrect.">
              <a:extLst>
                <a:ext uri="{FF2B5EF4-FFF2-40B4-BE49-F238E27FC236}">
                  <a16:creationId xmlns:a16="http://schemas.microsoft.com/office/drawing/2014/main" id="{E475D502-8793-6E9E-F88B-A109E0E7B2CC}"/>
                </a:ext>
              </a:extLst>
            </p:cNvPr>
            <p:cNvPicPr>
              <a:picLocks noChangeAspect="1"/>
            </p:cNvPicPr>
            <p:nvPr/>
          </p:nvPicPr>
          <p:blipFill>
            <a:blip r:embed="rId2">
              <a:extLst>
                <a:ext uri="{28A0092B-C50C-407E-A947-70E740481C1C}">
                  <a14:useLocalDpi xmlns:a14="http://schemas.microsoft.com/office/drawing/2010/main" val="0"/>
                </a:ext>
              </a:extLst>
            </a:blip>
            <a:srcRect l="8958" t="20850" r="9135" b="20839"/>
            <a:stretch/>
          </p:blipFill>
          <p:spPr>
            <a:xfrm>
              <a:off x="7025526" y="2563236"/>
              <a:ext cx="4431549" cy="3154813"/>
            </a:xfrm>
            <a:prstGeom prst="rect">
              <a:avLst/>
            </a:prstGeom>
          </p:spPr>
        </p:pic>
      </p:gr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space réservé du contenu 1">
            <a:extLst>
              <a:ext uri="{FF2B5EF4-FFF2-40B4-BE49-F238E27FC236}">
                <a16:creationId xmlns:a16="http://schemas.microsoft.com/office/drawing/2014/main" id="{0A5657A9-CF1F-01C4-4C0C-3F4405FBA315}"/>
              </a:ext>
            </a:extLst>
          </p:cNvPr>
          <p:cNvSpPr>
            <a:spLocks noGrp="1"/>
          </p:cNvSpPr>
          <p:nvPr>
            <p:ph idx="1"/>
          </p:nvPr>
        </p:nvSpPr>
        <p:spPr/>
        <p:txBody>
          <a:bodyPr anchor="t"/>
          <a:lstStyle/>
          <a:p>
            <a:pPr lvl="0"/>
            <a:r>
              <a:rPr lang="fr-FR" b="1" dirty="0" sz="1600"/>
              <a:t>UTILISATION STANDARD</a:t>
            </a:r>
          </a:p>
          <a:p>
            <a:pPr lvl="1"/>
            <a:r>
              <a:rPr lang="fr-FR" b="1" dirty="0" sz="1600"/>
              <a:t>Reporting</a:t>
            </a:r>
            <a:endParaRPr lang="fr-FR" b="1" dirty="0" sz="1600"/>
          </a:p>
          <a:p>
            <a:pPr lvl="2"/>
            <a:r>
              <a:rPr lang="fr-FR" dirty="0" sz="1600"/>
              <a:t>Le P&amp;L, le bilan, le résumé exécutif, le grand livre général et des partenaires, les créances, etc., sont des rapports de gestion par défaut du système</a:t>
            </a:r>
          </a:p>
          <a:p>
            <a:pPr lvl="2"/>
            <a:r>
              <a:rPr lang="fr-FR" dirty="0" sz="1600"/>
              <a:t>La génération de rapports analytiques et la vue selon plusieurs axes sont incluses</a:t>
            </a:r>
          </a:p>
          <a:p>
            <a:pPr lvl="1"/>
            <a:r>
              <a:rPr lang="fr-FR" b="1" dirty="0" sz="1600"/>
              <a:t>Autres actions comptables</a:t>
            </a:r>
          </a:p>
          <a:p>
            <a:pPr lvl="2"/>
            <a:r>
              <a:rPr lang="fr-FR" dirty="0" sz="1600"/>
              <a:t>Gérez les reports</a:t>
            </a:r>
          </a:p>
          <a:p>
            <a:pPr lvl="2"/>
            <a:r>
              <a:rPr lang="fr-FR" dirty="0" sz="1600"/>
              <a:t>Suivez vos actifs et vos prêts</a:t>
            </a:r>
          </a:p>
          <a:p>
            <a:pPr lvl="2"/>
            <a:r>
              <a:rPr lang="fr-FR" dirty="0" sz="1600"/>
              <a:t>Verrouillez le système</a:t>
            </a:r>
          </a:p>
          <a:p>
            <a:pPr lvl="3"/>
            <a:r>
              <a:rPr lang="fr-FR" dirty="0" sz="1600"/>
              <a:t>Uniquement pour les factures et les dépenses</a:t>
            </a:r>
          </a:p>
          <a:p>
            <a:pPr lvl="3"/>
            <a:r>
              <a:rPr lang="fr-FR" dirty="0" sz="1600"/>
              <a:t>Pour vos opérations de TVA</a:t>
            </a:r>
          </a:p>
          <a:p>
            <a:pPr lvl="3"/>
            <a:r>
              <a:rPr lang="fr-FR" dirty="0" sz="1600"/>
              <a:t>Pour vos opérations de clôture</a:t>
            </a:r>
          </a:p>
          <a:p>
            <a:pPr lvl="3"/>
            <a:r>
              <a:rPr lang="fr-FR" dirty="0" sz="1600"/>
              <a:t>Pour toutes les opérations</a:t>
            </a:r>
          </a:p>
          <a:p>
            <a:pPr lvl="2"/>
            <a:endParaRPr lang="fr-FR" dirty="0" sz="1600"/>
          </a:p>
          <a:p>
            <a:pPr lvl="2"/>
            <a:endParaRPr lang="fr-FR" dirty="0" sz="1600"/>
          </a:p>
        </p:txBody>
      </p:sp>
      <p:sp>
        <p:nvSpPr>
          <p:cNvPr id="3" name="Titre 2">
            <a:extLst>
              <a:ext uri="{FF2B5EF4-FFF2-40B4-BE49-F238E27FC236}">
                <a16:creationId xmlns:a16="http://schemas.microsoft.com/office/drawing/2014/main" id="{618815FA-3CAE-65F3-B971-C63D5E259378}"/>
              </a:ext>
            </a:extLst>
          </p:cNvPr>
          <p:cNvSpPr>
            <a:spLocks noGrp="1"/>
          </p:cNvSpPr>
          <p:nvPr>
            <p:ph type="title"/>
          </p:nvPr>
        </p:nvSpPr>
        <p:spPr/>
        <p:txBody>
          <a:bodyPr/>
          <a:lstStyle/>
          <a:p>
            <a:pPr/>
            <a:r>
              <a:t>COMPTABILITE</a:t>
            </a:r>
          </a:p>
        </p:txBody>
      </p:sp>
      <p:sp>
        <p:nvSpPr>
          <p:cNvPr id="4" name="Espace réservé du texte 3">
            <a:extLst>
              <a:ext uri="{FF2B5EF4-FFF2-40B4-BE49-F238E27FC236}">
                <a16:creationId xmlns:a16="http://schemas.microsoft.com/office/drawing/2014/main" id="{6BB8E998-5BC1-3D30-5A40-7A17CB479142}"/>
              </a:ext>
            </a:extLst>
          </p:cNvPr>
          <p:cNvSpPr>
            <a:spLocks noGrp="1"/>
          </p:cNvSpPr>
          <p:nvPr>
            <p:ph type="body" sz="quarter" idx="13"/>
          </p:nvPr>
        </p:nvSpPr>
        <p:spPr/>
        <p:txBody>
          <a:bodyPr/>
          <a:lstStyle/>
          <a:p>
            <a:pPr/>
            <a:r>
              <a:t>BESOINS COUVERTS</a:t>
            </a:r>
            <a:endParaRPr lang="en-US"/>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Espace réservé du contenu 1">
            <a:extLst>
              <a:ext uri="{FF2B5EF4-FFF2-40B4-BE49-F238E27FC236}">
                <a16:creationId xmlns:a16="http://schemas.microsoft.com/office/drawing/2014/main" id="{0A5657A9-CF1F-01C4-4C0C-3F4405FBA315}"/>
              </a:ext>
            </a:extLst>
          </p:cNvPr>
          <p:cNvSpPr>
            <a:spLocks noGrp="1"/>
          </p:cNvSpPr>
          <p:nvPr>
            <p:ph idx="1"/>
          </p:nvPr>
        </p:nvSpPr>
        <p:spPr/>
        <p:txBody>
          <a:bodyPr anchor="t"/>
          <a:lstStyle/>
          <a:p>
            <a:pPr lvl="0"/>
            <a:r>
              <a:rPr lang="fr-FR" b="1" dirty="0" sz="1600"/>
              <a:t>CUSTOMISATIONS</a:t>
            </a:r>
          </a:p>
          <a:p>
            <a:pPr lvl="1"/>
            <a:r>
              <a:rPr lang="fr-FR" dirty="0" sz="1600"/>
              <a:t>Mettez l’accent sur les principaux changements, difficultés, coûts, développeurs spécifiques pour couvrir les besoins importants – Donnez une liste des besoins dans ce cas</a:t>
            </a:r>
          </a:p>
        </p:txBody>
      </p:sp>
      <p:sp>
        <p:nvSpPr>
          <p:cNvPr id="4" name="Titre 2">
            <a:extLst>
              <a:ext uri="{FF2B5EF4-FFF2-40B4-BE49-F238E27FC236}">
                <a16:creationId xmlns:a16="http://schemas.microsoft.com/office/drawing/2014/main" id="{618815FA-3CAE-65F3-B971-C63D5E259378}"/>
              </a:ext>
            </a:extLst>
          </p:cNvPr>
          <p:cNvSpPr>
            <a:spLocks noGrp="1"/>
          </p:cNvSpPr>
          <p:nvPr>
            <p:ph type="title"/>
          </p:nvPr>
        </p:nvSpPr>
        <p:spPr/>
        <p:txBody>
          <a:bodyPr/>
          <a:lstStyle/>
          <a:p>
            <a:pPr/>
            <a:r>
              <a:t>COMPTABILITE</a:t>
            </a:r>
          </a:p>
        </p:txBody>
      </p:sp>
      <p:sp>
        <p:nvSpPr>
          <p:cNvPr id="5" name="Espace réservé du texte 3">
            <a:extLst>
              <a:ext uri="{FF2B5EF4-FFF2-40B4-BE49-F238E27FC236}">
                <a16:creationId xmlns:a16="http://schemas.microsoft.com/office/drawing/2014/main" id="{6BB8E998-5BC1-3D30-5A40-7A17CB479142}"/>
              </a:ext>
            </a:extLst>
          </p:cNvPr>
          <p:cNvSpPr>
            <a:spLocks noGrp="1"/>
          </p:cNvSpPr>
          <p:nvPr>
            <p:ph type="body" sz="quarter" idx="13"/>
          </p:nvPr>
        </p:nvSpPr>
        <p:spPr/>
        <p:txBody>
          <a:bodyPr/>
          <a:lstStyle/>
          <a:p>
            <a:pPr/>
            <a:r>
              <a:t>BESOINS COUVERTS</a:t>
            </a:r>
            <a:endParaRPr lang="en-US"/>
          </a:p>
        </p:txBody>
      </p:sp>
      <p:grpSp>
        <p:nvGrpSpPr>
          <p:cNvPr id="6" name="Transplant"/>
          <p:cNvGrpSpPr/>
          <p:nvPr/>
        </p:nvGrpSpPr>
        <p:grpSpPr>
          <a:xfrm>
            <a:off x="164592" y="2395885"/>
            <a:ext cx="457200" cy="475173"/>
            <a:chOff x="484517" y="2514600"/>
            <a:chExt cx="879812" cy="914400"/>
          </a:xfrm>
        </p:grpSpPr>
        <p:pic>
          <p:nvPicPr>
            <p:cNvPr id="7" name="Graphique 1" descr="Stylo avec un remplissage uni">
              <a:extLst>
                <a:ext uri="{FF2B5EF4-FFF2-40B4-BE49-F238E27FC236}">
                  <a16:creationId xmlns:a16="http://schemas.microsoft.com/office/drawing/2014/main" id="{9D8E76CF-08B9-8E3F-4186-8E9DF6B89F5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flipH="1">
              <a:off x="484517" y="2514600"/>
              <a:ext cx="879812" cy="914400"/>
            </a:xfrm>
            <a:prstGeom prst="rect">
              <a:avLst/>
            </a:prstGeom>
          </p:spPr>
        </p:pic>
      </p:gr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Espace réservé du contenu 5">
            <a:extLst>
              <a:ext uri="{FF2B5EF4-FFF2-40B4-BE49-F238E27FC236}">
                <a16:creationId xmlns:a16="http://schemas.microsoft.com/office/drawing/2014/main" id="{8B2061D0-770C-F284-BB20-62B1C6C95539}"/>
              </a:ext>
            </a:extLst>
          </p:cNvPr>
          <p:cNvSpPr>
            <a:spLocks noGrp="1"/>
          </p:cNvSpPr>
          <p:nvPr>
            <p:ph idx="1"/>
          </p:nvPr>
        </p:nvSpPr>
        <p:spPr/>
        <p:txBody>
          <a:bodyPr anchor="t"/>
          <a:lstStyle/>
          <a:p>
            <a:pPr lvl="0"/>
            <a:r>
              <a:rPr lang="fr-FR" b="1" dirty="0" sz="1600"/>
              <a:t>UTILISATION STANDARD </a:t>
            </a:r>
          </a:p>
          <a:p>
            <a:pPr lvl="1"/>
            <a:r>
              <a:rPr lang="fr-FR" dirty="0" sz="1600"/>
              <a:t>Bénéficiez d’un catalogue partagé avec une vue unique de toutes les actions liées au produit</a:t>
            </a:r>
          </a:p>
          <a:p>
            <a:pPr lvl="1"/>
            <a:r>
              <a:rPr lang="fr-FR" dirty="0" sz="1600"/>
              <a:t>Gérez les listes de prix</a:t>
            </a:r>
          </a:p>
          <a:p>
            <a:pPr lvl="1"/>
            <a:r>
              <a:rPr lang="fr-FR" dirty="0" sz="1600"/>
              <a:t>Gérez les différents types de produits (services, biens, fabrication, location, etc.)</a:t>
            </a:r>
          </a:p>
          <a:p>
            <a:pPr lvl="1"/>
            <a:r>
              <a:rPr lang="fr-FR" dirty="0" sz="1600"/>
              <a:t>Permettez l’utilisation de l'e-commerce</a:t>
            </a:r>
          </a:p>
          <a:p>
            <a:pPr lvl="1"/>
            <a:r>
              <a:rPr lang="fr-FR" dirty="0" sz="1600"/>
              <a:t>Permettez l’utilisation du point de vente (POS)</a:t>
            </a:r>
          </a:p>
          <a:p>
            <a:pPr lvl="1"/>
            <a:r>
              <a:rPr lang="fr-FR" dirty="0" sz="1600"/>
              <a:t>Gérez les achats et les réapprovisionnements</a:t>
            </a:r>
          </a:p>
          <a:p>
            <a:pPr lvl="1"/>
            <a:r>
              <a:rPr lang="fr-FR" dirty="0" sz="1600"/>
              <a:t>Décrivez et ajoutez des images ou des documents à vos produits</a:t>
            </a:r>
            <a:endParaRPr lang="fr-FR" dirty="0" sz="1600"/>
          </a:p>
        </p:txBody>
      </p:sp>
      <p:sp>
        <p:nvSpPr>
          <p:cNvPr id="4" name="Espace réservé du texte 6">
            <a:extLst>
              <a:ext uri="{FF2B5EF4-FFF2-40B4-BE49-F238E27FC236}">
                <a16:creationId xmlns:a16="http://schemas.microsoft.com/office/drawing/2014/main" id="{224BEC80-3EC3-DC49-269F-B1C030B93B83}"/>
              </a:ext>
            </a:extLst>
          </p:cNvPr>
          <p:cNvSpPr>
            <a:spLocks noGrp="1"/>
          </p:cNvSpPr>
          <p:nvPr>
            <p:ph type="body" sz="quarter" idx="13"/>
          </p:nvPr>
        </p:nvSpPr>
        <p:spPr/>
        <p:txBody>
          <a:bodyPr/>
          <a:lstStyle/>
          <a:p>
            <a:pPr/>
            <a:r>
              <a:t>BESOINS COUVERTS</a:t>
            </a:r>
            <a:endParaRPr lang="en-US"/>
          </a:p>
        </p:txBody>
      </p:sp>
      <p:sp>
        <p:nvSpPr>
          <p:cNvPr id="5" name="Titre 1">
            <a:extLst>
              <a:ext uri="{FF2B5EF4-FFF2-40B4-BE49-F238E27FC236}">
                <a16:creationId xmlns:a16="http://schemas.microsoft.com/office/drawing/2014/main" id="{3FF30C7D-F11B-556A-0F96-92D2349C3965}"/>
              </a:ext>
            </a:extLst>
          </p:cNvPr>
          <p:cNvSpPr>
            <a:spLocks noGrp="1"/>
          </p:cNvSpPr>
          <p:nvPr>
            <p:ph type="title"/>
          </p:nvPr>
        </p:nvSpPr>
        <p:spPr/>
        <p:txBody>
          <a:bodyPr/>
          <a:lstStyle/>
          <a:p>
            <a:pPr/>
            <a:r>
              <a:t>PRODUITS</a:t>
            </a:r>
          </a:p>
        </p:txBody>
      </p:sp>
      <p:grpSp>
        <p:nvGrpSpPr>
          <p:cNvPr id="7" name="Transplant"/>
          <p:cNvGrpSpPr/>
          <p:nvPr/>
        </p:nvGrpSpPr>
        <p:grpSpPr>
          <a:xfrm>
            <a:off x="7159752" y="2660210"/>
            <a:ext cx="4343400" cy="3092059"/>
            <a:chOff x="6548077" y="2563843"/>
            <a:chExt cx="4429846" cy="3153600"/>
          </a:xfrm>
        </p:grpSpPr>
        <p:pic>
          <p:nvPicPr>
            <p:cNvPr id="8" name="Image 3" descr="Une image contenant texte, capture d’écran, logiciel, Système d’exploitation&#10;&#10;Le contenu généré par l’IA peut être incorrect.">
              <a:extLst>
                <a:ext uri="{FF2B5EF4-FFF2-40B4-BE49-F238E27FC236}">
                  <a16:creationId xmlns:a16="http://schemas.microsoft.com/office/drawing/2014/main" id="{2E7D432B-77DC-30F0-2E37-5A8A3D22B389}"/>
                </a:ext>
              </a:extLst>
            </p:cNvPr>
            <p:cNvPicPr>
              <a:picLocks noChangeAspect="1"/>
            </p:cNvPicPr>
            <p:nvPr/>
          </p:nvPicPr>
          <p:blipFill>
            <a:blip r:embed="rId2">
              <a:extLst>
                <a:ext uri="{28A0092B-C50C-407E-A947-70E740481C1C}">
                  <a14:useLocalDpi xmlns:a14="http://schemas.microsoft.com/office/drawing/2010/main" val="0"/>
                </a:ext>
              </a:extLst>
            </a:blip>
            <a:srcRect l="9047" t="20849" r="9037" b="20835"/>
            <a:stretch/>
          </p:blipFill>
          <p:spPr>
            <a:xfrm>
              <a:off x="6548077" y="2563843"/>
              <a:ext cx="4429846" cy="3153600"/>
            </a:xfrm>
            <a:prstGeom prst="rect">
              <a:avLst/>
            </a:prstGeom>
          </p:spPr>
        </p:pic>
      </p:gr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Espace réservé du contenu 1">
            <a:extLst>
              <a:ext uri="{FF2B5EF4-FFF2-40B4-BE49-F238E27FC236}">
                <a16:creationId xmlns:a16="http://schemas.microsoft.com/office/drawing/2014/main" id="{0A5657A9-CF1F-01C4-4C0C-3F4405FBA315}"/>
              </a:ext>
            </a:extLst>
          </p:cNvPr>
          <p:cNvSpPr>
            <a:spLocks noGrp="1"/>
          </p:cNvSpPr>
          <p:nvPr>
            <p:ph idx="1"/>
          </p:nvPr>
        </p:nvSpPr>
        <p:spPr/>
        <p:txBody>
          <a:bodyPr anchor="t"/>
          <a:lstStyle/>
          <a:p>
            <a:pPr lvl="0"/>
            <a:r>
              <a:rPr lang="fr-FR" b="1" dirty="0" sz="1600"/>
              <a:t>CUSTOMISATIONS </a:t>
            </a:r>
          </a:p>
          <a:p>
            <a:pPr lvl="1"/>
            <a:r>
              <a:rPr lang="fr-FR" dirty="0" sz="1600"/>
              <a:t>Mettez l’accent sur les principaux changements, difficultés, coûts, développeurs spécifiques pour couvrir les besoins importants – Donnez une liste des besoins dans ce cas</a:t>
            </a:r>
          </a:p>
        </p:txBody>
      </p:sp>
      <p:sp>
        <p:nvSpPr>
          <p:cNvPr id="4" name="Titre 2">
            <a:extLst>
              <a:ext uri="{FF2B5EF4-FFF2-40B4-BE49-F238E27FC236}">
                <a16:creationId xmlns:a16="http://schemas.microsoft.com/office/drawing/2014/main" id="{618815FA-3CAE-65F3-B971-C63D5E259378}"/>
              </a:ext>
            </a:extLst>
          </p:cNvPr>
          <p:cNvSpPr>
            <a:spLocks noGrp="1"/>
          </p:cNvSpPr>
          <p:nvPr>
            <p:ph type="title"/>
          </p:nvPr>
        </p:nvSpPr>
        <p:spPr/>
        <p:txBody>
          <a:bodyPr/>
          <a:lstStyle/>
          <a:p>
            <a:pPr/>
            <a:r>
              <a:t>PRODUITS</a:t>
            </a:r>
          </a:p>
        </p:txBody>
      </p:sp>
      <p:sp>
        <p:nvSpPr>
          <p:cNvPr id="5" name="Espace réservé du texte 3">
            <a:extLst>
              <a:ext uri="{FF2B5EF4-FFF2-40B4-BE49-F238E27FC236}">
                <a16:creationId xmlns:a16="http://schemas.microsoft.com/office/drawing/2014/main" id="{6BB8E998-5BC1-3D30-5A40-7A17CB479142}"/>
              </a:ext>
            </a:extLst>
          </p:cNvPr>
          <p:cNvSpPr>
            <a:spLocks noGrp="1"/>
          </p:cNvSpPr>
          <p:nvPr>
            <p:ph type="body" sz="quarter" idx="13"/>
          </p:nvPr>
        </p:nvSpPr>
        <p:spPr/>
        <p:txBody>
          <a:bodyPr/>
          <a:lstStyle/>
          <a:p>
            <a:pPr/>
            <a:r>
              <a:t>BESOINS COUVERTS</a:t>
            </a:r>
            <a:endParaRPr lang="en-US"/>
          </a:p>
        </p:txBody>
      </p:sp>
      <p:grpSp>
        <p:nvGrpSpPr>
          <p:cNvPr id="6" name="Transplant"/>
          <p:cNvGrpSpPr/>
          <p:nvPr/>
        </p:nvGrpSpPr>
        <p:grpSpPr>
          <a:xfrm>
            <a:off x="164592" y="2395885"/>
            <a:ext cx="457200" cy="475173"/>
            <a:chOff x="623377" y="2585940"/>
            <a:chExt cx="879812" cy="914400"/>
          </a:xfrm>
        </p:grpSpPr>
        <p:pic>
          <p:nvPicPr>
            <p:cNvPr id="7" name="Graphique 1" descr="Stylo avec un remplissage uni">
              <a:extLst>
                <a:ext uri="{FF2B5EF4-FFF2-40B4-BE49-F238E27FC236}">
                  <a16:creationId xmlns:a16="http://schemas.microsoft.com/office/drawing/2014/main" id="{5A81FFCD-2EAB-081E-8885-9C4A6635031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flipH="1">
              <a:off x="623377" y="2585940"/>
              <a:ext cx="879812" cy="914400"/>
            </a:xfrm>
            <a:prstGeom prst="rect">
              <a:avLst/>
            </a:prstGeom>
          </p:spPr>
        </p:pic>
      </p:gr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Espace réservé du contenu 5">
            <a:extLst>
              <a:ext uri="{FF2B5EF4-FFF2-40B4-BE49-F238E27FC236}">
                <a16:creationId xmlns:a16="http://schemas.microsoft.com/office/drawing/2014/main" id="{8B2061D0-770C-F284-BB20-62B1C6C95539}"/>
              </a:ext>
            </a:extLst>
          </p:cNvPr>
          <p:cNvSpPr>
            <a:spLocks noGrp="1"/>
          </p:cNvSpPr>
          <p:nvPr>
            <p:ph idx="1"/>
          </p:nvPr>
        </p:nvSpPr>
        <p:spPr/>
        <p:txBody>
          <a:bodyPr anchor="t"/>
          <a:lstStyle/>
          <a:p>
            <a:pPr lvl="0"/>
            <a:r>
              <a:rPr lang="fr-FR" b="1" dirty="0" sz="1400"/>
              <a:t>UTILISATION STANDARD</a:t>
            </a:r>
          </a:p>
          <a:p>
            <a:pPr lvl="1"/>
            <a:r>
              <a:rPr lang="fr-FR" dirty="0" sz="1400"/>
              <a:t>Gérez un annuaire de contacts partagé</a:t>
            </a:r>
          </a:p>
          <a:p>
            <a:pPr lvl="1"/>
            <a:r>
              <a:rPr lang="fr-FR" dirty="0" sz="1400"/>
              <a:t>Entrez toutes les informations nécessaires dans votre contact :</a:t>
            </a:r>
          </a:p>
          <a:p>
            <a:pPr lvl="2"/>
            <a:r>
              <a:rPr lang="fr-FR" dirty="0" sz="1400"/>
              <a:t>Personnes dans l'entreprise</a:t>
            </a:r>
          </a:p>
          <a:p>
            <a:pPr lvl="2"/>
            <a:r>
              <a:rPr lang="fr-FR" dirty="0" sz="1400"/>
              <a:t>Adresses de livraison</a:t>
            </a:r>
          </a:p>
          <a:p>
            <a:pPr lvl="2"/>
            <a:r>
              <a:rPr lang="fr-FR" dirty="0" sz="1400"/>
              <a:t>Adresses de facturation</a:t>
            </a:r>
          </a:p>
          <a:p>
            <a:pPr lvl="2"/>
            <a:r>
              <a:rPr lang="fr-FR" dirty="0" sz="1400"/>
              <a:t>Listes de prix et conditions de paiement.</a:t>
            </a:r>
          </a:p>
          <a:p>
            <a:pPr lvl="1"/>
            <a:r>
              <a:rPr lang="fr-FR" dirty="0" sz="1400"/>
              <a:t>Ayez une vue à 360° de tous les contenus liés au contact</a:t>
            </a:r>
          </a:p>
          <a:p>
            <a:pPr lvl="2"/>
            <a:r>
              <a:rPr lang="fr-FR" dirty="0" sz="1400"/>
              <a:t>Achats</a:t>
            </a:r>
          </a:p>
          <a:p>
            <a:pPr lvl="2"/>
            <a:r>
              <a:rPr lang="fr-FR" dirty="0" sz="1400"/>
              <a:t>Ventes</a:t>
            </a:r>
          </a:p>
          <a:p>
            <a:pPr lvl="2"/>
            <a:r>
              <a:rPr lang="fr-FR" dirty="0" sz="1400"/>
              <a:t>Montant actuellement facturé</a:t>
            </a:r>
          </a:p>
          <a:p>
            <a:pPr lvl="2"/>
            <a:r>
              <a:rPr lang="fr-FR" dirty="0" sz="1400"/>
              <a:t>Et ainsi de suite…</a:t>
            </a:r>
            <a:endParaRPr lang="fr-FR" dirty="0" sz="1400"/>
          </a:p>
        </p:txBody>
      </p:sp>
      <p:sp>
        <p:nvSpPr>
          <p:cNvPr id="4" name="Espace réservé du texte 6">
            <a:extLst>
              <a:ext uri="{FF2B5EF4-FFF2-40B4-BE49-F238E27FC236}">
                <a16:creationId xmlns:a16="http://schemas.microsoft.com/office/drawing/2014/main" id="{224BEC80-3EC3-DC49-269F-B1C030B93B83}"/>
              </a:ext>
            </a:extLst>
          </p:cNvPr>
          <p:cNvSpPr>
            <a:spLocks noGrp="1"/>
          </p:cNvSpPr>
          <p:nvPr>
            <p:ph type="body" sz="quarter" idx="13"/>
          </p:nvPr>
        </p:nvSpPr>
        <p:spPr/>
        <p:txBody>
          <a:bodyPr/>
          <a:lstStyle/>
          <a:p>
            <a:pPr/>
            <a:r>
              <a:t>BESOINS COUVERTS</a:t>
            </a:r>
            <a:endParaRPr lang="en-US"/>
          </a:p>
        </p:txBody>
      </p:sp>
      <p:sp>
        <p:nvSpPr>
          <p:cNvPr id="5" name="Titre 1">
            <a:extLst>
              <a:ext uri="{FF2B5EF4-FFF2-40B4-BE49-F238E27FC236}">
                <a16:creationId xmlns:a16="http://schemas.microsoft.com/office/drawing/2014/main" id="{3FF30C7D-F11B-556A-0F96-92D2349C3965}"/>
              </a:ext>
            </a:extLst>
          </p:cNvPr>
          <p:cNvSpPr>
            <a:spLocks noGrp="1"/>
          </p:cNvSpPr>
          <p:nvPr>
            <p:ph type="title"/>
          </p:nvPr>
        </p:nvSpPr>
        <p:spPr/>
        <p:txBody>
          <a:bodyPr/>
          <a:lstStyle/>
          <a:p>
            <a:pPr/>
            <a:r>
              <a:t>CONTACTS</a:t>
            </a:r>
          </a:p>
        </p:txBody>
      </p:sp>
      <p:grpSp>
        <p:nvGrpSpPr>
          <p:cNvPr id="7" name="Transplant"/>
          <p:cNvGrpSpPr/>
          <p:nvPr/>
        </p:nvGrpSpPr>
        <p:grpSpPr>
          <a:xfrm>
            <a:off x="7159752" y="2659726"/>
            <a:ext cx="4343400" cy="3093027"/>
            <a:chOff x="6547200" y="2562724"/>
            <a:chExt cx="4431600" cy="3155837"/>
          </a:xfrm>
        </p:grpSpPr>
        <p:pic>
          <p:nvPicPr>
            <p:cNvPr id="8" name="Image 2" descr="Une image contenant Appareils électroniques, texte, capture d’écran, logiciel&#10;&#10;Le contenu généré par l’IA peut être incorrect.">
              <a:extLst>
                <a:ext uri="{FF2B5EF4-FFF2-40B4-BE49-F238E27FC236}">
                  <a16:creationId xmlns:a16="http://schemas.microsoft.com/office/drawing/2014/main" id="{97295D7A-97B3-A7DB-67EE-CD8DD840C5EF}"/>
                </a:ext>
              </a:extLst>
            </p:cNvPr>
            <p:cNvPicPr>
              <a:picLocks noChangeAspect="1"/>
            </p:cNvPicPr>
            <p:nvPr/>
          </p:nvPicPr>
          <p:blipFill>
            <a:blip r:embed="rId2">
              <a:extLst>
                <a:ext uri="{28A0092B-C50C-407E-A947-70E740481C1C}">
                  <a14:useLocalDpi xmlns:a14="http://schemas.microsoft.com/office/drawing/2010/main" val="0"/>
                </a:ext>
              </a:extLst>
            </a:blip>
            <a:srcRect l="9110" t="20786" r="8973" b="20880"/>
            <a:stretch/>
          </p:blipFill>
          <p:spPr>
            <a:xfrm>
              <a:off x="6547200" y="2562724"/>
              <a:ext cx="4431600" cy="3155837"/>
            </a:xfrm>
            <a:prstGeom prst="rect">
              <a:avLst/>
            </a:prstGeom>
          </p:spPr>
        </p:pic>
      </p:gr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Espace réservé du contenu 1">
            <a:extLst>
              <a:ext uri="{FF2B5EF4-FFF2-40B4-BE49-F238E27FC236}">
                <a16:creationId xmlns:a16="http://schemas.microsoft.com/office/drawing/2014/main" id="{0A5657A9-CF1F-01C4-4C0C-3F4405FBA315}"/>
              </a:ext>
            </a:extLst>
          </p:cNvPr>
          <p:cNvSpPr>
            <a:spLocks noGrp="1"/>
          </p:cNvSpPr>
          <p:nvPr>
            <p:ph idx="1"/>
          </p:nvPr>
        </p:nvSpPr>
        <p:spPr/>
        <p:txBody>
          <a:bodyPr anchor="t"/>
          <a:lstStyle/>
          <a:p>
            <a:pPr lvl="0"/>
            <a:r>
              <a:rPr lang="fr-FR" b="1" dirty="0" sz="1600"/>
              <a:t>CUSTOMISATIONS </a:t>
            </a:r>
          </a:p>
          <a:p>
            <a:pPr lvl="1"/>
            <a:r>
              <a:rPr lang="fr-FR" dirty="0" sz="1600"/>
              <a:t>Mettez l’accent sur les principaux changements, difficultés, coûts, développeurs spécifiques pour couvrir les besoins importants – Donnez une liste des besoins dans ce cas</a:t>
            </a:r>
          </a:p>
        </p:txBody>
      </p:sp>
      <p:sp>
        <p:nvSpPr>
          <p:cNvPr id="4" name="Titre 2">
            <a:extLst>
              <a:ext uri="{FF2B5EF4-FFF2-40B4-BE49-F238E27FC236}">
                <a16:creationId xmlns:a16="http://schemas.microsoft.com/office/drawing/2014/main" id="{618815FA-3CAE-65F3-B971-C63D5E259378}"/>
              </a:ext>
            </a:extLst>
          </p:cNvPr>
          <p:cNvSpPr>
            <a:spLocks noGrp="1"/>
          </p:cNvSpPr>
          <p:nvPr>
            <p:ph type="title"/>
          </p:nvPr>
        </p:nvSpPr>
        <p:spPr/>
        <p:txBody>
          <a:bodyPr/>
          <a:lstStyle/>
          <a:p>
            <a:pPr/>
            <a:r>
              <a:t>CONTACTS</a:t>
            </a:r>
          </a:p>
        </p:txBody>
      </p:sp>
      <p:sp>
        <p:nvSpPr>
          <p:cNvPr id="5" name="Espace réservé du texte 3">
            <a:extLst>
              <a:ext uri="{FF2B5EF4-FFF2-40B4-BE49-F238E27FC236}">
                <a16:creationId xmlns:a16="http://schemas.microsoft.com/office/drawing/2014/main" id="{6BB8E998-5BC1-3D30-5A40-7A17CB479142}"/>
              </a:ext>
            </a:extLst>
          </p:cNvPr>
          <p:cNvSpPr>
            <a:spLocks noGrp="1"/>
          </p:cNvSpPr>
          <p:nvPr>
            <p:ph type="body" sz="quarter" idx="13"/>
          </p:nvPr>
        </p:nvSpPr>
        <p:spPr/>
        <p:txBody>
          <a:bodyPr/>
          <a:lstStyle/>
          <a:p>
            <a:pPr/>
            <a:r>
              <a:t>BESOINS COUVERTS</a:t>
            </a:r>
            <a:endParaRPr lang="en-US"/>
          </a:p>
        </p:txBody>
      </p:sp>
      <p:grpSp>
        <p:nvGrpSpPr>
          <p:cNvPr id="6" name="Transplant"/>
          <p:cNvGrpSpPr/>
          <p:nvPr/>
        </p:nvGrpSpPr>
        <p:grpSpPr>
          <a:xfrm>
            <a:off x="164592" y="2395885"/>
            <a:ext cx="457200" cy="475173"/>
            <a:chOff x="484517" y="2514600"/>
            <a:chExt cx="879812" cy="914400"/>
          </a:xfrm>
        </p:grpSpPr>
        <p:pic>
          <p:nvPicPr>
            <p:cNvPr id="7" name="Graphique 1" descr="Stylo avec un remplissage uni">
              <a:extLst>
                <a:ext uri="{FF2B5EF4-FFF2-40B4-BE49-F238E27FC236}">
                  <a16:creationId xmlns:a16="http://schemas.microsoft.com/office/drawing/2014/main" id="{A81F4CDE-7D3F-B07E-A9A9-66A4DFDBF5E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flipH="1">
              <a:off x="484517" y="2514600"/>
              <a:ext cx="879812" cy="914400"/>
            </a:xfrm>
            <a:prstGeom prst="rect">
              <a:avLst/>
            </a:prstGeom>
          </p:spPr>
        </p:pic>
      </p:gr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Espace réservé du contenu 5">
            <a:extLst>
              <a:ext uri="{FF2B5EF4-FFF2-40B4-BE49-F238E27FC236}">
                <a16:creationId xmlns:a16="http://schemas.microsoft.com/office/drawing/2014/main" id="{8B2061D0-770C-F284-BB20-62B1C6C95539}"/>
              </a:ext>
            </a:extLst>
          </p:cNvPr>
          <p:cNvSpPr>
            <a:spLocks noGrp="1"/>
          </p:cNvSpPr>
          <p:nvPr>
            <p:ph idx="1"/>
          </p:nvPr>
        </p:nvSpPr>
        <p:spPr/>
        <p:txBody>
          <a:bodyPr anchor="t"/>
          <a:lstStyle/>
          <a:p>
            <a:pPr lvl="0"/>
            <a:r>
              <a:rPr lang="fr-FR" b="1" dirty="0" sz="1400"/>
              <a:t>UTILISATION STANDARD</a:t>
            </a:r>
          </a:p>
          <a:p>
            <a:pPr lvl="1"/>
            <a:r>
              <a:rPr lang="fr-FR" dirty="0" sz="1400"/>
              <a:t>Gérez vos prospects non qualifiés en dehors de votre liste de contacts</a:t>
            </a:r>
          </a:p>
          <a:p>
            <a:pPr lvl="1"/>
            <a:r>
              <a:rPr lang="fr-FR" dirty="0" sz="1400"/>
              <a:t>Qualifiez et gérez vos opportunités en un coup d'œil</a:t>
            </a:r>
          </a:p>
          <a:p>
            <a:pPr lvl="1"/>
            <a:r>
              <a:rPr lang="fr-FR" dirty="0" sz="1400"/>
              <a:t>Organisez vos actions à réaliser et rappelez-les toutes</a:t>
            </a:r>
          </a:p>
          <a:p>
            <a:pPr lvl="1"/>
            <a:r>
              <a:rPr lang="fr-FR" dirty="0" sz="1400"/>
              <a:t>Effectuez des actions de masse (comme l'envoi d'e-mails).</a:t>
            </a:r>
          </a:p>
          <a:p>
            <a:pPr lvl="1"/>
            <a:r>
              <a:rPr lang="fr-FR" dirty="0" sz="1400"/>
              <a:t>Suivez vos campagnes et collectez les données statistiques</a:t>
            </a:r>
          </a:p>
          <a:p>
            <a:pPr lvl="1"/>
            <a:r>
              <a:rPr lang="fr-FR" dirty="0" sz="1400"/>
              <a:t>Créez des devis en 1 clic à partir de votre opportunité</a:t>
            </a:r>
          </a:p>
          <a:p>
            <a:pPr lvl="1"/>
            <a:r>
              <a:rPr lang="fr-FR" dirty="0" sz="1400"/>
              <a:t>Créez un contact en 1 clic à partir des informations de votre opportunité</a:t>
            </a:r>
          </a:p>
          <a:p>
            <a:pPr lvl="1"/>
            <a:r>
              <a:rPr lang="fr-FR" dirty="0" sz="1400"/>
              <a:t>Suivez les pertes avec une raison</a:t>
            </a:r>
            <a:endParaRPr lang="fr-FR" dirty="0" sz="1400"/>
          </a:p>
        </p:txBody>
      </p:sp>
      <p:sp>
        <p:nvSpPr>
          <p:cNvPr id="4" name="Espace réservé du texte 6">
            <a:extLst>
              <a:ext uri="{FF2B5EF4-FFF2-40B4-BE49-F238E27FC236}">
                <a16:creationId xmlns:a16="http://schemas.microsoft.com/office/drawing/2014/main" id="{224BEC80-3EC3-DC49-269F-B1C030B93B83}"/>
              </a:ext>
            </a:extLst>
          </p:cNvPr>
          <p:cNvSpPr>
            <a:spLocks noGrp="1"/>
          </p:cNvSpPr>
          <p:nvPr>
            <p:ph type="body" sz="quarter" idx="13"/>
          </p:nvPr>
        </p:nvSpPr>
        <p:spPr/>
        <p:txBody>
          <a:bodyPr/>
          <a:lstStyle/>
          <a:p>
            <a:pPr/>
            <a:r>
              <a:t>BESOINS COUVERTS</a:t>
            </a:r>
            <a:endParaRPr lang="en-US"/>
          </a:p>
        </p:txBody>
      </p:sp>
      <p:sp>
        <p:nvSpPr>
          <p:cNvPr id="5" name="Titre 1">
            <a:extLst>
              <a:ext uri="{FF2B5EF4-FFF2-40B4-BE49-F238E27FC236}">
                <a16:creationId xmlns:a16="http://schemas.microsoft.com/office/drawing/2014/main" id="{3FF30C7D-F11B-556A-0F96-92D2349C3965}"/>
              </a:ext>
            </a:extLst>
          </p:cNvPr>
          <p:cNvSpPr>
            <a:spLocks noGrp="1"/>
          </p:cNvSpPr>
          <p:nvPr>
            <p:ph type="title"/>
          </p:nvPr>
        </p:nvSpPr>
        <p:spPr/>
        <p:txBody>
          <a:bodyPr/>
          <a:lstStyle/>
          <a:p>
            <a:pPr/>
            <a:r>
              <a:t>CRM</a:t>
            </a:r>
          </a:p>
        </p:txBody>
      </p:sp>
      <p:grpSp>
        <p:nvGrpSpPr>
          <p:cNvPr id="7" name="Transplant"/>
          <p:cNvGrpSpPr/>
          <p:nvPr/>
        </p:nvGrpSpPr>
        <p:grpSpPr>
          <a:xfrm>
            <a:off x="7159752" y="2659727"/>
            <a:ext cx="4343400" cy="3093026"/>
            <a:chOff x="6547200" y="2562725"/>
            <a:chExt cx="4431600" cy="3155836"/>
          </a:xfrm>
        </p:grpSpPr>
        <p:pic>
          <p:nvPicPr>
            <p:cNvPr id="8" name="Image 2" descr="Une image contenant Appareils électroniques, texte, capture d’écran, logiciel&#10;&#10;Le contenu généré par l’IA peut être incorrect.">
              <a:extLst>
                <a:ext uri="{FF2B5EF4-FFF2-40B4-BE49-F238E27FC236}">
                  <a16:creationId xmlns:a16="http://schemas.microsoft.com/office/drawing/2014/main" id="{CBE8C5A3-6873-0E69-56BF-D1245A174E37}"/>
                </a:ext>
              </a:extLst>
            </p:cNvPr>
            <p:cNvPicPr>
              <a:picLocks noChangeAspect="1"/>
            </p:cNvPicPr>
            <p:nvPr/>
          </p:nvPicPr>
          <p:blipFill>
            <a:blip r:embed="rId2">
              <a:extLst>
                <a:ext uri="{28A0092B-C50C-407E-A947-70E740481C1C}">
                  <a14:useLocalDpi xmlns:a14="http://schemas.microsoft.com/office/drawing/2010/main" val="0"/>
                </a:ext>
              </a:extLst>
            </a:blip>
            <a:srcRect l="9001" t="20792" r="9083" b="20874"/>
            <a:stretch/>
          </p:blipFill>
          <p:spPr>
            <a:xfrm>
              <a:off x="6547200" y="2562725"/>
              <a:ext cx="4431600" cy="3155836"/>
            </a:xfrm>
            <a:prstGeom prst="rect">
              <a:avLst/>
            </a:prstGeom>
          </p:spPr>
        </p:pic>
      </p:gr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Espace réservé du contenu 1">
            <a:extLst>
              <a:ext uri="{FF2B5EF4-FFF2-40B4-BE49-F238E27FC236}">
                <a16:creationId xmlns:a16="http://schemas.microsoft.com/office/drawing/2014/main" id="{0A5657A9-CF1F-01C4-4C0C-3F4405FBA315}"/>
              </a:ext>
            </a:extLst>
          </p:cNvPr>
          <p:cNvSpPr>
            <a:spLocks noGrp="1"/>
          </p:cNvSpPr>
          <p:nvPr>
            <p:ph idx="1"/>
          </p:nvPr>
        </p:nvSpPr>
        <p:spPr/>
        <p:txBody>
          <a:bodyPr anchor="t"/>
          <a:lstStyle/>
          <a:p>
            <a:pPr lvl="0"/>
            <a:r>
              <a:rPr lang="fr-FR" b="1" dirty="0" sz="1600"/>
              <a:t>CUSTOMISATIONS</a:t>
            </a:r>
          </a:p>
          <a:p>
            <a:pPr lvl="1"/>
            <a:r>
              <a:rPr lang="fr-FR" dirty="0" sz="1600"/>
              <a:t>Mettez l’accent sur les principaux changements, difficultés, coûts, développeurs spécifiques pour couvrir les besoins importants – Donnez une liste des besoins dans ce cas</a:t>
            </a:r>
          </a:p>
        </p:txBody>
      </p:sp>
      <p:sp>
        <p:nvSpPr>
          <p:cNvPr id="4" name="Titre 2">
            <a:extLst>
              <a:ext uri="{FF2B5EF4-FFF2-40B4-BE49-F238E27FC236}">
                <a16:creationId xmlns:a16="http://schemas.microsoft.com/office/drawing/2014/main" id="{618815FA-3CAE-65F3-B971-C63D5E259378}"/>
              </a:ext>
            </a:extLst>
          </p:cNvPr>
          <p:cNvSpPr>
            <a:spLocks noGrp="1"/>
          </p:cNvSpPr>
          <p:nvPr>
            <p:ph type="title"/>
          </p:nvPr>
        </p:nvSpPr>
        <p:spPr/>
        <p:txBody>
          <a:bodyPr/>
          <a:lstStyle/>
          <a:p>
            <a:pPr/>
            <a:r>
              <a:t>CRM</a:t>
            </a:r>
          </a:p>
        </p:txBody>
      </p:sp>
      <p:sp>
        <p:nvSpPr>
          <p:cNvPr id="5" name="Espace réservé du texte 3">
            <a:extLst>
              <a:ext uri="{FF2B5EF4-FFF2-40B4-BE49-F238E27FC236}">
                <a16:creationId xmlns:a16="http://schemas.microsoft.com/office/drawing/2014/main" id="{6BB8E998-5BC1-3D30-5A40-7A17CB479142}"/>
              </a:ext>
            </a:extLst>
          </p:cNvPr>
          <p:cNvSpPr>
            <a:spLocks noGrp="1"/>
          </p:cNvSpPr>
          <p:nvPr>
            <p:ph type="body" sz="quarter" idx="13"/>
          </p:nvPr>
        </p:nvSpPr>
        <p:spPr/>
        <p:txBody>
          <a:bodyPr/>
          <a:lstStyle/>
          <a:p>
            <a:pPr/>
            <a:r>
              <a:t>BESOINS COUVERTS</a:t>
            </a:r>
            <a:endParaRPr lang="en-US"/>
          </a:p>
        </p:txBody>
      </p:sp>
      <p:grpSp>
        <p:nvGrpSpPr>
          <p:cNvPr id="6" name="Transplant"/>
          <p:cNvGrpSpPr/>
          <p:nvPr/>
        </p:nvGrpSpPr>
        <p:grpSpPr>
          <a:xfrm>
            <a:off x="164592" y="2395885"/>
            <a:ext cx="457200" cy="475173"/>
            <a:chOff x="563062" y="2651300"/>
            <a:chExt cx="879812" cy="914400"/>
          </a:xfrm>
        </p:grpSpPr>
        <p:pic>
          <p:nvPicPr>
            <p:cNvPr id="7" name="Graphique 1" descr="Stylo avec un remplissage uni">
              <a:extLst>
                <a:ext uri="{FF2B5EF4-FFF2-40B4-BE49-F238E27FC236}">
                  <a16:creationId xmlns:a16="http://schemas.microsoft.com/office/drawing/2014/main" id="{ACF11FDC-8DBA-0461-D373-BCB143E8D00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flipH="1">
              <a:off x="563062" y="2651300"/>
              <a:ext cx="879812" cy="914400"/>
            </a:xfrm>
            <a:prstGeom prst="rect">
              <a:avLst/>
            </a:prstGeom>
          </p:spPr>
        </p:pic>
      </p:gr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Espace réservé du contenu 5">
            <a:extLst>
              <a:ext uri="{FF2B5EF4-FFF2-40B4-BE49-F238E27FC236}">
                <a16:creationId xmlns:a16="http://schemas.microsoft.com/office/drawing/2014/main" id="{8B2061D0-770C-F284-BB20-62B1C6C95539}"/>
              </a:ext>
            </a:extLst>
          </p:cNvPr>
          <p:cNvSpPr>
            <a:spLocks noGrp="1"/>
          </p:cNvSpPr>
          <p:nvPr>
            <p:ph idx="1"/>
          </p:nvPr>
        </p:nvSpPr>
        <p:spPr/>
        <p:txBody>
          <a:bodyPr anchor="t"/>
          <a:lstStyle/>
          <a:p>
            <a:pPr lvl="0"/>
            <a:r>
              <a:rPr lang="fr-FR" b="1" dirty="0" sz="1600"/>
              <a:t>UTILISATION STANDARD</a:t>
            </a:r>
          </a:p>
          <a:p>
            <a:pPr lvl="1"/>
            <a:r>
              <a:rPr lang="fr-FR" dirty="0" sz="1600"/>
              <a:t>Bénéficiez d'une fonctionnalité « </a:t>
            </a:r>
            <a:r>
              <a:rPr lang="fr-FR" dirty="0" sz="1600"/>
              <a:t>Meet</a:t>
            </a:r>
            <a:r>
              <a:rPr lang="fr-FR" dirty="0" sz="1600"/>
              <a:t> </a:t>
            </a:r>
            <a:r>
              <a:rPr lang="fr-FR" dirty="0" sz="1600"/>
              <a:t>with</a:t>
            </a:r>
            <a:r>
              <a:rPr lang="fr-FR" dirty="0" sz="1600"/>
              <a:t> me »</a:t>
            </a:r>
          </a:p>
          <a:p>
            <a:pPr lvl="2"/>
            <a:r>
              <a:rPr lang="fr-FR" dirty="0" sz="1600"/>
              <a:t>Les utilisateurs pourront réserver une réunion avec vous</a:t>
            </a:r>
          </a:p>
          <a:p>
            <a:pPr lvl="1"/>
            <a:r>
              <a:rPr lang="fr-FR" dirty="0" sz="1600"/>
              <a:t>Réservez des salles ou des ressources</a:t>
            </a:r>
          </a:p>
        </p:txBody>
      </p:sp>
      <p:sp>
        <p:nvSpPr>
          <p:cNvPr id="4" name="Espace réservé du texte 6">
            <a:extLst>
              <a:ext uri="{FF2B5EF4-FFF2-40B4-BE49-F238E27FC236}">
                <a16:creationId xmlns:a16="http://schemas.microsoft.com/office/drawing/2014/main" id="{224BEC80-3EC3-DC49-269F-B1C030B93B83}"/>
              </a:ext>
            </a:extLst>
          </p:cNvPr>
          <p:cNvSpPr>
            <a:spLocks noGrp="1"/>
          </p:cNvSpPr>
          <p:nvPr>
            <p:ph type="body" sz="quarter" idx="13"/>
          </p:nvPr>
        </p:nvSpPr>
        <p:spPr/>
        <p:txBody>
          <a:bodyPr/>
          <a:lstStyle/>
          <a:p>
            <a:pPr/>
            <a:r>
              <a:t>BESOINS COUVERTS</a:t>
            </a:r>
            <a:endParaRPr lang="en-US"/>
          </a:p>
        </p:txBody>
      </p:sp>
      <p:sp>
        <p:nvSpPr>
          <p:cNvPr id="5" name="Titre 1">
            <a:extLst>
              <a:ext uri="{FF2B5EF4-FFF2-40B4-BE49-F238E27FC236}">
                <a16:creationId xmlns:a16="http://schemas.microsoft.com/office/drawing/2014/main" id="{3FF30C7D-F11B-556A-0F96-92D2349C3965}"/>
              </a:ext>
            </a:extLst>
          </p:cNvPr>
          <p:cNvSpPr>
            <a:spLocks noGrp="1"/>
          </p:cNvSpPr>
          <p:nvPr>
            <p:ph type="title"/>
          </p:nvPr>
        </p:nvSpPr>
        <p:spPr/>
        <p:txBody>
          <a:bodyPr/>
          <a:lstStyle/>
          <a:p>
            <a:pPr/>
            <a:r>
              <a:t>RENDEZ-VOUS</a:t>
            </a:r>
          </a:p>
        </p:txBody>
      </p:sp>
      <p:grpSp>
        <p:nvGrpSpPr>
          <p:cNvPr id="7" name="Transplant"/>
          <p:cNvGrpSpPr/>
          <p:nvPr/>
        </p:nvGrpSpPr>
        <p:grpSpPr>
          <a:xfrm>
            <a:off x="7159752" y="2661103"/>
            <a:ext cx="4343400" cy="3090273"/>
            <a:chOff x="6547200" y="2564129"/>
            <a:chExt cx="4431600" cy="3153027"/>
          </a:xfrm>
        </p:grpSpPr>
        <p:pic>
          <p:nvPicPr>
            <p:cNvPr id="8" name="Image 2" descr="Une image contenant texte, capture d’écran, logiciel, ordinateur&#10;&#10;Le contenu généré par l’IA peut être incorrect.">
              <a:extLst>
                <a:ext uri="{FF2B5EF4-FFF2-40B4-BE49-F238E27FC236}">
                  <a16:creationId xmlns:a16="http://schemas.microsoft.com/office/drawing/2014/main" id="{9F1120E8-A8BA-2EB2-130F-F29D6FA75907}"/>
                </a:ext>
              </a:extLst>
            </p:cNvPr>
            <p:cNvPicPr>
              <a:picLocks noChangeAspect="1"/>
            </p:cNvPicPr>
            <p:nvPr/>
          </p:nvPicPr>
          <p:blipFill>
            <a:blip r:embed="rId2">
              <a:extLst>
                <a:ext uri="{28A0092B-C50C-407E-A947-70E740481C1C}">
                  <a14:useLocalDpi xmlns:a14="http://schemas.microsoft.com/office/drawing/2010/main" val="0"/>
                </a:ext>
              </a:extLst>
            </a:blip>
            <a:srcRect l="9002" t="20816" r="9010" b="20850"/>
            <a:stretch/>
          </p:blipFill>
          <p:spPr>
            <a:xfrm>
              <a:off x="6547200" y="2564129"/>
              <a:ext cx="4431600" cy="3153027"/>
            </a:xfrm>
            <a:prstGeom prst="rect">
              <a:avLst/>
            </a:prstGeom>
          </p:spPr>
        </p:pic>
      </p:gr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Espace réservé du contenu 1">
            <a:extLst>
              <a:ext uri="{FF2B5EF4-FFF2-40B4-BE49-F238E27FC236}">
                <a16:creationId xmlns:a16="http://schemas.microsoft.com/office/drawing/2014/main" id="{0A5657A9-CF1F-01C4-4C0C-3F4405FBA315}"/>
              </a:ext>
            </a:extLst>
          </p:cNvPr>
          <p:cNvSpPr>
            <a:spLocks noGrp="1"/>
          </p:cNvSpPr>
          <p:nvPr>
            <p:ph idx="1"/>
          </p:nvPr>
        </p:nvSpPr>
        <p:spPr/>
        <p:txBody>
          <a:bodyPr anchor="t"/>
          <a:lstStyle/>
          <a:p>
            <a:pPr lvl="0"/>
            <a:r>
              <a:rPr lang="fr-FR" b="1" dirty="0" sz="1600"/>
              <a:t>CUSTOMISATIONS</a:t>
            </a:r>
          </a:p>
          <a:p>
            <a:pPr lvl="1"/>
            <a:r>
              <a:rPr lang="fr-FR" dirty="0" sz="1600"/>
              <a:t>Mettez l’accent sur les principaux changements, difficultés, coûts, développeurs spécifiques pour couvrir les besoins importants – Donnez une liste des besoins dans ce cas</a:t>
            </a:r>
          </a:p>
        </p:txBody>
      </p:sp>
      <p:sp>
        <p:nvSpPr>
          <p:cNvPr id="4" name="Titre 2">
            <a:extLst>
              <a:ext uri="{FF2B5EF4-FFF2-40B4-BE49-F238E27FC236}">
                <a16:creationId xmlns:a16="http://schemas.microsoft.com/office/drawing/2014/main" id="{618815FA-3CAE-65F3-B971-C63D5E259378}"/>
              </a:ext>
            </a:extLst>
          </p:cNvPr>
          <p:cNvSpPr>
            <a:spLocks noGrp="1"/>
          </p:cNvSpPr>
          <p:nvPr>
            <p:ph type="title"/>
          </p:nvPr>
        </p:nvSpPr>
        <p:spPr/>
        <p:txBody>
          <a:bodyPr/>
          <a:lstStyle/>
          <a:p>
            <a:pPr/>
            <a:r>
              <a:t>RENDEZ-VOUS</a:t>
            </a:r>
          </a:p>
        </p:txBody>
      </p:sp>
      <p:sp>
        <p:nvSpPr>
          <p:cNvPr id="5" name="Espace réservé du texte 3">
            <a:extLst>
              <a:ext uri="{FF2B5EF4-FFF2-40B4-BE49-F238E27FC236}">
                <a16:creationId xmlns:a16="http://schemas.microsoft.com/office/drawing/2014/main" id="{6BB8E998-5BC1-3D30-5A40-7A17CB479142}"/>
              </a:ext>
            </a:extLst>
          </p:cNvPr>
          <p:cNvSpPr>
            <a:spLocks noGrp="1"/>
          </p:cNvSpPr>
          <p:nvPr>
            <p:ph type="body" sz="quarter" idx="13"/>
          </p:nvPr>
        </p:nvSpPr>
        <p:spPr/>
        <p:txBody>
          <a:bodyPr/>
          <a:lstStyle/>
          <a:p>
            <a:pPr/>
            <a:r>
              <a:t>BESOINS COUVERTS</a:t>
            </a:r>
            <a:endParaRPr lang="en-US"/>
          </a:p>
        </p:txBody>
      </p:sp>
      <p:grpSp>
        <p:nvGrpSpPr>
          <p:cNvPr id="6" name="Transplant"/>
          <p:cNvGrpSpPr/>
          <p:nvPr/>
        </p:nvGrpSpPr>
        <p:grpSpPr>
          <a:xfrm>
            <a:off x="164592" y="2395885"/>
            <a:ext cx="457200" cy="475173"/>
            <a:chOff x="484517" y="2721639"/>
            <a:chExt cx="879812" cy="914400"/>
          </a:xfrm>
        </p:grpSpPr>
        <p:pic>
          <p:nvPicPr>
            <p:cNvPr id="7" name="Graphique 1" descr="Stylo avec un remplissage uni">
              <a:extLst>
                <a:ext uri="{FF2B5EF4-FFF2-40B4-BE49-F238E27FC236}">
                  <a16:creationId xmlns:a16="http://schemas.microsoft.com/office/drawing/2014/main" id="{53307703-C4CC-6732-068B-DC029D78E36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flipH="1">
              <a:off x="484517" y="2721639"/>
              <a:ext cx="879812" cy="914400"/>
            </a:xfrm>
            <a:prstGeom prst="rect">
              <a:avLst/>
            </a:prstGeom>
          </p:spPr>
        </p:pic>
      </p:gr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Espace réservé du contenu 5">
            <a:extLst>
              <a:ext uri="{FF2B5EF4-FFF2-40B4-BE49-F238E27FC236}">
                <a16:creationId xmlns:a16="http://schemas.microsoft.com/office/drawing/2014/main" id="{8B2061D0-770C-F284-BB20-62B1C6C95539}"/>
              </a:ext>
            </a:extLst>
          </p:cNvPr>
          <p:cNvSpPr>
            <a:spLocks noGrp="1"/>
          </p:cNvSpPr>
          <p:nvPr>
            <p:ph idx="1"/>
          </p:nvPr>
        </p:nvSpPr>
        <p:spPr/>
        <p:txBody>
          <a:bodyPr anchor="t"/>
          <a:lstStyle/>
          <a:p>
            <a:pPr lvl="0"/>
            <a:r>
              <a:rPr lang="fr-FR" b="1" dirty="0" sz="1400"/>
              <a:t>UTILISATION STANDARD</a:t>
            </a:r>
          </a:p>
          <a:p>
            <a:pPr lvl="1"/>
            <a:r>
              <a:rPr lang="fr-FR" dirty="0" sz="1400"/>
              <a:t>Créez facilement de nouveaux devis avec toutes les données pré-configurées provenant des contacts et des produits</a:t>
            </a:r>
          </a:p>
          <a:p>
            <a:pPr lvl="1"/>
            <a:r>
              <a:rPr lang="fr-FR" dirty="0" sz="1400"/>
              <a:t>Utilisez des modèles de devis pour faciliter votre travail</a:t>
            </a:r>
          </a:p>
          <a:p>
            <a:pPr lvl="1"/>
            <a:r>
              <a:rPr lang="fr-FR" dirty="0" sz="1400"/>
              <a:t>Sélectionnez les produits par nom, référence, avec un assistant ou même un catalogue</a:t>
            </a:r>
          </a:p>
          <a:p>
            <a:pPr lvl="1"/>
            <a:r>
              <a:rPr lang="fr-FR" dirty="0" sz="1400"/>
              <a:t>Améliorez vos ventes avec des produits complémentaires et optionnels</a:t>
            </a:r>
          </a:p>
          <a:p>
            <a:pPr lvl="1"/>
            <a:r>
              <a:rPr lang="fr-FR" dirty="0" sz="1400"/>
              <a:t>Soyez différent – Avec des devis complets incluant une présentation, un devis et des textes ou images spécifiques pour votre client</a:t>
            </a:r>
          </a:p>
          <a:p>
            <a:pPr lvl="1"/>
            <a:r>
              <a:rPr lang="fr-FR" dirty="0" sz="1400"/>
              <a:t>Accélérez le processus avec la signature et le paiement en ligne</a:t>
            </a:r>
          </a:p>
          <a:p>
            <a:pPr lvl="1"/>
            <a:r>
              <a:rPr lang="fr-FR" dirty="0" sz="1400"/>
              <a:t>Envoyez et signez numériquement</a:t>
            </a:r>
          </a:p>
          <a:p>
            <a:pPr lvl="1"/>
            <a:r>
              <a:rPr lang="fr-FR" dirty="0" sz="1400"/>
              <a:t>Gérez la facturation récurrente directement depuis le devis</a:t>
            </a:r>
            <a:endParaRPr lang="fr-FR" dirty="0" sz="1400"/>
          </a:p>
        </p:txBody>
      </p:sp>
      <p:sp>
        <p:nvSpPr>
          <p:cNvPr id="4" name="Espace réservé du texte 6">
            <a:extLst>
              <a:ext uri="{FF2B5EF4-FFF2-40B4-BE49-F238E27FC236}">
                <a16:creationId xmlns:a16="http://schemas.microsoft.com/office/drawing/2014/main" id="{224BEC80-3EC3-DC49-269F-B1C030B93B83}"/>
              </a:ext>
            </a:extLst>
          </p:cNvPr>
          <p:cNvSpPr>
            <a:spLocks noGrp="1"/>
          </p:cNvSpPr>
          <p:nvPr>
            <p:ph type="body" sz="quarter" idx="13"/>
          </p:nvPr>
        </p:nvSpPr>
        <p:spPr/>
        <p:txBody>
          <a:bodyPr/>
          <a:lstStyle/>
          <a:p>
            <a:pPr/>
            <a:r>
              <a:t>BESOINS COUVERTS</a:t>
            </a:r>
            <a:endParaRPr lang="en-US"/>
          </a:p>
        </p:txBody>
      </p:sp>
      <p:sp>
        <p:nvSpPr>
          <p:cNvPr id="5" name="Titre 1">
            <a:extLst>
              <a:ext uri="{FF2B5EF4-FFF2-40B4-BE49-F238E27FC236}">
                <a16:creationId xmlns:a16="http://schemas.microsoft.com/office/drawing/2014/main" id="{3FF30C7D-F11B-556A-0F96-92D2349C3965}"/>
              </a:ext>
            </a:extLst>
          </p:cNvPr>
          <p:cNvSpPr>
            <a:spLocks noGrp="1"/>
          </p:cNvSpPr>
          <p:nvPr>
            <p:ph type="title"/>
          </p:nvPr>
        </p:nvSpPr>
        <p:spPr/>
        <p:txBody>
          <a:bodyPr/>
          <a:lstStyle/>
          <a:p>
            <a:pPr/>
            <a:r>
              <a:t>VENTES</a:t>
            </a:r>
          </a:p>
        </p:txBody>
      </p:sp>
      <p:grpSp>
        <p:nvGrpSpPr>
          <p:cNvPr id="7" name="Transplant"/>
          <p:cNvGrpSpPr/>
          <p:nvPr/>
        </p:nvGrpSpPr>
        <p:grpSpPr>
          <a:xfrm>
            <a:off x="7159752" y="2659727"/>
            <a:ext cx="4343400" cy="3093026"/>
            <a:chOff x="6547200" y="2562725"/>
            <a:chExt cx="4431600" cy="3155836"/>
          </a:xfrm>
        </p:grpSpPr>
        <p:pic>
          <p:nvPicPr>
            <p:cNvPr id="8" name="Image 2" descr="Une image contenant texte, capture d’écran, logiciel, ordinateur&#10;&#10;Le contenu généré par l’IA peut être incorrect.">
              <a:extLst>
                <a:ext uri="{FF2B5EF4-FFF2-40B4-BE49-F238E27FC236}">
                  <a16:creationId xmlns:a16="http://schemas.microsoft.com/office/drawing/2014/main" id="{FCE60F7F-EF00-1D23-1055-C5240E7DF371}"/>
                </a:ext>
              </a:extLst>
            </p:cNvPr>
            <p:cNvPicPr>
              <a:picLocks noChangeAspect="1"/>
            </p:cNvPicPr>
            <p:nvPr/>
          </p:nvPicPr>
          <p:blipFill>
            <a:blip r:embed="rId2">
              <a:extLst>
                <a:ext uri="{28A0092B-C50C-407E-A947-70E740481C1C}">
                  <a14:useLocalDpi xmlns:a14="http://schemas.microsoft.com/office/drawing/2010/main" val="0"/>
                </a:ext>
              </a:extLst>
            </a:blip>
            <a:srcRect l="9075" t="20881" r="9010" b="20785"/>
            <a:stretch/>
          </p:blipFill>
          <p:spPr>
            <a:xfrm>
              <a:off x="6547200" y="2562725"/>
              <a:ext cx="4431600" cy="3155836"/>
            </a:xfrm>
            <a:prstGeom prst="rect">
              <a:avLst/>
            </a:prstGeom>
          </p:spPr>
        </p:pic>
      </p:gr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Espace réservé du contenu 1">
            <a:extLst>
              <a:ext uri="{FF2B5EF4-FFF2-40B4-BE49-F238E27FC236}">
                <a16:creationId xmlns:a16="http://schemas.microsoft.com/office/drawing/2014/main" id="{0A5657A9-CF1F-01C4-4C0C-3F4405FBA315}"/>
              </a:ext>
            </a:extLst>
          </p:cNvPr>
          <p:cNvSpPr>
            <a:spLocks noGrp="1"/>
          </p:cNvSpPr>
          <p:nvPr>
            <p:ph idx="1"/>
          </p:nvPr>
        </p:nvSpPr>
        <p:spPr/>
        <p:txBody>
          <a:bodyPr anchor="t"/>
          <a:lstStyle/>
          <a:p>
            <a:pPr lvl="0"/>
            <a:r>
              <a:rPr lang="fr-FR" b="1" dirty="0" sz="1600"/>
              <a:t>CUSTOMISATIONS</a:t>
            </a:r>
          </a:p>
          <a:p>
            <a:pPr lvl="1"/>
            <a:r>
              <a:rPr lang="fr-FR" dirty="0" sz="1600"/>
              <a:t>Mettez l’accent sur les principaux changements, difficultés, coûts, développeurs spécifiques pour couvrir les besoins importants – Donnez une liste des besoins dans ce cas</a:t>
            </a:r>
          </a:p>
        </p:txBody>
      </p:sp>
      <p:sp>
        <p:nvSpPr>
          <p:cNvPr id="4" name="Titre 2">
            <a:extLst>
              <a:ext uri="{FF2B5EF4-FFF2-40B4-BE49-F238E27FC236}">
                <a16:creationId xmlns:a16="http://schemas.microsoft.com/office/drawing/2014/main" id="{618815FA-3CAE-65F3-B971-C63D5E259378}"/>
              </a:ext>
            </a:extLst>
          </p:cNvPr>
          <p:cNvSpPr>
            <a:spLocks noGrp="1"/>
          </p:cNvSpPr>
          <p:nvPr>
            <p:ph type="title"/>
          </p:nvPr>
        </p:nvSpPr>
        <p:spPr/>
        <p:txBody>
          <a:bodyPr/>
          <a:lstStyle/>
          <a:p>
            <a:pPr/>
            <a:r>
              <a:t>VENTES</a:t>
            </a:r>
          </a:p>
        </p:txBody>
      </p:sp>
      <p:sp>
        <p:nvSpPr>
          <p:cNvPr id="5" name="Espace réservé du texte 3">
            <a:extLst>
              <a:ext uri="{FF2B5EF4-FFF2-40B4-BE49-F238E27FC236}">
                <a16:creationId xmlns:a16="http://schemas.microsoft.com/office/drawing/2014/main" id="{6BB8E998-5BC1-3D30-5A40-7A17CB479142}"/>
              </a:ext>
            </a:extLst>
          </p:cNvPr>
          <p:cNvSpPr>
            <a:spLocks noGrp="1"/>
          </p:cNvSpPr>
          <p:nvPr>
            <p:ph type="body" sz="quarter" idx="13"/>
          </p:nvPr>
        </p:nvSpPr>
        <p:spPr/>
        <p:txBody>
          <a:bodyPr/>
          <a:lstStyle/>
          <a:p>
            <a:pPr/>
            <a:r>
              <a:t>BESOINS COUVERTS</a:t>
            </a:r>
            <a:endParaRPr lang="en-US"/>
          </a:p>
        </p:txBody>
      </p:sp>
      <p:grpSp>
        <p:nvGrpSpPr>
          <p:cNvPr id="6" name="Transplant"/>
          <p:cNvGrpSpPr/>
          <p:nvPr/>
        </p:nvGrpSpPr>
        <p:grpSpPr>
          <a:xfrm>
            <a:off x="164592" y="2395885"/>
            <a:ext cx="457200" cy="475173"/>
            <a:chOff x="484517" y="2514600"/>
            <a:chExt cx="879812" cy="914400"/>
          </a:xfrm>
        </p:grpSpPr>
        <p:pic>
          <p:nvPicPr>
            <p:cNvPr id="7" name="Graphique 1" descr="Stylo avec un remplissage uni">
              <a:extLst>
                <a:ext uri="{FF2B5EF4-FFF2-40B4-BE49-F238E27FC236}">
                  <a16:creationId xmlns:a16="http://schemas.microsoft.com/office/drawing/2014/main" id="{B1249C28-7BF8-4B06-794D-427970AF425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flipH="1">
              <a:off x="484517" y="2514600"/>
              <a:ext cx="879812" cy="914400"/>
            </a:xfrm>
            <a:prstGeom prst="rect">
              <a:avLst/>
            </a:prstGeom>
          </p:spPr>
        </p:pic>
      </p:gr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Espace réservé du contenu 5">
            <a:extLst>
              <a:ext uri="{FF2B5EF4-FFF2-40B4-BE49-F238E27FC236}">
                <a16:creationId xmlns:a16="http://schemas.microsoft.com/office/drawing/2014/main" id="{8B2061D0-770C-F284-BB20-62B1C6C95539}"/>
              </a:ext>
            </a:extLst>
          </p:cNvPr>
          <p:cNvSpPr>
            <a:spLocks noGrp="1"/>
          </p:cNvSpPr>
          <p:nvPr>
            <p:ph idx="1"/>
          </p:nvPr>
        </p:nvSpPr>
        <p:spPr/>
        <p:txBody>
          <a:bodyPr anchor="t"/>
          <a:lstStyle/>
          <a:p>
            <a:pPr lvl="0"/>
            <a:r>
              <a:rPr lang="fr-FR" b="1" dirty="0" sz="1600"/>
              <a:t>UTILISATION STANDARD</a:t>
            </a:r>
          </a:p>
          <a:p>
            <a:pPr lvl="1"/>
            <a:r>
              <a:rPr lang="fr-FR" dirty="0" sz="1600"/>
              <a:t>Créez votre site de présentation</a:t>
            </a:r>
          </a:p>
          <a:p>
            <a:pPr lvl="1"/>
            <a:r>
              <a:rPr lang="fr-FR" dirty="0" sz="1600"/>
              <a:t>Permettez à vos clients de vous contacter via une page de contact et des formulaires (ils créeront une opportunité)</a:t>
            </a:r>
          </a:p>
          <a:p>
            <a:pPr lvl="1"/>
            <a:r>
              <a:rPr lang="fr-FR" dirty="0" sz="1600"/>
              <a:t>Améliorez votre SEO avec un blog et des champs spéciaux inclus</a:t>
            </a:r>
          </a:p>
          <a:p>
            <a:pPr lvl="1"/>
            <a:r>
              <a:rPr lang="fr-FR" dirty="0" sz="1600"/>
              <a:t>Alimentez facilement votre site grâce à l’IA</a:t>
            </a:r>
          </a:p>
          <a:p>
            <a:pPr lvl="1"/>
            <a:endParaRPr lang="fr-FR" dirty="0" sz="1600"/>
          </a:p>
          <a:p>
            <a:pPr lvl="1"/>
            <a:r>
              <a:rPr lang="fr-FR" dirty="0" sz="1600"/>
              <a:t>Activez d'autres fonctionnalités liées pour vendre, organiser des événements, permettre la billetterie, </a:t>
            </a:r>
            <a:r>
              <a:rPr lang="fr-FR" dirty="0" sz="1600"/>
              <a:t>etc</a:t>
            </a:r>
            <a:endParaRPr lang="fr-FR" dirty="0" sz="1600"/>
          </a:p>
        </p:txBody>
      </p:sp>
      <p:sp>
        <p:nvSpPr>
          <p:cNvPr id="4" name="Espace réservé du texte 6">
            <a:extLst>
              <a:ext uri="{FF2B5EF4-FFF2-40B4-BE49-F238E27FC236}">
                <a16:creationId xmlns:a16="http://schemas.microsoft.com/office/drawing/2014/main" id="{224BEC80-3EC3-DC49-269F-B1C030B93B83}"/>
              </a:ext>
            </a:extLst>
          </p:cNvPr>
          <p:cNvSpPr>
            <a:spLocks noGrp="1"/>
          </p:cNvSpPr>
          <p:nvPr>
            <p:ph type="body" sz="quarter" idx="13"/>
          </p:nvPr>
        </p:nvSpPr>
        <p:spPr/>
        <p:txBody>
          <a:bodyPr/>
          <a:lstStyle/>
          <a:p>
            <a:pPr/>
            <a:r>
              <a:t>BESOINS COUVERTS</a:t>
            </a:r>
            <a:endParaRPr lang="en-US"/>
          </a:p>
        </p:txBody>
      </p:sp>
      <p:sp>
        <p:nvSpPr>
          <p:cNvPr id="5" name="Titre 1">
            <a:extLst>
              <a:ext uri="{FF2B5EF4-FFF2-40B4-BE49-F238E27FC236}">
                <a16:creationId xmlns:a16="http://schemas.microsoft.com/office/drawing/2014/main" id="{3FF30C7D-F11B-556A-0F96-92D2349C3965}"/>
              </a:ext>
            </a:extLst>
          </p:cNvPr>
          <p:cNvSpPr>
            <a:spLocks noGrp="1"/>
          </p:cNvSpPr>
          <p:nvPr>
            <p:ph type="title"/>
          </p:nvPr>
        </p:nvSpPr>
        <p:spPr/>
        <p:txBody>
          <a:bodyPr/>
          <a:lstStyle/>
          <a:p>
            <a:pPr/>
            <a:r>
              <a:t>SITE WEB</a:t>
            </a:r>
          </a:p>
        </p:txBody>
      </p:sp>
      <p:grpSp>
        <p:nvGrpSpPr>
          <p:cNvPr id="7" name="Transplant"/>
          <p:cNvGrpSpPr/>
          <p:nvPr/>
        </p:nvGrpSpPr>
        <p:grpSpPr>
          <a:xfrm>
            <a:off x="7159752" y="2661102"/>
            <a:ext cx="4343400" cy="3090275"/>
            <a:chOff x="6547200" y="2564128"/>
            <a:chExt cx="4431600" cy="3153029"/>
          </a:xfrm>
        </p:grpSpPr>
        <p:pic>
          <p:nvPicPr>
            <p:cNvPr id="8" name="Image 2" descr="Une image contenant texte, Appareils électroniques, ordinateur, capture d’écran&#10;&#10;Le contenu généré par l’IA peut être incorrect.">
              <a:extLst>
                <a:ext uri="{FF2B5EF4-FFF2-40B4-BE49-F238E27FC236}">
                  <a16:creationId xmlns:a16="http://schemas.microsoft.com/office/drawing/2014/main" id="{C8641378-BFBB-E2AF-75B0-212D6D24B869}"/>
                </a:ext>
              </a:extLst>
            </p:cNvPr>
            <p:cNvPicPr>
              <a:picLocks noChangeAspect="1"/>
            </p:cNvPicPr>
            <p:nvPr/>
          </p:nvPicPr>
          <p:blipFill>
            <a:blip r:embed="rId2">
              <a:extLst>
                <a:ext uri="{28A0092B-C50C-407E-A947-70E740481C1C}">
                  <a14:useLocalDpi xmlns:a14="http://schemas.microsoft.com/office/drawing/2010/main" val="0"/>
                </a:ext>
              </a:extLst>
            </a:blip>
            <a:srcRect l="9045" t="20847" r="8966" b="20819"/>
            <a:stretch/>
          </p:blipFill>
          <p:spPr>
            <a:xfrm>
              <a:off x="6547200" y="2564128"/>
              <a:ext cx="4431600" cy="3153029"/>
            </a:xfrm>
            <a:prstGeom prst="rect">
              <a:avLst/>
            </a:prstGeom>
          </p:spPr>
        </p:pic>
      </p:gr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Espace réservé du contenu 1">
            <a:extLst>
              <a:ext uri="{FF2B5EF4-FFF2-40B4-BE49-F238E27FC236}">
                <a16:creationId xmlns:a16="http://schemas.microsoft.com/office/drawing/2014/main" id="{0A5657A9-CF1F-01C4-4C0C-3F4405FBA315}"/>
              </a:ext>
            </a:extLst>
          </p:cNvPr>
          <p:cNvSpPr>
            <a:spLocks noGrp="1"/>
          </p:cNvSpPr>
          <p:nvPr>
            <p:ph idx="1"/>
          </p:nvPr>
        </p:nvSpPr>
        <p:spPr/>
        <p:txBody>
          <a:bodyPr anchor="t"/>
          <a:lstStyle/>
          <a:p>
            <a:pPr lvl="0"/>
            <a:r>
              <a:rPr lang="fr-FR" b="1" dirty="0" sz="1600"/>
              <a:t>CUSTOMISATIONS</a:t>
            </a:r>
          </a:p>
          <a:p>
            <a:pPr lvl="1"/>
            <a:r>
              <a:rPr lang="fr-FR" dirty="0" sz="1600"/>
              <a:t>Mettez l’accent sur les principaux changements, difficultés, coûts, développeurs spécifiques pour couvrir les besoins importants – Donnez une liste des besoins dans ce cas</a:t>
            </a:r>
          </a:p>
        </p:txBody>
      </p:sp>
      <p:sp>
        <p:nvSpPr>
          <p:cNvPr id="4" name="Titre 2">
            <a:extLst>
              <a:ext uri="{FF2B5EF4-FFF2-40B4-BE49-F238E27FC236}">
                <a16:creationId xmlns:a16="http://schemas.microsoft.com/office/drawing/2014/main" id="{618815FA-3CAE-65F3-B971-C63D5E259378}"/>
              </a:ext>
            </a:extLst>
          </p:cNvPr>
          <p:cNvSpPr>
            <a:spLocks noGrp="1"/>
          </p:cNvSpPr>
          <p:nvPr>
            <p:ph type="title"/>
          </p:nvPr>
        </p:nvSpPr>
        <p:spPr/>
        <p:txBody>
          <a:bodyPr/>
          <a:lstStyle/>
          <a:p>
            <a:pPr/>
            <a:r>
              <a:t>SITE WEB</a:t>
            </a:r>
          </a:p>
        </p:txBody>
      </p:sp>
      <p:sp>
        <p:nvSpPr>
          <p:cNvPr id="5" name="Espace réservé du texte 3">
            <a:extLst>
              <a:ext uri="{FF2B5EF4-FFF2-40B4-BE49-F238E27FC236}">
                <a16:creationId xmlns:a16="http://schemas.microsoft.com/office/drawing/2014/main" id="{6BB8E998-5BC1-3D30-5A40-7A17CB479142}"/>
              </a:ext>
            </a:extLst>
          </p:cNvPr>
          <p:cNvSpPr>
            <a:spLocks noGrp="1"/>
          </p:cNvSpPr>
          <p:nvPr>
            <p:ph type="body" sz="quarter" idx="13"/>
          </p:nvPr>
        </p:nvSpPr>
        <p:spPr/>
        <p:txBody>
          <a:bodyPr/>
          <a:lstStyle/>
          <a:p>
            <a:pPr/>
            <a:r>
              <a:t>BESOINS COUVERTS</a:t>
            </a:r>
            <a:endParaRPr lang="en-US"/>
          </a:p>
        </p:txBody>
      </p:sp>
      <p:grpSp>
        <p:nvGrpSpPr>
          <p:cNvPr id="6" name="Transplant"/>
          <p:cNvGrpSpPr/>
          <p:nvPr/>
        </p:nvGrpSpPr>
        <p:grpSpPr>
          <a:xfrm>
            <a:off x="164592" y="2395885"/>
            <a:ext cx="457200" cy="475173"/>
            <a:chOff x="665581" y="2514600"/>
            <a:chExt cx="879812" cy="914400"/>
          </a:xfrm>
        </p:grpSpPr>
        <p:pic>
          <p:nvPicPr>
            <p:cNvPr id="7" name="Graphique 1" descr="Stylo avec un remplissage uni">
              <a:extLst>
                <a:ext uri="{FF2B5EF4-FFF2-40B4-BE49-F238E27FC236}">
                  <a16:creationId xmlns:a16="http://schemas.microsoft.com/office/drawing/2014/main" id="{B7360DF0-8D2F-7987-AFCF-8DF205F3D0E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flipH="1">
              <a:off x="665581" y="2514600"/>
              <a:ext cx="879812" cy="914400"/>
            </a:xfrm>
            <a:prstGeom prst="rect">
              <a:avLst/>
            </a:prstGeom>
          </p:spPr>
        </p:pic>
      </p:gr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Espace réservé du contenu 5">
            <a:extLst>
              <a:ext uri="{FF2B5EF4-FFF2-40B4-BE49-F238E27FC236}">
                <a16:creationId xmlns:a16="http://schemas.microsoft.com/office/drawing/2014/main" id="{8B2061D0-770C-F284-BB20-62B1C6C95539}"/>
              </a:ext>
            </a:extLst>
          </p:cNvPr>
          <p:cNvSpPr>
            <a:spLocks noGrp="1"/>
          </p:cNvSpPr>
          <p:nvPr>
            <p:ph idx="1"/>
          </p:nvPr>
        </p:nvSpPr>
        <p:spPr/>
        <p:txBody>
          <a:bodyPr anchor="t"/>
          <a:lstStyle/>
          <a:p>
            <a:pPr lvl="0"/>
            <a:r>
              <a:rPr lang="fr-FR" b="1" dirty="0" sz="1600"/>
              <a:t>UTILISATION STANDARD</a:t>
            </a:r>
          </a:p>
          <a:p>
            <a:pPr lvl="1"/>
            <a:r>
              <a:rPr lang="fr-FR" dirty="0" sz="1600"/>
              <a:t>Vendez vos produits en ligne</a:t>
            </a:r>
          </a:p>
          <a:p>
            <a:pPr lvl="1"/>
            <a:r>
              <a:rPr lang="fr-FR" dirty="0" sz="1600"/>
              <a:t>Obtenez plus de ventes avec des produits optionnels, des produits de remplacement, des listes de souhaits…</a:t>
            </a:r>
          </a:p>
          <a:p>
            <a:pPr lvl="1"/>
            <a:r>
              <a:rPr lang="fr-FR" dirty="0" sz="1600"/>
              <a:t>Organisez les filtres et la barre de recherche pour faciliter l'accès à vos produits</a:t>
            </a:r>
          </a:p>
          <a:p>
            <a:pPr lvl="1"/>
            <a:r>
              <a:rPr lang="fr-FR" dirty="0" sz="1600"/>
              <a:t>Collectez plus d’informations sur vos contacts avec un tunnel de carte « multi-étapes »</a:t>
            </a:r>
          </a:p>
          <a:p>
            <a:pPr lvl="1"/>
            <a:r>
              <a:rPr lang="fr-FR" dirty="0" sz="1600"/>
              <a:t>Gérez les paniers abandonnés pour effectuer des relances</a:t>
            </a:r>
          </a:p>
          <a:p>
            <a:pPr lvl="1"/>
            <a:r>
              <a:rPr lang="fr-FR" dirty="0" sz="1600"/>
              <a:t>Analysez toutes vos ventes e-commerce</a:t>
            </a:r>
            <a:endParaRPr lang="fr-FR" dirty="0" sz="1600"/>
          </a:p>
        </p:txBody>
      </p:sp>
      <p:sp>
        <p:nvSpPr>
          <p:cNvPr id="4" name="Espace réservé du texte 6">
            <a:extLst>
              <a:ext uri="{FF2B5EF4-FFF2-40B4-BE49-F238E27FC236}">
                <a16:creationId xmlns:a16="http://schemas.microsoft.com/office/drawing/2014/main" id="{224BEC80-3EC3-DC49-269F-B1C030B93B83}"/>
              </a:ext>
            </a:extLst>
          </p:cNvPr>
          <p:cNvSpPr>
            <a:spLocks noGrp="1"/>
          </p:cNvSpPr>
          <p:nvPr>
            <p:ph type="body" sz="quarter" idx="13"/>
          </p:nvPr>
        </p:nvSpPr>
        <p:spPr/>
        <p:txBody>
          <a:bodyPr/>
          <a:lstStyle/>
          <a:p>
            <a:pPr/>
            <a:r>
              <a:t>BESOINS COUVERTS</a:t>
            </a:r>
            <a:endParaRPr lang="en-US"/>
          </a:p>
        </p:txBody>
      </p:sp>
      <p:sp>
        <p:nvSpPr>
          <p:cNvPr id="5" name="Titre 1">
            <a:extLst>
              <a:ext uri="{FF2B5EF4-FFF2-40B4-BE49-F238E27FC236}">
                <a16:creationId xmlns:a16="http://schemas.microsoft.com/office/drawing/2014/main" id="{3FF30C7D-F11B-556A-0F96-92D2349C3965}"/>
              </a:ext>
            </a:extLst>
          </p:cNvPr>
          <p:cNvSpPr>
            <a:spLocks noGrp="1"/>
          </p:cNvSpPr>
          <p:nvPr>
            <p:ph type="title"/>
          </p:nvPr>
        </p:nvSpPr>
        <p:spPr/>
        <p:txBody>
          <a:bodyPr/>
          <a:lstStyle/>
          <a:p>
            <a:pPr/>
            <a:r>
              <a:t>E-COMMERCE</a:t>
            </a:r>
          </a:p>
        </p:txBody>
      </p:sp>
      <p:grpSp>
        <p:nvGrpSpPr>
          <p:cNvPr id="7" name="Transplant"/>
          <p:cNvGrpSpPr/>
          <p:nvPr/>
        </p:nvGrpSpPr>
        <p:grpSpPr>
          <a:xfrm>
            <a:off x="7159752" y="2660993"/>
            <a:ext cx="4343400" cy="3090494"/>
            <a:chOff x="6622122" y="2564017"/>
            <a:chExt cx="4431600" cy="3153252"/>
          </a:xfrm>
        </p:grpSpPr>
        <p:pic>
          <p:nvPicPr>
            <p:cNvPr id="8" name="Image 2" descr="Une image contenant texte, capture d’écran, ordinateur, logiciel&#10;&#10;Le contenu généré par l’IA peut être incorrect.">
              <a:extLst>
                <a:ext uri="{FF2B5EF4-FFF2-40B4-BE49-F238E27FC236}">
                  <a16:creationId xmlns:a16="http://schemas.microsoft.com/office/drawing/2014/main" id="{C9F671FB-2D0D-1360-9A53-B93BB7E82EAD}"/>
                </a:ext>
              </a:extLst>
            </p:cNvPr>
            <p:cNvPicPr>
              <a:picLocks noChangeAspect="1"/>
            </p:cNvPicPr>
            <p:nvPr/>
          </p:nvPicPr>
          <p:blipFill>
            <a:blip r:embed="rId2">
              <a:extLst>
                <a:ext uri="{28A0092B-C50C-407E-A947-70E740481C1C}">
                  <a14:useLocalDpi xmlns:a14="http://schemas.microsoft.com/office/drawing/2010/main" val="0"/>
                </a:ext>
              </a:extLst>
            </a:blip>
            <a:srcRect l="9326" t="20796" r="8687" b="20870"/>
            <a:stretch/>
          </p:blipFill>
          <p:spPr>
            <a:xfrm>
              <a:off x="6622122" y="2564017"/>
              <a:ext cx="4431600" cy="3153252"/>
            </a:xfrm>
            <a:prstGeom prst="rect">
              <a:avLst/>
            </a:prstGeom>
          </p:spPr>
        </p:pic>
      </p:gr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Espace réservé du contenu 1">
            <a:extLst>
              <a:ext uri="{FF2B5EF4-FFF2-40B4-BE49-F238E27FC236}">
                <a16:creationId xmlns:a16="http://schemas.microsoft.com/office/drawing/2014/main" id="{0A5657A9-CF1F-01C4-4C0C-3F4405FBA315}"/>
              </a:ext>
            </a:extLst>
          </p:cNvPr>
          <p:cNvSpPr>
            <a:spLocks noGrp="1"/>
          </p:cNvSpPr>
          <p:nvPr>
            <p:ph idx="1"/>
          </p:nvPr>
        </p:nvSpPr>
        <p:spPr/>
        <p:txBody>
          <a:bodyPr anchor="t"/>
          <a:lstStyle/>
          <a:p>
            <a:pPr lvl="0"/>
            <a:r>
              <a:rPr lang="fr-FR" b="1" dirty="0" sz="1600"/>
              <a:t>CUSTOMISATIONS </a:t>
            </a:r>
          </a:p>
          <a:p>
            <a:pPr lvl="1"/>
            <a:r>
              <a:rPr lang="fr-FR" dirty="0" sz="1600"/>
              <a:t>Mettez l’accent sur les principaux changements, difficultés, coûts, développeurs spécifiques pour couvrir les besoins importants – Donnez une liste des besoins dans ce cas</a:t>
            </a:r>
          </a:p>
        </p:txBody>
      </p:sp>
      <p:sp>
        <p:nvSpPr>
          <p:cNvPr id="4" name="Titre 2">
            <a:extLst>
              <a:ext uri="{FF2B5EF4-FFF2-40B4-BE49-F238E27FC236}">
                <a16:creationId xmlns:a16="http://schemas.microsoft.com/office/drawing/2014/main" id="{618815FA-3CAE-65F3-B971-C63D5E259378}"/>
              </a:ext>
            </a:extLst>
          </p:cNvPr>
          <p:cNvSpPr>
            <a:spLocks noGrp="1"/>
          </p:cNvSpPr>
          <p:nvPr>
            <p:ph type="title"/>
          </p:nvPr>
        </p:nvSpPr>
        <p:spPr/>
        <p:txBody>
          <a:bodyPr/>
          <a:lstStyle/>
          <a:p>
            <a:pPr/>
            <a:r>
              <a:t>E-COMMERCE</a:t>
            </a:r>
          </a:p>
        </p:txBody>
      </p:sp>
      <p:sp>
        <p:nvSpPr>
          <p:cNvPr id="5" name="Espace réservé du texte 3">
            <a:extLst>
              <a:ext uri="{FF2B5EF4-FFF2-40B4-BE49-F238E27FC236}">
                <a16:creationId xmlns:a16="http://schemas.microsoft.com/office/drawing/2014/main" id="{6BB8E998-5BC1-3D30-5A40-7A17CB479142}"/>
              </a:ext>
            </a:extLst>
          </p:cNvPr>
          <p:cNvSpPr>
            <a:spLocks noGrp="1"/>
          </p:cNvSpPr>
          <p:nvPr>
            <p:ph type="body" sz="quarter" idx="13"/>
          </p:nvPr>
        </p:nvSpPr>
        <p:spPr/>
        <p:txBody>
          <a:bodyPr/>
          <a:lstStyle/>
          <a:p>
            <a:pPr/>
            <a:r>
              <a:t>BESOINS COUVERTS</a:t>
            </a:r>
            <a:endParaRPr lang="en-US"/>
          </a:p>
        </p:txBody>
      </p:sp>
      <p:grpSp>
        <p:nvGrpSpPr>
          <p:cNvPr id="6" name="Transplant"/>
          <p:cNvGrpSpPr/>
          <p:nvPr/>
        </p:nvGrpSpPr>
        <p:grpSpPr>
          <a:xfrm>
            <a:off x="164592" y="2395885"/>
            <a:ext cx="457200" cy="475173"/>
            <a:chOff x="263525" y="2514600"/>
            <a:chExt cx="879812" cy="914400"/>
          </a:xfrm>
        </p:grpSpPr>
        <p:pic>
          <p:nvPicPr>
            <p:cNvPr id="7" name="Graphique 1" descr="Stylo avec un remplissage uni">
              <a:extLst>
                <a:ext uri="{FF2B5EF4-FFF2-40B4-BE49-F238E27FC236}">
                  <a16:creationId xmlns:a16="http://schemas.microsoft.com/office/drawing/2014/main" id="{C6539B93-8802-9948-725E-E815AB3F0CC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flipH="1">
              <a:off x="263525" y="2514600"/>
              <a:ext cx="879812" cy="914400"/>
            </a:xfrm>
            <a:prstGeom prst="rect">
              <a:avLst/>
            </a:prstGeom>
          </p:spPr>
        </p:pic>
      </p:gr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Espace réservé du contenu 5">
            <a:extLst>
              <a:ext uri="{FF2B5EF4-FFF2-40B4-BE49-F238E27FC236}">
                <a16:creationId xmlns:a16="http://schemas.microsoft.com/office/drawing/2014/main" id="{8B2061D0-770C-F284-BB20-62B1C6C95539}"/>
              </a:ext>
            </a:extLst>
          </p:cNvPr>
          <p:cNvSpPr>
            <a:spLocks noGrp="1"/>
          </p:cNvSpPr>
          <p:nvPr>
            <p:ph idx="1"/>
          </p:nvPr>
        </p:nvSpPr>
        <p:spPr/>
        <p:txBody>
          <a:bodyPr anchor="t"/>
          <a:lstStyle/>
          <a:p>
            <a:pPr lvl="0"/>
            <a:r>
              <a:rPr lang="fr-FR" b="1" dirty="0" sz="1600"/>
              <a:t>UTILISATION STANDARD</a:t>
            </a:r>
          </a:p>
          <a:p>
            <a:pPr lvl="1"/>
            <a:r>
              <a:rPr lang="fr-FR" dirty="0" sz="1600"/>
              <a:t>Automatisez la facturation sur une base récurrente</a:t>
            </a:r>
          </a:p>
          <a:p>
            <a:pPr lvl="1"/>
            <a:r>
              <a:rPr lang="fr-FR" dirty="0" sz="1600"/>
              <a:t>Renouvelez automatiquement vos abonnements</a:t>
            </a:r>
          </a:p>
          <a:p>
            <a:pPr lvl="1"/>
            <a:r>
              <a:rPr lang="fr-FR" dirty="0" sz="1600"/>
              <a:t>Effectuez des ventes additionnelles et des renouvellements facilement</a:t>
            </a:r>
          </a:p>
          <a:p>
            <a:pPr lvl="1"/>
            <a:r>
              <a:rPr lang="fr-FR" dirty="0" sz="1600"/>
              <a:t>Permettez au client de l'annuler</a:t>
            </a:r>
          </a:p>
          <a:p>
            <a:pPr lvl="1"/>
            <a:r>
              <a:rPr lang="fr-FR" dirty="0" sz="1600"/>
              <a:t>Analysez votre MRR (revenu mensuel récurrent)</a:t>
            </a:r>
            <a:endParaRPr lang="fr-FR" dirty="0" sz="1600"/>
          </a:p>
        </p:txBody>
      </p:sp>
      <p:sp>
        <p:nvSpPr>
          <p:cNvPr id="4" name="Espace réservé du texte 6">
            <a:extLst>
              <a:ext uri="{FF2B5EF4-FFF2-40B4-BE49-F238E27FC236}">
                <a16:creationId xmlns:a16="http://schemas.microsoft.com/office/drawing/2014/main" id="{224BEC80-3EC3-DC49-269F-B1C030B93B83}"/>
              </a:ext>
            </a:extLst>
          </p:cNvPr>
          <p:cNvSpPr>
            <a:spLocks noGrp="1"/>
          </p:cNvSpPr>
          <p:nvPr>
            <p:ph type="body" sz="quarter" idx="13"/>
          </p:nvPr>
        </p:nvSpPr>
        <p:spPr/>
        <p:txBody>
          <a:bodyPr/>
          <a:lstStyle/>
          <a:p>
            <a:pPr/>
            <a:r>
              <a:t>BESOINS COUVERTS</a:t>
            </a:r>
            <a:endParaRPr lang="en-US"/>
          </a:p>
        </p:txBody>
      </p:sp>
      <p:sp>
        <p:nvSpPr>
          <p:cNvPr id="5" name="Titre 1">
            <a:extLst>
              <a:ext uri="{FF2B5EF4-FFF2-40B4-BE49-F238E27FC236}">
                <a16:creationId xmlns:a16="http://schemas.microsoft.com/office/drawing/2014/main" id="{3FF30C7D-F11B-556A-0F96-92D2349C3965}"/>
              </a:ext>
            </a:extLst>
          </p:cNvPr>
          <p:cNvSpPr>
            <a:spLocks noGrp="1"/>
          </p:cNvSpPr>
          <p:nvPr>
            <p:ph type="title"/>
          </p:nvPr>
        </p:nvSpPr>
        <p:spPr/>
        <p:txBody>
          <a:bodyPr/>
          <a:lstStyle/>
          <a:p>
            <a:pPr/>
            <a:r>
              <a:t>ABONNEMENTS</a:t>
            </a:r>
          </a:p>
        </p:txBody>
      </p:sp>
      <p:grpSp>
        <p:nvGrpSpPr>
          <p:cNvPr id="7" name="Transplant"/>
          <p:cNvGrpSpPr/>
          <p:nvPr/>
        </p:nvGrpSpPr>
        <p:grpSpPr>
          <a:xfrm>
            <a:off x="7159752" y="2659726"/>
            <a:ext cx="4343400" cy="3093028"/>
            <a:chOff x="6600825" y="2562724"/>
            <a:chExt cx="4431600" cy="3155838"/>
          </a:xfrm>
        </p:grpSpPr>
        <p:pic>
          <p:nvPicPr>
            <p:cNvPr id="8" name="Image 2" descr="Une image contenant texte, capture d’écran, logiciel, ordinateur&#10;&#10;Le contenu généré par l’IA peut être incorrect.">
              <a:extLst>
                <a:ext uri="{FF2B5EF4-FFF2-40B4-BE49-F238E27FC236}">
                  <a16:creationId xmlns:a16="http://schemas.microsoft.com/office/drawing/2014/main" id="{74681F9D-A2F5-6CA5-EA9E-9F94913901D8}"/>
                </a:ext>
              </a:extLst>
            </p:cNvPr>
            <p:cNvPicPr>
              <a:picLocks noChangeAspect="1"/>
            </p:cNvPicPr>
            <p:nvPr/>
          </p:nvPicPr>
          <p:blipFill>
            <a:blip r:embed="rId2">
              <a:extLst>
                <a:ext uri="{28A0092B-C50C-407E-A947-70E740481C1C}">
                  <a14:useLocalDpi xmlns:a14="http://schemas.microsoft.com/office/drawing/2010/main" val="0"/>
                </a:ext>
              </a:extLst>
            </a:blip>
            <a:srcRect l="9096" t="20843" r="8988" b="20822"/>
            <a:stretch/>
          </p:blipFill>
          <p:spPr>
            <a:xfrm>
              <a:off x="6600825" y="2562724"/>
              <a:ext cx="4431600" cy="3155838"/>
            </a:xfrm>
            <a:prstGeom prst="rect">
              <a:avLst/>
            </a:prstGeom>
          </p:spPr>
        </p:pic>
      </p:gr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Espace réservé du contenu 1">
            <a:extLst>
              <a:ext uri="{FF2B5EF4-FFF2-40B4-BE49-F238E27FC236}">
                <a16:creationId xmlns:a16="http://schemas.microsoft.com/office/drawing/2014/main" id="{0A5657A9-CF1F-01C4-4C0C-3F4405FBA315}"/>
              </a:ext>
            </a:extLst>
          </p:cNvPr>
          <p:cNvSpPr>
            <a:spLocks noGrp="1"/>
          </p:cNvSpPr>
          <p:nvPr>
            <p:ph idx="1"/>
          </p:nvPr>
        </p:nvSpPr>
        <p:spPr/>
        <p:txBody>
          <a:bodyPr anchor="t"/>
          <a:lstStyle/>
          <a:p>
            <a:pPr lvl="0"/>
            <a:r>
              <a:rPr lang="fr-FR" b="1" dirty="0" sz="1600"/>
              <a:t>CUSTOMISATIONS</a:t>
            </a:r>
          </a:p>
          <a:p>
            <a:pPr lvl="1"/>
            <a:r>
              <a:rPr lang="fr-FR" dirty="0" sz="1600"/>
              <a:t>Mettez l’accent sur les principaux changements, difficultés, coûts, développeurs spécifiques pour couvrir les besoins importants – Donnez une liste des besoins dans ce cas</a:t>
            </a:r>
          </a:p>
        </p:txBody>
      </p:sp>
      <p:sp>
        <p:nvSpPr>
          <p:cNvPr id="4" name="Titre 2">
            <a:extLst>
              <a:ext uri="{FF2B5EF4-FFF2-40B4-BE49-F238E27FC236}">
                <a16:creationId xmlns:a16="http://schemas.microsoft.com/office/drawing/2014/main" id="{618815FA-3CAE-65F3-B971-C63D5E259378}"/>
              </a:ext>
            </a:extLst>
          </p:cNvPr>
          <p:cNvSpPr>
            <a:spLocks noGrp="1"/>
          </p:cNvSpPr>
          <p:nvPr>
            <p:ph type="title"/>
          </p:nvPr>
        </p:nvSpPr>
        <p:spPr/>
        <p:txBody>
          <a:bodyPr/>
          <a:lstStyle/>
          <a:p>
            <a:pPr/>
            <a:r>
              <a:t>ABONNEMENTS</a:t>
            </a:r>
          </a:p>
        </p:txBody>
      </p:sp>
      <p:sp>
        <p:nvSpPr>
          <p:cNvPr id="5" name="Espace réservé du texte 3">
            <a:extLst>
              <a:ext uri="{FF2B5EF4-FFF2-40B4-BE49-F238E27FC236}">
                <a16:creationId xmlns:a16="http://schemas.microsoft.com/office/drawing/2014/main" id="{6BB8E998-5BC1-3D30-5A40-7A17CB479142}"/>
              </a:ext>
            </a:extLst>
          </p:cNvPr>
          <p:cNvSpPr>
            <a:spLocks noGrp="1"/>
          </p:cNvSpPr>
          <p:nvPr>
            <p:ph type="body" sz="quarter" idx="13"/>
          </p:nvPr>
        </p:nvSpPr>
        <p:spPr/>
        <p:txBody>
          <a:bodyPr/>
          <a:lstStyle/>
          <a:p>
            <a:pPr/>
            <a:r>
              <a:t>BESOINS COUVERTS</a:t>
            </a:r>
            <a:endParaRPr lang="en-US"/>
          </a:p>
        </p:txBody>
      </p:sp>
      <p:grpSp>
        <p:nvGrpSpPr>
          <p:cNvPr id="6" name="Transplant"/>
          <p:cNvGrpSpPr/>
          <p:nvPr/>
        </p:nvGrpSpPr>
        <p:grpSpPr>
          <a:xfrm>
            <a:off x="164592" y="2395885"/>
            <a:ext cx="457200" cy="475173"/>
            <a:chOff x="263525" y="2514600"/>
            <a:chExt cx="879812" cy="914400"/>
          </a:xfrm>
        </p:grpSpPr>
        <p:pic>
          <p:nvPicPr>
            <p:cNvPr id="7" name="Graphique 1" descr="Stylo avec un remplissage uni">
              <a:extLst>
                <a:ext uri="{FF2B5EF4-FFF2-40B4-BE49-F238E27FC236}">
                  <a16:creationId xmlns:a16="http://schemas.microsoft.com/office/drawing/2014/main" id="{CB419359-B0E0-3033-9127-8DBCF93DA5D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flipH="1">
              <a:off x="263525" y="2514600"/>
              <a:ext cx="879812" cy="914400"/>
            </a:xfrm>
            <a:prstGeom prst="rect">
              <a:avLst/>
            </a:prstGeom>
          </p:spPr>
        </p:pic>
      </p:gr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Espace réservé du contenu 5">
            <a:extLst>
              <a:ext uri="{FF2B5EF4-FFF2-40B4-BE49-F238E27FC236}">
                <a16:creationId xmlns:a16="http://schemas.microsoft.com/office/drawing/2014/main" id="{8B2061D0-770C-F284-BB20-62B1C6C95539}"/>
              </a:ext>
            </a:extLst>
          </p:cNvPr>
          <p:cNvSpPr>
            <a:spLocks noGrp="1"/>
          </p:cNvSpPr>
          <p:nvPr>
            <p:ph idx="1"/>
          </p:nvPr>
        </p:nvSpPr>
        <p:spPr/>
        <p:txBody>
          <a:bodyPr anchor="t"/>
          <a:lstStyle/>
          <a:p>
            <a:pPr lvl="0"/>
            <a:r>
              <a:rPr lang="fr-FR" b="1" dirty="0" sz="1600"/>
              <a:t>UTILISATION STANDARD</a:t>
            </a:r>
          </a:p>
          <a:p>
            <a:pPr lvl="1"/>
            <a:r>
              <a:rPr lang="fr-FR" dirty="0" sz="1600"/>
              <a:t>Louez un produit pour une période limitée</a:t>
            </a:r>
          </a:p>
          <a:p>
            <a:pPr lvl="1"/>
            <a:r>
              <a:rPr lang="fr-FR" dirty="0" sz="1600"/>
              <a:t>Définissez votre prix de location et automatisez les frais d'utilisation supplémentaires avec un prix spécifique</a:t>
            </a:r>
          </a:p>
          <a:p>
            <a:pPr lvl="1"/>
            <a:r>
              <a:rPr lang="fr-FR" dirty="0" sz="1600"/>
              <a:t>Facilitez la prise en charge et le retour</a:t>
            </a:r>
          </a:p>
          <a:p>
            <a:pPr lvl="1"/>
            <a:r>
              <a:rPr lang="fr-FR" dirty="0" sz="1600"/>
              <a:t>Planifiez l'utilisation de vos biens</a:t>
            </a:r>
          </a:p>
        </p:txBody>
      </p:sp>
      <p:sp>
        <p:nvSpPr>
          <p:cNvPr id="4" name="Espace réservé du texte 6">
            <a:extLst>
              <a:ext uri="{FF2B5EF4-FFF2-40B4-BE49-F238E27FC236}">
                <a16:creationId xmlns:a16="http://schemas.microsoft.com/office/drawing/2014/main" id="{224BEC80-3EC3-DC49-269F-B1C030B93B83}"/>
              </a:ext>
            </a:extLst>
          </p:cNvPr>
          <p:cNvSpPr>
            <a:spLocks noGrp="1"/>
          </p:cNvSpPr>
          <p:nvPr>
            <p:ph type="body" sz="quarter" idx="13"/>
          </p:nvPr>
        </p:nvSpPr>
        <p:spPr/>
        <p:txBody>
          <a:bodyPr/>
          <a:lstStyle/>
          <a:p>
            <a:pPr/>
            <a:r>
              <a:t>BESOINS COUVERTS</a:t>
            </a:r>
            <a:endParaRPr lang="en-US"/>
          </a:p>
        </p:txBody>
      </p:sp>
      <p:sp>
        <p:nvSpPr>
          <p:cNvPr id="5" name="Titre 1">
            <a:extLst>
              <a:ext uri="{FF2B5EF4-FFF2-40B4-BE49-F238E27FC236}">
                <a16:creationId xmlns:a16="http://schemas.microsoft.com/office/drawing/2014/main" id="{3FF30C7D-F11B-556A-0F96-92D2349C3965}"/>
              </a:ext>
            </a:extLst>
          </p:cNvPr>
          <p:cNvSpPr>
            <a:spLocks noGrp="1"/>
          </p:cNvSpPr>
          <p:nvPr>
            <p:ph type="title"/>
          </p:nvPr>
        </p:nvSpPr>
        <p:spPr/>
        <p:txBody>
          <a:bodyPr/>
          <a:lstStyle/>
          <a:p>
            <a:pPr/>
            <a:r>
              <a:t>LOCATION</a:t>
            </a:r>
          </a:p>
        </p:txBody>
      </p:sp>
      <p:grpSp>
        <p:nvGrpSpPr>
          <p:cNvPr id="7" name="Transplant"/>
          <p:cNvGrpSpPr/>
          <p:nvPr/>
        </p:nvGrpSpPr>
        <p:grpSpPr>
          <a:xfrm>
            <a:off x="7159752" y="2660136"/>
            <a:ext cx="4343400" cy="3092207"/>
            <a:chOff x="6600825" y="2563143"/>
            <a:chExt cx="4431600" cy="3155000"/>
          </a:xfrm>
        </p:grpSpPr>
        <p:pic>
          <p:nvPicPr>
            <p:cNvPr id="8" name="Image 2" descr="Une image contenant texte, capture d’écran, logiciel, ordinateur&#10;&#10;Le contenu généré par l’IA peut être incorrect.">
              <a:extLst>
                <a:ext uri="{FF2B5EF4-FFF2-40B4-BE49-F238E27FC236}">
                  <a16:creationId xmlns:a16="http://schemas.microsoft.com/office/drawing/2014/main" id="{468D2E4E-09D2-84F0-276C-6B1E1D87AE80}"/>
                </a:ext>
              </a:extLst>
            </p:cNvPr>
            <p:cNvPicPr>
              <a:picLocks noChangeAspect="1"/>
            </p:cNvPicPr>
            <p:nvPr/>
          </p:nvPicPr>
          <p:blipFill>
            <a:blip r:embed="rId2">
              <a:extLst>
                <a:ext uri="{28A0092B-C50C-407E-A947-70E740481C1C}">
                  <a14:useLocalDpi xmlns:a14="http://schemas.microsoft.com/office/drawing/2010/main" val="0"/>
                </a:ext>
              </a:extLst>
            </a:blip>
            <a:srcRect l="8950" t="20843" r="9063" b="20786"/>
            <a:stretch/>
          </p:blipFill>
          <p:spPr>
            <a:xfrm>
              <a:off x="6600825" y="2563143"/>
              <a:ext cx="4431600" cy="3155000"/>
            </a:xfrm>
            <a:prstGeom prst="rect">
              <a:avLst/>
            </a:prstGeom>
          </p:spPr>
        </p:pic>
      </p:gr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Espace réservé du contenu 1">
            <a:extLst>
              <a:ext uri="{FF2B5EF4-FFF2-40B4-BE49-F238E27FC236}">
                <a16:creationId xmlns:a16="http://schemas.microsoft.com/office/drawing/2014/main" id="{0A5657A9-CF1F-01C4-4C0C-3F4405FBA315}"/>
              </a:ext>
            </a:extLst>
          </p:cNvPr>
          <p:cNvSpPr>
            <a:spLocks noGrp="1"/>
          </p:cNvSpPr>
          <p:nvPr>
            <p:ph idx="1"/>
          </p:nvPr>
        </p:nvSpPr>
        <p:spPr/>
        <p:txBody>
          <a:bodyPr anchor="t"/>
          <a:lstStyle/>
          <a:p>
            <a:pPr lvl="0"/>
            <a:r>
              <a:rPr lang="fr-FR" b="1" dirty="0" sz="1600"/>
              <a:t>CUSTOMISATIONS</a:t>
            </a:r>
          </a:p>
          <a:p>
            <a:pPr lvl="1"/>
            <a:r>
              <a:rPr lang="fr-FR" dirty="0" sz="1600"/>
              <a:t>Mettez l’accent sur les principaux changements, difficultés, coûts, développeurs spécifiques pour couvrir les besoins importants – Donnez une liste des besoins dans ce cas</a:t>
            </a:r>
          </a:p>
        </p:txBody>
      </p:sp>
      <p:sp>
        <p:nvSpPr>
          <p:cNvPr id="4" name="Titre 2">
            <a:extLst>
              <a:ext uri="{FF2B5EF4-FFF2-40B4-BE49-F238E27FC236}">
                <a16:creationId xmlns:a16="http://schemas.microsoft.com/office/drawing/2014/main" id="{618815FA-3CAE-65F3-B971-C63D5E259378}"/>
              </a:ext>
            </a:extLst>
          </p:cNvPr>
          <p:cNvSpPr>
            <a:spLocks noGrp="1"/>
          </p:cNvSpPr>
          <p:nvPr>
            <p:ph type="title"/>
          </p:nvPr>
        </p:nvSpPr>
        <p:spPr/>
        <p:txBody>
          <a:bodyPr/>
          <a:lstStyle/>
          <a:p>
            <a:pPr/>
            <a:r>
              <a:t>LOCATION</a:t>
            </a:r>
          </a:p>
        </p:txBody>
      </p:sp>
      <p:sp>
        <p:nvSpPr>
          <p:cNvPr id="5" name="Espace réservé du texte 3">
            <a:extLst>
              <a:ext uri="{FF2B5EF4-FFF2-40B4-BE49-F238E27FC236}">
                <a16:creationId xmlns:a16="http://schemas.microsoft.com/office/drawing/2014/main" id="{6BB8E998-5BC1-3D30-5A40-7A17CB479142}"/>
              </a:ext>
            </a:extLst>
          </p:cNvPr>
          <p:cNvSpPr>
            <a:spLocks noGrp="1"/>
          </p:cNvSpPr>
          <p:nvPr>
            <p:ph type="body" sz="quarter" idx="13"/>
          </p:nvPr>
        </p:nvSpPr>
        <p:spPr/>
        <p:txBody>
          <a:bodyPr/>
          <a:lstStyle/>
          <a:p>
            <a:pPr/>
            <a:r>
              <a:t>BESOINS COUVERTS</a:t>
            </a:r>
            <a:endParaRPr lang="en-US"/>
          </a:p>
        </p:txBody>
      </p:sp>
      <p:grpSp>
        <p:nvGrpSpPr>
          <p:cNvPr id="6" name="Transplant"/>
          <p:cNvGrpSpPr/>
          <p:nvPr/>
        </p:nvGrpSpPr>
        <p:grpSpPr>
          <a:xfrm>
            <a:off x="164592" y="2395885"/>
            <a:ext cx="457200" cy="475173"/>
            <a:chOff x="263525" y="2514600"/>
            <a:chExt cx="879812" cy="914400"/>
          </a:xfrm>
        </p:grpSpPr>
        <p:pic>
          <p:nvPicPr>
            <p:cNvPr id="7" name="Graphique 1" descr="Stylo avec un remplissage uni">
              <a:extLst>
                <a:ext uri="{FF2B5EF4-FFF2-40B4-BE49-F238E27FC236}">
                  <a16:creationId xmlns:a16="http://schemas.microsoft.com/office/drawing/2014/main" id="{2AE3E7D9-F125-7185-F76B-6FBDBD6D47D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flipH="1">
              <a:off x="263525" y="2514600"/>
              <a:ext cx="879812" cy="914400"/>
            </a:xfrm>
            <a:prstGeom prst="rect">
              <a:avLst/>
            </a:prstGeom>
          </p:spPr>
        </p:pic>
      </p:gr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Espace réservé du contenu 5">
            <a:extLst>
              <a:ext uri="{FF2B5EF4-FFF2-40B4-BE49-F238E27FC236}">
                <a16:creationId xmlns:a16="http://schemas.microsoft.com/office/drawing/2014/main" id="{8B2061D0-770C-F284-BB20-62B1C6C95539}"/>
              </a:ext>
            </a:extLst>
          </p:cNvPr>
          <p:cNvSpPr>
            <a:spLocks noGrp="1"/>
          </p:cNvSpPr>
          <p:nvPr>
            <p:ph idx="1"/>
          </p:nvPr>
        </p:nvSpPr>
        <p:spPr/>
        <p:txBody>
          <a:bodyPr anchor="t"/>
          <a:lstStyle/>
          <a:p>
            <a:pPr lvl="0"/>
            <a:r>
              <a:rPr lang="fr-FR" b="1" dirty="0" sz="1600"/>
              <a:t>UTILISATION STANDARD</a:t>
            </a:r>
          </a:p>
          <a:p>
            <a:pPr lvl="1"/>
            <a:r>
              <a:rPr lang="fr-FR" dirty="0" sz="1600"/>
              <a:t>Vendez vos biens</a:t>
            </a:r>
          </a:p>
          <a:p>
            <a:pPr lvl="1"/>
            <a:r>
              <a:rPr lang="fr-FR" dirty="0" sz="1600"/>
              <a:t>Identifiez le client et ajoutez des plans de récompense</a:t>
            </a:r>
          </a:p>
          <a:p>
            <a:pPr lvl="1"/>
            <a:r>
              <a:rPr lang="fr-FR" dirty="0" sz="1600"/>
              <a:t>Filtrez et scannez facilement</a:t>
            </a:r>
          </a:p>
          <a:p>
            <a:pPr lvl="1"/>
            <a:r>
              <a:rPr lang="fr-FR" dirty="0" sz="1600"/>
              <a:t>Profitez d’un double écran</a:t>
            </a:r>
          </a:p>
          <a:p>
            <a:pPr lvl="1"/>
            <a:r>
              <a:rPr lang="fr-FR" dirty="0" sz="1600"/>
              <a:t>Affichez le stock de produits</a:t>
            </a:r>
          </a:p>
          <a:p>
            <a:pPr lvl="1"/>
            <a:r>
              <a:rPr lang="fr-FR" dirty="0" sz="1600"/>
              <a:t>Identifiez le caissier / bloquez certaines fonctionnalités pour les gestionnaires</a:t>
            </a:r>
            <a:endParaRPr lang="fr-FR" dirty="0" sz="1600"/>
          </a:p>
        </p:txBody>
      </p:sp>
      <p:sp>
        <p:nvSpPr>
          <p:cNvPr id="4" name="Espace réservé du texte 6">
            <a:extLst>
              <a:ext uri="{FF2B5EF4-FFF2-40B4-BE49-F238E27FC236}">
                <a16:creationId xmlns:a16="http://schemas.microsoft.com/office/drawing/2014/main" id="{224BEC80-3EC3-DC49-269F-B1C030B93B83}"/>
              </a:ext>
            </a:extLst>
          </p:cNvPr>
          <p:cNvSpPr>
            <a:spLocks noGrp="1"/>
          </p:cNvSpPr>
          <p:nvPr>
            <p:ph type="body" sz="quarter" idx="13"/>
          </p:nvPr>
        </p:nvSpPr>
        <p:spPr/>
        <p:txBody>
          <a:bodyPr/>
          <a:lstStyle/>
          <a:p>
            <a:pPr/>
            <a:r>
              <a:t>BESOINS COUVERTS</a:t>
            </a:r>
            <a:endParaRPr lang="en-US"/>
          </a:p>
        </p:txBody>
      </p:sp>
      <p:sp>
        <p:nvSpPr>
          <p:cNvPr id="5" name="Titre 1">
            <a:extLst>
              <a:ext uri="{FF2B5EF4-FFF2-40B4-BE49-F238E27FC236}">
                <a16:creationId xmlns:a16="http://schemas.microsoft.com/office/drawing/2014/main" id="{3FF30C7D-F11B-556A-0F96-92D2349C3965}"/>
              </a:ext>
            </a:extLst>
          </p:cNvPr>
          <p:cNvSpPr>
            <a:spLocks noGrp="1"/>
          </p:cNvSpPr>
          <p:nvPr>
            <p:ph type="title"/>
          </p:nvPr>
        </p:nvSpPr>
        <p:spPr/>
        <p:txBody>
          <a:bodyPr/>
          <a:lstStyle/>
          <a:p>
            <a:pPr/>
            <a:r>
              <a:t>POINT DE VENTE</a:t>
            </a:r>
          </a:p>
        </p:txBody>
      </p:sp>
      <p:grpSp>
        <p:nvGrpSpPr>
          <p:cNvPr id="7" name="Transplant"/>
          <p:cNvGrpSpPr/>
          <p:nvPr/>
        </p:nvGrpSpPr>
        <p:grpSpPr>
          <a:xfrm>
            <a:off x="7159752" y="2661586"/>
            <a:ext cx="4343400" cy="3089307"/>
            <a:chOff x="6600825" y="2564622"/>
            <a:chExt cx="4431600" cy="3152041"/>
          </a:xfrm>
        </p:grpSpPr>
        <p:pic>
          <p:nvPicPr>
            <p:cNvPr id="8" name="Image 2" descr="Une image contenant texte, capture d’écran, ordinateur, multimédia&#10;&#10;Le contenu généré par l’IA peut être incorrect.">
              <a:extLst>
                <a:ext uri="{FF2B5EF4-FFF2-40B4-BE49-F238E27FC236}">
                  <a16:creationId xmlns:a16="http://schemas.microsoft.com/office/drawing/2014/main" id="{E779400C-CDD1-D476-E273-F44F4F2B0512}"/>
                </a:ext>
              </a:extLst>
            </p:cNvPr>
            <p:cNvPicPr>
              <a:picLocks noChangeAspect="1"/>
            </p:cNvPicPr>
            <p:nvPr/>
          </p:nvPicPr>
          <p:blipFill>
            <a:blip r:embed="rId2">
              <a:extLst>
                <a:ext uri="{28A0092B-C50C-407E-A947-70E740481C1C}">
                  <a14:useLocalDpi xmlns:a14="http://schemas.microsoft.com/office/drawing/2010/main" val="0"/>
                </a:ext>
              </a:extLst>
            </a:blip>
            <a:srcRect l="9024" t="20898" r="8988" b="20786"/>
            <a:stretch/>
          </p:blipFill>
          <p:spPr>
            <a:xfrm>
              <a:off x="6600825" y="2564622"/>
              <a:ext cx="4431600" cy="3152041"/>
            </a:xfrm>
            <a:prstGeom prst="rect">
              <a:avLst/>
            </a:prstGeom>
          </p:spPr>
        </p:pic>
      </p:gr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Espace réservé du contenu 1">
            <a:extLst>
              <a:ext uri="{FF2B5EF4-FFF2-40B4-BE49-F238E27FC236}">
                <a16:creationId xmlns:a16="http://schemas.microsoft.com/office/drawing/2014/main" id="{0A5657A9-CF1F-01C4-4C0C-3F4405FBA315}"/>
              </a:ext>
            </a:extLst>
          </p:cNvPr>
          <p:cNvSpPr>
            <a:spLocks noGrp="1"/>
          </p:cNvSpPr>
          <p:nvPr>
            <p:ph idx="1"/>
          </p:nvPr>
        </p:nvSpPr>
        <p:spPr/>
        <p:txBody>
          <a:bodyPr anchor="t"/>
          <a:lstStyle/>
          <a:p>
            <a:pPr lvl="0"/>
            <a:r>
              <a:rPr lang="fr-FR" b="1" dirty="0" sz="1600"/>
              <a:t>CUSTOMISATIONS</a:t>
            </a:r>
          </a:p>
          <a:p>
            <a:pPr lvl="1"/>
            <a:r>
              <a:rPr lang="fr-FR" dirty="0" sz="1600"/>
              <a:t>Mettez l’accent sur les principaux changements, difficultés, coûts, développeurs spécifiques pour couvrir les besoins importants – Donnez une liste des besoins dans ce cas</a:t>
            </a:r>
          </a:p>
        </p:txBody>
      </p:sp>
      <p:sp>
        <p:nvSpPr>
          <p:cNvPr id="4" name="Titre 2">
            <a:extLst>
              <a:ext uri="{FF2B5EF4-FFF2-40B4-BE49-F238E27FC236}">
                <a16:creationId xmlns:a16="http://schemas.microsoft.com/office/drawing/2014/main" id="{618815FA-3CAE-65F3-B971-C63D5E259378}"/>
              </a:ext>
            </a:extLst>
          </p:cNvPr>
          <p:cNvSpPr>
            <a:spLocks noGrp="1"/>
          </p:cNvSpPr>
          <p:nvPr>
            <p:ph type="title"/>
          </p:nvPr>
        </p:nvSpPr>
        <p:spPr/>
        <p:txBody>
          <a:bodyPr/>
          <a:lstStyle/>
          <a:p>
            <a:pPr/>
            <a:r>
              <a:t>POINT DE VENTE</a:t>
            </a:r>
          </a:p>
        </p:txBody>
      </p:sp>
      <p:sp>
        <p:nvSpPr>
          <p:cNvPr id="5" name="Espace réservé du texte 3">
            <a:extLst>
              <a:ext uri="{FF2B5EF4-FFF2-40B4-BE49-F238E27FC236}">
                <a16:creationId xmlns:a16="http://schemas.microsoft.com/office/drawing/2014/main" id="{6BB8E998-5BC1-3D30-5A40-7A17CB479142}"/>
              </a:ext>
            </a:extLst>
          </p:cNvPr>
          <p:cNvSpPr>
            <a:spLocks noGrp="1"/>
          </p:cNvSpPr>
          <p:nvPr>
            <p:ph type="body" sz="quarter" idx="13"/>
          </p:nvPr>
        </p:nvSpPr>
        <p:spPr/>
        <p:txBody>
          <a:bodyPr/>
          <a:lstStyle/>
          <a:p>
            <a:pPr/>
            <a:r>
              <a:t>BESOINS COUVERTS</a:t>
            </a:r>
            <a:endParaRPr lang="en-US"/>
          </a:p>
        </p:txBody>
      </p:sp>
      <p:grpSp>
        <p:nvGrpSpPr>
          <p:cNvPr id="6" name="Transplant"/>
          <p:cNvGrpSpPr/>
          <p:nvPr/>
        </p:nvGrpSpPr>
        <p:grpSpPr>
          <a:xfrm>
            <a:off x="164592" y="2395885"/>
            <a:ext cx="457200" cy="475173"/>
            <a:chOff x="263525" y="2514600"/>
            <a:chExt cx="879812" cy="914400"/>
          </a:xfrm>
        </p:grpSpPr>
        <p:pic>
          <p:nvPicPr>
            <p:cNvPr id="7" name="Graphique 1" descr="Stylo avec un remplissage uni">
              <a:extLst>
                <a:ext uri="{FF2B5EF4-FFF2-40B4-BE49-F238E27FC236}">
                  <a16:creationId xmlns:a16="http://schemas.microsoft.com/office/drawing/2014/main" id="{E37FC508-305B-38E8-E456-B01253F495F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flipH="1">
              <a:off x="263525" y="2514600"/>
              <a:ext cx="879812" cy="914400"/>
            </a:xfrm>
            <a:prstGeom prst="rect">
              <a:avLst/>
            </a:prstGeom>
          </p:spPr>
        </p:pic>
      </p:gr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Espace réservé du contenu 5">
            <a:extLst>
              <a:ext uri="{FF2B5EF4-FFF2-40B4-BE49-F238E27FC236}">
                <a16:creationId xmlns:a16="http://schemas.microsoft.com/office/drawing/2014/main" id="{8B2061D0-770C-F284-BB20-62B1C6C95539}"/>
              </a:ext>
            </a:extLst>
          </p:cNvPr>
          <p:cNvSpPr>
            <a:spLocks noGrp="1"/>
          </p:cNvSpPr>
          <p:nvPr>
            <p:ph idx="1"/>
          </p:nvPr>
        </p:nvSpPr>
        <p:spPr/>
        <p:txBody>
          <a:bodyPr anchor="t"/>
          <a:lstStyle/>
          <a:p>
            <a:pPr lvl="0"/>
            <a:r>
              <a:rPr lang="fr-FR" b="1" dirty="0" sz="1600"/>
              <a:t>UTILISATION STANDARD</a:t>
            </a:r>
          </a:p>
          <a:p>
            <a:pPr lvl="1"/>
            <a:r>
              <a:rPr lang="fr-FR" dirty="0" sz="1600"/>
              <a:t>Créez votre plan de salle</a:t>
            </a:r>
          </a:p>
          <a:p>
            <a:pPr lvl="1"/>
            <a:r>
              <a:rPr lang="fr-FR" dirty="0" sz="1600"/>
              <a:t>Commandez par table, ajoutez des commandes rapidement avec des notes personnalisées</a:t>
            </a:r>
          </a:p>
          <a:p>
            <a:pPr lvl="1"/>
            <a:r>
              <a:rPr lang="fr-FR" dirty="0" sz="1600"/>
              <a:t>Changez de table / réservez des tables</a:t>
            </a:r>
          </a:p>
          <a:p>
            <a:pPr lvl="1"/>
            <a:r>
              <a:rPr lang="fr-FR" dirty="0" sz="1600"/>
              <a:t>Ajoutez des imprimantes ou des écrans à différents endroits (bar, cuisine, écran de livraison)</a:t>
            </a:r>
          </a:p>
          <a:p>
            <a:pPr lvl="1"/>
            <a:r>
              <a:rPr lang="fr-FR" dirty="0" sz="1600"/>
              <a:t>Générez les menus QR code / Gérez les commandes à table</a:t>
            </a:r>
          </a:p>
          <a:p>
            <a:pPr lvl="1"/>
            <a:r>
              <a:rPr lang="fr-FR" dirty="0" sz="1600"/>
              <a:t>Divisez l'addition de manière égale ou au choix. Optez pour des factures électroniques ou imprimées</a:t>
            </a:r>
          </a:p>
          <a:p>
            <a:pPr lvl="1"/>
            <a:r>
              <a:rPr lang="fr-FR" dirty="0" sz="1600"/>
              <a:t>Identifiez le serveur</a:t>
            </a:r>
            <a:endParaRPr lang="fr-FR" dirty="0" sz="1600"/>
          </a:p>
        </p:txBody>
      </p:sp>
      <p:sp>
        <p:nvSpPr>
          <p:cNvPr id="4" name="Espace réservé du texte 6">
            <a:extLst>
              <a:ext uri="{FF2B5EF4-FFF2-40B4-BE49-F238E27FC236}">
                <a16:creationId xmlns:a16="http://schemas.microsoft.com/office/drawing/2014/main" id="{224BEC80-3EC3-DC49-269F-B1C030B93B83}"/>
              </a:ext>
            </a:extLst>
          </p:cNvPr>
          <p:cNvSpPr>
            <a:spLocks noGrp="1"/>
          </p:cNvSpPr>
          <p:nvPr>
            <p:ph type="body" sz="quarter" idx="13"/>
          </p:nvPr>
        </p:nvSpPr>
        <p:spPr/>
        <p:txBody>
          <a:bodyPr/>
          <a:lstStyle/>
          <a:p>
            <a:pPr/>
            <a:r>
              <a:t>BESOINS COUVERTS</a:t>
            </a:r>
            <a:endParaRPr lang="en-US"/>
          </a:p>
        </p:txBody>
      </p:sp>
      <p:sp>
        <p:nvSpPr>
          <p:cNvPr id="5" name="Titre 1">
            <a:extLst>
              <a:ext uri="{FF2B5EF4-FFF2-40B4-BE49-F238E27FC236}">
                <a16:creationId xmlns:a16="http://schemas.microsoft.com/office/drawing/2014/main" id="{3FF30C7D-F11B-556A-0F96-92D2349C3965}"/>
              </a:ext>
            </a:extLst>
          </p:cNvPr>
          <p:cNvSpPr>
            <a:spLocks noGrp="1"/>
          </p:cNvSpPr>
          <p:nvPr>
            <p:ph type="title"/>
          </p:nvPr>
        </p:nvSpPr>
        <p:spPr/>
        <p:txBody>
          <a:bodyPr/>
          <a:lstStyle/>
          <a:p>
            <a:pPr/>
            <a:r>
              <a:t>POINT DE VENTE - Restaurant</a:t>
            </a:r>
          </a:p>
        </p:txBody>
      </p:sp>
      <p:grpSp>
        <p:nvGrpSpPr>
          <p:cNvPr id="7" name="Transplant"/>
          <p:cNvGrpSpPr/>
          <p:nvPr/>
        </p:nvGrpSpPr>
        <p:grpSpPr>
          <a:xfrm>
            <a:off x="7159752" y="2661104"/>
            <a:ext cx="4343400" cy="3090272"/>
            <a:chOff x="7297827" y="2564130"/>
            <a:chExt cx="4431600" cy="3153026"/>
          </a:xfrm>
        </p:grpSpPr>
        <p:pic>
          <p:nvPicPr>
            <p:cNvPr id="8" name="Image 2" descr="Une image contenant capture d’écran, logiciel, affichage, texte&#10;&#10;Le contenu généré par l’IA peut être incorrect.">
              <a:extLst>
                <a:ext uri="{FF2B5EF4-FFF2-40B4-BE49-F238E27FC236}">
                  <a16:creationId xmlns:a16="http://schemas.microsoft.com/office/drawing/2014/main" id="{478DB919-207E-1460-2B0A-70760775E5D4}"/>
                </a:ext>
              </a:extLst>
            </p:cNvPr>
            <p:cNvPicPr>
              <a:picLocks noChangeAspect="1"/>
            </p:cNvPicPr>
            <p:nvPr/>
          </p:nvPicPr>
          <p:blipFill>
            <a:blip r:embed="rId2">
              <a:extLst>
                <a:ext uri="{28A0092B-C50C-407E-A947-70E740481C1C}">
                  <a14:useLocalDpi xmlns:a14="http://schemas.microsoft.com/office/drawing/2010/main" val="0"/>
                </a:ext>
              </a:extLst>
            </a:blip>
            <a:srcRect l="8995" t="20905" r="9016" b="20761"/>
            <a:stretch/>
          </p:blipFill>
          <p:spPr>
            <a:xfrm>
              <a:off x="7297827" y="2564130"/>
              <a:ext cx="4431600" cy="3153026"/>
            </a:xfrm>
            <a:prstGeom prst="rect">
              <a:avLst/>
            </a:prstGeom>
          </p:spPr>
        </p:pic>
      </p:gr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Espace réservé du contenu 1">
            <a:extLst>
              <a:ext uri="{FF2B5EF4-FFF2-40B4-BE49-F238E27FC236}">
                <a16:creationId xmlns:a16="http://schemas.microsoft.com/office/drawing/2014/main" id="{0A5657A9-CF1F-01C4-4C0C-3F4405FBA315}"/>
              </a:ext>
            </a:extLst>
          </p:cNvPr>
          <p:cNvSpPr>
            <a:spLocks noGrp="1"/>
          </p:cNvSpPr>
          <p:nvPr>
            <p:ph idx="1"/>
          </p:nvPr>
        </p:nvSpPr>
        <p:spPr/>
        <p:txBody>
          <a:bodyPr anchor="t"/>
          <a:lstStyle/>
          <a:p>
            <a:pPr lvl="0"/>
            <a:r>
              <a:rPr lang="fr-FR" b="1" dirty="0" sz="1600"/>
              <a:t>CUSTOMISATIONS</a:t>
            </a:r>
          </a:p>
          <a:p>
            <a:pPr lvl="1"/>
            <a:r>
              <a:rPr lang="fr-FR" dirty="0" sz="1600"/>
              <a:t>Mettez l’accent sur les principaux changements, difficultés, coûts, développeurs spécifiques pour couvrir les besoins importants – Donnez une liste des besoins dans ce cas</a:t>
            </a:r>
          </a:p>
        </p:txBody>
      </p:sp>
      <p:sp>
        <p:nvSpPr>
          <p:cNvPr id="4" name="Titre 2">
            <a:extLst>
              <a:ext uri="{FF2B5EF4-FFF2-40B4-BE49-F238E27FC236}">
                <a16:creationId xmlns:a16="http://schemas.microsoft.com/office/drawing/2014/main" id="{618815FA-3CAE-65F3-B971-C63D5E259378}"/>
              </a:ext>
            </a:extLst>
          </p:cNvPr>
          <p:cNvSpPr>
            <a:spLocks noGrp="1"/>
          </p:cNvSpPr>
          <p:nvPr>
            <p:ph type="title"/>
          </p:nvPr>
        </p:nvSpPr>
        <p:spPr/>
        <p:txBody>
          <a:bodyPr/>
          <a:lstStyle/>
          <a:p>
            <a:pPr/>
            <a:r>
              <a:t>POINT DE VENTE - Restaurant</a:t>
            </a:r>
          </a:p>
        </p:txBody>
      </p:sp>
      <p:sp>
        <p:nvSpPr>
          <p:cNvPr id="5" name="Espace réservé du texte 3">
            <a:extLst>
              <a:ext uri="{FF2B5EF4-FFF2-40B4-BE49-F238E27FC236}">
                <a16:creationId xmlns:a16="http://schemas.microsoft.com/office/drawing/2014/main" id="{6BB8E998-5BC1-3D30-5A40-7A17CB479142}"/>
              </a:ext>
            </a:extLst>
          </p:cNvPr>
          <p:cNvSpPr>
            <a:spLocks noGrp="1"/>
          </p:cNvSpPr>
          <p:nvPr>
            <p:ph type="body" sz="quarter" idx="13"/>
          </p:nvPr>
        </p:nvSpPr>
        <p:spPr/>
        <p:txBody>
          <a:bodyPr/>
          <a:lstStyle/>
          <a:p>
            <a:pPr/>
            <a:r>
              <a:t>BESOINS COUVERTS</a:t>
            </a:r>
            <a:endParaRPr lang="en-US"/>
          </a:p>
        </p:txBody>
      </p:sp>
      <p:grpSp>
        <p:nvGrpSpPr>
          <p:cNvPr id="6" name="Transplant"/>
          <p:cNvGrpSpPr/>
          <p:nvPr/>
        </p:nvGrpSpPr>
        <p:grpSpPr>
          <a:xfrm>
            <a:off x="164592" y="2395885"/>
            <a:ext cx="457200" cy="475173"/>
            <a:chOff x="263525" y="2514600"/>
            <a:chExt cx="879812" cy="914400"/>
          </a:xfrm>
        </p:grpSpPr>
        <p:pic>
          <p:nvPicPr>
            <p:cNvPr id="7" name="Graphique 1" descr="Stylo avec un remplissage uni">
              <a:extLst>
                <a:ext uri="{FF2B5EF4-FFF2-40B4-BE49-F238E27FC236}">
                  <a16:creationId xmlns:a16="http://schemas.microsoft.com/office/drawing/2014/main" id="{48666465-3D97-24AC-7210-55C492CADEB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flipH="1">
              <a:off x="263525" y="2514600"/>
              <a:ext cx="879812" cy="914400"/>
            </a:xfrm>
            <a:prstGeom prst="rect">
              <a:avLst/>
            </a:prstGeom>
          </p:spPr>
        </p:pic>
      </p:gr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Espace réservé du contenu 5">
            <a:extLst>
              <a:ext uri="{FF2B5EF4-FFF2-40B4-BE49-F238E27FC236}">
                <a16:creationId xmlns:a16="http://schemas.microsoft.com/office/drawing/2014/main" id="{8B2061D0-770C-F284-BB20-62B1C6C95539}"/>
              </a:ext>
            </a:extLst>
          </p:cNvPr>
          <p:cNvSpPr>
            <a:spLocks noGrp="1"/>
          </p:cNvSpPr>
          <p:nvPr>
            <p:ph idx="1"/>
          </p:nvPr>
        </p:nvSpPr>
        <p:spPr/>
        <p:txBody>
          <a:bodyPr anchor="t"/>
          <a:lstStyle/>
          <a:p>
            <a:pPr lvl="0"/>
            <a:r>
              <a:rPr lang="fr-FR" b="1" dirty="0" sz="1400"/>
              <a:t>UTILISATION STANDARD</a:t>
            </a:r>
          </a:p>
          <a:p>
            <a:pPr lvl="1"/>
            <a:r>
              <a:rPr lang="fr-FR" dirty="0" sz="1400"/>
              <a:t>Organisez vos entrepôts, emplacements, étagères, boîtes…</a:t>
            </a:r>
          </a:p>
          <a:p>
            <a:pPr lvl="1"/>
            <a:r>
              <a:rPr lang="fr-FR" dirty="0" sz="1400"/>
              <a:t>Automatisez certains mouvements à partir d’une demande</a:t>
            </a:r>
          </a:p>
          <a:p>
            <a:pPr lvl="1"/>
            <a:r>
              <a:rPr lang="fr-FR" dirty="0" sz="1400"/>
              <a:t>Gérez vos commandes en attente et suivez la demande d'origine</a:t>
            </a:r>
          </a:p>
          <a:p>
            <a:pPr lvl="1"/>
            <a:r>
              <a:rPr lang="fr-FR" dirty="0" sz="1400"/>
              <a:t>Bénéficiez d’une option de réservation flexible</a:t>
            </a:r>
          </a:p>
          <a:p>
            <a:pPr lvl="1"/>
            <a:r>
              <a:rPr lang="fr-FR" dirty="0" sz="1400"/>
              <a:t>Réapprovisionnez facilement en choisissant entre manuel et automatisé – le système vous guidera</a:t>
            </a:r>
          </a:p>
          <a:p>
            <a:pPr lvl="1"/>
            <a:r>
              <a:rPr lang="fr-FR" dirty="0" sz="1400"/>
              <a:t>Visualisez facilement ce qu'il faut faire avec le tableau de bord global</a:t>
            </a:r>
          </a:p>
          <a:p>
            <a:pPr lvl="1"/>
            <a:r>
              <a:rPr lang="fr-FR" dirty="0" sz="1400"/>
              <a:t>Effectuez votre inventaire (complet, partiel, une fois par an, périodique, par emplacement, etc.)</a:t>
            </a:r>
          </a:p>
          <a:p>
            <a:pPr lvl="1"/>
            <a:r>
              <a:rPr lang="fr-FR" dirty="0" sz="1400"/>
              <a:t>Gérez les rebuts</a:t>
            </a:r>
          </a:p>
          <a:p>
            <a:pPr lvl="1"/>
            <a:r>
              <a:rPr lang="fr-FR" dirty="0" sz="1400"/>
              <a:t>Analysez votre valorisation, stock, mouvements</a:t>
            </a:r>
            <a:endParaRPr lang="fr-FR" dirty="0" sz="1400"/>
          </a:p>
        </p:txBody>
      </p:sp>
      <p:sp>
        <p:nvSpPr>
          <p:cNvPr id="4" name="Espace réservé du texte 6">
            <a:extLst>
              <a:ext uri="{FF2B5EF4-FFF2-40B4-BE49-F238E27FC236}">
                <a16:creationId xmlns:a16="http://schemas.microsoft.com/office/drawing/2014/main" id="{224BEC80-3EC3-DC49-269F-B1C030B93B83}"/>
              </a:ext>
            </a:extLst>
          </p:cNvPr>
          <p:cNvSpPr>
            <a:spLocks noGrp="1"/>
          </p:cNvSpPr>
          <p:nvPr>
            <p:ph type="body" sz="quarter" idx="13"/>
          </p:nvPr>
        </p:nvSpPr>
        <p:spPr/>
        <p:txBody>
          <a:bodyPr/>
          <a:lstStyle/>
          <a:p>
            <a:pPr/>
            <a:r>
              <a:t>BESOINS COUVERTS</a:t>
            </a:r>
            <a:endParaRPr lang="en-US"/>
          </a:p>
        </p:txBody>
      </p:sp>
      <p:sp>
        <p:nvSpPr>
          <p:cNvPr id="5" name="Titre 1">
            <a:extLst>
              <a:ext uri="{FF2B5EF4-FFF2-40B4-BE49-F238E27FC236}">
                <a16:creationId xmlns:a16="http://schemas.microsoft.com/office/drawing/2014/main" id="{3FF30C7D-F11B-556A-0F96-92D2349C3965}"/>
              </a:ext>
            </a:extLst>
          </p:cNvPr>
          <p:cNvSpPr>
            <a:spLocks noGrp="1"/>
          </p:cNvSpPr>
          <p:nvPr>
            <p:ph type="title"/>
          </p:nvPr>
        </p:nvSpPr>
        <p:spPr/>
        <p:txBody>
          <a:bodyPr/>
          <a:lstStyle/>
          <a:p>
            <a:pPr/>
            <a:r>
              <a:t>STOCK</a:t>
            </a:r>
          </a:p>
        </p:txBody>
      </p:sp>
      <p:grpSp>
        <p:nvGrpSpPr>
          <p:cNvPr id="7" name="Transplant"/>
          <p:cNvGrpSpPr/>
          <p:nvPr/>
        </p:nvGrpSpPr>
        <p:grpSpPr>
          <a:xfrm>
            <a:off x="7159752" y="2661104"/>
            <a:ext cx="4343400" cy="3090272"/>
            <a:chOff x="6600825" y="2564130"/>
            <a:chExt cx="4431600" cy="3153026"/>
          </a:xfrm>
        </p:grpSpPr>
        <p:pic>
          <p:nvPicPr>
            <p:cNvPr id="8" name="Image 2" descr="Une image contenant texte, capture d’écran, affichage, logiciel&#10;&#10;Le contenu généré par l’IA peut être incorrect.">
              <a:extLst>
                <a:ext uri="{FF2B5EF4-FFF2-40B4-BE49-F238E27FC236}">
                  <a16:creationId xmlns:a16="http://schemas.microsoft.com/office/drawing/2014/main" id="{AD73A596-D8EB-3F06-4C89-D41735625D98}"/>
                </a:ext>
              </a:extLst>
            </p:cNvPr>
            <p:cNvPicPr>
              <a:picLocks noChangeAspect="1"/>
            </p:cNvPicPr>
            <p:nvPr/>
          </p:nvPicPr>
          <p:blipFill>
            <a:blip r:embed="rId2">
              <a:extLst>
                <a:ext uri="{28A0092B-C50C-407E-A947-70E740481C1C}">
                  <a14:useLocalDpi xmlns:a14="http://schemas.microsoft.com/office/drawing/2010/main" val="0"/>
                </a:ext>
              </a:extLst>
            </a:blip>
            <a:srcRect l="8922" t="20889" r="9090" b="20777"/>
            <a:stretch/>
          </p:blipFill>
          <p:spPr>
            <a:xfrm>
              <a:off x="6600825" y="2564130"/>
              <a:ext cx="4431600" cy="3153026"/>
            </a:xfrm>
            <a:prstGeom prst="rect">
              <a:avLst/>
            </a:prstGeom>
          </p:spPr>
        </p:pic>
      </p:gr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Espace réservé du contenu 1">
            <a:extLst>
              <a:ext uri="{FF2B5EF4-FFF2-40B4-BE49-F238E27FC236}">
                <a16:creationId xmlns:a16="http://schemas.microsoft.com/office/drawing/2014/main" id="{0A5657A9-CF1F-01C4-4C0C-3F4405FBA315}"/>
              </a:ext>
            </a:extLst>
          </p:cNvPr>
          <p:cNvSpPr>
            <a:spLocks noGrp="1"/>
          </p:cNvSpPr>
          <p:nvPr>
            <p:ph idx="1"/>
          </p:nvPr>
        </p:nvSpPr>
        <p:spPr/>
        <p:txBody>
          <a:bodyPr anchor="t"/>
          <a:lstStyle/>
          <a:p>
            <a:pPr lvl="0"/>
            <a:r>
              <a:rPr lang="fr-FR" b="1" dirty="0" sz="1600"/>
              <a:t>CUSTOMISATIONS</a:t>
            </a:r>
          </a:p>
          <a:p>
            <a:pPr lvl="1"/>
            <a:r>
              <a:rPr lang="fr-FR" dirty="0" sz="1600"/>
              <a:t>Mettez l’accent sur les principaux changements, difficultés, coûts, développeurs spécifiques pour couvrir les besoins importants – Donnez une liste des besoins dans ce cas</a:t>
            </a:r>
          </a:p>
        </p:txBody>
      </p:sp>
      <p:sp>
        <p:nvSpPr>
          <p:cNvPr id="4" name="Titre 2">
            <a:extLst>
              <a:ext uri="{FF2B5EF4-FFF2-40B4-BE49-F238E27FC236}">
                <a16:creationId xmlns:a16="http://schemas.microsoft.com/office/drawing/2014/main" id="{618815FA-3CAE-65F3-B971-C63D5E259378}"/>
              </a:ext>
            </a:extLst>
          </p:cNvPr>
          <p:cNvSpPr>
            <a:spLocks noGrp="1"/>
          </p:cNvSpPr>
          <p:nvPr>
            <p:ph type="title"/>
          </p:nvPr>
        </p:nvSpPr>
        <p:spPr/>
        <p:txBody>
          <a:bodyPr/>
          <a:lstStyle/>
          <a:p>
            <a:pPr/>
            <a:r>
              <a:t>STOCK</a:t>
            </a:r>
          </a:p>
        </p:txBody>
      </p:sp>
      <p:sp>
        <p:nvSpPr>
          <p:cNvPr id="5" name="Espace réservé du texte 3">
            <a:extLst>
              <a:ext uri="{FF2B5EF4-FFF2-40B4-BE49-F238E27FC236}">
                <a16:creationId xmlns:a16="http://schemas.microsoft.com/office/drawing/2014/main" id="{6BB8E998-5BC1-3D30-5A40-7A17CB479142}"/>
              </a:ext>
            </a:extLst>
          </p:cNvPr>
          <p:cNvSpPr>
            <a:spLocks noGrp="1"/>
          </p:cNvSpPr>
          <p:nvPr>
            <p:ph type="body" sz="quarter" idx="13"/>
          </p:nvPr>
        </p:nvSpPr>
        <p:spPr/>
        <p:txBody>
          <a:bodyPr/>
          <a:lstStyle/>
          <a:p>
            <a:pPr/>
            <a:r>
              <a:t>BESOINS COUVERTS</a:t>
            </a:r>
            <a:endParaRPr lang="en-US"/>
          </a:p>
        </p:txBody>
      </p:sp>
      <p:grpSp>
        <p:nvGrpSpPr>
          <p:cNvPr id="6" name="Transplant"/>
          <p:cNvGrpSpPr/>
          <p:nvPr/>
        </p:nvGrpSpPr>
        <p:grpSpPr>
          <a:xfrm>
            <a:off x="164592" y="2395885"/>
            <a:ext cx="457200" cy="475173"/>
            <a:chOff x="263525" y="2514600"/>
            <a:chExt cx="879812" cy="914400"/>
          </a:xfrm>
        </p:grpSpPr>
        <p:pic>
          <p:nvPicPr>
            <p:cNvPr id="7" name="Graphique 1" descr="Stylo avec un remplissage uni">
              <a:extLst>
                <a:ext uri="{FF2B5EF4-FFF2-40B4-BE49-F238E27FC236}">
                  <a16:creationId xmlns:a16="http://schemas.microsoft.com/office/drawing/2014/main" id="{032D18A6-2D1A-ED92-920E-9DE8AF2A78F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flipH="1">
              <a:off x="263525" y="2514600"/>
              <a:ext cx="879812" cy="914400"/>
            </a:xfrm>
            <a:prstGeom prst="rect">
              <a:avLst/>
            </a:prstGeom>
          </p:spPr>
        </p:pic>
      </p:gr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Espace réservé du contenu 5">
            <a:extLst>
              <a:ext uri="{FF2B5EF4-FFF2-40B4-BE49-F238E27FC236}">
                <a16:creationId xmlns:a16="http://schemas.microsoft.com/office/drawing/2014/main" id="{8B2061D0-770C-F284-BB20-62B1C6C95539}"/>
              </a:ext>
            </a:extLst>
          </p:cNvPr>
          <p:cNvSpPr>
            <a:spLocks noGrp="1"/>
          </p:cNvSpPr>
          <p:nvPr>
            <p:ph idx="1"/>
          </p:nvPr>
        </p:nvSpPr>
        <p:spPr/>
        <p:txBody>
          <a:bodyPr anchor="t"/>
          <a:lstStyle/>
          <a:p>
            <a:pPr lvl="0"/>
            <a:r>
              <a:rPr lang="fr-FR" b="1" dirty="0" sz="1600"/>
              <a:t>UTILISATION STANDARD</a:t>
            </a:r>
          </a:p>
          <a:p>
            <a:pPr lvl="0"/>
            <a:r>
              <a:rPr lang="fr-FR" dirty="0" sz="1600"/>
              <a:t>Scannez pour identifier :</a:t>
            </a:r>
          </a:p>
          <a:p>
            <a:pPr lvl="1"/>
            <a:r>
              <a:rPr lang="fr-FR" dirty="0" sz="1600"/>
              <a:t>Les produits</a:t>
            </a:r>
          </a:p>
          <a:p>
            <a:pPr lvl="1"/>
            <a:r>
              <a:rPr lang="fr-FR" dirty="0" sz="1600"/>
              <a:t>Les colis et des boîtes</a:t>
            </a:r>
          </a:p>
          <a:p>
            <a:pPr lvl="1"/>
            <a:r>
              <a:rPr lang="fr-FR" dirty="0" sz="1600"/>
              <a:t>Les emplacements</a:t>
            </a:r>
          </a:p>
          <a:p>
            <a:pPr lvl="1"/>
            <a:r>
              <a:rPr lang="fr-FR" dirty="0" sz="1600"/>
              <a:t>Les opérations</a:t>
            </a:r>
          </a:p>
          <a:p>
            <a:pPr lvl="1"/>
            <a:r>
              <a:rPr lang="fr-FR" dirty="0" sz="1600"/>
              <a:t>Etc...</a:t>
            </a:r>
          </a:p>
          <a:p>
            <a:r>
              <a:rPr lang="fr-FR" dirty="0" sz="1600"/>
              <a:t>Utilisez l'UAN ou un QR code</a:t>
            </a:r>
          </a:p>
          <a:p>
            <a:r>
              <a:rPr lang="fr-FR" dirty="0" sz="1600"/>
              <a:t>Utilisez des QR codes complexes pour identifier        le contenu d'un colis</a:t>
            </a:r>
          </a:p>
          <a:p>
            <a:r>
              <a:rPr lang="fr-FR" dirty="0" sz="1600"/>
              <a:t>Imprimez des codes-barres sur chaque document lié à l'inventaire</a:t>
            </a:r>
          </a:p>
        </p:txBody>
      </p:sp>
      <p:sp>
        <p:nvSpPr>
          <p:cNvPr id="4" name="Espace réservé du texte 6">
            <a:extLst>
              <a:ext uri="{FF2B5EF4-FFF2-40B4-BE49-F238E27FC236}">
                <a16:creationId xmlns:a16="http://schemas.microsoft.com/office/drawing/2014/main" id="{224BEC80-3EC3-DC49-269F-B1C030B93B83}"/>
              </a:ext>
            </a:extLst>
          </p:cNvPr>
          <p:cNvSpPr>
            <a:spLocks noGrp="1"/>
          </p:cNvSpPr>
          <p:nvPr>
            <p:ph type="body" sz="quarter" idx="13"/>
          </p:nvPr>
        </p:nvSpPr>
        <p:spPr/>
        <p:txBody>
          <a:bodyPr/>
          <a:lstStyle/>
          <a:p>
            <a:pPr/>
            <a:r>
              <a:t>BESOINS COUVERTS</a:t>
            </a:r>
            <a:endParaRPr lang="en-US"/>
          </a:p>
        </p:txBody>
      </p:sp>
      <p:sp>
        <p:nvSpPr>
          <p:cNvPr id="5" name="Titre 1">
            <a:extLst>
              <a:ext uri="{FF2B5EF4-FFF2-40B4-BE49-F238E27FC236}">
                <a16:creationId xmlns:a16="http://schemas.microsoft.com/office/drawing/2014/main" id="{3FF30C7D-F11B-556A-0F96-92D2349C3965}"/>
              </a:ext>
            </a:extLst>
          </p:cNvPr>
          <p:cNvSpPr>
            <a:spLocks noGrp="1"/>
          </p:cNvSpPr>
          <p:nvPr>
            <p:ph type="title"/>
          </p:nvPr>
        </p:nvSpPr>
        <p:spPr/>
        <p:txBody>
          <a:bodyPr/>
          <a:lstStyle/>
          <a:p>
            <a:pPr/>
            <a:r>
              <a:t>CODE BARRE</a:t>
            </a:r>
          </a:p>
        </p:txBody>
      </p:sp>
      <p:grpSp>
        <p:nvGrpSpPr>
          <p:cNvPr id="7" name="Transplant"/>
          <p:cNvGrpSpPr/>
          <p:nvPr/>
        </p:nvGrpSpPr>
        <p:grpSpPr>
          <a:xfrm>
            <a:off x="7159752" y="2661103"/>
            <a:ext cx="4343400" cy="3090273"/>
            <a:chOff x="6600825" y="2564129"/>
            <a:chExt cx="4431600" cy="3153027"/>
          </a:xfrm>
        </p:grpSpPr>
        <p:pic>
          <p:nvPicPr>
            <p:cNvPr id="8" name="Image 2" descr="Une image contenant texte, ordinateur, capture d’écran, affichage&#10;&#10;Le contenu généré par l’IA peut être incorrect.">
              <a:extLst>
                <a:ext uri="{FF2B5EF4-FFF2-40B4-BE49-F238E27FC236}">
                  <a16:creationId xmlns:a16="http://schemas.microsoft.com/office/drawing/2014/main" id="{3695860D-649B-D18B-A388-BFE516E8EC6F}"/>
                </a:ext>
              </a:extLst>
            </p:cNvPr>
            <p:cNvPicPr>
              <a:picLocks noChangeAspect="1"/>
            </p:cNvPicPr>
            <p:nvPr/>
          </p:nvPicPr>
          <p:blipFill>
            <a:blip r:embed="rId2">
              <a:extLst>
                <a:ext uri="{28A0092B-C50C-407E-A947-70E740481C1C}">
                  <a14:useLocalDpi xmlns:a14="http://schemas.microsoft.com/office/drawing/2010/main" val="0"/>
                </a:ext>
              </a:extLst>
            </a:blip>
            <a:srcRect l="9001" t="20837" r="9011" b="20829"/>
            <a:stretch/>
          </p:blipFill>
          <p:spPr>
            <a:xfrm>
              <a:off x="6600825" y="2564129"/>
              <a:ext cx="4431600" cy="3153027"/>
            </a:xfrm>
            <a:prstGeom prst="rect">
              <a:avLst/>
            </a:prstGeom>
          </p:spPr>
        </p:pic>
      </p:gr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Espace réservé du contenu 1">
            <a:extLst>
              <a:ext uri="{FF2B5EF4-FFF2-40B4-BE49-F238E27FC236}">
                <a16:creationId xmlns:a16="http://schemas.microsoft.com/office/drawing/2014/main" id="{0A5657A9-CF1F-01C4-4C0C-3F4405FBA315}"/>
              </a:ext>
            </a:extLst>
          </p:cNvPr>
          <p:cNvSpPr>
            <a:spLocks noGrp="1"/>
          </p:cNvSpPr>
          <p:nvPr>
            <p:ph idx="1"/>
          </p:nvPr>
        </p:nvSpPr>
        <p:spPr/>
        <p:txBody>
          <a:bodyPr anchor="t"/>
          <a:lstStyle/>
          <a:p>
            <a:pPr lvl="0"/>
            <a:r>
              <a:rPr lang="fr-FR" b="1" dirty="0" sz="1600"/>
              <a:t>CUSTOMISATIONS </a:t>
            </a:r>
          </a:p>
          <a:p>
            <a:pPr lvl="1"/>
            <a:r>
              <a:rPr lang="fr-FR" dirty="0" sz="1600"/>
              <a:t>Mettez l’accent sur les principaux changements, difficultés, coûts, développeurs spécifiques pour couvrir les besoins importants – Donnez une liste des besoins dans ce cas</a:t>
            </a:r>
          </a:p>
        </p:txBody>
      </p:sp>
      <p:sp>
        <p:nvSpPr>
          <p:cNvPr id="4" name="Titre 2">
            <a:extLst>
              <a:ext uri="{FF2B5EF4-FFF2-40B4-BE49-F238E27FC236}">
                <a16:creationId xmlns:a16="http://schemas.microsoft.com/office/drawing/2014/main" id="{618815FA-3CAE-65F3-B971-C63D5E259378}"/>
              </a:ext>
            </a:extLst>
          </p:cNvPr>
          <p:cNvSpPr>
            <a:spLocks noGrp="1"/>
          </p:cNvSpPr>
          <p:nvPr>
            <p:ph type="title"/>
          </p:nvPr>
        </p:nvSpPr>
        <p:spPr/>
        <p:txBody>
          <a:bodyPr/>
          <a:lstStyle/>
          <a:p>
            <a:pPr/>
            <a:r>
              <a:t>CODE BARRE</a:t>
            </a:r>
          </a:p>
        </p:txBody>
      </p:sp>
      <p:sp>
        <p:nvSpPr>
          <p:cNvPr id="5" name="Espace réservé du texte 3">
            <a:extLst>
              <a:ext uri="{FF2B5EF4-FFF2-40B4-BE49-F238E27FC236}">
                <a16:creationId xmlns:a16="http://schemas.microsoft.com/office/drawing/2014/main" id="{6BB8E998-5BC1-3D30-5A40-7A17CB479142}"/>
              </a:ext>
            </a:extLst>
          </p:cNvPr>
          <p:cNvSpPr>
            <a:spLocks noGrp="1"/>
          </p:cNvSpPr>
          <p:nvPr>
            <p:ph type="body" sz="quarter" idx="13"/>
          </p:nvPr>
        </p:nvSpPr>
        <p:spPr/>
        <p:txBody>
          <a:bodyPr/>
          <a:lstStyle/>
          <a:p>
            <a:pPr/>
            <a:r>
              <a:t>BESOINS COUVERTS</a:t>
            </a:r>
            <a:endParaRPr lang="en-US"/>
          </a:p>
        </p:txBody>
      </p:sp>
      <p:grpSp>
        <p:nvGrpSpPr>
          <p:cNvPr id="6" name="Transplant"/>
          <p:cNvGrpSpPr/>
          <p:nvPr/>
        </p:nvGrpSpPr>
        <p:grpSpPr>
          <a:xfrm>
            <a:off x="164592" y="2395885"/>
            <a:ext cx="457200" cy="475173"/>
            <a:chOff x="269212" y="2514600"/>
            <a:chExt cx="879812" cy="914400"/>
          </a:xfrm>
        </p:grpSpPr>
        <p:pic>
          <p:nvPicPr>
            <p:cNvPr id="7" name="Graphique 1" descr="Stylo avec un remplissage uni">
              <a:extLst>
                <a:ext uri="{FF2B5EF4-FFF2-40B4-BE49-F238E27FC236}">
                  <a16:creationId xmlns:a16="http://schemas.microsoft.com/office/drawing/2014/main" id="{A29C436B-1F34-3965-8065-BFDD3ED6575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flipH="1">
              <a:off x="269212" y="2514600"/>
              <a:ext cx="879812" cy="914400"/>
            </a:xfrm>
            <a:prstGeom prst="rect">
              <a:avLst/>
            </a:prstGeom>
          </p:spPr>
        </p:pic>
      </p:gr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Espace réservé du contenu 5">
            <a:extLst>
              <a:ext uri="{FF2B5EF4-FFF2-40B4-BE49-F238E27FC236}">
                <a16:creationId xmlns:a16="http://schemas.microsoft.com/office/drawing/2014/main" id="{8B2061D0-770C-F284-BB20-62B1C6C95539}"/>
              </a:ext>
            </a:extLst>
          </p:cNvPr>
          <p:cNvSpPr>
            <a:spLocks noGrp="1"/>
          </p:cNvSpPr>
          <p:nvPr>
            <p:ph idx="1"/>
          </p:nvPr>
        </p:nvSpPr>
        <p:spPr/>
        <p:txBody>
          <a:bodyPr anchor="t"/>
          <a:lstStyle/>
          <a:p>
            <a:pPr lvl="0"/>
            <a:r>
              <a:rPr lang="fr-FR" b="1" dirty="0" sz="1600"/>
              <a:t>UTILISATION STANDARD</a:t>
            </a:r>
          </a:p>
          <a:p>
            <a:pPr lvl="1"/>
            <a:r>
              <a:rPr lang="fr-FR" dirty="0" sz="1600"/>
              <a:t>Créez des RFQ et convertissez-les en bons de commande</a:t>
            </a:r>
          </a:p>
          <a:p>
            <a:pPr lvl="1"/>
            <a:r>
              <a:rPr lang="fr-FR" dirty="0" sz="1600"/>
              <a:t>Accédez facilement à l'historique de vos achats sur un produit pour comparer</a:t>
            </a:r>
          </a:p>
          <a:p>
            <a:pPr lvl="1"/>
            <a:r>
              <a:rPr lang="fr-FR" dirty="0" sz="1600"/>
              <a:t>Définissez des accords avec vos fournisseurs, comparez les RFQ pour sélectionner le meilleur</a:t>
            </a:r>
          </a:p>
          <a:p>
            <a:pPr lvl="1"/>
            <a:r>
              <a:rPr lang="fr-FR" dirty="0" sz="1600"/>
              <a:t>Identifiez des noms spécifiques, références et prix par fournisseur pour une communication claire</a:t>
            </a:r>
          </a:p>
          <a:p>
            <a:pPr lvl="1"/>
            <a:r>
              <a:rPr lang="fr-FR" dirty="0" sz="1600"/>
              <a:t>Approuvez-en 3 étapes pour garantir le paiement juste</a:t>
            </a:r>
          </a:p>
          <a:p>
            <a:pPr lvl="1"/>
            <a:r>
              <a:rPr lang="fr-FR" dirty="0" sz="1600"/>
              <a:t>Validez selon une limite de prix par les managers</a:t>
            </a:r>
          </a:p>
          <a:p>
            <a:pPr lvl="1"/>
            <a:r>
              <a:rPr lang="fr-FR" dirty="0" sz="1600"/>
              <a:t>Ajoutez des produits au RFQ de différentes manières : via un catalogue, par référence, avec un assistant ou une saisie en grille</a:t>
            </a:r>
            <a:endParaRPr lang="fr-FR" dirty="0" sz="1600"/>
          </a:p>
        </p:txBody>
      </p:sp>
      <p:sp>
        <p:nvSpPr>
          <p:cNvPr id="4" name="Espace réservé du texte 6">
            <a:extLst>
              <a:ext uri="{FF2B5EF4-FFF2-40B4-BE49-F238E27FC236}">
                <a16:creationId xmlns:a16="http://schemas.microsoft.com/office/drawing/2014/main" id="{224BEC80-3EC3-DC49-269F-B1C030B93B83}"/>
              </a:ext>
            </a:extLst>
          </p:cNvPr>
          <p:cNvSpPr>
            <a:spLocks noGrp="1"/>
          </p:cNvSpPr>
          <p:nvPr>
            <p:ph type="body" sz="quarter" idx="13"/>
          </p:nvPr>
        </p:nvSpPr>
        <p:spPr/>
        <p:txBody>
          <a:bodyPr/>
          <a:lstStyle/>
          <a:p>
            <a:pPr/>
            <a:r>
              <a:t>BESOINS COUVERTS</a:t>
            </a:r>
            <a:endParaRPr lang="en-US"/>
          </a:p>
        </p:txBody>
      </p:sp>
      <p:sp>
        <p:nvSpPr>
          <p:cNvPr id="5" name="Titre 1">
            <a:extLst>
              <a:ext uri="{FF2B5EF4-FFF2-40B4-BE49-F238E27FC236}">
                <a16:creationId xmlns:a16="http://schemas.microsoft.com/office/drawing/2014/main" id="{3FF30C7D-F11B-556A-0F96-92D2349C3965}"/>
              </a:ext>
            </a:extLst>
          </p:cNvPr>
          <p:cNvSpPr>
            <a:spLocks noGrp="1"/>
          </p:cNvSpPr>
          <p:nvPr>
            <p:ph type="title"/>
          </p:nvPr>
        </p:nvSpPr>
        <p:spPr/>
        <p:txBody>
          <a:bodyPr/>
          <a:lstStyle/>
          <a:p>
            <a:pPr/>
            <a:r>
              <a:t>ACHATS</a:t>
            </a:r>
          </a:p>
        </p:txBody>
      </p:sp>
      <p:grpSp>
        <p:nvGrpSpPr>
          <p:cNvPr id="7" name="Transplant"/>
          <p:cNvGrpSpPr/>
          <p:nvPr/>
        </p:nvGrpSpPr>
        <p:grpSpPr>
          <a:xfrm>
            <a:off x="7159752" y="2660760"/>
            <a:ext cx="4343400" cy="3090960"/>
            <a:chOff x="7164458" y="2563779"/>
            <a:chExt cx="4431600" cy="3153728"/>
          </a:xfrm>
        </p:grpSpPr>
        <p:pic>
          <p:nvPicPr>
            <p:cNvPr id="8" name="Image 2" descr="Une image contenant texte, Appareils électroniques, capture d’écran, logiciel&#10;&#10;Le contenu généré par l’IA peut être incorrect.">
              <a:extLst>
                <a:ext uri="{FF2B5EF4-FFF2-40B4-BE49-F238E27FC236}">
                  <a16:creationId xmlns:a16="http://schemas.microsoft.com/office/drawing/2014/main" id="{A4482DFB-7057-14C9-221C-4D3FB81FF626}"/>
                </a:ext>
              </a:extLst>
            </p:cNvPr>
            <p:cNvPicPr>
              <a:picLocks noChangeAspect="1"/>
            </p:cNvPicPr>
            <p:nvPr/>
          </p:nvPicPr>
          <p:blipFill>
            <a:blip r:embed="rId2">
              <a:extLst>
                <a:ext uri="{28A0092B-C50C-407E-A947-70E740481C1C}">
                  <a14:useLocalDpi xmlns:a14="http://schemas.microsoft.com/office/drawing/2010/main" val="0"/>
                </a:ext>
              </a:extLst>
            </a:blip>
            <a:srcRect l="9005" t="20796" r="9025" b="20870"/>
            <a:stretch/>
          </p:blipFill>
          <p:spPr>
            <a:xfrm>
              <a:off x="7164458" y="2563779"/>
              <a:ext cx="4431600" cy="3153728"/>
            </a:xfrm>
            <a:prstGeom prst="rect">
              <a:avLst/>
            </a:prstGeom>
          </p:spPr>
        </p:pic>
      </p:gr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Espace réservé du contenu 1">
            <a:extLst>
              <a:ext uri="{FF2B5EF4-FFF2-40B4-BE49-F238E27FC236}">
                <a16:creationId xmlns:a16="http://schemas.microsoft.com/office/drawing/2014/main" id="{0A5657A9-CF1F-01C4-4C0C-3F4405FBA315}"/>
              </a:ext>
            </a:extLst>
          </p:cNvPr>
          <p:cNvSpPr>
            <a:spLocks noGrp="1"/>
          </p:cNvSpPr>
          <p:nvPr>
            <p:ph idx="1"/>
          </p:nvPr>
        </p:nvSpPr>
        <p:spPr/>
        <p:txBody>
          <a:bodyPr anchor="t"/>
          <a:lstStyle/>
          <a:p>
            <a:pPr lvl="0"/>
            <a:r>
              <a:rPr lang="fr-FR" b="1" dirty="0" sz="1600"/>
              <a:t>CUSTOMISATIONS</a:t>
            </a:r>
          </a:p>
          <a:p>
            <a:pPr lvl="1"/>
            <a:r>
              <a:rPr lang="fr-FR" dirty="0" sz="1600"/>
              <a:t>Mettez l’accent sur les principaux changements, difficultés, coûts, développeurs spécifiques pour couvrir les besoins importants – Donnez une liste des besoins dans ce cas</a:t>
            </a:r>
          </a:p>
        </p:txBody>
      </p:sp>
      <p:sp>
        <p:nvSpPr>
          <p:cNvPr id="4" name="Titre 2">
            <a:extLst>
              <a:ext uri="{FF2B5EF4-FFF2-40B4-BE49-F238E27FC236}">
                <a16:creationId xmlns:a16="http://schemas.microsoft.com/office/drawing/2014/main" id="{618815FA-3CAE-65F3-B971-C63D5E259378}"/>
              </a:ext>
            </a:extLst>
          </p:cNvPr>
          <p:cNvSpPr>
            <a:spLocks noGrp="1"/>
          </p:cNvSpPr>
          <p:nvPr>
            <p:ph type="title"/>
          </p:nvPr>
        </p:nvSpPr>
        <p:spPr/>
        <p:txBody>
          <a:bodyPr/>
          <a:lstStyle/>
          <a:p>
            <a:pPr/>
            <a:r>
              <a:t>ACHATS</a:t>
            </a:r>
          </a:p>
        </p:txBody>
      </p:sp>
      <p:sp>
        <p:nvSpPr>
          <p:cNvPr id="5" name="Espace réservé du texte 3">
            <a:extLst>
              <a:ext uri="{FF2B5EF4-FFF2-40B4-BE49-F238E27FC236}">
                <a16:creationId xmlns:a16="http://schemas.microsoft.com/office/drawing/2014/main" id="{6BB8E998-5BC1-3D30-5A40-7A17CB479142}"/>
              </a:ext>
            </a:extLst>
          </p:cNvPr>
          <p:cNvSpPr>
            <a:spLocks noGrp="1"/>
          </p:cNvSpPr>
          <p:nvPr>
            <p:ph type="body" sz="quarter" idx="13"/>
          </p:nvPr>
        </p:nvSpPr>
        <p:spPr/>
        <p:txBody>
          <a:bodyPr/>
          <a:lstStyle/>
          <a:p>
            <a:pPr/>
            <a:r>
              <a:t>BESOINS COUVERTS</a:t>
            </a:r>
            <a:endParaRPr lang="en-US"/>
          </a:p>
        </p:txBody>
      </p:sp>
      <p:grpSp>
        <p:nvGrpSpPr>
          <p:cNvPr id="6" name="Transplant"/>
          <p:cNvGrpSpPr/>
          <p:nvPr/>
        </p:nvGrpSpPr>
        <p:grpSpPr>
          <a:xfrm>
            <a:off x="164592" y="2395885"/>
            <a:ext cx="457200" cy="475173"/>
            <a:chOff x="263525" y="2514600"/>
            <a:chExt cx="879812" cy="914400"/>
          </a:xfrm>
        </p:grpSpPr>
        <p:pic>
          <p:nvPicPr>
            <p:cNvPr id="7" name="Graphique 1" descr="Stylo avec un remplissage uni">
              <a:extLst>
                <a:ext uri="{FF2B5EF4-FFF2-40B4-BE49-F238E27FC236}">
                  <a16:creationId xmlns:a16="http://schemas.microsoft.com/office/drawing/2014/main" id="{905F8E04-EFE0-F572-D2D3-2C49CAE8F06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flipH="1">
              <a:off x="263525" y="2514600"/>
              <a:ext cx="879812" cy="914400"/>
            </a:xfrm>
            <a:prstGeom prst="rect">
              <a:avLst/>
            </a:prstGeom>
          </p:spPr>
        </p:pic>
      </p:gr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Espace réservé du contenu 5">
            <a:extLst>
              <a:ext uri="{FF2B5EF4-FFF2-40B4-BE49-F238E27FC236}">
                <a16:creationId xmlns:a16="http://schemas.microsoft.com/office/drawing/2014/main" id="{8B2061D0-770C-F284-BB20-62B1C6C95539}"/>
              </a:ext>
            </a:extLst>
          </p:cNvPr>
          <p:cNvSpPr>
            <a:spLocks noGrp="1"/>
          </p:cNvSpPr>
          <p:nvPr>
            <p:ph idx="1"/>
          </p:nvPr>
        </p:nvSpPr>
        <p:spPr/>
        <p:txBody>
          <a:bodyPr anchor="t"/>
          <a:lstStyle/>
          <a:p>
            <a:pPr lvl="0"/>
            <a:r>
              <a:rPr lang="fr-FR" b="1" dirty="0" sz="1600"/>
              <a:t>UTILISATION STANDARD</a:t>
            </a:r>
          </a:p>
          <a:p>
            <a:pPr lvl="0"/>
            <a:endParaRPr lang="fr-FR" b="1" dirty="0" sz="1600"/>
          </a:p>
          <a:p>
            <a:pPr lvl="1"/>
            <a:r>
              <a:rPr lang="fr-FR" dirty="0" sz="1600"/>
              <a:t>Relevez </a:t>
            </a:r>
            <a:r>
              <a:rPr lang="fr-FR" dirty="0" sz="1600"/>
              <a:t>vos émissions CO₂ en vous basant sur les écritures comptables et les factures, utilisant les facteurs d'émission de l'ADEME.</a:t>
            </a:r>
          </a:p>
          <a:p>
            <a:pPr lvl="1"/>
            <a:r>
              <a:rPr lang="fr-FR" dirty="0" sz="1600"/>
              <a:t>Assurez le suivi de la parité hommes-femmes, de la diversité et des écarts de rémunération via l'intégration des modules Employés et Paie.</a:t>
            </a:r>
          </a:p>
          <a:p>
            <a:pPr lvl="1"/>
            <a:r>
              <a:rPr lang="fr-FR" dirty="0" sz="1600"/>
              <a:t>Améliorer la gouvernance et le pilotage des actions de décarbonisation en créant des initiatives RSE</a:t>
            </a:r>
          </a:p>
          <a:p>
            <a:pPr lvl="1"/>
            <a:r>
              <a:rPr lang="fr-FR" dirty="0" sz="1600"/>
              <a:t>Gérez le R</a:t>
            </a:r>
            <a:r>
              <a:rPr lang="fr-FR" dirty="0" sz="1600"/>
              <a:t>eporting</a:t>
            </a:r>
            <a:r>
              <a:rPr lang="fr-FR" dirty="0" sz="1600"/>
              <a:t> et la Conformité en générant des rapports CSRD, exportables en PDF ou Excel.</a:t>
            </a:r>
          </a:p>
          <a:p>
            <a:pPr lvl="1"/>
            <a:r>
              <a:rPr lang="fr-FR" dirty="0" sz="1600"/>
              <a:t>Automatisez la collecte de données en l</a:t>
            </a:r>
            <a:r>
              <a:rPr lang="fr-FR" dirty="0" sz="1600"/>
              <a:t>ien</a:t>
            </a:r>
            <a:r>
              <a:rPr lang="fr-FR" dirty="0" sz="1600"/>
              <a:t> direct avec le parc automobile et les achats</a:t>
            </a:r>
          </a:p>
        </p:txBody>
      </p:sp>
      <p:sp>
        <p:nvSpPr>
          <p:cNvPr id="4" name="Espace réservé du texte 6">
            <a:extLst>
              <a:ext uri="{FF2B5EF4-FFF2-40B4-BE49-F238E27FC236}">
                <a16:creationId xmlns:a16="http://schemas.microsoft.com/office/drawing/2014/main" id="{224BEC80-3EC3-DC49-269F-B1C030B93B83}"/>
              </a:ext>
            </a:extLst>
          </p:cNvPr>
          <p:cNvSpPr>
            <a:spLocks noGrp="1"/>
          </p:cNvSpPr>
          <p:nvPr>
            <p:ph type="body" sz="quarter" idx="13"/>
          </p:nvPr>
        </p:nvSpPr>
        <p:spPr/>
        <p:txBody>
          <a:bodyPr/>
          <a:lstStyle/>
          <a:p>
            <a:pPr/>
            <a:r>
              <a:t>BESOINS COUVERTS</a:t>
            </a:r>
            <a:endParaRPr lang="en-US"/>
          </a:p>
        </p:txBody>
      </p:sp>
      <p:sp>
        <p:nvSpPr>
          <p:cNvPr id="5" name="Titre 1">
            <a:extLst>
              <a:ext uri="{FF2B5EF4-FFF2-40B4-BE49-F238E27FC236}">
                <a16:creationId xmlns:a16="http://schemas.microsoft.com/office/drawing/2014/main" id="{3FF30C7D-F11B-556A-0F96-92D2349C3965}"/>
              </a:ext>
            </a:extLst>
          </p:cNvPr>
          <p:cNvSpPr>
            <a:spLocks noGrp="1"/>
          </p:cNvSpPr>
          <p:nvPr>
            <p:ph type="title"/>
          </p:nvPr>
        </p:nvSpPr>
        <p:spPr/>
        <p:txBody>
          <a:bodyPr/>
          <a:lstStyle/>
          <a:p>
            <a:pPr/>
            <a:r>
              <a:t>ESG</a:t>
            </a:r>
          </a:p>
        </p:txBody>
      </p:sp>
      <p:grpSp>
        <p:nvGrpSpPr>
          <p:cNvPr id="7" name="Transplant"/>
          <p:cNvGrpSpPr/>
          <p:nvPr/>
        </p:nvGrpSpPr>
        <p:grpSpPr>
          <a:xfrm>
            <a:off x="7159752" y="2790111"/>
            <a:ext cx="4343400" cy="2832258"/>
            <a:chOff x="7354094" y="2514600"/>
            <a:chExt cx="4409375" cy="2875280"/>
          </a:xfrm>
        </p:grpSpPr>
        <p:pic>
          <p:nvPicPr>
            <p:cNvPr id="8" name="Image 1">
              <a:extLst>
                <a:ext uri="{FF2B5EF4-FFF2-40B4-BE49-F238E27FC236}">
                  <a16:creationId xmlns:a16="http://schemas.microsoft.com/office/drawing/2014/main" id="{41775F31-C3BB-7977-4E08-D423CCCCB9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54094" y="2514600"/>
              <a:ext cx="4409375" cy="2875280"/>
            </a:xfrm>
            <a:prstGeom prst="rect">
              <a:avLst/>
            </a:prstGeom>
          </p:spPr>
        </p:pic>
      </p:gr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Espace réservé du contenu 1">
            <a:extLst>
              <a:ext uri="{FF2B5EF4-FFF2-40B4-BE49-F238E27FC236}">
                <a16:creationId xmlns:a16="http://schemas.microsoft.com/office/drawing/2014/main" id="{0A5657A9-CF1F-01C4-4C0C-3F4405FBA315}"/>
              </a:ext>
            </a:extLst>
          </p:cNvPr>
          <p:cNvSpPr>
            <a:spLocks noGrp="1"/>
          </p:cNvSpPr>
          <p:nvPr>
            <p:ph idx="1"/>
          </p:nvPr>
        </p:nvSpPr>
        <p:spPr/>
        <p:txBody>
          <a:bodyPr anchor="t"/>
          <a:lstStyle/>
          <a:p>
            <a:pPr lvl="0"/>
            <a:r>
              <a:rPr lang="fr-FR" b="1" dirty="0" sz="1600"/>
              <a:t>CUSTOMISATIONS</a:t>
            </a:r>
          </a:p>
          <a:p>
            <a:pPr lvl="1"/>
            <a:r>
              <a:rPr lang="fr-FR" dirty="0" sz="1600"/>
              <a:t>Mettez l’accent sur les principaux changements, difficultés, coûts, développeurs spécifiques pour couvrir les besoins importants – Donnez une liste des besoins dans ce cas</a:t>
            </a:r>
          </a:p>
        </p:txBody>
      </p:sp>
      <p:sp>
        <p:nvSpPr>
          <p:cNvPr id="4" name="Titre 2">
            <a:extLst>
              <a:ext uri="{FF2B5EF4-FFF2-40B4-BE49-F238E27FC236}">
                <a16:creationId xmlns:a16="http://schemas.microsoft.com/office/drawing/2014/main" id="{618815FA-3CAE-65F3-B971-C63D5E259378}"/>
              </a:ext>
            </a:extLst>
          </p:cNvPr>
          <p:cNvSpPr>
            <a:spLocks noGrp="1"/>
          </p:cNvSpPr>
          <p:nvPr>
            <p:ph type="title"/>
          </p:nvPr>
        </p:nvSpPr>
        <p:spPr/>
        <p:txBody>
          <a:bodyPr/>
          <a:lstStyle/>
          <a:p>
            <a:pPr/>
            <a:r>
              <a:t>ESG</a:t>
            </a:r>
          </a:p>
        </p:txBody>
      </p:sp>
      <p:sp>
        <p:nvSpPr>
          <p:cNvPr id="5" name="Espace réservé du texte 3">
            <a:extLst>
              <a:ext uri="{FF2B5EF4-FFF2-40B4-BE49-F238E27FC236}">
                <a16:creationId xmlns:a16="http://schemas.microsoft.com/office/drawing/2014/main" id="{6BB8E998-5BC1-3D30-5A40-7A17CB479142}"/>
              </a:ext>
            </a:extLst>
          </p:cNvPr>
          <p:cNvSpPr>
            <a:spLocks noGrp="1"/>
          </p:cNvSpPr>
          <p:nvPr>
            <p:ph type="body" sz="quarter" idx="13"/>
          </p:nvPr>
        </p:nvSpPr>
        <p:spPr/>
        <p:txBody>
          <a:bodyPr/>
          <a:lstStyle/>
          <a:p>
            <a:pPr/>
            <a:r>
              <a:t>BESOINS COUVERTS</a:t>
            </a:r>
            <a:endParaRPr lang="en-US"/>
          </a:p>
        </p:txBody>
      </p:sp>
      <p:grpSp>
        <p:nvGrpSpPr>
          <p:cNvPr id="6" name="Transplant"/>
          <p:cNvGrpSpPr/>
          <p:nvPr/>
        </p:nvGrpSpPr>
        <p:grpSpPr>
          <a:xfrm>
            <a:off x="164592" y="2395885"/>
            <a:ext cx="457200" cy="475173"/>
            <a:chOff x="263525" y="2514600"/>
            <a:chExt cx="879812" cy="914400"/>
          </a:xfrm>
        </p:grpSpPr>
        <p:pic>
          <p:nvPicPr>
            <p:cNvPr id="7" name="Graphique 1" descr="Stylo avec un remplissage uni">
              <a:extLst>
                <a:ext uri="{FF2B5EF4-FFF2-40B4-BE49-F238E27FC236}">
                  <a16:creationId xmlns:a16="http://schemas.microsoft.com/office/drawing/2014/main" id="{726734CA-6F9F-4555-2451-5AEACDFDE05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flipH="1">
              <a:off x="263525" y="2514600"/>
              <a:ext cx="879812" cy="914400"/>
            </a:xfrm>
            <a:prstGeom prst="rect">
              <a:avLst/>
            </a:prstGeom>
          </p:spPr>
        </p:pic>
      </p:gr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Espace réservé du contenu 5">
            <a:extLst>
              <a:ext uri="{FF2B5EF4-FFF2-40B4-BE49-F238E27FC236}">
                <a16:creationId xmlns:a16="http://schemas.microsoft.com/office/drawing/2014/main" id="{8B2061D0-770C-F284-BB20-62B1C6C95539}"/>
              </a:ext>
            </a:extLst>
          </p:cNvPr>
          <p:cNvSpPr>
            <a:spLocks noGrp="1"/>
          </p:cNvSpPr>
          <p:nvPr>
            <p:ph idx="1"/>
          </p:nvPr>
        </p:nvSpPr>
        <p:spPr/>
        <p:txBody>
          <a:bodyPr anchor="t"/>
          <a:lstStyle/>
          <a:p>
            <a:pPr lvl="0"/>
            <a:r>
              <a:rPr lang="fr-FR" b="1" dirty="0" sz="1600"/>
              <a:t>UTILISATION STANDARD</a:t>
            </a:r>
          </a:p>
          <a:p>
            <a:pPr lvl="1"/>
            <a:r>
              <a:rPr lang="fr-FR" dirty="0" sz="1600"/>
              <a:t>Créez vos nomenclatures (BOM), y compris les opérations et instructions</a:t>
            </a:r>
          </a:p>
          <a:p>
            <a:pPr lvl="1"/>
            <a:r>
              <a:rPr lang="fr-FR" dirty="0" sz="1600"/>
              <a:t>Analysez les coûts (matériaux / main-d'œuvre) d'une nomenclature</a:t>
            </a:r>
          </a:p>
          <a:p>
            <a:pPr lvl="1"/>
            <a:r>
              <a:rPr lang="fr-FR" dirty="0" sz="1600"/>
              <a:t>Produisez, sous-traitez ou assemblez grâce à la fabrication</a:t>
            </a:r>
          </a:p>
          <a:p>
            <a:pPr lvl="1"/>
            <a:r>
              <a:rPr lang="fr-FR" dirty="0" sz="1600"/>
              <a:t>Utilisez des écrans en usine pour afficher en temps réel les tâches à effectuer, les instructions et les contrôles qualité</a:t>
            </a:r>
          </a:p>
          <a:p>
            <a:pPr lvl="1"/>
            <a:r>
              <a:rPr lang="fr-FR" dirty="0" sz="1600"/>
              <a:t>Planifiez vos opérations</a:t>
            </a:r>
          </a:p>
          <a:p>
            <a:pPr lvl="1"/>
            <a:r>
              <a:rPr lang="fr-FR" dirty="0" sz="1600"/>
              <a:t>Adaptez la consommation des matériaux pour les produits de remplacement</a:t>
            </a:r>
          </a:p>
        </p:txBody>
      </p:sp>
      <p:sp>
        <p:nvSpPr>
          <p:cNvPr id="4" name="Espace réservé du texte 6">
            <a:extLst>
              <a:ext uri="{FF2B5EF4-FFF2-40B4-BE49-F238E27FC236}">
                <a16:creationId xmlns:a16="http://schemas.microsoft.com/office/drawing/2014/main" id="{224BEC80-3EC3-DC49-269F-B1C030B93B83}"/>
              </a:ext>
            </a:extLst>
          </p:cNvPr>
          <p:cNvSpPr>
            <a:spLocks noGrp="1"/>
          </p:cNvSpPr>
          <p:nvPr>
            <p:ph type="body" sz="quarter" idx="13"/>
          </p:nvPr>
        </p:nvSpPr>
        <p:spPr/>
        <p:txBody>
          <a:bodyPr/>
          <a:lstStyle/>
          <a:p>
            <a:pPr/>
            <a:r>
              <a:t>BESOINS COUVERTS</a:t>
            </a:r>
            <a:endParaRPr lang="en-US"/>
          </a:p>
        </p:txBody>
      </p:sp>
      <p:sp>
        <p:nvSpPr>
          <p:cNvPr id="5" name="Titre 1">
            <a:extLst>
              <a:ext uri="{FF2B5EF4-FFF2-40B4-BE49-F238E27FC236}">
                <a16:creationId xmlns:a16="http://schemas.microsoft.com/office/drawing/2014/main" id="{3FF30C7D-F11B-556A-0F96-92D2349C3965}"/>
              </a:ext>
            </a:extLst>
          </p:cNvPr>
          <p:cNvSpPr>
            <a:spLocks noGrp="1"/>
          </p:cNvSpPr>
          <p:nvPr>
            <p:ph type="title"/>
          </p:nvPr>
        </p:nvSpPr>
        <p:spPr/>
        <p:txBody>
          <a:bodyPr/>
          <a:lstStyle/>
          <a:p>
            <a:pPr/>
            <a:r>
              <a:t>FABRICATION</a:t>
            </a:r>
          </a:p>
        </p:txBody>
      </p:sp>
      <p:grpSp>
        <p:nvGrpSpPr>
          <p:cNvPr id="7" name="Transplant"/>
          <p:cNvGrpSpPr/>
          <p:nvPr/>
        </p:nvGrpSpPr>
        <p:grpSpPr>
          <a:xfrm>
            <a:off x="7159752" y="2660210"/>
            <a:ext cx="4343400" cy="3092059"/>
            <a:chOff x="6922200" y="2563569"/>
            <a:chExt cx="4431600" cy="3154849"/>
          </a:xfrm>
        </p:grpSpPr>
        <p:pic>
          <p:nvPicPr>
            <p:cNvPr id="8" name="Image 3" descr="Une image contenant capture d’écran, texte, logiciel, ordinateur&#10;&#10;Le contenu généré par l’IA peut être incorrect.">
              <a:extLst>
                <a:ext uri="{FF2B5EF4-FFF2-40B4-BE49-F238E27FC236}">
                  <a16:creationId xmlns:a16="http://schemas.microsoft.com/office/drawing/2014/main" id="{659A830D-D642-2E8B-D8E9-AF3D37114C25}"/>
                </a:ext>
              </a:extLst>
            </p:cNvPr>
            <p:cNvPicPr>
              <a:picLocks noChangeAspect="1"/>
            </p:cNvPicPr>
            <p:nvPr/>
          </p:nvPicPr>
          <p:blipFill>
            <a:blip r:embed="rId2">
              <a:extLst>
                <a:ext uri="{28A0092B-C50C-407E-A947-70E740481C1C}">
                  <a14:useLocalDpi xmlns:a14="http://schemas.microsoft.com/office/drawing/2010/main" val="0"/>
                </a:ext>
              </a:extLst>
            </a:blip>
            <a:srcRect l="9014" t="20860" r="9071" b="20825"/>
            <a:stretch/>
          </p:blipFill>
          <p:spPr>
            <a:xfrm>
              <a:off x="6922200" y="2563569"/>
              <a:ext cx="4431600" cy="3154849"/>
            </a:xfrm>
            <a:prstGeom prst="rect">
              <a:avLst/>
            </a:prstGeom>
          </p:spPr>
        </p:pic>
      </p:gr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Espace réservé du contenu 1">
            <a:extLst>
              <a:ext uri="{FF2B5EF4-FFF2-40B4-BE49-F238E27FC236}">
                <a16:creationId xmlns:a16="http://schemas.microsoft.com/office/drawing/2014/main" id="{0A5657A9-CF1F-01C4-4C0C-3F4405FBA315}"/>
              </a:ext>
            </a:extLst>
          </p:cNvPr>
          <p:cNvSpPr>
            <a:spLocks noGrp="1"/>
          </p:cNvSpPr>
          <p:nvPr>
            <p:ph idx="1"/>
          </p:nvPr>
        </p:nvSpPr>
        <p:spPr/>
        <p:txBody>
          <a:bodyPr anchor="t"/>
          <a:lstStyle/>
          <a:p>
            <a:pPr lvl="0"/>
            <a:r>
              <a:rPr lang="fr-FR" b="1" dirty="0" sz="1600"/>
              <a:t>CUSTOMISATIONS</a:t>
            </a:r>
          </a:p>
          <a:p>
            <a:pPr lvl="1"/>
            <a:r>
              <a:rPr lang="fr-FR" dirty="0" sz="1600"/>
              <a:t>Mettez l’accent sur les principaux changements, difficultés, coûts, développeurs spécifiques pour couvrir les besoins importants – Donnez une liste des besoins dans ce cas</a:t>
            </a:r>
          </a:p>
        </p:txBody>
      </p:sp>
      <p:sp>
        <p:nvSpPr>
          <p:cNvPr id="4" name="Titre 2">
            <a:extLst>
              <a:ext uri="{FF2B5EF4-FFF2-40B4-BE49-F238E27FC236}">
                <a16:creationId xmlns:a16="http://schemas.microsoft.com/office/drawing/2014/main" id="{618815FA-3CAE-65F3-B971-C63D5E259378}"/>
              </a:ext>
            </a:extLst>
          </p:cNvPr>
          <p:cNvSpPr>
            <a:spLocks noGrp="1"/>
          </p:cNvSpPr>
          <p:nvPr>
            <p:ph type="title"/>
          </p:nvPr>
        </p:nvSpPr>
        <p:spPr/>
        <p:txBody>
          <a:bodyPr/>
          <a:lstStyle/>
          <a:p>
            <a:pPr/>
            <a:r>
              <a:t>FABRICATION</a:t>
            </a:r>
          </a:p>
        </p:txBody>
      </p:sp>
      <p:sp>
        <p:nvSpPr>
          <p:cNvPr id="5" name="Espace réservé du texte 3">
            <a:extLst>
              <a:ext uri="{FF2B5EF4-FFF2-40B4-BE49-F238E27FC236}">
                <a16:creationId xmlns:a16="http://schemas.microsoft.com/office/drawing/2014/main" id="{6BB8E998-5BC1-3D30-5A40-7A17CB479142}"/>
              </a:ext>
            </a:extLst>
          </p:cNvPr>
          <p:cNvSpPr>
            <a:spLocks noGrp="1"/>
          </p:cNvSpPr>
          <p:nvPr>
            <p:ph type="body" sz="quarter" idx="13"/>
          </p:nvPr>
        </p:nvSpPr>
        <p:spPr/>
        <p:txBody>
          <a:bodyPr/>
          <a:lstStyle/>
          <a:p>
            <a:pPr/>
            <a:r>
              <a:t>BESOINS COUVERTS</a:t>
            </a:r>
            <a:endParaRPr lang="en-US"/>
          </a:p>
        </p:txBody>
      </p:sp>
      <p:grpSp>
        <p:nvGrpSpPr>
          <p:cNvPr id="6" name="Transplant"/>
          <p:cNvGrpSpPr/>
          <p:nvPr/>
        </p:nvGrpSpPr>
        <p:grpSpPr>
          <a:xfrm>
            <a:off x="164592" y="2395885"/>
            <a:ext cx="457200" cy="475173"/>
            <a:chOff x="334616" y="2514600"/>
            <a:chExt cx="879812" cy="914400"/>
          </a:xfrm>
        </p:grpSpPr>
        <p:pic>
          <p:nvPicPr>
            <p:cNvPr id="7" name="Graphique 1" descr="Stylo avec un remplissage uni">
              <a:extLst>
                <a:ext uri="{FF2B5EF4-FFF2-40B4-BE49-F238E27FC236}">
                  <a16:creationId xmlns:a16="http://schemas.microsoft.com/office/drawing/2014/main" id="{57E9E5F5-356A-84DD-AE44-0306B0CE911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flipH="1">
              <a:off x="334616" y="2514600"/>
              <a:ext cx="879812" cy="914400"/>
            </a:xfrm>
            <a:prstGeom prst="rect">
              <a:avLst/>
            </a:prstGeom>
          </p:spPr>
        </p:pic>
      </p:gr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Espace réservé du contenu 5">
            <a:extLst>
              <a:ext uri="{FF2B5EF4-FFF2-40B4-BE49-F238E27FC236}">
                <a16:creationId xmlns:a16="http://schemas.microsoft.com/office/drawing/2014/main" id="{8B2061D0-770C-F284-BB20-62B1C6C95539}"/>
              </a:ext>
            </a:extLst>
          </p:cNvPr>
          <p:cNvSpPr>
            <a:spLocks noGrp="1"/>
          </p:cNvSpPr>
          <p:nvPr>
            <p:ph idx="1"/>
          </p:nvPr>
        </p:nvSpPr>
        <p:spPr/>
        <p:txBody>
          <a:bodyPr anchor="t"/>
          <a:lstStyle/>
          <a:p>
            <a:pPr lvl="0"/>
            <a:r>
              <a:rPr lang="fr-FR" b="1" dirty="0" sz="1600"/>
              <a:t>UTILISATION STANDARD</a:t>
            </a:r>
          </a:p>
          <a:p>
            <a:pPr lvl="1"/>
            <a:r>
              <a:rPr lang="fr-FR" dirty="0" sz="1600"/>
              <a:t>Intégrez des contrôles qualité dans les opérations d'inventaire</a:t>
            </a:r>
          </a:p>
          <a:p>
            <a:pPr lvl="1"/>
            <a:r>
              <a:rPr lang="fr-FR" dirty="0" sz="1600"/>
              <a:t>Choisissez les éléments à contrôler, définissez les instructions et rendez certains contrôles obligatoires</a:t>
            </a:r>
          </a:p>
          <a:p>
            <a:pPr lvl="1"/>
            <a:r>
              <a:rPr lang="fr-FR" dirty="0" sz="1600"/>
              <a:t>Intégrez les contrôles qualité dans les processus de fabrication</a:t>
            </a:r>
          </a:p>
          <a:p>
            <a:pPr lvl="1"/>
            <a:r>
              <a:rPr lang="fr-FR" dirty="0" sz="1600"/>
              <a:t>Générez des </a:t>
            </a:r>
            <a:r>
              <a:rPr lang="fr-FR" dirty="0" sz="1600"/>
              <a:t>ECOs</a:t>
            </a:r>
            <a:r>
              <a:rPr lang="fr-FR" dirty="0" sz="1600"/>
              <a:t> à partir des analyses qualité</a:t>
            </a:r>
            <a:endParaRPr lang="fr-FR" dirty="0" sz="1600"/>
          </a:p>
        </p:txBody>
      </p:sp>
      <p:sp>
        <p:nvSpPr>
          <p:cNvPr id="4" name="Espace réservé du texte 6">
            <a:extLst>
              <a:ext uri="{FF2B5EF4-FFF2-40B4-BE49-F238E27FC236}">
                <a16:creationId xmlns:a16="http://schemas.microsoft.com/office/drawing/2014/main" id="{224BEC80-3EC3-DC49-269F-B1C030B93B83}"/>
              </a:ext>
            </a:extLst>
          </p:cNvPr>
          <p:cNvSpPr>
            <a:spLocks noGrp="1"/>
          </p:cNvSpPr>
          <p:nvPr>
            <p:ph type="body" sz="quarter" idx="13"/>
          </p:nvPr>
        </p:nvSpPr>
        <p:spPr/>
        <p:txBody>
          <a:bodyPr/>
          <a:lstStyle/>
          <a:p>
            <a:pPr/>
            <a:r>
              <a:t>BESOINS COUVERTS</a:t>
            </a:r>
            <a:endParaRPr lang="en-US"/>
          </a:p>
        </p:txBody>
      </p:sp>
      <p:sp>
        <p:nvSpPr>
          <p:cNvPr id="5" name="Titre 1">
            <a:extLst>
              <a:ext uri="{FF2B5EF4-FFF2-40B4-BE49-F238E27FC236}">
                <a16:creationId xmlns:a16="http://schemas.microsoft.com/office/drawing/2014/main" id="{3FF30C7D-F11B-556A-0F96-92D2349C3965}"/>
              </a:ext>
            </a:extLst>
          </p:cNvPr>
          <p:cNvSpPr>
            <a:spLocks noGrp="1"/>
          </p:cNvSpPr>
          <p:nvPr>
            <p:ph type="title"/>
          </p:nvPr>
        </p:nvSpPr>
        <p:spPr/>
        <p:txBody>
          <a:bodyPr/>
          <a:lstStyle/>
          <a:p>
            <a:pPr/>
            <a:r>
              <a:t>QUALITE</a:t>
            </a:r>
          </a:p>
        </p:txBody>
      </p:sp>
      <p:grpSp>
        <p:nvGrpSpPr>
          <p:cNvPr id="7" name="Transplant"/>
          <p:cNvGrpSpPr/>
          <p:nvPr/>
        </p:nvGrpSpPr>
        <p:grpSpPr>
          <a:xfrm>
            <a:off x="7159752" y="2661103"/>
            <a:ext cx="4343400" cy="3090274"/>
            <a:chOff x="6600825" y="2564129"/>
            <a:chExt cx="4431600" cy="3153028"/>
          </a:xfrm>
        </p:grpSpPr>
        <p:pic>
          <p:nvPicPr>
            <p:cNvPr id="8" name="Image 2" descr="Une image contenant texte, capture d’écran, logiciel, ordinateur&#10;&#10;Le contenu généré par l’IA peut être incorrect.">
              <a:extLst>
                <a:ext uri="{FF2B5EF4-FFF2-40B4-BE49-F238E27FC236}">
                  <a16:creationId xmlns:a16="http://schemas.microsoft.com/office/drawing/2014/main" id="{A93F726F-D935-EA5C-73E5-25FF4F2638DE}"/>
                </a:ext>
              </a:extLst>
            </p:cNvPr>
            <p:cNvPicPr>
              <a:picLocks noChangeAspect="1"/>
            </p:cNvPicPr>
            <p:nvPr/>
          </p:nvPicPr>
          <p:blipFill>
            <a:blip r:embed="rId2">
              <a:extLst>
                <a:ext uri="{28A0092B-C50C-407E-A947-70E740481C1C}">
                  <a14:useLocalDpi xmlns:a14="http://schemas.microsoft.com/office/drawing/2010/main" val="0"/>
                </a:ext>
              </a:extLst>
            </a:blip>
            <a:srcRect l="9068" t="20763" r="8943" b="20902"/>
            <a:stretch/>
          </p:blipFill>
          <p:spPr>
            <a:xfrm>
              <a:off x="6600825" y="2564129"/>
              <a:ext cx="4431600" cy="3153028"/>
            </a:xfrm>
            <a:prstGeom prst="rect">
              <a:avLst/>
            </a:prstGeom>
          </p:spPr>
        </p:pic>
      </p:gr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Espace réservé du contenu 1">
            <a:extLst>
              <a:ext uri="{FF2B5EF4-FFF2-40B4-BE49-F238E27FC236}">
                <a16:creationId xmlns:a16="http://schemas.microsoft.com/office/drawing/2014/main" id="{0A5657A9-CF1F-01C4-4C0C-3F4405FBA315}"/>
              </a:ext>
            </a:extLst>
          </p:cNvPr>
          <p:cNvSpPr>
            <a:spLocks noGrp="1"/>
          </p:cNvSpPr>
          <p:nvPr>
            <p:ph idx="1"/>
          </p:nvPr>
        </p:nvSpPr>
        <p:spPr/>
        <p:txBody>
          <a:bodyPr anchor="t"/>
          <a:lstStyle/>
          <a:p>
            <a:pPr lvl="0"/>
            <a:r>
              <a:rPr lang="fr-FR" b="1" dirty="0" sz="1600"/>
              <a:t>CUSTOMISATIONS</a:t>
            </a:r>
          </a:p>
          <a:p>
            <a:pPr lvl="1"/>
            <a:r>
              <a:rPr lang="fr-FR" dirty="0" sz="1600"/>
              <a:t>Mettez l’accent sur les principaux changements, difficultés, coûts, développeurs spécifiques pour couvrir les besoins importants – Donnez une liste des besoins dans ce cas</a:t>
            </a:r>
          </a:p>
        </p:txBody>
      </p:sp>
      <p:sp>
        <p:nvSpPr>
          <p:cNvPr id="4" name="Titre 2">
            <a:extLst>
              <a:ext uri="{FF2B5EF4-FFF2-40B4-BE49-F238E27FC236}">
                <a16:creationId xmlns:a16="http://schemas.microsoft.com/office/drawing/2014/main" id="{618815FA-3CAE-65F3-B971-C63D5E259378}"/>
              </a:ext>
            </a:extLst>
          </p:cNvPr>
          <p:cNvSpPr>
            <a:spLocks noGrp="1"/>
          </p:cNvSpPr>
          <p:nvPr>
            <p:ph type="title"/>
          </p:nvPr>
        </p:nvSpPr>
        <p:spPr/>
        <p:txBody>
          <a:bodyPr/>
          <a:lstStyle/>
          <a:p>
            <a:pPr/>
            <a:r>
              <a:t>QUALITE</a:t>
            </a:r>
          </a:p>
        </p:txBody>
      </p:sp>
      <p:sp>
        <p:nvSpPr>
          <p:cNvPr id="5" name="Espace réservé du texte 3">
            <a:extLst>
              <a:ext uri="{FF2B5EF4-FFF2-40B4-BE49-F238E27FC236}">
                <a16:creationId xmlns:a16="http://schemas.microsoft.com/office/drawing/2014/main" id="{6BB8E998-5BC1-3D30-5A40-7A17CB479142}"/>
              </a:ext>
            </a:extLst>
          </p:cNvPr>
          <p:cNvSpPr>
            <a:spLocks noGrp="1"/>
          </p:cNvSpPr>
          <p:nvPr>
            <p:ph type="body" sz="quarter" idx="13"/>
          </p:nvPr>
        </p:nvSpPr>
        <p:spPr/>
        <p:txBody>
          <a:bodyPr/>
          <a:lstStyle/>
          <a:p>
            <a:pPr/>
            <a:r>
              <a:t>BESOINS COUVERTS</a:t>
            </a:r>
            <a:endParaRPr lang="en-US"/>
          </a:p>
        </p:txBody>
      </p:sp>
      <p:grpSp>
        <p:nvGrpSpPr>
          <p:cNvPr id="6" name="Transplant"/>
          <p:cNvGrpSpPr/>
          <p:nvPr/>
        </p:nvGrpSpPr>
        <p:grpSpPr>
          <a:xfrm>
            <a:off x="164592" y="2395885"/>
            <a:ext cx="457200" cy="475173"/>
            <a:chOff x="263525" y="2514600"/>
            <a:chExt cx="879812" cy="914400"/>
          </a:xfrm>
        </p:grpSpPr>
        <p:pic>
          <p:nvPicPr>
            <p:cNvPr id="7" name="Graphique 1" descr="Stylo avec un remplissage uni">
              <a:extLst>
                <a:ext uri="{FF2B5EF4-FFF2-40B4-BE49-F238E27FC236}">
                  <a16:creationId xmlns:a16="http://schemas.microsoft.com/office/drawing/2014/main" id="{DE3ED442-DD09-10C4-5E65-D14B0528E73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flipH="1">
              <a:off x="263525" y="2514600"/>
              <a:ext cx="879812" cy="914400"/>
            </a:xfrm>
            <a:prstGeom prst="rect">
              <a:avLst/>
            </a:prstGeom>
          </p:spPr>
        </p:pic>
      </p:gr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Espace réservé du contenu 5">
            <a:extLst>
              <a:ext uri="{FF2B5EF4-FFF2-40B4-BE49-F238E27FC236}">
                <a16:creationId xmlns:a16="http://schemas.microsoft.com/office/drawing/2014/main" id="{8B2061D0-770C-F284-BB20-62B1C6C95539}"/>
              </a:ext>
            </a:extLst>
          </p:cNvPr>
          <p:cNvSpPr>
            <a:spLocks noGrp="1"/>
          </p:cNvSpPr>
          <p:nvPr>
            <p:ph idx="1"/>
          </p:nvPr>
        </p:nvSpPr>
        <p:spPr/>
        <p:txBody>
          <a:bodyPr anchor="t"/>
          <a:lstStyle/>
          <a:p>
            <a:pPr lvl="0"/>
            <a:r>
              <a:rPr lang="fr-FR" b="1" dirty="0" sz="1600"/>
              <a:t>UTILISATION STANDARD</a:t>
            </a:r>
          </a:p>
          <a:p>
            <a:pPr lvl="1"/>
            <a:r>
              <a:rPr lang="fr-FR" dirty="0" sz="1600"/>
              <a:t>Suivez tous vos </a:t>
            </a:r>
            <a:r>
              <a:rPr lang="fr-FR" dirty="0" sz="1600"/>
              <a:t>ECOs</a:t>
            </a:r>
            <a:endParaRPr lang="fr-FR" dirty="0" sz="1600"/>
          </a:p>
          <a:p>
            <a:pPr lvl="1"/>
            <a:r>
              <a:rPr lang="fr-FR" dirty="0" sz="1600"/>
              <a:t>Modifiez les nomenclatures (BOM) et gérez leurs versions</a:t>
            </a:r>
          </a:p>
          <a:p>
            <a:pPr lvl="1"/>
            <a:r>
              <a:rPr lang="fr-FR" dirty="0" sz="1600"/>
              <a:t>Décidez d'écouler votre stock avant un changement de version d'une nomenclature</a:t>
            </a:r>
          </a:p>
          <a:p>
            <a:pPr lvl="1"/>
            <a:r>
              <a:rPr lang="fr-FR" dirty="0" sz="1600"/>
              <a:t>Gérez un workflow d'approbation pour valider vos modifications sur tous les aspects (finance, ingénierie, fabrication, achats…)</a:t>
            </a:r>
            <a:endParaRPr lang="fr-FR" dirty="0" sz="1600"/>
          </a:p>
          <a:p>
            <a:pPr lvl="1"/>
            <a:endParaRPr lang="fr-FR" dirty="0" sz="1600"/>
          </a:p>
        </p:txBody>
      </p:sp>
      <p:sp>
        <p:nvSpPr>
          <p:cNvPr id="4" name="Espace réservé du texte 6">
            <a:extLst>
              <a:ext uri="{FF2B5EF4-FFF2-40B4-BE49-F238E27FC236}">
                <a16:creationId xmlns:a16="http://schemas.microsoft.com/office/drawing/2014/main" id="{224BEC80-3EC3-DC49-269F-B1C030B93B83}"/>
              </a:ext>
            </a:extLst>
          </p:cNvPr>
          <p:cNvSpPr>
            <a:spLocks noGrp="1"/>
          </p:cNvSpPr>
          <p:nvPr>
            <p:ph type="body" sz="quarter" idx="13"/>
          </p:nvPr>
        </p:nvSpPr>
        <p:spPr/>
        <p:txBody>
          <a:bodyPr/>
          <a:lstStyle/>
          <a:p>
            <a:pPr/>
            <a:r>
              <a:t>BESOINS COUVERTS</a:t>
            </a:r>
            <a:endParaRPr lang="en-US"/>
          </a:p>
        </p:txBody>
      </p:sp>
      <p:sp>
        <p:nvSpPr>
          <p:cNvPr id="5" name="Titre 1">
            <a:extLst>
              <a:ext uri="{FF2B5EF4-FFF2-40B4-BE49-F238E27FC236}">
                <a16:creationId xmlns:a16="http://schemas.microsoft.com/office/drawing/2014/main" id="{3FF30C7D-F11B-556A-0F96-92D2349C3965}"/>
              </a:ext>
            </a:extLst>
          </p:cNvPr>
          <p:cNvSpPr>
            <a:spLocks noGrp="1"/>
          </p:cNvSpPr>
          <p:nvPr>
            <p:ph type="title"/>
          </p:nvPr>
        </p:nvSpPr>
        <p:spPr/>
        <p:txBody>
          <a:bodyPr/>
          <a:lstStyle/>
          <a:p>
            <a:pPr/>
            <a:r>
              <a:t>PLM</a:t>
            </a:r>
          </a:p>
        </p:txBody>
      </p:sp>
      <p:grpSp>
        <p:nvGrpSpPr>
          <p:cNvPr id="7" name="Transplant"/>
          <p:cNvGrpSpPr/>
          <p:nvPr/>
        </p:nvGrpSpPr>
        <p:grpSpPr>
          <a:xfrm>
            <a:off x="7159752" y="2659727"/>
            <a:ext cx="4343400" cy="3093025"/>
            <a:chOff x="6547200" y="2562725"/>
            <a:chExt cx="4431600" cy="3155835"/>
          </a:xfrm>
        </p:grpSpPr>
        <p:pic>
          <p:nvPicPr>
            <p:cNvPr id="8" name="Image 2" descr="Une image contenant texte, capture d’écran, logiciel, ordinateur&#10;&#10;Le contenu généré par l’IA peut être incorrect.">
              <a:extLst>
                <a:ext uri="{FF2B5EF4-FFF2-40B4-BE49-F238E27FC236}">
                  <a16:creationId xmlns:a16="http://schemas.microsoft.com/office/drawing/2014/main" id="{E14AFACA-A60C-87CB-012E-2BA195926498}"/>
                </a:ext>
              </a:extLst>
            </p:cNvPr>
            <p:cNvPicPr>
              <a:picLocks noChangeAspect="1"/>
            </p:cNvPicPr>
            <p:nvPr/>
          </p:nvPicPr>
          <p:blipFill>
            <a:blip r:embed="rId2">
              <a:extLst>
                <a:ext uri="{28A0092B-C50C-407E-A947-70E740481C1C}">
                  <a14:useLocalDpi xmlns:a14="http://schemas.microsoft.com/office/drawing/2010/main" val="0"/>
                </a:ext>
              </a:extLst>
            </a:blip>
            <a:srcRect l="8958" t="20769" r="9125" b="20898"/>
            <a:stretch/>
          </p:blipFill>
          <p:spPr>
            <a:xfrm>
              <a:off x="6547200" y="2562725"/>
              <a:ext cx="4431600" cy="3155835"/>
            </a:xfrm>
            <a:prstGeom prst="rect">
              <a:avLst/>
            </a:prstGeom>
          </p:spPr>
        </p:pic>
      </p:gr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Espace réservé du contenu 1">
            <a:extLst>
              <a:ext uri="{FF2B5EF4-FFF2-40B4-BE49-F238E27FC236}">
                <a16:creationId xmlns:a16="http://schemas.microsoft.com/office/drawing/2014/main" id="{0A5657A9-CF1F-01C4-4C0C-3F4405FBA315}"/>
              </a:ext>
            </a:extLst>
          </p:cNvPr>
          <p:cNvSpPr>
            <a:spLocks noGrp="1"/>
          </p:cNvSpPr>
          <p:nvPr>
            <p:ph idx="1"/>
          </p:nvPr>
        </p:nvSpPr>
        <p:spPr/>
        <p:txBody>
          <a:bodyPr anchor="t"/>
          <a:lstStyle/>
          <a:p>
            <a:pPr lvl="0"/>
            <a:r>
              <a:rPr lang="fr-FR" b="1" dirty="0" sz="1600"/>
              <a:t>CUSTOMISATIONS</a:t>
            </a:r>
          </a:p>
          <a:p>
            <a:pPr lvl="1"/>
            <a:r>
              <a:rPr lang="fr-FR" dirty="0" sz="1600"/>
              <a:t>Mettez l’accent sur les principaux changements, difficultés, coûts, développeurs spécifiques pour couvrir les besoins importants – Donnez une liste des besoins dans ce cas</a:t>
            </a:r>
          </a:p>
        </p:txBody>
      </p:sp>
      <p:sp>
        <p:nvSpPr>
          <p:cNvPr id="4" name="Titre 2">
            <a:extLst>
              <a:ext uri="{FF2B5EF4-FFF2-40B4-BE49-F238E27FC236}">
                <a16:creationId xmlns:a16="http://schemas.microsoft.com/office/drawing/2014/main" id="{618815FA-3CAE-65F3-B971-C63D5E259378}"/>
              </a:ext>
            </a:extLst>
          </p:cNvPr>
          <p:cNvSpPr>
            <a:spLocks noGrp="1"/>
          </p:cNvSpPr>
          <p:nvPr>
            <p:ph type="title"/>
          </p:nvPr>
        </p:nvSpPr>
        <p:spPr/>
        <p:txBody>
          <a:bodyPr/>
          <a:lstStyle/>
          <a:p>
            <a:pPr/>
            <a:r>
              <a:t>PLM</a:t>
            </a:r>
          </a:p>
        </p:txBody>
      </p:sp>
      <p:sp>
        <p:nvSpPr>
          <p:cNvPr id="5" name="Espace réservé du texte 3">
            <a:extLst>
              <a:ext uri="{FF2B5EF4-FFF2-40B4-BE49-F238E27FC236}">
                <a16:creationId xmlns:a16="http://schemas.microsoft.com/office/drawing/2014/main" id="{6BB8E998-5BC1-3D30-5A40-7A17CB479142}"/>
              </a:ext>
            </a:extLst>
          </p:cNvPr>
          <p:cNvSpPr>
            <a:spLocks noGrp="1"/>
          </p:cNvSpPr>
          <p:nvPr>
            <p:ph type="body" sz="quarter" idx="13"/>
          </p:nvPr>
        </p:nvSpPr>
        <p:spPr/>
        <p:txBody>
          <a:bodyPr/>
          <a:lstStyle/>
          <a:p>
            <a:pPr/>
            <a:r>
              <a:t>BESOINS COUVERTS</a:t>
            </a:r>
            <a:endParaRPr lang="en-US"/>
          </a:p>
        </p:txBody>
      </p:sp>
      <p:grpSp>
        <p:nvGrpSpPr>
          <p:cNvPr id="6" name="Transplant"/>
          <p:cNvGrpSpPr/>
          <p:nvPr/>
        </p:nvGrpSpPr>
        <p:grpSpPr>
          <a:xfrm>
            <a:off x="164592" y="2395885"/>
            <a:ext cx="457200" cy="475173"/>
            <a:chOff x="263525" y="2514600"/>
            <a:chExt cx="879812" cy="914400"/>
          </a:xfrm>
        </p:grpSpPr>
        <p:pic>
          <p:nvPicPr>
            <p:cNvPr id="7" name="Graphique 1" descr="Stylo avec un remplissage uni">
              <a:extLst>
                <a:ext uri="{FF2B5EF4-FFF2-40B4-BE49-F238E27FC236}">
                  <a16:creationId xmlns:a16="http://schemas.microsoft.com/office/drawing/2014/main" id="{4659CA6F-AD86-C5E7-B2E8-B83B695C629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flipH="1">
              <a:off x="263525" y="2514600"/>
              <a:ext cx="879812" cy="914400"/>
            </a:xfrm>
            <a:prstGeom prst="rect">
              <a:avLst/>
            </a:prstGeom>
          </p:spPr>
        </p:pic>
      </p:gr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Espace réservé du contenu 5">
            <a:extLst>
              <a:ext uri="{FF2B5EF4-FFF2-40B4-BE49-F238E27FC236}">
                <a16:creationId xmlns:a16="http://schemas.microsoft.com/office/drawing/2014/main" id="{8B2061D0-770C-F284-BB20-62B1C6C95539}"/>
              </a:ext>
            </a:extLst>
          </p:cNvPr>
          <p:cNvSpPr>
            <a:spLocks noGrp="1"/>
          </p:cNvSpPr>
          <p:nvPr>
            <p:ph idx="1"/>
          </p:nvPr>
        </p:nvSpPr>
        <p:spPr/>
        <p:txBody>
          <a:bodyPr anchor="t"/>
          <a:lstStyle/>
          <a:p>
            <a:pPr lvl="0"/>
            <a:r>
              <a:rPr lang="fr-FR" b="1" dirty="0" sz="1600"/>
              <a:t>UTILISATION STANDARD</a:t>
            </a:r>
          </a:p>
          <a:p>
            <a:pPr lvl="1"/>
            <a:r>
              <a:rPr lang="fr-FR" dirty="0" sz="1600"/>
              <a:t>Planifiez votre maintenance préventive</a:t>
            </a:r>
          </a:p>
          <a:p>
            <a:pPr lvl="1"/>
            <a:r>
              <a:rPr lang="fr-FR" dirty="0" sz="1600"/>
              <a:t>Organisez tous vos équipements et suivez leurs coûts</a:t>
            </a:r>
          </a:p>
          <a:p>
            <a:pPr lvl="1"/>
            <a:r>
              <a:rPr lang="fr-FR" dirty="0" sz="1600"/>
              <a:t>Gérez toutes les demandes imprévues, priorisez-les et suivez-les</a:t>
            </a:r>
          </a:p>
          <a:p>
            <a:pPr lvl="1"/>
            <a:r>
              <a:rPr lang="fr-FR" dirty="0" sz="1600"/>
              <a:t>Organisez votre équipe de maintenance en services pour séparer les compétences et les équipes</a:t>
            </a:r>
            <a:endParaRPr lang="fr-FR" dirty="0" sz="1600"/>
          </a:p>
        </p:txBody>
      </p:sp>
      <p:sp>
        <p:nvSpPr>
          <p:cNvPr id="4" name="Espace réservé du texte 6">
            <a:extLst>
              <a:ext uri="{FF2B5EF4-FFF2-40B4-BE49-F238E27FC236}">
                <a16:creationId xmlns:a16="http://schemas.microsoft.com/office/drawing/2014/main" id="{224BEC80-3EC3-DC49-269F-B1C030B93B83}"/>
              </a:ext>
            </a:extLst>
          </p:cNvPr>
          <p:cNvSpPr>
            <a:spLocks noGrp="1"/>
          </p:cNvSpPr>
          <p:nvPr>
            <p:ph type="body" sz="quarter" idx="13"/>
          </p:nvPr>
        </p:nvSpPr>
        <p:spPr/>
        <p:txBody>
          <a:bodyPr/>
          <a:lstStyle/>
          <a:p>
            <a:pPr/>
            <a:r>
              <a:t>BESOINS COUVERTS</a:t>
            </a:r>
            <a:endParaRPr lang="en-US"/>
          </a:p>
        </p:txBody>
      </p:sp>
      <p:sp>
        <p:nvSpPr>
          <p:cNvPr id="5" name="Titre 1">
            <a:extLst>
              <a:ext uri="{FF2B5EF4-FFF2-40B4-BE49-F238E27FC236}">
                <a16:creationId xmlns:a16="http://schemas.microsoft.com/office/drawing/2014/main" id="{3FF30C7D-F11B-556A-0F96-92D2349C3965}"/>
              </a:ext>
            </a:extLst>
          </p:cNvPr>
          <p:cNvSpPr>
            <a:spLocks noGrp="1"/>
          </p:cNvSpPr>
          <p:nvPr>
            <p:ph type="title"/>
          </p:nvPr>
        </p:nvSpPr>
        <p:spPr/>
        <p:txBody>
          <a:bodyPr/>
          <a:lstStyle/>
          <a:p>
            <a:pPr/>
            <a:r>
              <a:t>MAINTENANCE</a:t>
            </a:r>
          </a:p>
        </p:txBody>
      </p:sp>
      <p:grpSp>
        <p:nvGrpSpPr>
          <p:cNvPr id="7" name="Transplant"/>
          <p:cNvGrpSpPr/>
          <p:nvPr/>
        </p:nvGrpSpPr>
        <p:grpSpPr>
          <a:xfrm>
            <a:off x="7159752" y="2660210"/>
            <a:ext cx="4343400" cy="3092059"/>
            <a:chOff x="6547200" y="2563218"/>
            <a:chExt cx="4431600" cy="3154849"/>
          </a:xfrm>
        </p:grpSpPr>
        <p:pic>
          <p:nvPicPr>
            <p:cNvPr id="8" name="Image 2" descr="Une image contenant texte, Appareils électroniques, capture d’écran, ordinateur&#10;&#10;Le contenu généré par l’IA peut être incorrect.">
              <a:extLst>
                <a:ext uri="{FF2B5EF4-FFF2-40B4-BE49-F238E27FC236}">
                  <a16:creationId xmlns:a16="http://schemas.microsoft.com/office/drawing/2014/main" id="{D8738951-A8B0-B140-403F-84191F478405}"/>
                </a:ext>
              </a:extLst>
            </p:cNvPr>
            <p:cNvPicPr>
              <a:picLocks noChangeAspect="1"/>
            </p:cNvPicPr>
            <p:nvPr/>
          </p:nvPicPr>
          <p:blipFill>
            <a:blip r:embed="rId2">
              <a:extLst>
                <a:ext uri="{28A0092B-C50C-407E-A947-70E740481C1C}">
                  <a14:useLocalDpi xmlns:a14="http://schemas.microsoft.com/office/drawing/2010/main" val="0"/>
                </a:ext>
              </a:extLst>
            </a:blip>
            <a:srcRect l="8983" t="20814" r="9101" b="20871"/>
            <a:stretch/>
          </p:blipFill>
          <p:spPr>
            <a:xfrm>
              <a:off x="6547200" y="2563218"/>
              <a:ext cx="4431600" cy="3154849"/>
            </a:xfrm>
            <a:prstGeom prst="rect">
              <a:avLst/>
            </a:prstGeom>
          </p:spPr>
        </p:pic>
      </p:gr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Espace réservé du contenu 1">
            <a:extLst>
              <a:ext uri="{FF2B5EF4-FFF2-40B4-BE49-F238E27FC236}">
                <a16:creationId xmlns:a16="http://schemas.microsoft.com/office/drawing/2014/main" id="{0A5657A9-CF1F-01C4-4C0C-3F4405FBA315}"/>
              </a:ext>
            </a:extLst>
          </p:cNvPr>
          <p:cNvSpPr>
            <a:spLocks noGrp="1"/>
          </p:cNvSpPr>
          <p:nvPr>
            <p:ph idx="1"/>
          </p:nvPr>
        </p:nvSpPr>
        <p:spPr/>
        <p:txBody>
          <a:bodyPr anchor="t"/>
          <a:lstStyle/>
          <a:p>
            <a:pPr lvl="0"/>
            <a:r>
              <a:rPr lang="fr-FR" b="1" dirty="0" sz="1600"/>
              <a:t>CUSTOMISATIONS</a:t>
            </a:r>
          </a:p>
          <a:p>
            <a:pPr lvl="1"/>
            <a:r>
              <a:rPr lang="fr-FR" dirty="0" sz="1600"/>
              <a:t>Mettez l’accent sur les principaux changements, difficultés, coûts, développeurs spécifiques pour couvrir les besoins importants – Donnez une liste des besoins dans ce cas</a:t>
            </a:r>
          </a:p>
        </p:txBody>
      </p:sp>
      <p:sp>
        <p:nvSpPr>
          <p:cNvPr id="4" name="Titre 2">
            <a:extLst>
              <a:ext uri="{FF2B5EF4-FFF2-40B4-BE49-F238E27FC236}">
                <a16:creationId xmlns:a16="http://schemas.microsoft.com/office/drawing/2014/main" id="{618815FA-3CAE-65F3-B971-C63D5E259378}"/>
              </a:ext>
            </a:extLst>
          </p:cNvPr>
          <p:cNvSpPr>
            <a:spLocks noGrp="1"/>
          </p:cNvSpPr>
          <p:nvPr>
            <p:ph type="title"/>
          </p:nvPr>
        </p:nvSpPr>
        <p:spPr/>
        <p:txBody>
          <a:bodyPr/>
          <a:lstStyle/>
          <a:p>
            <a:pPr/>
            <a:r>
              <a:t>MAINTENANCE</a:t>
            </a:r>
          </a:p>
        </p:txBody>
      </p:sp>
      <p:sp>
        <p:nvSpPr>
          <p:cNvPr id="5" name="Espace réservé du texte 3">
            <a:extLst>
              <a:ext uri="{FF2B5EF4-FFF2-40B4-BE49-F238E27FC236}">
                <a16:creationId xmlns:a16="http://schemas.microsoft.com/office/drawing/2014/main" id="{6BB8E998-5BC1-3D30-5A40-7A17CB479142}"/>
              </a:ext>
            </a:extLst>
          </p:cNvPr>
          <p:cNvSpPr>
            <a:spLocks noGrp="1"/>
          </p:cNvSpPr>
          <p:nvPr>
            <p:ph type="body" sz="quarter" idx="13"/>
          </p:nvPr>
        </p:nvSpPr>
        <p:spPr/>
        <p:txBody>
          <a:bodyPr/>
          <a:lstStyle/>
          <a:p>
            <a:pPr/>
            <a:r>
              <a:t>BESOINS COUVERTS</a:t>
            </a:r>
            <a:endParaRPr lang="en-US"/>
          </a:p>
        </p:txBody>
      </p:sp>
      <p:grpSp>
        <p:nvGrpSpPr>
          <p:cNvPr id="6" name="Transplant"/>
          <p:cNvGrpSpPr/>
          <p:nvPr/>
        </p:nvGrpSpPr>
        <p:grpSpPr>
          <a:xfrm>
            <a:off x="164592" y="2395885"/>
            <a:ext cx="457200" cy="475173"/>
            <a:chOff x="263525" y="2514600"/>
            <a:chExt cx="879812" cy="914400"/>
          </a:xfrm>
        </p:grpSpPr>
        <p:pic>
          <p:nvPicPr>
            <p:cNvPr id="7" name="Graphique 1" descr="Stylo avec un remplissage uni">
              <a:extLst>
                <a:ext uri="{FF2B5EF4-FFF2-40B4-BE49-F238E27FC236}">
                  <a16:creationId xmlns:a16="http://schemas.microsoft.com/office/drawing/2014/main" id="{BC6DD4F6-1DE3-9D7A-D2ED-053E94962BB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flipH="1">
              <a:off x="263525" y="2514600"/>
              <a:ext cx="879812" cy="914400"/>
            </a:xfrm>
            <a:prstGeom prst="rect">
              <a:avLst/>
            </a:prstGeom>
          </p:spPr>
        </p:pic>
      </p:gr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Espace réservé du contenu 5">
            <a:extLst>
              <a:ext uri="{FF2B5EF4-FFF2-40B4-BE49-F238E27FC236}">
                <a16:creationId xmlns:a16="http://schemas.microsoft.com/office/drawing/2014/main" id="{8B2061D0-770C-F284-BB20-62B1C6C95539}"/>
              </a:ext>
            </a:extLst>
          </p:cNvPr>
          <p:cNvSpPr>
            <a:spLocks noGrp="1"/>
          </p:cNvSpPr>
          <p:nvPr>
            <p:ph idx="1"/>
          </p:nvPr>
        </p:nvSpPr>
        <p:spPr/>
        <p:txBody>
          <a:bodyPr anchor="t"/>
          <a:lstStyle/>
          <a:p>
            <a:pPr lvl="0"/>
            <a:r>
              <a:rPr lang="fr-FR" b="1" dirty="0" sz="1600"/>
              <a:t>UTILISATION STANDARD</a:t>
            </a:r>
          </a:p>
          <a:p>
            <a:pPr lvl="1"/>
            <a:r>
              <a:rPr lang="fr-FR" dirty="0" sz="1600"/>
              <a:t>Suivez toutes les demandes de réparation des clients et planifiez-les</a:t>
            </a:r>
          </a:p>
          <a:p>
            <a:pPr lvl="1"/>
            <a:r>
              <a:rPr lang="fr-FR" dirty="0" sz="1600"/>
              <a:t>Facturez le temps et les matériaux utilisés pour les réparations</a:t>
            </a:r>
          </a:p>
          <a:p>
            <a:pPr lvl="1"/>
            <a:r>
              <a:rPr lang="fr-FR" dirty="0" sz="1600"/>
              <a:t>Identifiez l’emplacement des produits dans votre centre de réparation</a:t>
            </a:r>
            <a:endParaRPr lang="fr-FR" dirty="0" sz="1600"/>
          </a:p>
        </p:txBody>
      </p:sp>
      <p:sp>
        <p:nvSpPr>
          <p:cNvPr id="4" name="Espace réservé du texte 6">
            <a:extLst>
              <a:ext uri="{FF2B5EF4-FFF2-40B4-BE49-F238E27FC236}">
                <a16:creationId xmlns:a16="http://schemas.microsoft.com/office/drawing/2014/main" id="{224BEC80-3EC3-DC49-269F-B1C030B93B83}"/>
              </a:ext>
            </a:extLst>
          </p:cNvPr>
          <p:cNvSpPr>
            <a:spLocks noGrp="1"/>
          </p:cNvSpPr>
          <p:nvPr>
            <p:ph type="body" sz="quarter" idx="13"/>
          </p:nvPr>
        </p:nvSpPr>
        <p:spPr/>
        <p:txBody>
          <a:bodyPr/>
          <a:lstStyle/>
          <a:p>
            <a:pPr/>
            <a:r>
              <a:t>BESOINS COUVERTS</a:t>
            </a:r>
            <a:endParaRPr lang="en-US"/>
          </a:p>
        </p:txBody>
      </p:sp>
      <p:sp>
        <p:nvSpPr>
          <p:cNvPr id="5" name="Titre 1">
            <a:extLst>
              <a:ext uri="{FF2B5EF4-FFF2-40B4-BE49-F238E27FC236}">
                <a16:creationId xmlns:a16="http://schemas.microsoft.com/office/drawing/2014/main" id="{3FF30C7D-F11B-556A-0F96-92D2349C3965}"/>
              </a:ext>
            </a:extLst>
          </p:cNvPr>
          <p:cNvSpPr>
            <a:spLocks noGrp="1"/>
          </p:cNvSpPr>
          <p:nvPr>
            <p:ph type="title"/>
          </p:nvPr>
        </p:nvSpPr>
        <p:spPr/>
        <p:txBody>
          <a:bodyPr/>
          <a:lstStyle/>
          <a:p>
            <a:pPr/>
            <a:r>
              <a:t>REPARATIONS</a:t>
            </a:r>
          </a:p>
        </p:txBody>
      </p:sp>
      <p:grpSp>
        <p:nvGrpSpPr>
          <p:cNvPr id="7" name="Transplant"/>
          <p:cNvGrpSpPr/>
          <p:nvPr/>
        </p:nvGrpSpPr>
        <p:grpSpPr>
          <a:xfrm>
            <a:off x="7159752" y="2660416"/>
            <a:ext cx="4343400" cy="3091648"/>
            <a:chOff x="6600825" y="2563428"/>
            <a:chExt cx="4431600" cy="3154430"/>
          </a:xfrm>
        </p:grpSpPr>
        <p:pic>
          <p:nvPicPr>
            <p:cNvPr id="8" name="Image 2" descr="Une image contenant texte, capture d’écran, ordinateur, logiciel&#10;&#10;Le contenu généré par l’IA peut être incorrect.">
              <a:extLst>
                <a:ext uri="{FF2B5EF4-FFF2-40B4-BE49-F238E27FC236}">
                  <a16:creationId xmlns:a16="http://schemas.microsoft.com/office/drawing/2014/main" id="{E6AF6B7D-8483-55A9-6419-21B57BB92B16}"/>
                </a:ext>
              </a:extLst>
            </p:cNvPr>
            <p:cNvPicPr>
              <a:picLocks noChangeAspect="1"/>
            </p:cNvPicPr>
            <p:nvPr/>
          </p:nvPicPr>
          <p:blipFill>
            <a:blip r:embed="rId2">
              <a:extLst>
                <a:ext uri="{28A0092B-C50C-407E-A947-70E740481C1C}">
                  <a14:useLocalDpi xmlns:a14="http://schemas.microsoft.com/office/drawing/2010/main" val="0"/>
                </a:ext>
              </a:extLst>
            </a:blip>
            <a:srcRect l="9002" t="20850" r="9045" b="20816"/>
            <a:stretch/>
          </p:blipFill>
          <p:spPr>
            <a:xfrm>
              <a:off x="6600825" y="2563428"/>
              <a:ext cx="4431600" cy="3154430"/>
            </a:xfrm>
            <a:prstGeom prst="rect">
              <a:avLst/>
            </a:prstGeom>
          </p:spPr>
        </p:pic>
      </p:gr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Espace réservé du contenu 1">
            <a:extLst>
              <a:ext uri="{FF2B5EF4-FFF2-40B4-BE49-F238E27FC236}">
                <a16:creationId xmlns:a16="http://schemas.microsoft.com/office/drawing/2014/main" id="{0A5657A9-CF1F-01C4-4C0C-3F4405FBA315}"/>
              </a:ext>
            </a:extLst>
          </p:cNvPr>
          <p:cNvSpPr>
            <a:spLocks noGrp="1"/>
          </p:cNvSpPr>
          <p:nvPr>
            <p:ph idx="1"/>
          </p:nvPr>
        </p:nvSpPr>
        <p:spPr/>
        <p:txBody>
          <a:bodyPr anchor="t"/>
          <a:lstStyle/>
          <a:p>
            <a:pPr lvl="0"/>
            <a:r>
              <a:rPr lang="fr-FR" b="1" dirty="0" sz="1600"/>
              <a:t>CUSTOMISATIONS</a:t>
            </a:r>
          </a:p>
          <a:p>
            <a:pPr lvl="1"/>
            <a:r>
              <a:rPr lang="fr-FR" dirty="0" sz="1600"/>
              <a:t>Mettez l’accent sur les principaux changements, difficultés, coûts, développeurs spécifiques pour couvrir les besoins importants – Donnez une liste des besoins dans ce cas</a:t>
            </a:r>
          </a:p>
        </p:txBody>
      </p:sp>
      <p:sp>
        <p:nvSpPr>
          <p:cNvPr id="4" name="Titre 2">
            <a:extLst>
              <a:ext uri="{FF2B5EF4-FFF2-40B4-BE49-F238E27FC236}">
                <a16:creationId xmlns:a16="http://schemas.microsoft.com/office/drawing/2014/main" id="{618815FA-3CAE-65F3-B971-C63D5E259378}"/>
              </a:ext>
            </a:extLst>
          </p:cNvPr>
          <p:cNvSpPr>
            <a:spLocks noGrp="1"/>
          </p:cNvSpPr>
          <p:nvPr>
            <p:ph type="title"/>
          </p:nvPr>
        </p:nvSpPr>
        <p:spPr/>
        <p:txBody>
          <a:bodyPr/>
          <a:lstStyle/>
          <a:p>
            <a:pPr/>
            <a:r>
              <a:t>REPARATIONS</a:t>
            </a:r>
          </a:p>
        </p:txBody>
      </p:sp>
      <p:sp>
        <p:nvSpPr>
          <p:cNvPr id="5" name="Espace réservé du texte 3">
            <a:extLst>
              <a:ext uri="{FF2B5EF4-FFF2-40B4-BE49-F238E27FC236}">
                <a16:creationId xmlns:a16="http://schemas.microsoft.com/office/drawing/2014/main" id="{6BB8E998-5BC1-3D30-5A40-7A17CB479142}"/>
              </a:ext>
            </a:extLst>
          </p:cNvPr>
          <p:cNvSpPr>
            <a:spLocks noGrp="1"/>
          </p:cNvSpPr>
          <p:nvPr>
            <p:ph type="body" sz="quarter" idx="13"/>
          </p:nvPr>
        </p:nvSpPr>
        <p:spPr/>
        <p:txBody>
          <a:bodyPr/>
          <a:lstStyle/>
          <a:p>
            <a:pPr/>
            <a:r>
              <a:t>BESOINS COUVERTS</a:t>
            </a:r>
            <a:endParaRPr lang="en-US"/>
          </a:p>
        </p:txBody>
      </p:sp>
      <p:grpSp>
        <p:nvGrpSpPr>
          <p:cNvPr id="6" name="Transplant"/>
          <p:cNvGrpSpPr/>
          <p:nvPr/>
        </p:nvGrpSpPr>
        <p:grpSpPr>
          <a:xfrm>
            <a:off x="164592" y="2395885"/>
            <a:ext cx="457200" cy="475173"/>
            <a:chOff x="263525" y="2514600"/>
            <a:chExt cx="879812" cy="914400"/>
          </a:xfrm>
        </p:grpSpPr>
        <p:pic>
          <p:nvPicPr>
            <p:cNvPr id="7" name="Graphique 1" descr="Stylo avec un remplissage uni">
              <a:extLst>
                <a:ext uri="{FF2B5EF4-FFF2-40B4-BE49-F238E27FC236}">
                  <a16:creationId xmlns:a16="http://schemas.microsoft.com/office/drawing/2014/main" id="{FE1AA1F9-D6F7-0498-4388-400247E3B32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flipH="1">
              <a:off x="263525" y="2514600"/>
              <a:ext cx="879812" cy="914400"/>
            </a:xfrm>
            <a:prstGeom prst="rect">
              <a:avLst/>
            </a:prstGeom>
          </p:spPr>
        </p:pic>
      </p:gr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Espace réservé du contenu 5">
            <a:extLst>
              <a:ext uri="{FF2B5EF4-FFF2-40B4-BE49-F238E27FC236}">
                <a16:creationId xmlns:a16="http://schemas.microsoft.com/office/drawing/2014/main" id="{8B2061D0-770C-F284-BB20-62B1C6C95539}"/>
              </a:ext>
            </a:extLst>
          </p:cNvPr>
          <p:cNvSpPr>
            <a:spLocks noGrp="1"/>
          </p:cNvSpPr>
          <p:nvPr>
            <p:ph idx="1"/>
          </p:nvPr>
        </p:nvSpPr>
        <p:spPr/>
        <p:txBody>
          <a:bodyPr anchor="t"/>
          <a:lstStyle/>
          <a:p>
            <a:pPr lvl="0"/>
            <a:r>
              <a:rPr lang="fr-FR" b="1" dirty="0" sz="1600"/>
              <a:t>UTILISATION STANDARD</a:t>
            </a:r>
          </a:p>
          <a:p>
            <a:pPr lvl="1"/>
            <a:r>
              <a:rPr lang="fr-FR" dirty="0" sz="1600"/>
              <a:t>Choisissez de créer un projet par client, par commande ou un projet partagé</a:t>
            </a:r>
          </a:p>
          <a:p>
            <a:pPr lvl="1"/>
            <a:r>
              <a:rPr lang="fr-FR" dirty="0" sz="1600"/>
              <a:t>Créez des modèles de projet</a:t>
            </a:r>
          </a:p>
          <a:p>
            <a:pPr lvl="1"/>
            <a:r>
              <a:rPr lang="fr-FR" dirty="0" sz="1600"/>
              <a:t>Organisez le flux des tâches par projet</a:t>
            </a:r>
          </a:p>
          <a:p>
            <a:pPr lvl="1"/>
            <a:r>
              <a:rPr lang="fr-FR" dirty="0" sz="1600"/>
              <a:t>Gérez le travail : planifiez, assignez, marquez comme terminé, liez les tâches</a:t>
            </a:r>
          </a:p>
          <a:p>
            <a:pPr lvl="1"/>
            <a:r>
              <a:rPr lang="fr-FR" dirty="0" sz="1600"/>
              <a:t>Visualisez des diagrammes de Gantt et des </a:t>
            </a:r>
            <a:r>
              <a:rPr lang="fr-FR" dirty="0" sz="1600"/>
              <a:t>burndown</a:t>
            </a:r>
            <a:r>
              <a:rPr lang="fr-FR" dirty="0" sz="1600"/>
              <a:t> charts</a:t>
            </a:r>
          </a:p>
          <a:p>
            <a:pPr lvl="1"/>
            <a:r>
              <a:rPr lang="fr-FR" dirty="0" sz="1600"/>
              <a:t>Suivez la marge de votre projet grâce à la comptabilité analytique</a:t>
            </a:r>
          </a:p>
          <a:p>
            <a:pPr lvl="1"/>
            <a:r>
              <a:rPr lang="fr-FR" dirty="0" sz="1600"/>
              <a:t>Regroupez tous les documents de votre projet en un seul espace</a:t>
            </a:r>
          </a:p>
          <a:p>
            <a:pPr lvl="1"/>
            <a:r>
              <a:rPr lang="fr-FR" dirty="0" sz="1600"/>
              <a:t>Partagez l’accès à votre projet avec vos clients</a:t>
            </a:r>
            <a:endParaRPr lang="fr-FR" dirty="0" sz="1600"/>
          </a:p>
        </p:txBody>
      </p:sp>
      <p:sp>
        <p:nvSpPr>
          <p:cNvPr id="4" name="Espace réservé du texte 6">
            <a:extLst>
              <a:ext uri="{FF2B5EF4-FFF2-40B4-BE49-F238E27FC236}">
                <a16:creationId xmlns:a16="http://schemas.microsoft.com/office/drawing/2014/main" id="{224BEC80-3EC3-DC49-269F-B1C030B93B83}"/>
              </a:ext>
            </a:extLst>
          </p:cNvPr>
          <p:cNvSpPr>
            <a:spLocks noGrp="1"/>
          </p:cNvSpPr>
          <p:nvPr>
            <p:ph type="body" sz="quarter" idx="13"/>
          </p:nvPr>
        </p:nvSpPr>
        <p:spPr/>
        <p:txBody>
          <a:bodyPr/>
          <a:lstStyle/>
          <a:p>
            <a:pPr/>
            <a:r>
              <a:t>BESOINS COUVERTS</a:t>
            </a:r>
            <a:endParaRPr lang="en-US"/>
          </a:p>
        </p:txBody>
      </p:sp>
      <p:sp>
        <p:nvSpPr>
          <p:cNvPr id="5" name="Titre 1">
            <a:extLst>
              <a:ext uri="{FF2B5EF4-FFF2-40B4-BE49-F238E27FC236}">
                <a16:creationId xmlns:a16="http://schemas.microsoft.com/office/drawing/2014/main" id="{3FF30C7D-F11B-556A-0F96-92D2349C3965}"/>
              </a:ext>
            </a:extLst>
          </p:cNvPr>
          <p:cNvSpPr>
            <a:spLocks noGrp="1"/>
          </p:cNvSpPr>
          <p:nvPr>
            <p:ph type="title"/>
          </p:nvPr>
        </p:nvSpPr>
        <p:spPr/>
        <p:txBody>
          <a:bodyPr/>
          <a:lstStyle/>
          <a:p>
            <a:pPr/>
            <a:r>
              <a:t>PROJETS</a:t>
            </a:r>
          </a:p>
        </p:txBody>
      </p:sp>
      <p:grpSp>
        <p:nvGrpSpPr>
          <p:cNvPr id="7" name="Transplant"/>
          <p:cNvGrpSpPr/>
          <p:nvPr/>
        </p:nvGrpSpPr>
        <p:grpSpPr>
          <a:xfrm>
            <a:off x="7159752" y="2660760"/>
            <a:ext cx="4343400" cy="3090959"/>
            <a:chOff x="6623050" y="2563779"/>
            <a:chExt cx="4431600" cy="3153727"/>
          </a:xfrm>
        </p:grpSpPr>
        <p:pic>
          <p:nvPicPr>
            <p:cNvPr id="8" name="Image 2" descr="Une image contenant Appareils électroniques, texte, capture d’écran, ordinateur&#10;&#10;Le contenu généré par l’IA peut être incorrect.">
              <a:extLst>
                <a:ext uri="{FF2B5EF4-FFF2-40B4-BE49-F238E27FC236}">
                  <a16:creationId xmlns:a16="http://schemas.microsoft.com/office/drawing/2014/main" id="{2161B6DB-E119-6DE7-F695-886659F6B505}"/>
                </a:ext>
              </a:extLst>
            </p:cNvPr>
            <p:cNvPicPr>
              <a:picLocks noChangeAspect="1"/>
            </p:cNvPicPr>
            <p:nvPr/>
          </p:nvPicPr>
          <p:blipFill>
            <a:blip r:embed="rId2">
              <a:extLst>
                <a:ext uri="{28A0092B-C50C-407E-A947-70E740481C1C}">
                  <a14:useLocalDpi xmlns:a14="http://schemas.microsoft.com/office/drawing/2010/main" val="0"/>
                </a:ext>
              </a:extLst>
            </a:blip>
            <a:srcRect l="8983" t="20850" r="9047" b="20816"/>
            <a:stretch/>
          </p:blipFill>
          <p:spPr>
            <a:xfrm>
              <a:off x="6623050" y="2563779"/>
              <a:ext cx="4431600" cy="3153727"/>
            </a:xfrm>
            <a:prstGeom prst="rect">
              <a:avLst/>
            </a:prstGeom>
          </p:spPr>
        </p:pic>
      </p:gr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Espace réservé du contenu 1">
            <a:extLst>
              <a:ext uri="{FF2B5EF4-FFF2-40B4-BE49-F238E27FC236}">
                <a16:creationId xmlns:a16="http://schemas.microsoft.com/office/drawing/2014/main" id="{0A5657A9-CF1F-01C4-4C0C-3F4405FBA315}"/>
              </a:ext>
            </a:extLst>
          </p:cNvPr>
          <p:cNvSpPr>
            <a:spLocks noGrp="1"/>
          </p:cNvSpPr>
          <p:nvPr>
            <p:ph idx="1"/>
          </p:nvPr>
        </p:nvSpPr>
        <p:spPr/>
        <p:txBody>
          <a:bodyPr anchor="t"/>
          <a:lstStyle/>
          <a:p>
            <a:pPr lvl="0"/>
            <a:r>
              <a:rPr lang="fr-FR" b="1" dirty="0" sz="1600"/>
              <a:t>CUSTOMISATIONS</a:t>
            </a:r>
          </a:p>
          <a:p>
            <a:pPr lvl="1"/>
            <a:r>
              <a:rPr lang="fr-FR" dirty="0" sz="1600"/>
              <a:t>Mettez l’accent sur les principaux changements, difficultés, coûts, développeurs spécifiques pour couvrir les besoins importants – Donnez une liste des besoins dans ce cas</a:t>
            </a:r>
          </a:p>
        </p:txBody>
      </p:sp>
      <p:sp>
        <p:nvSpPr>
          <p:cNvPr id="4" name="Titre 2">
            <a:extLst>
              <a:ext uri="{FF2B5EF4-FFF2-40B4-BE49-F238E27FC236}">
                <a16:creationId xmlns:a16="http://schemas.microsoft.com/office/drawing/2014/main" id="{618815FA-3CAE-65F3-B971-C63D5E259378}"/>
              </a:ext>
            </a:extLst>
          </p:cNvPr>
          <p:cNvSpPr>
            <a:spLocks noGrp="1"/>
          </p:cNvSpPr>
          <p:nvPr>
            <p:ph type="title"/>
          </p:nvPr>
        </p:nvSpPr>
        <p:spPr/>
        <p:txBody>
          <a:bodyPr/>
          <a:lstStyle/>
          <a:p>
            <a:pPr/>
            <a:r>
              <a:t>PROJETS</a:t>
            </a:r>
          </a:p>
        </p:txBody>
      </p:sp>
      <p:sp>
        <p:nvSpPr>
          <p:cNvPr id="5" name="Espace réservé du texte 3">
            <a:extLst>
              <a:ext uri="{FF2B5EF4-FFF2-40B4-BE49-F238E27FC236}">
                <a16:creationId xmlns:a16="http://schemas.microsoft.com/office/drawing/2014/main" id="{6BB8E998-5BC1-3D30-5A40-7A17CB479142}"/>
              </a:ext>
            </a:extLst>
          </p:cNvPr>
          <p:cNvSpPr>
            <a:spLocks noGrp="1"/>
          </p:cNvSpPr>
          <p:nvPr>
            <p:ph type="body" sz="quarter" idx="13"/>
          </p:nvPr>
        </p:nvSpPr>
        <p:spPr/>
        <p:txBody>
          <a:bodyPr/>
          <a:lstStyle/>
          <a:p>
            <a:pPr/>
            <a:r>
              <a:t>BESOINS COUVERTS</a:t>
            </a:r>
            <a:endParaRPr lang="en-US"/>
          </a:p>
        </p:txBody>
      </p:sp>
      <p:grpSp>
        <p:nvGrpSpPr>
          <p:cNvPr id="6" name="Transplant"/>
          <p:cNvGrpSpPr/>
          <p:nvPr/>
        </p:nvGrpSpPr>
        <p:grpSpPr>
          <a:xfrm>
            <a:off x="164592" y="2395885"/>
            <a:ext cx="457200" cy="475173"/>
            <a:chOff x="263525" y="2514600"/>
            <a:chExt cx="879812" cy="914400"/>
          </a:xfrm>
        </p:grpSpPr>
        <p:pic>
          <p:nvPicPr>
            <p:cNvPr id="7" name="Graphique 1" descr="Stylo avec un remplissage uni">
              <a:extLst>
                <a:ext uri="{FF2B5EF4-FFF2-40B4-BE49-F238E27FC236}">
                  <a16:creationId xmlns:a16="http://schemas.microsoft.com/office/drawing/2014/main" id="{59EC0A54-3320-6B02-0D89-57E722FFBF1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flipH="1">
              <a:off x="263525" y="2514600"/>
              <a:ext cx="879812" cy="914400"/>
            </a:xfrm>
            <a:prstGeom prst="rect">
              <a:avLst/>
            </a:prstGeom>
          </p:spPr>
        </p:pic>
      </p:gr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Espace réservé du contenu 5">
            <a:extLst>
              <a:ext uri="{FF2B5EF4-FFF2-40B4-BE49-F238E27FC236}">
                <a16:creationId xmlns:a16="http://schemas.microsoft.com/office/drawing/2014/main" id="{8B2061D0-770C-F284-BB20-62B1C6C95539}"/>
              </a:ext>
            </a:extLst>
          </p:cNvPr>
          <p:cNvSpPr>
            <a:spLocks noGrp="1"/>
          </p:cNvSpPr>
          <p:nvPr>
            <p:ph idx="1"/>
          </p:nvPr>
        </p:nvSpPr>
        <p:spPr/>
        <p:txBody>
          <a:bodyPr anchor="t"/>
          <a:lstStyle/>
          <a:p>
            <a:pPr lvl="0"/>
            <a:r>
              <a:rPr lang="fr-FR" b="1" dirty="0" sz="1600"/>
              <a:t>UTILISATION STANDARD</a:t>
            </a:r>
          </a:p>
          <a:p>
            <a:pPr lvl="1"/>
            <a:r>
              <a:rPr lang="fr-FR" dirty="0" sz="1600"/>
              <a:t>Permettez à vos employés de saisir leur temps sur les tâches de projet, les réparations, les ordres de fabrication, la maintenance, etc.</a:t>
            </a:r>
          </a:p>
          <a:p>
            <a:pPr lvl="1"/>
            <a:r>
              <a:rPr lang="fr-FR" dirty="0" sz="1600"/>
              <a:t>Obtenez une vue globale du temps passé et analysez-le</a:t>
            </a:r>
          </a:p>
          <a:p>
            <a:pPr lvl="1"/>
            <a:r>
              <a:rPr lang="fr-FR" dirty="0" sz="1600"/>
              <a:t>Ajoutez des coûts par employé pour calculer le coût total</a:t>
            </a:r>
          </a:p>
          <a:p>
            <a:pPr lvl="1"/>
            <a:r>
              <a:rPr lang="fr-FR" dirty="0" sz="1600"/>
              <a:t>Laissez les managers approuver les feuilles de temps</a:t>
            </a:r>
          </a:p>
          <a:p>
            <a:pPr lvl="1"/>
            <a:r>
              <a:rPr lang="fr-FR" dirty="0" sz="1600"/>
              <a:t>Choisissez de facturer les feuilles de temps</a:t>
            </a:r>
            <a:endParaRPr lang="fr-FR" dirty="0" sz="1600"/>
          </a:p>
        </p:txBody>
      </p:sp>
      <p:sp>
        <p:nvSpPr>
          <p:cNvPr id="4" name="Espace réservé du texte 6">
            <a:extLst>
              <a:ext uri="{FF2B5EF4-FFF2-40B4-BE49-F238E27FC236}">
                <a16:creationId xmlns:a16="http://schemas.microsoft.com/office/drawing/2014/main" id="{224BEC80-3EC3-DC49-269F-B1C030B93B83}"/>
              </a:ext>
            </a:extLst>
          </p:cNvPr>
          <p:cNvSpPr>
            <a:spLocks noGrp="1"/>
          </p:cNvSpPr>
          <p:nvPr>
            <p:ph type="body" sz="quarter" idx="13"/>
          </p:nvPr>
        </p:nvSpPr>
        <p:spPr/>
        <p:txBody>
          <a:bodyPr/>
          <a:lstStyle/>
          <a:p>
            <a:pPr/>
            <a:r>
              <a:t>BESOINS COUVERTS</a:t>
            </a:r>
            <a:endParaRPr lang="en-US"/>
          </a:p>
        </p:txBody>
      </p:sp>
      <p:sp>
        <p:nvSpPr>
          <p:cNvPr id="5" name="Titre 1">
            <a:extLst>
              <a:ext uri="{FF2B5EF4-FFF2-40B4-BE49-F238E27FC236}">
                <a16:creationId xmlns:a16="http://schemas.microsoft.com/office/drawing/2014/main" id="{3FF30C7D-F11B-556A-0F96-92D2349C3965}"/>
              </a:ext>
            </a:extLst>
          </p:cNvPr>
          <p:cNvSpPr>
            <a:spLocks noGrp="1"/>
          </p:cNvSpPr>
          <p:nvPr>
            <p:ph type="title"/>
          </p:nvPr>
        </p:nvSpPr>
        <p:spPr/>
        <p:txBody>
          <a:bodyPr/>
          <a:lstStyle/>
          <a:p>
            <a:pPr/>
            <a:r>
              <a:t>FEUILLES DE TEMPS</a:t>
            </a:r>
          </a:p>
        </p:txBody>
      </p:sp>
      <p:grpSp>
        <p:nvGrpSpPr>
          <p:cNvPr id="7" name="Transplant"/>
          <p:cNvGrpSpPr/>
          <p:nvPr/>
        </p:nvGrpSpPr>
        <p:grpSpPr>
          <a:xfrm>
            <a:off x="7159752" y="2659791"/>
            <a:ext cx="4343400" cy="3092898"/>
            <a:chOff x="6600825" y="2562790"/>
            <a:chExt cx="4431600" cy="3155705"/>
          </a:xfrm>
        </p:grpSpPr>
        <p:pic>
          <p:nvPicPr>
            <p:cNvPr id="8" name="Image 2" descr="Une image contenant texte, capture d’écran, logiciel, Système d’exploitation&#10;&#10;Le contenu généré par l’IA peut être incorrect.">
              <a:extLst>
                <a:ext uri="{FF2B5EF4-FFF2-40B4-BE49-F238E27FC236}">
                  <a16:creationId xmlns:a16="http://schemas.microsoft.com/office/drawing/2014/main" id="{D19EE53E-9C97-7CE4-2DDF-97B25FF313EB}"/>
                </a:ext>
              </a:extLst>
            </p:cNvPr>
            <p:cNvPicPr>
              <a:picLocks noChangeAspect="1"/>
            </p:cNvPicPr>
            <p:nvPr/>
          </p:nvPicPr>
          <p:blipFill>
            <a:blip r:embed="rId2">
              <a:extLst>
                <a:ext uri="{28A0092B-C50C-407E-A947-70E740481C1C}">
                  <a14:useLocalDpi xmlns:a14="http://schemas.microsoft.com/office/drawing/2010/main" val="0"/>
                </a:ext>
              </a:extLst>
            </a:blip>
            <a:srcRect l="9037" t="20759" r="8993" b="20870"/>
            <a:stretch/>
          </p:blipFill>
          <p:spPr>
            <a:xfrm>
              <a:off x="6600825" y="2562790"/>
              <a:ext cx="4431600" cy="3155705"/>
            </a:xfrm>
            <a:prstGeom prst="rect">
              <a:avLst/>
            </a:prstGeom>
          </p:spPr>
        </p:pic>
      </p:gr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Espace réservé du contenu 1">
            <a:extLst>
              <a:ext uri="{FF2B5EF4-FFF2-40B4-BE49-F238E27FC236}">
                <a16:creationId xmlns:a16="http://schemas.microsoft.com/office/drawing/2014/main" id="{0A5657A9-CF1F-01C4-4C0C-3F4405FBA315}"/>
              </a:ext>
            </a:extLst>
          </p:cNvPr>
          <p:cNvSpPr>
            <a:spLocks noGrp="1"/>
          </p:cNvSpPr>
          <p:nvPr>
            <p:ph idx="1"/>
          </p:nvPr>
        </p:nvSpPr>
        <p:spPr/>
        <p:txBody>
          <a:bodyPr anchor="t"/>
          <a:lstStyle/>
          <a:p>
            <a:pPr lvl="0"/>
            <a:r>
              <a:rPr lang="fr-FR" b="1" dirty="0" sz="1600"/>
              <a:t>CUSTOMISATIONS</a:t>
            </a:r>
          </a:p>
          <a:p>
            <a:pPr lvl="1"/>
            <a:r>
              <a:rPr lang="fr-FR" dirty="0" sz="1600"/>
              <a:t>Mettez l’accent sur les principaux changements, difficultés, coûts, développeurs spécifiques pour couvrir les besoins importants – Donnez une liste des besoins dans ce cas</a:t>
            </a:r>
          </a:p>
        </p:txBody>
      </p:sp>
      <p:sp>
        <p:nvSpPr>
          <p:cNvPr id="4" name="Titre 2">
            <a:extLst>
              <a:ext uri="{FF2B5EF4-FFF2-40B4-BE49-F238E27FC236}">
                <a16:creationId xmlns:a16="http://schemas.microsoft.com/office/drawing/2014/main" id="{618815FA-3CAE-65F3-B971-C63D5E259378}"/>
              </a:ext>
            </a:extLst>
          </p:cNvPr>
          <p:cNvSpPr>
            <a:spLocks noGrp="1"/>
          </p:cNvSpPr>
          <p:nvPr>
            <p:ph type="title"/>
          </p:nvPr>
        </p:nvSpPr>
        <p:spPr/>
        <p:txBody>
          <a:bodyPr/>
          <a:lstStyle/>
          <a:p>
            <a:pPr/>
            <a:r>
              <a:t>FEUILLES DE TEMPS</a:t>
            </a:r>
          </a:p>
        </p:txBody>
      </p:sp>
      <p:sp>
        <p:nvSpPr>
          <p:cNvPr id="5" name="Espace réservé du texte 3">
            <a:extLst>
              <a:ext uri="{FF2B5EF4-FFF2-40B4-BE49-F238E27FC236}">
                <a16:creationId xmlns:a16="http://schemas.microsoft.com/office/drawing/2014/main" id="{6BB8E998-5BC1-3D30-5A40-7A17CB479142}"/>
              </a:ext>
            </a:extLst>
          </p:cNvPr>
          <p:cNvSpPr>
            <a:spLocks noGrp="1"/>
          </p:cNvSpPr>
          <p:nvPr>
            <p:ph type="body" sz="quarter" idx="13"/>
          </p:nvPr>
        </p:nvSpPr>
        <p:spPr/>
        <p:txBody>
          <a:bodyPr/>
          <a:lstStyle/>
          <a:p>
            <a:pPr/>
            <a:r>
              <a:t>BESOINS COUVERTS</a:t>
            </a:r>
            <a:endParaRPr lang="en-US"/>
          </a:p>
        </p:txBody>
      </p:sp>
      <p:grpSp>
        <p:nvGrpSpPr>
          <p:cNvPr id="6" name="Transplant"/>
          <p:cNvGrpSpPr/>
          <p:nvPr/>
        </p:nvGrpSpPr>
        <p:grpSpPr>
          <a:xfrm>
            <a:off x="164592" y="2395885"/>
            <a:ext cx="457200" cy="475173"/>
            <a:chOff x="263525" y="2514600"/>
            <a:chExt cx="879812" cy="914400"/>
          </a:xfrm>
        </p:grpSpPr>
        <p:pic>
          <p:nvPicPr>
            <p:cNvPr id="7" name="Graphique 1" descr="Stylo avec un remplissage uni">
              <a:extLst>
                <a:ext uri="{FF2B5EF4-FFF2-40B4-BE49-F238E27FC236}">
                  <a16:creationId xmlns:a16="http://schemas.microsoft.com/office/drawing/2014/main" id="{AF7B1ADB-8B8F-03E1-A3B3-EFBF40B7D73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flipH="1">
              <a:off x="263525" y="2514600"/>
              <a:ext cx="879812" cy="914400"/>
            </a:xfrm>
            <a:prstGeom prst="rect">
              <a:avLst/>
            </a:prstGeom>
          </p:spPr>
        </p:pic>
      </p:gr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Espace réservé du contenu 5">
            <a:extLst>
              <a:ext uri="{FF2B5EF4-FFF2-40B4-BE49-F238E27FC236}">
                <a16:creationId xmlns:a16="http://schemas.microsoft.com/office/drawing/2014/main" id="{8B2061D0-770C-F284-BB20-62B1C6C95539}"/>
              </a:ext>
            </a:extLst>
          </p:cNvPr>
          <p:cNvSpPr>
            <a:spLocks noGrp="1"/>
          </p:cNvSpPr>
          <p:nvPr>
            <p:ph idx="1"/>
          </p:nvPr>
        </p:nvSpPr>
        <p:spPr/>
        <p:txBody>
          <a:bodyPr anchor="t"/>
          <a:lstStyle/>
          <a:p>
            <a:pPr lvl="0"/>
            <a:r>
              <a:rPr lang="fr-FR" b="1" dirty="0" sz="1600"/>
              <a:t>UTILISATION STANDARD</a:t>
            </a:r>
          </a:p>
          <a:p>
            <a:pPr lvl="1"/>
            <a:r>
              <a:rPr lang="fr-FR" dirty="0" sz="1600"/>
              <a:t>Planifiez vos interventions</a:t>
            </a:r>
          </a:p>
          <a:p>
            <a:pPr lvl="1"/>
            <a:r>
              <a:rPr lang="fr-FR" dirty="0" sz="1600"/>
              <a:t>Accédez directement à la carte et à l’itinéraire pour vous rendre sur site</a:t>
            </a:r>
          </a:p>
          <a:p>
            <a:pPr lvl="1"/>
            <a:r>
              <a:rPr lang="fr-FR" dirty="0" sz="1600"/>
              <a:t>Fournissez des instructions claires, prenez des photos et demandez à votre employé de signer</a:t>
            </a:r>
          </a:p>
          <a:p>
            <a:pPr lvl="1"/>
            <a:r>
              <a:rPr lang="fr-FR" dirty="0" sz="1600"/>
              <a:t>Facturez le temps et les matériaux</a:t>
            </a:r>
          </a:p>
          <a:p>
            <a:pPr lvl="1"/>
            <a:r>
              <a:rPr lang="fr-FR" dirty="0" sz="1600"/>
              <a:t>Faites valider et signer le rapport complet par le client</a:t>
            </a:r>
            <a:endParaRPr lang="fr-FR" dirty="0" sz="1600"/>
          </a:p>
        </p:txBody>
      </p:sp>
      <p:sp>
        <p:nvSpPr>
          <p:cNvPr id="4" name="Espace réservé du texte 6">
            <a:extLst>
              <a:ext uri="{FF2B5EF4-FFF2-40B4-BE49-F238E27FC236}">
                <a16:creationId xmlns:a16="http://schemas.microsoft.com/office/drawing/2014/main" id="{224BEC80-3EC3-DC49-269F-B1C030B93B83}"/>
              </a:ext>
            </a:extLst>
          </p:cNvPr>
          <p:cNvSpPr>
            <a:spLocks noGrp="1"/>
          </p:cNvSpPr>
          <p:nvPr>
            <p:ph type="body" sz="quarter" idx="13"/>
          </p:nvPr>
        </p:nvSpPr>
        <p:spPr/>
        <p:txBody>
          <a:bodyPr/>
          <a:lstStyle/>
          <a:p>
            <a:pPr/>
            <a:r>
              <a:t>BESOINS COUVERTS</a:t>
            </a:r>
            <a:endParaRPr lang="en-US"/>
          </a:p>
        </p:txBody>
      </p:sp>
      <p:sp>
        <p:nvSpPr>
          <p:cNvPr id="5" name="Titre 1">
            <a:extLst>
              <a:ext uri="{FF2B5EF4-FFF2-40B4-BE49-F238E27FC236}">
                <a16:creationId xmlns:a16="http://schemas.microsoft.com/office/drawing/2014/main" id="{3FF30C7D-F11B-556A-0F96-92D2349C3965}"/>
              </a:ext>
            </a:extLst>
          </p:cNvPr>
          <p:cNvSpPr>
            <a:spLocks noGrp="1"/>
          </p:cNvSpPr>
          <p:nvPr>
            <p:ph type="title"/>
          </p:nvPr>
        </p:nvSpPr>
        <p:spPr/>
        <p:txBody>
          <a:bodyPr/>
          <a:lstStyle/>
          <a:p>
            <a:pPr/>
            <a:r>
              <a:t>SERVICE SUR SITE</a:t>
            </a:r>
          </a:p>
        </p:txBody>
      </p:sp>
      <p:grpSp>
        <p:nvGrpSpPr>
          <p:cNvPr id="7" name="Transplant"/>
          <p:cNvGrpSpPr/>
          <p:nvPr/>
        </p:nvGrpSpPr>
        <p:grpSpPr>
          <a:xfrm>
            <a:off x="7159752" y="2660759"/>
            <a:ext cx="4343400" cy="3090962"/>
            <a:chOff x="6547200" y="2563778"/>
            <a:chExt cx="4431600" cy="3153730"/>
          </a:xfrm>
        </p:grpSpPr>
        <p:pic>
          <p:nvPicPr>
            <p:cNvPr id="8" name="Image 2" descr="Une image contenant texte, capture d’écran, affichage, ordinateur&#10;&#10;Le contenu généré par l’IA peut être incorrect.">
              <a:extLst>
                <a:ext uri="{FF2B5EF4-FFF2-40B4-BE49-F238E27FC236}">
                  <a16:creationId xmlns:a16="http://schemas.microsoft.com/office/drawing/2014/main" id="{75F8613B-58F9-2707-427F-BADDB0FB0B0D}"/>
                </a:ext>
              </a:extLst>
            </p:cNvPr>
            <p:cNvPicPr>
              <a:picLocks noChangeAspect="1"/>
            </p:cNvPicPr>
            <p:nvPr/>
          </p:nvPicPr>
          <p:blipFill>
            <a:blip r:embed="rId2">
              <a:extLst>
                <a:ext uri="{28A0092B-C50C-407E-A947-70E740481C1C}">
                  <a14:useLocalDpi xmlns:a14="http://schemas.microsoft.com/office/drawing/2010/main" val="0"/>
                </a:ext>
              </a:extLst>
            </a:blip>
            <a:srcRect l="8960" t="20860" r="9070" b="20805"/>
            <a:stretch/>
          </p:blipFill>
          <p:spPr>
            <a:xfrm>
              <a:off x="6547200" y="2563778"/>
              <a:ext cx="4431600" cy="3153730"/>
            </a:xfrm>
            <a:prstGeom prst="rect">
              <a:avLst/>
            </a:prstGeom>
          </p:spPr>
        </p:pic>
      </p:gr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Espace réservé du contenu 1">
            <a:extLst>
              <a:ext uri="{FF2B5EF4-FFF2-40B4-BE49-F238E27FC236}">
                <a16:creationId xmlns:a16="http://schemas.microsoft.com/office/drawing/2014/main" id="{0A5657A9-CF1F-01C4-4C0C-3F4405FBA315}"/>
              </a:ext>
            </a:extLst>
          </p:cNvPr>
          <p:cNvSpPr>
            <a:spLocks noGrp="1"/>
          </p:cNvSpPr>
          <p:nvPr>
            <p:ph idx="1"/>
          </p:nvPr>
        </p:nvSpPr>
        <p:spPr/>
        <p:txBody>
          <a:bodyPr anchor="t"/>
          <a:lstStyle/>
          <a:p>
            <a:pPr lvl="0"/>
            <a:r>
              <a:rPr lang="fr-FR" b="1" dirty="0" sz="1600"/>
              <a:t>CUSTOMISATIONS</a:t>
            </a:r>
          </a:p>
          <a:p>
            <a:pPr lvl="1"/>
            <a:r>
              <a:rPr lang="fr-FR" dirty="0" sz="1600"/>
              <a:t>Mettez l’accent sur les principaux changements, difficultés, coûts, développeurs spécifiques pour couvrir les besoins importants – Donnez une liste des besoins dans ce cas</a:t>
            </a:r>
          </a:p>
        </p:txBody>
      </p:sp>
      <p:sp>
        <p:nvSpPr>
          <p:cNvPr id="4" name="Titre 2">
            <a:extLst>
              <a:ext uri="{FF2B5EF4-FFF2-40B4-BE49-F238E27FC236}">
                <a16:creationId xmlns:a16="http://schemas.microsoft.com/office/drawing/2014/main" id="{618815FA-3CAE-65F3-B971-C63D5E259378}"/>
              </a:ext>
            </a:extLst>
          </p:cNvPr>
          <p:cNvSpPr>
            <a:spLocks noGrp="1"/>
          </p:cNvSpPr>
          <p:nvPr>
            <p:ph type="title"/>
          </p:nvPr>
        </p:nvSpPr>
        <p:spPr/>
        <p:txBody>
          <a:bodyPr/>
          <a:lstStyle/>
          <a:p>
            <a:pPr/>
            <a:r>
              <a:t>SERVICE SUR SITE</a:t>
            </a:r>
          </a:p>
        </p:txBody>
      </p:sp>
      <p:sp>
        <p:nvSpPr>
          <p:cNvPr id="5" name="Espace réservé du texte 3">
            <a:extLst>
              <a:ext uri="{FF2B5EF4-FFF2-40B4-BE49-F238E27FC236}">
                <a16:creationId xmlns:a16="http://schemas.microsoft.com/office/drawing/2014/main" id="{6BB8E998-5BC1-3D30-5A40-7A17CB479142}"/>
              </a:ext>
            </a:extLst>
          </p:cNvPr>
          <p:cNvSpPr>
            <a:spLocks noGrp="1"/>
          </p:cNvSpPr>
          <p:nvPr>
            <p:ph type="body" sz="quarter" idx="13"/>
          </p:nvPr>
        </p:nvSpPr>
        <p:spPr/>
        <p:txBody>
          <a:bodyPr/>
          <a:lstStyle/>
          <a:p>
            <a:pPr/>
            <a:r>
              <a:t>BESOINS COUVERTS</a:t>
            </a:r>
            <a:endParaRPr lang="en-US"/>
          </a:p>
        </p:txBody>
      </p:sp>
      <p:grpSp>
        <p:nvGrpSpPr>
          <p:cNvPr id="6" name="Transplant"/>
          <p:cNvGrpSpPr/>
          <p:nvPr/>
        </p:nvGrpSpPr>
        <p:grpSpPr>
          <a:xfrm>
            <a:off x="164592" y="2395885"/>
            <a:ext cx="457200" cy="475173"/>
            <a:chOff x="282859" y="2514600"/>
            <a:chExt cx="879812" cy="914400"/>
          </a:xfrm>
        </p:grpSpPr>
        <p:pic>
          <p:nvPicPr>
            <p:cNvPr id="7" name="Graphique 1" descr="Stylo avec un remplissage uni">
              <a:extLst>
                <a:ext uri="{FF2B5EF4-FFF2-40B4-BE49-F238E27FC236}">
                  <a16:creationId xmlns:a16="http://schemas.microsoft.com/office/drawing/2014/main" id="{73F0C82B-B61B-2DDD-6AAD-52A5F216CB7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flipH="1">
              <a:off x="282859" y="2514600"/>
              <a:ext cx="879812" cy="914400"/>
            </a:xfrm>
            <a:prstGeom prst="rect">
              <a:avLst/>
            </a:prstGeom>
          </p:spPr>
        </p:pic>
      </p:gr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Espace réservé du contenu 5">
            <a:extLst>
              <a:ext uri="{FF2B5EF4-FFF2-40B4-BE49-F238E27FC236}">
                <a16:creationId xmlns:a16="http://schemas.microsoft.com/office/drawing/2014/main" id="{8B2061D0-770C-F284-BB20-62B1C6C95539}"/>
              </a:ext>
            </a:extLst>
          </p:cNvPr>
          <p:cNvSpPr>
            <a:spLocks noGrp="1"/>
          </p:cNvSpPr>
          <p:nvPr>
            <p:ph idx="1"/>
          </p:nvPr>
        </p:nvSpPr>
        <p:spPr/>
        <p:txBody>
          <a:bodyPr anchor="t"/>
          <a:lstStyle/>
          <a:p>
            <a:pPr lvl="0"/>
            <a:r>
              <a:rPr lang="fr-FR" b="1" dirty="0" sz="1600"/>
              <a:t>UTILISATION STANDARD</a:t>
            </a:r>
          </a:p>
          <a:p>
            <a:pPr lvl="1"/>
            <a:r>
              <a:rPr lang="fr-FR" dirty="0" sz="1600"/>
              <a:t>Suivez chaque véhicule (immatriculation, modèle, kilométrage, affectation conducteur) et gérez les contrats associés : leasing, assurance, carte carburant, avec alertes d'échéance automatiques</a:t>
            </a:r>
          </a:p>
          <a:p>
            <a:pPr lvl="1"/>
            <a:r>
              <a:rPr lang="fr-FR" dirty="0" sz="1600"/>
              <a:t>Programmez les maintenances préventives, enregistrez les interventions correctives et recevez des alertes avant dépassement kilométrique ou date limite</a:t>
            </a:r>
          </a:p>
          <a:p>
            <a:pPr lvl="1"/>
            <a:r>
              <a:rPr lang="fr-FR" dirty="0" sz="1600"/>
              <a:t>Enregistrez toutes les dépenses par véhicule (carburant, réparations, assurance, amendes) et analysez le coût total de possession par véhicule, catégorie ou période</a:t>
            </a:r>
          </a:p>
          <a:p>
            <a:pPr lvl="1"/>
            <a:r>
              <a:rPr lang="fr-FR" dirty="0" sz="1600"/>
              <a:t>Générez des tableaux de bord sur l'utilisation du parc, identifiez les véhicules sous-utilisés et pilotez les renouvellements en toute visibilité</a:t>
            </a:r>
            <a:endParaRPr lang="fr-FR" dirty="0" sz="1600"/>
          </a:p>
        </p:txBody>
      </p:sp>
      <p:sp>
        <p:nvSpPr>
          <p:cNvPr id="4" name="Espace réservé du texte 6">
            <a:extLst>
              <a:ext uri="{FF2B5EF4-FFF2-40B4-BE49-F238E27FC236}">
                <a16:creationId xmlns:a16="http://schemas.microsoft.com/office/drawing/2014/main" id="{224BEC80-3EC3-DC49-269F-B1C030B93B83}"/>
              </a:ext>
            </a:extLst>
          </p:cNvPr>
          <p:cNvSpPr>
            <a:spLocks noGrp="1"/>
          </p:cNvSpPr>
          <p:nvPr>
            <p:ph type="body" sz="quarter" idx="13"/>
          </p:nvPr>
        </p:nvSpPr>
        <p:spPr/>
        <p:txBody>
          <a:bodyPr/>
          <a:lstStyle/>
          <a:p>
            <a:pPr/>
            <a:r>
              <a:t>BESOINS COUVERTS</a:t>
            </a:r>
            <a:endParaRPr lang="en-US"/>
          </a:p>
        </p:txBody>
      </p:sp>
      <p:sp>
        <p:nvSpPr>
          <p:cNvPr id="5" name="Titre 1">
            <a:extLst>
              <a:ext uri="{FF2B5EF4-FFF2-40B4-BE49-F238E27FC236}">
                <a16:creationId xmlns:a16="http://schemas.microsoft.com/office/drawing/2014/main" id="{3FF30C7D-F11B-556A-0F96-92D2349C3965}"/>
              </a:ext>
            </a:extLst>
          </p:cNvPr>
          <p:cNvSpPr>
            <a:spLocks noGrp="1"/>
          </p:cNvSpPr>
          <p:nvPr>
            <p:ph type="title"/>
          </p:nvPr>
        </p:nvSpPr>
        <p:spPr/>
        <p:txBody>
          <a:bodyPr/>
          <a:lstStyle/>
          <a:p>
            <a:pPr/>
            <a:r>
              <a:t>FLEET (PARC AUTOMOBILE)</a:t>
            </a:r>
          </a:p>
        </p:txBody>
      </p:sp>
      <p:grpSp>
        <p:nvGrpSpPr>
          <p:cNvPr id="7" name="Transplant"/>
          <p:cNvGrpSpPr/>
          <p:nvPr/>
        </p:nvGrpSpPr>
        <p:grpSpPr>
          <a:xfrm>
            <a:off x="7159752" y="2790111"/>
            <a:ext cx="4343400" cy="2832258"/>
            <a:chOff x="7480671" y="2407532"/>
            <a:chExt cx="4197950" cy="2737413"/>
          </a:xfrm>
        </p:grpSpPr>
        <p:pic>
          <p:nvPicPr>
            <p:cNvPr id="8" name="Image 1">
              <a:extLst>
                <a:ext uri="{FF2B5EF4-FFF2-40B4-BE49-F238E27FC236}">
                  <a16:creationId xmlns:a16="http://schemas.microsoft.com/office/drawing/2014/main" id="{51D89FA0-1DEC-8CDE-4AA6-D74397EFE6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80671" y="2407532"/>
              <a:ext cx="4197950" cy="2737413"/>
            </a:xfrm>
            <a:prstGeom prst="rect">
              <a:avLst/>
            </a:prstGeom>
          </p:spPr>
        </p:pic>
      </p:gr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Espace réservé du contenu 1">
            <a:extLst>
              <a:ext uri="{FF2B5EF4-FFF2-40B4-BE49-F238E27FC236}">
                <a16:creationId xmlns:a16="http://schemas.microsoft.com/office/drawing/2014/main" id="{0A5657A9-CF1F-01C4-4C0C-3F4405FBA315}"/>
              </a:ext>
            </a:extLst>
          </p:cNvPr>
          <p:cNvSpPr>
            <a:spLocks noGrp="1"/>
          </p:cNvSpPr>
          <p:nvPr>
            <p:ph idx="1"/>
          </p:nvPr>
        </p:nvSpPr>
        <p:spPr/>
        <p:txBody>
          <a:bodyPr anchor="t"/>
          <a:lstStyle/>
          <a:p>
            <a:pPr lvl="0"/>
            <a:r>
              <a:rPr lang="fr-FR" b="1" dirty="0" sz="1600"/>
              <a:t>CUSTOMISATIONS</a:t>
            </a:r>
          </a:p>
          <a:p>
            <a:pPr lvl="1"/>
            <a:r>
              <a:rPr lang="fr-FR" dirty="0" sz="1600"/>
              <a:t>Mettez l’accent sur les principaux changements, difficultés, coûts, développeurs spécifiques pour couvrir les besoins importants – Donnez une liste des besoins dans ce cas</a:t>
            </a:r>
          </a:p>
        </p:txBody>
      </p:sp>
      <p:sp>
        <p:nvSpPr>
          <p:cNvPr id="4" name="Titre 2">
            <a:extLst>
              <a:ext uri="{FF2B5EF4-FFF2-40B4-BE49-F238E27FC236}">
                <a16:creationId xmlns:a16="http://schemas.microsoft.com/office/drawing/2014/main" id="{618815FA-3CAE-65F3-B971-C63D5E259378}"/>
              </a:ext>
            </a:extLst>
          </p:cNvPr>
          <p:cNvSpPr>
            <a:spLocks noGrp="1"/>
          </p:cNvSpPr>
          <p:nvPr>
            <p:ph type="title"/>
          </p:nvPr>
        </p:nvSpPr>
        <p:spPr/>
        <p:txBody>
          <a:bodyPr/>
          <a:lstStyle/>
          <a:p>
            <a:pPr/>
            <a:r>
              <a:t>FLEET (PARC AUTOMOBILE)</a:t>
            </a:r>
          </a:p>
        </p:txBody>
      </p:sp>
      <p:sp>
        <p:nvSpPr>
          <p:cNvPr id="5" name="Espace réservé du texte 3">
            <a:extLst>
              <a:ext uri="{FF2B5EF4-FFF2-40B4-BE49-F238E27FC236}">
                <a16:creationId xmlns:a16="http://schemas.microsoft.com/office/drawing/2014/main" id="{6BB8E998-5BC1-3D30-5A40-7A17CB479142}"/>
              </a:ext>
            </a:extLst>
          </p:cNvPr>
          <p:cNvSpPr>
            <a:spLocks noGrp="1"/>
          </p:cNvSpPr>
          <p:nvPr>
            <p:ph type="body" sz="quarter" idx="13"/>
          </p:nvPr>
        </p:nvSpPr>
        <p:spPr/>
        <p:txBody>
          <a:bodyPr/>
          <a:lstStyle/>
          <a:p>
            <a:pPr/>
            <a:r>
              <a:t>BESOINS COUVERTS</a:t>
            </a:r>
            <a:endParaRPr lang="en-US"/>
          </a:p>
        </p:txBody>
      </p:sp>
      <p:grpSp>
        <p:nvGrpSpPr>
          <p:cNvPr id="6" name="Transplant"/>
          <p:cNvGrpSpPr/>
          <p:nvPr/>
        </p:nvGrpSpPr>
        <p:grpSpPr>
          <a:xfrm>
            <a:off x="164592" y="2395885"/>
            <a:ext cx="457200" cy="475173"/>
            <a:chOff x="282859" y="2514600"/>
            <a:chExt cx="879812" cy="914400"/>
          </a:xfrm>
        </p:grpSpPr>
        <p:pic>
          <p:nvPicPr>
            <p:cNvPr id="7" name="Graphique 1" descr="Stylo avec un remplissage uni">
              <a:extLst>
                <a:ext uri="{FF2B5EF4-FFF2-40B4-BE49-F238E27FC236}">
                  <a16:creationId xmlns:a16="http://schemas.microsoft.com/office/drawing/2014/main" id="{2AA2E89E-AAC5-3456-7075-B95CDD0FE93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flipH="1">
              <a:off x="282859" y="2514600"/>
              <a:ext cx="879812" cy="914400"/>
            </a:xfrm>
            <a:prstGeom prst="rect">
              <a:avLst/>
            </a:prstGeom>
          </p:spPr>
        </p:pic>
      </p:gr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Espace réservé du contenu 5">
            <a:extLst>
              <a:ext uri="{FF2B5EF4-FFF2-40B4-BE49-F238E27FC236}">
                <a16:creationId xmlns:a16="http://schemas.microsoft.com/office/drawing/2014/main" id="{8B2061D0-770C-F284-BB20-62B1C6C95539}"/>
              </a:ext>
            </a:extLst>
          </p:cNvPr>
          <p:cNvSpPr>
            <a:spLocks noGrp="1"/>
          </p:cNvSpPr>
          <p:nvPr>
            <p:ph idx="1"/>
          </p:nvPr>
        </p:nvSpPr>
        <p:spPr/>
        <p:txBody>
          <a:bodyPr anchor="t"/>
          <a:lstStyle/>
          <a:p>
            <a:pPr lvl="0"/>
            <a:r>
              <a:rPr lang="fr-FR" b="1" dirty="0" sz="1600"/>
              <a:t>UTILISATION STANDARD </a:t>
            </a:r>
          </a:p>
          <a:p>
            <a:pPr lvl="1"/>
            <a:r>
              <a:rPr lang="fr-FR" dirty="0" sz="1600"/>
              <a:t>Organisez votre gestion des tickets par équipes</a:t>
            </a:r>
          </a:p>
          <a:p>
            <a:pPr lvl="1"/>
            <a:r>
              <a:rPr lang="fr-FR" dirty="0" sz="1600"/>
              <a:t>Ayez un tableau de bord clair pour chaque employé</a:t>
            </a:r>
          </a:p>
          <a:p>
            <a:pPr lvl="1"/>
            <a:r>
              <a:rPr lang="fr-FR" dirty="0" sz="1600"/>
              <a:t>Automatisez l'attribution des tickets</a:t>
            </a:r>
          </a:p>
          <a:p>
            <a:pPr lvl="1"/>
            <a:r>
              <a:rPr lang="fr-FR" dirty="0" sz="1600"/>
              <a:t>Gérez vos SLA et recevez des alertes</a:t>
            </a:r>
          </a:p>
          <a:p>
            <a:pPr lvl="1"/>
            <a:r>
              <a:rPr lang="fr-FR" dirty="0" sz="1600"/>
              <a:t>Collectez la satisfaction client avec des enquêtes simples et automatisées</a:t>
            </a:r>
          </a:p>
          <a:p>
            <a:pPr lvl="1"/>
            <a:r>
              <a:rPr lang="fr-FR" dirty="0" sz="1600"/>
              <a:t>Créez des tickets de différentes manières :     e-mail, formulaire de site, chat, etc.</a:t>
            </a:r>
          </a:p>
          <a:p>
            <a:pPr lvl="1"/>
            <a:r>
              <a:rPr lang="fr-FR" dirty="0" sz="1600"/>
              <a:t>Suivez et facturez votre temps</a:t>
            </a:r>
          </a:p>
          <a:p>
            <a:pPr lvl="1"/>
            <a:r>
              <a:rPr lang="fr-FR" dirty="0" sz="1600"/>
              <a:t>Permettez au client d'accéder à ses tickets depuis le portail</a:t>
            </a:r>
          </a:p>
          <a:p>
            <a:pPr lvl="1"/>
            <a:r>
              <a:rPr lang="fr-FR" dirty="0" sz="1600"/>
              <a:t>Communiquez directement depuis les tickets</a:t>
            </a:r>
            <a:endParaRPr lang="fr-FR" dirty="0" sz="1600"/>
          </a:p>
        </p:txBody>
      </p:sp>
      <p:sp>
        <p:nvSpPr>
          <p:cNvPr id="4" name="Espace réservé du texte 6">
            <a:extLst>
              <a:ext uri="{FF2B5EF4-FFF2-40B4-BE49-F238E27FC236}">
                <a16:creationId xmlns:a16="http://schemas.microsoft.com/office/drawing/2014/main" id="{224BEC80-3EC3-DC49-269F-B1C030B93B83}"/>
              </a:ext>
            </a:extLst>
          </p:cNvPr>
          <p:cNvSpPr>
            <a:spLocks noGrp="1"/>
          </p:cNvSpPr>
          <p:nvPr>
            <p:ph type="body" sz="quarter" idx="13"/>
          </p:nvPr>
        </p:nvSpPr>
        <p:spPr/>
        <p:txBody>
          <a:bodyPr/>
          <a:lstStyle/>
          <a:p>
            <a:pPr/>
            <a:r>
              <a:t>BESOINS COUVERTS</a:t>
            </a:r>
            <a:endParaRPr lang="en-US"/>
          </a:p>
        </p:txBody>
      </p:sp>
      <p:sp>
        <p:nvSpPr>
          <p:cNvPr id="5" name="Titre 1">
            <a:extLst>
              <a:ext uri="{FF2B5EF4-FFF2-40B4-BE49-F238E27FC236}">
                <a16:creationId xmlns:a16="http://schemas.microsoft.com/office/drawing/2014/main" id="{3FF30C7D-F11B-556A-0F96-92D2349C3965}"/>
              </a:ext>
            </a:extLst>
          </p:cNvPr>
          <p:cNvSpPr>
            <a:spLocks noGrp="1"/>
          </p:cNvSpPr>
          <p:nvPr>
            <p:ph type="title"/>
          </p:nvPr>
        </p:nvSpPr>
        <p:spPr/>
        <p:txBody>
          <a:bodyPr/>
          <a:lstStyle/>
          <a:p>
            <a:pPr/>
            <a:r>
              <a:t>ASSISTANCE / TICKETING</a:t>
            </a:r>
          </a:p>
        </p:txBody>
      </p:sp>
      <p:grpSp>
        <p:nvGrpSpPr>
          <p:cNvPr id="7" name="Transplant"/>
          <p:cNvGrpSpPr/>
          <p:nvPr/>
        </p:nvGrpSpPr>
        <p:grpSpPr>
          <a:xfrm>
            <a:off x="7159752" y="2659793"/>
            <a:ext cx="4343400" cy="3092894"/>
            <a:chOff x="6637029" y="2562792"/>
            <a:chExt cx="4431600" cy="3155701"/>
          </a:xfrm>
        </p:grpSpPr>
        <p:pic>
          <p:nvPicPr>
            <p:cNvPr id="8" name="Image 2" descr="Une image contenant texte, capture d’écran, logiciel, ordinateur&#10;&#10;Le contenu généré par l’IA peut être incorrect.">
              <a:extLst>
                <a:ext uri="{FF2B5EF4-FFF2-40B4-BE49-F238E27FC236}">
                  <a16:creationId xmlns:a16="http://schemas.microsoft.com/office/drawing/2014/main" id="{52E61F34-B67D-1797-491A-1DC033D3A5C2}"/>
                </a:ext>
              </a:extLst>
            </p:cNvPr>
            <p:cNvPicPr>
              <a:picLocks noChangeAspect="1"/>
            </p:cNvPicPr>
            <p:nvPr/>
          </p:nvPicPr>
          <p:blipFill>
            <a:blip r:embed="rId2">
              <a:extLst>
                <a:ext uri="{28A0092B-C50C-407E-A947-70E740481C1C}">
                  <a14:useLocalDpi xmlns:a14="http://schemas.microsoft.com/office/drawing/2010/main" val="0"/>
                </a:ext>
              </a:extLst>
            </a:blip>
            <a:srcRect l="8929" t="20830" r="9101" b="20800"/>
            <a:stretch/>
          </p:blipFill>
          <p:spPr>
            <a:xfrm>
              <a:off x="6637029" y="2562792"/>
              <a:ext cx="4431600" cy="3155701"/>
            </a:xfrm>
            <a:prstGeom prst="rect">
              <a:avLst/>
            </a:prstGeom>
          </p:spPr>
        </p:pic>
      </p:gr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Espace réservé du contenu 1">
            <a:extLst>
              <a:ext uri="{FF2B5EF4-FFF2-40B4-BE49-F238E27FC236}">
                <a16:creationId xmlns:a16="http://schemas.microsoft.com/office/drawing/2014/main" id="{0A5657A9-CF1F-01C4-4C0C-3F4405FBA315}"/>
              </a:ext>
            </a:extLst>
          </p:cNvPr>
          <p:cNvSpPr>
            <a:spLocks noGrp="1"/>
          </p:cNvSpPr>
          <p:nvPr>
            <p:ph idx="1"/>
          </p:nvPr>
        </p:nvSpPr>
        <p:spPr/>
        <p:txBody>
          <a:bodyPr anchor="t"/>
          <a:lstStyle/>
          <a:p>
            <a:pPr lvl="0"/>
            <a:r>
              <a:rPr lang="fr-FR" b="1" dirty="0" sz="1600"/>
              <a:t>CUSTOMISATIONS</a:t>
            </a:r>
          </a:p>
          <a:p>
            <a:pPr lvl="1"/>
            <a:r>
              <a:rPr lang="fr-FR" dirty="0" sz="1600"/>
              <a:t>Mettez l’accent sur les principaux changements, difficultés, coûts, développeurs spécifiques pour couvrir les besoins importants – Donnez une liste des besoins dans ce cas</a:t>
            </a:r>
          </a:p>
        </p:txBody>
      </p:sp>
      <p:sp>
        <p:nvSpPr>
          <p:cNvPr id="4" name="Titre 2">
            <a:extLst>
              <a:ext uri="{FF2B5EF4-FFF2-40B4-BE49-F238E27FC236}">
                <a16:creationId xmlns:a16="http://schemas.microsoft.com/office/drawing/2014/main" id="{618815FA-3CAE-65F3-B971-C63D5E259378}"/>
              </a:ext>
            </a:extLst>
          </p:cNvPr>
          <p:cNvSpPr>
            <a:spLocks noGrp="1"/>
          </p:cNvSpPr>
          <p:nvPr>
            <p:ph type="title"/>
          </p:nvPr>
        </p:nvSpPr>
        <p:spPr/>
        <p:txBody>
          <a:bodyPr/>
          <a:lstStyle/>
          <a:p>
            <a:pPr/>
            <a:r>
              <a:t>ASSISTANCE / TICKETING</a:t>
            </a:r>
          </a:p>
        </p:txBody>
      </p:sp>
      <p:sp>
        <p:nvSpPr>
          <p:cNvPr id="5" name="Espace réservé du texte 3">
            <a:extLst>
              <a:ext uri="{FF2B5EF4-FFF2-40B4-BE49-F238E27FC236}">
                <a16:creationId xmlns:a16="http://schemas.microsoft.com/office/drawing/2014/main" id="{6BB8E998-5BC1-3D30-5A40-7A17CB479142}"/>
              </a:ext>
            </a:extLst>
          </p:cNvPr>
          <p:cNvSpPr>
            <a:spLocks noGrp="1"/>
          </p:cNvSpPr>
          <p:nvPr>
            <p:ph type="body" sz="quarter" idx="13"/>
          </p:nvPr>
        </p:nvSpPr>
        <p:spPr/>
        <p:txBody>
          <a:bodyPr/>
          <a:lstStyle/>
          <a:p>
            <a:pPr/>
            <a:r>
              <a:t>BESOINS COUVERTS</a:t>
            </a:r>
            <a:endParaRPr lang="en-US"/>
          </a:p>
        </p:txBody>
      </p:sp>
      <p:grpSp>
        <p:nvGrpSpPr>
          <p:cNvPr id="6" name="Transplant"/>
          <p:cNvGrpSpPr/>
          <p:nvPr/>
        </p:nvGrpSpPr>
        <p:grpSpPr>
          <a:xfrm>
            <a:off x="164592" y="2395885"/>
            <a:ext cx="457200" cy="475173"/>
            <a:chOff x="263525" y="2514600"/>
            <a:chExt cx="879812" cy="914400"/>
          </a:xfrm>
        </p:grpSpPr>
        <p:pic>
          <p:nvPicPr>
            <p:cNvPr id="7" name="Graphique 1" descr="Stylo avec un remplissage uni">
              <a:extLst>
                <a:ext uri="{FF2B5EF4-FFF2-40B4-BE49-F238E27FC236}">
                  <a16:creationId xmlns:a16="http://schemas.microsoft.com/office/drawing/2014/main" id="{507D42DF-BFFE-3E44-55A0-328214C2A11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flipH="1">
              <a:off x="263525" y="2514600"/>
              <a:ext cx="879812" cy="914400"/>
            </a:xfrm>
            <a:prstGeom prst="rect">
              <a:avLst/>
            </a:prstGeom>
          </p:spPr>
        </p:pic>
      </p:gr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Espace réservé du contenu 5">
            <a:extLst>
              <a:ext uri="{FF2B5EF4-FFF2-40B4-BE49-F238E27FC236}">
                <a16:creationId xmlns:a16="http://schemas.microsoft.com/office/drawing/2014/main" id="{8B2061D0-770C-F284-BB20-62B1C6C95539}"/>
              </a:ext>
            </a:extLst>
          </p:cNvPr>
          <p:cNvSpPr>
            <a:spLocks noGrp="1"/>
          </p:cNvSpPr>
          <p:nvPr>
            <p:ph idx="1"/>
          </p:nvPr>
        </p:nvSpPr>
        <p:spPr/>
        <p:txBody>
          <a:bodyPr anchor="t"/>
          <a:lstStyle/>
          <a:p>
            <a:pPr lvl="0"/>
            <a:r>
              <a:rPr lang="fr-FR" b="1" dirty="0" sz="1600"/>
              <a:t>UTILISATION STANDARD</a:t>
            </a:r>
          </a:p>
          <a:p>
            <a:pPr lvl="1"/>
            <a:r>
              <a:rPr lang="fr-FR" dirty="0" sz="1600"/>
              <a:t>Organisez vos horaires</a:t>
            </a:r>
          </a:p>
          <a:p>
            <a:pPr lvl="1"/>
            <a:r>
              <a:rPr lang="fr-FR" dirty="0" sz="1600"/>
              <a:t>Assignez des employés aux différents shifts</a:t>
            </a:r>
          </a:p>
          <a:p>
            <a:pPr lvl="1"/>
            <a:r>
              <a:rPr lang="fr-FR" dirty="0" sz="1600"/>
              <a:t>Gérez les demandes de changement de shift</a:t>
            </a:r>
          </a:p>
          <a:p>
            <a:pPr lvl="1"/>
            <a:r>
              <a:rPr lang="fr-FR" dirty="0" sz="1600"/>
              <a:t>Validez et publiez votre planning</a:t>
            </a:r>
            <a:endParaRPr lang="fr-FR" dirty="0" sz="1600"/>
          </a:p>
        </p:txBody>
      </p:sp>
      <p:sp>
        <p:nvSpPr>
          <p:cNvPr id="4" name="Espace réservé du texte 6">
            <a:extLst>
              <a:ext uri="{FF2B5EF4-FFF2-40B4-BE49-F238E27FC236}">
                <a16:creationId xmlns:a16="http://schemas.microsoft.com/office/drawing/2014/main" id="{224BEC80-3EC3-DC49-269F-B1C030B93B83}"/>
              </a:ext>
            </a:extLst>
          </p:cNvPr>
          <p:cNvSpPr>
            <a:spLocks noGrp="1"/>
          </p:cNvSpPr>
          <p:nvPr>
            <p:ph type="body" sz="quarter" idx="13"/>
          </p:nvPr>
        </p:nvSpPr>
        <p:spPr/>
        <p:txBody>
          <a:bodyPr/>
          <a:lstStyle/>
          <a:p>
            <a:pPr/>
            <a:r>
              <a:t>BESOINS COUVERTS</a:t>
            </a:r>
            <a:endParaRPr lang="en-US"/>
          </a:p>
        </p:txBody>
      </p:sp>
      <p:sp>
        <p:nvSpPr>
          <p:cNvPr id="5" name="Titre 1">
            <a:extLst>
              <a:ext uri="{FF2B5EF4-FFF2-40B4-BE49-F238E27FC236}">
                <a16:creationId xmlns:a16="http://schemas.microsoft.com/office/drawing/2014/main" id="{3FF30C7D-F11B-556A-0F96-92D2349C3965}"/>
              </a:ext>
            </a:extLst>
          </p:cNvPr>
          <p:cNvSpPr>
            <a:spLocks noGrp="1"/>
          </p:cNvSpPr>
          <p:nvPr>
            <p:ph type="title"/>
          </p:nvPr>
        </p:nvSpPr>
        <p:spPr/>
        <p:txBody>
          <a:bodyPr/>
          <a:lstStyle/>
          <a:p>
            <a:pPr/>
            <a:r>
              <a:t>PLANNING</a:t>
            </a:r>
          </a:p>
        </p:txBody>
      </p:sp>
      <p:grpSp>
        <p:nvGrpSpPr>
          <p:cNvPr id="7" name="Transplant"/>
          <p:cNvGrpSpPr/>
          <p:nvPr/>
        </p:nvGrpSpPr>
        <p:grpSpPr>
          <a:xfrm>
            <a:off x="7159752" y="2658758"/>
            <a:ext cx="4343400" cy="3094963"/>
            <a:chOff x="6547200" y="2561737"/>
            <a:chExt cx="4431600" cy="3157812"/>
          </a:xfrm>
        </p:grpSpPr>
        <p:pic>
          <p:nvPicPr>
            <p:cNvPr id="8" name="Image 2" descr="Une image contenant texte, capture d’écran, logiciel, ordinateur&#10;&#10;Le contenu généré par l’IA peut être incorrect.">
              <a:extLst>
                <a:ext uri="{FF2B5EF4-FFF2-40B4-BE49-F238E27FC236}">
                  <a16:creationId xmlns:a16="http://schemas.microsoft.com/office/drawing/2014/main" id="{9345C74E-7625-AEA6-864F-8C7AD157838E}"/>
                </a:ext>
              </a:extLst>
            </p:cNvPr>
            <p:cNvPicPr>
              <a:picLocks noChangeAspect="1"/>
            </p:cNvPicPr>
            <p:nvPr/>
          </p:nvPicPr>
          <p:blipFill>
            <a:blip r:embed="rId2">
              <a:extLst>
                <a:ext uri="{28A0092B-C50C-407E-A947-70E740481C1C}">
                  <a14:useLocalDpi xmlns:a14="http://schemas.microsoft.com/office/drawing/2010/main" val="0"/>
                </a:ext>
              </a:extLst>
            </a:blip>
            <a:srcRect l="9067" t="20768" r="9016" b="20862"/>
            <a:stretch/>
          </p:blipFill>
          <p:spPr>
            <a:xfrm>
              <a:off x="6547200" y="2561737"/>
              <a:ext cx="4431600" cy="3157812"/>
            </a:xfrm>
            <a:prstGeom prst="rect">
              <a:avLst/>
            </a:prstGeom>
          </p:spPr>
        </p:pic>
      </p:gr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Espace réservé du contenu 1">
            <a:extLst>
              <a:ext uri="{FF2B5EF4-FFF2-40B4-BE49-F238E27FC236}">
                <a16:creationId xmlns:a16="http://schemas.microsoft.com/office/drawing/2014/main" id="{0A5657A9-CF1F-01C4-4C0C-3F4405FBA315}"/>
              </a:ext>
            </a:extLst>
          </p:cNvPr>
          <p:cNvSpPr>
            <a:spLocks noGrp="1"/>
          </p:cNvSpPr>
          <p:nvPr>
            <p:ph idx="1"/>
          </p:nvPr>
        </p:nvSpPr>
        <p:spPr/>
        <p:txBody>
          <a:bodyPr anchor="t"/>
          <a:lstStyle/>
          <a:p>
            <a:pPr lvl="0"/>
            <a:r>
              <a:rPr lang="fr-FR" b="1" dirty="0" sz="1600"/>
              <a:t>CUSTOMISATIONS</a:t>
            </a:r>
          </a:p>
          <a:p>
            <a:pPr lvl="1"/>
            <a:r>
              <a:rPr lang="fr-FR" dirty="0" sz="1600"/>
              <a:t>Mettez l’accent sur les principaux changements, difficultés, coûts, développeurs spécifiques pour couvrir les besoins importants – Donnez une liste des besoins dans ce cas.</a:t>
            </a:r>
          </a:p>
        </p:txBody>
      </p:sp>
      <p:sp>
        <p:nvSpPr>
          <p:cNvPr id="4" name="Titre 2">
            <a:extLst>
              <a:ext uri="{FF2B5EF4-FFF2-40B4-BE49-F238E27FC236}">
                <a16:creationId xmlns:a16="http://schemas.microsoft.com/office/drawing/2014/main" id="{618815FA-3CAE-65F3-B971-C63D5E259378}"/>
              </a:ext>
            </a:extLst>
          </p:cNvPr>
          <p:cNvSpPr>
            <a:spLocks noGrp="1"/>
          </p:cNvSpPr>
          <p:nvPr>
            <p:ph type="title"/>
          </p:nvPr>
        </p:nvSpPr>
        <p:spPr/>
        <p:txBody>
          <a:bodyPr/>
          <a:lstStyle/>
          <a:p>
            <a:pPr/>
            <a:r>
              <a:t>PLANNING</a:t>
            </a:r>
          </a:p>
        </p:txBody>
      </p:sp>
      <p:sp>
        <p:nvSpPr>
          <p:cNvPr id="5" name="Espace réservé du texte 3">
            <a:extLst>
              <a:ext uri="{FF2B5EF4-FFF2-40B4-BE49-F238E27FC236}">
                <a16:creationId xmlns:a16="http://schemas.microsoft.com/office/drawing/2014/main" id="{6BB8E998-5BC1-3D30-5A40-7A17CB479142}"/>
              </a:ext>
            </a:extLst>
          </p:cNvPr>
          <p:cNvSpPr>
            <a:spLocks noGrp="1"/>
          </p:cNvSpPr>
          <p:nvPr>
            <p:ph type="body" sz="quarter" idx="13"/>
          </p:nvPr>
        </p:nvSpPr>
        <p:spPr/>
        <p:txBody>
          <a:bodyPr/>
          <a:lstStyle/>
          <a:p>
            <a:pPr/>
            <a:r>
              <a:t>BESOINS COUVERTS</a:t>
            </a:r>
            <a:endParaRPr lang="en-US"/>
          </a:p>
        </p:txBody>
      </p:sp>
      <p:grpSp>
        <p:nvGrpSpPr>
          <p:cNvPr id="6" name="Transplant"/>
          <p:cNvGrpSpPr/>
          <p:nvPr/>
        </p:nvGrpSpPr>
        <p:grpSpPr>
          <a:xfrm>
            <a:off x="164592" y="2395885"/>
            <a:ext cx="457200" cy="475173"/>
            <a:chOff x="221453" y="2514600"/>
            <a:chExt cx="879812" cy="914400"/>
          </a:xfrm>
        </p:grpSpPr>
        <p:pic>
          <p:nvPicPr>
            <p:cNvPr id="7" name="Graphique 1" descr="Stylo avec un remplissage uni">
              <a:extLst>
                <a:ext uri="{FF2B5EF4-FFF2-40B4-BE49-F238E27FC236}">
                  <a16:creationId xmlns:a16="http://schemas.microsoft.com/office/drawing/2014/main" id="{323F876E-CF8A-D8FD-B4FF-857A2DA3BD0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flipH="1">
              <a:off x="221453" y="2514600"/>
              <a:ext cx="879812" cy="914400"/>
            </a:xfrm>
            <a:prstGeom prst="rect">
              <a:avLst/>
            </a:prstGeom>
          </p:spPr>
        </p:pic>
      </p:gr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Espace réservé du contenu 5">
            <a:extLst>
              <a:ext uri="{FF2B5EF4-FFF2-40B4-BE49-F238E27FC236}">
                <a16:creationId xmlns:a16="http://schemas.microsoft.com/office/drawing/2014/main" id="{8B2061D0-770C-F284-BB20-62B1C6C95539}"/>
              </a:ext>
            </a:extLst>
          </p:cNvPr>
          <p:cNvSpPr>
            <a:spLocks noGrp="1"/>
          </p:cNvSpPr>
          <p:nvPr>
            <p:ph idx="1"/>
          </p:nvPr>
        </p:nvSpPr>
        <p:spPr/>
        <p:txBody>
          <a:bodyPr anchor="t"/>
          <a:lstStyle/>
          <a:p>
            <a:pPr lvl="0"/>
            <a:r>
              <a:rPr lang="fr-FR" b="1" dirty="0" sz="1600"/>
              <a:t>UTILISATION STANDARD</a:t>
            </a:r>
          </a:p>
          <a:p>
            <a:pPr lvl="1"/>
            <a:r>
              <a:rPr lang="fr-FR" dirty="0" sz="1600"/>
              <a:t>Envoyez des newsletters à partir d'un modèle d'email</a:t>
            </a:r>
          </a:p>
          <a:p>
            <a:pPr lvl="1"/>
            <a:r>
              <a:rPr lang="fr-FR" dirty="0" sz="1600"/>
              <a:t>Gérez vos listes de diffusion</a:t>
            </a:r>
          </a:p>
          <a:p>
            <a:pPr lvl="1"/>
            <a:r>
              <a:rPr lang="fr-FR" dirty="0" sz="1600"/>
              <a:t>Gérez vos listes noires</a:t>
            </a:r>
          </a:p>
          <a:p>
            <a:pPr lvl="1"/>
            <a:r>
              <a:rPr lang="fr-FR" dirty="0" sz="1600"/>
              <a:t>Analysez la livraison : ouvert, délivré, cliqué, répondu…</a:t>
            </a:r>
          </a:p>
          <a:p>
            <a:pPr lvl="1"/>
            <a:r>
              <a:rPr lang="fr-FR" dirty="0" sz="1600"/>
              <a:t>Analysez les raisons de désinscription</a:t>
            </a:r>
          </a:p>
          <a:p>
            <a:pPr lvl="1"/>
            <a:r>
              <a:rPr lang="fr-FR" dirty="0" sz="1600"/>
              <a:t>Permettez aux utilisateurs de sélectionner leurs favoris</a:t>
            </a:r>
          </a:p>
          <a:p>
            <a:pPr lvl="1"/>
            <a:endParaRPr lang="fr-FR" dirty="0" sz="1600"/>
          </a:p>
          <a:p>
            <a:r>
              <a:rPr lang="fr-FR" dirty="0" sz="1600"/>
              <a:t>Disponible également avec : marketing par SMS et marketing sur les réseaux sociaux.</a:t>
            </a:r>
          </a:p>
        </p:txBody>
      </p:sp>
      <p:sp>
        <p:nvSpPr>
          <p:cNvPr id="4" name="Espace réservé du texte 6">
            <a:extLst>
              <a:ext uri="{FF2B5EF4-FFF2-40B4-BE49-F238E27FC236}">
                <a16:creationId xmlns:a16="http://schemas.microsoft.com/office/drawing/2014/main" id="{224BEC80-3EC3-DC49-269F-B1C030B93B83}"/>
              </a:ext>
            </a:extLst>
          </p:cNvPr>
          <p:cNvSpPr>
            <a:spLocks noGrp="1"/>
          </p:cNvSpPr>
          <p:nvPr>
            <p:ph type="body" sz="quarter" idx="13"/>
          </p:nvPr>
        </p:nvSpPr>
        <p:spPr/>
        <p:txBody>
          <a:bodyPr/>
          <a:lstStyle/>
          <a:p>
            <a:pPr/>
            <a:r>
              <a:t>BESOINS COUVERTS</a:t>
            </a:r>
            <a:endParaRPr lang="en-US"/>
          </a:p>
        </p:txBody>
      </p:sp>
      <p:sp>
        <p:nvSpPr>
          <p:cNvPr id="5" name="Titre 1">
            <a:extLst>
              <a:ext uri="{FF2B5EF4-FFF2-40B4-BE49-F238E27FC236}">
                <a16:creationId xmlns:a16="http://schemas.microsoft.com/office/drawing/2014/main" id="{3FF30C7D-F11B-556A-0F96-92D2349C3965}"/>
              </a:ext>
            </a:extLst>
          </p:cNvPr>
          <p:cNvSpPr>
            <a:spLocks noGrp="1"/>
          </p:cNvSpPr>
          <p:nvPr>
            <p:ph type="title"/>
          </p:nvPr>
        </p:nvSpPr>
        <p:spPr/>
        <p:txBody>
          <a:bodyPr/>
          <a:lstStyle/>
          <a:p>
            <a:pPr/>
            <a:r>
              <a:t>EMAIL MARKETING</a:t>
            </a:r>
          </a:p>
        </p:txBody>
      </p:sp>
      <p:grpSp>
        <p:nvGrpSpPr>
          <p:cNvPr id="7" name="Transplant"/>
          <p:cNvGrpSpPr/>
          <p:nvPr/>
        </p:nvGrpSpPr>
        <p:grpSpPr>
          <a:xfrm>
            <a:off x="7159752" y="2658758"/>
            <a:ext cx="4343400" cy="3094963"/>
            <a:chOff x="6547200" y="2561737"/>
            <a:chExt cx="4431600" cy="3157812"/>
          </a:xfrm>
        </p:grpSpPr>
        <p:pic>
          <p:nvPicPr>
            <p:cNvPr id="8" name="Image 2" descr="Une image contenant texte, capture d’écran, logiciel, ordinateur&#10;&#10;Le contenu généré par l’IA peut être incorrect.">
              <a:extLst>
                <a:ext uri="{FF2B5EF4-FFF2-40B4-BE49-F238E27FC236}">
                  <a16:creationId xmlns:a16="http://schemas.microsoft.com/office/drawing/2014/main" id="{0C588F5A-4DAD-1BCE-C512-B0FDC1E3964A}"/>
                </a:ext>
              </a:extLst>
            </p:cNvPr>
            <p:cNvPicPr>
              <a:picLocks noChangeAspect="1"/>
            </p:cNvPicPr>
            <p:nvPr/>
          </p:nvPicPr>
          <p:blipFill>
            <a:blip r:embed="rId2">
              <a:extLst>
                <a:ext uri="{28A0092B-C50C-407E-A947-70E740481C1C}">
                  <a14:useLocalDpi xmlns:a14="http://schemas.microsoft.com/office/drawing/2010/main" val="0"/>
                </a:ext>
              </a:extLst>
            </a:blip>
            <a:srcRect l="9067" t="20768" r="9016" b="20862"/>
            <a:stretch/>
          </p:blipFill>
          <p:spPr>
            <a:xfrm>
              <a:off x="6547200" y="2561737"/>
              <a:ext cx="4431600" cy="3157812"/>
            </a:xfrm>
            <a:prstGeom prst="rect">
              <a:avLst/>
            </a:prstGeom>
          </p:spPr>
        </p:pic>
      </p:gr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Espace réservé du contenu 1">
            <a:extLst>
              <a:ext uri="{FF2B5EF4-FFF2-40B4-BE49-F238E27FC236}">
                <a16:creationId xmlns:a16="http://schemas.microsoft.com/office/drawing/2014/main" id="{0A5657A9-CF1F-01C4-4C0C-3F4405FBA315}"/>
              </a:ext>
            </a:extLst>
          </p:cNvPr>
          <p:cNvSpPr>
            <a:spLocks noGrp="1"/>
          </p:cNvSpPr>
          <p:nvPr>
            <p:ph idx="1"/>
          </p:nvPr>
        </p:nvSpPr>
        <p:spPr/>
        <p:txBody>
          <a:bodyPr anchor="t"/>
          <a:lstStyle/>
          <a:p>
            <a:pPr lvl="0"/>
            <a:r>
              <a:rPr lang="fr-FR" b="1" dirty="0" sz="1600"/>
              <a:t>CUSTOMISATIONS </a:t>
            </a:r>
          </a:p>
          <a:p>
            <a:pPr lvl="1"/>
            <a:r>
              <a:rPr lang="fr-FR" dirty="0" sz="1600"/>
              <a:t>Mettez l’accent sur les principaux changements, difficultés, coûts, développeurs spécifiques pour couvrir les besoins importants – Donnez une liste des besoins dans ce cas</a:t>
            </a:r>
          </a:p>
        </p:txBody>
      </p:sp>
      <p:sp>
        <p:nvSpPr>
          <p:cNvPr id="4" name="Titre 2">
            <a:extLst>
              <a:ext uri="{FF2B5EF4-FFF2-40B4-BE49-F238E27FC236}">
                <a16:creationId xmlns:a16="http://schemas.microsoft.com/office/drawing/2014/main" id="{618815FA-3CAE-65F3-B971-C63D5E259378}"/>
              </a:ext>
            </a:extLst>
          </p:cNvPr>
          <p:cNvSpPr>
            <a:spLocks noGrp="1"/>
          </p:cNvSpPr>
          <p:nvPr>
            <p:ph type="title"/>
          </p:nvPr>
        </p:nvSpPr>
        <p:spPr/>
        <p:txBody>
          <a:bodyPr/>
          <a:lstStyle/>
          <a:p>
            <a:pPr/>
            <a:r>
              <a:t>EMAIL MARKETING</a:t>
            </a:r>
          </a:p>
        </p:txBody>
      </p:sp>
      <p:sp>
        <p:nvSpPr>
          <p:cNvPr id="5" name="Espace réservé du texte 3">
            <a:extLst>
              <a:ext uri="{FF2B5EF4-FFF2-40B4-BE49-F238E27FC236}">
                <a16:creationId xmlns:a16="http://schemas.microsoft.com/office/drawing/2014/main" id="{6BB8E998-5BC1-3D30-5A40-7A17CB479142}"/>
              </a:ext>
            </a:extLst>
          </p:cNvPr>
          <p:cNvSpPr>
            <a:spLocks noGrp="1"/>
          </p:cNvSpPr>
          <p:nvPr>
            <p:ph type="body" sz="quarter" idx="13"/>
          </p:nvPr>
        </p:nvSpPr>
        <p:spPr/>
        <p:txBody>
          <a:bodyPr/>
          <a:lstStyle/>
          <a:p>
            <a:pPr/>
            <a:r>
              <a:t>BESOINS COUVERTS</a:t>
            </a:r>
            <a:endParaRPr lang="en-US"/>
          </a:p>
        </p:txBody>
      </p:sp>
      <p:grpSp>
        <p:nvGrpSpPr>
          <p:cNvPr id="6" name="Transplant"/>
          <p:cNvGrpSpPr/>
          <p:nvPr/>
        </p:nvGrpSpPr>
        <p:grpSpPr>
          <a:xfrm>
            <a:off x="164592" y="2395885"/>
            <a:ext cx="457200" cy="475173"/>
            <a:chOff x="263525" y="2514600"/>
            <a:chExt cx="879812" cy="914400"/>
          </a:xfrm>
        </p:grpSpPr>
        <p:pic>
          <p:nvPicPr>
            <p:cNvPr id="7" name="Graphique 1" descr="Stylo avec un remplissage uni">
              <a:extLst>
                <a:ext uri="{FF2B5EF4-FFF2-40B4-BE49-F238E27FC236}">
                  <a16:creationId xmlns:a16="http://schemas.microsoft.com/office/drawing/2014/main" id="{48AC25F2-A7E5-FEBD-14BA-29601326D22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flipH="1">
              <a:off x="263525" y="2514600"/>
              <a:ext cx="879812" cy="914400"/>
            </a:xfrm>
            <a:prstGeom prst="rect">
              <a:avLst/>
            </a:prstGeom>
          </p:spPr>
        </p:pic>
      </p:gr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Espace réservé du contenu 5">
            <a:extLst>
              <a:ext uri="{FF2B5EF4-FFF2-40B4-BE49-F238E27FC236}">
                <a16:creationId xmlns:a16="http://schemas.microsoft.com/office/drawing/2014/main" id="{8B2061D0-770C-F284-BB20-62B1C6C95539}"/>
              </a:ext>
            </a:extLst>
          </p:cNvPr>
          <p:cNvSpPr>
            <a:spLocks noGrp="1"/>
          </p:cNvSpPr>
          <p:nvPr>
            <p:ph idx="1"/>
          </p:nvPr>
        </p:nvSpPr>
        <p:spPr/>
        <p:txBody>
          <a:bodyPr anchor="t"/>
          <a:lstStyle/>
          <a:p>
            <a:pPr lvl="0"/>
            <a:r>
              <a:rPr lang="fr-FR" b="1" dirty="0" sz="1600"/>
              <a:t>UTILISATION STANDARD </a:t>
            </a:r>
          </a:p>
          <a:p>
            <a:pPr lvl="1"/>
            <a:r>
              <a:rPr lang="fr-FR" dirty="0" sz="1600"/>
              <a:t>Créez des campagnes basées sur des déclencheurs (par e-mail, contact, commande, visite e-commerce, etc.)</a:t>
            </a:r>
          </a:p>
          <a:p>
            <a:pPr lvl="1"/>
            <a:r>
              <a:rPr lang="fr-FR" dirty="0" sz="1600"/>
              <a:t>Envoyez et suivez les e-mails</a:t>
            </a:r>
          </a:p>
          <a:p>
            <a:pPr lvl="1"/>
            <a:r>
              <a:rPr lang="fr-FR" dirty="0" sz="1600"/>
              <a:t>Automatisez également des actions dans le système : attribuer des points, modifier des champs, créer des actions pour les employés</a:t>
            </a:r>
          </a:p>
          <a:p>
            <a:pPr lvl="1"/>
            <a:r>
              <a:rPr lang="fr-FR" dirty="0" sz="1600"/>
              <a:t>Analysez les personnes dans les flux, les actions effectuées et les prochaines étapes à réaliser</a:t>
            </a:r>
            <a:endParaRPr lang="fr-FR" dirty="0" sz="1600"/>
          </a:p>
        </p:txBody>
      </p:sp>
      <p:sp>
        <p:nvSpPr>
          <p:cNvPr id="4" name="Espace réservé du texte 6">
            <a:extLst>
              <a:ext uri="{FF2B5EF4-FFF2-40B4-BE49-F238E27FC236}">
                <a16:creationId xmlns:a16="http://schemas.microsoft.com/office/drawing/2014/main" id="{224BEC80-3EC3-DC49-269F-B1C030B93B83}"/>
              </a:ext>
            </a:extLst>
          </p:cNvPr>
          <p:cNvSpPr>
            <a:spLocks noGrp="1"/>
          </p:cNvSpPr>
          <p:nvPr>
            <p:ph type="body" sz="quarter" idx="13"/>
          </p:nvPr>
        </p:nvSpPr>
        <p:spPr/>
        <p:txBody>
          <a:bodyPr/>
          <a:lstStyle/>
          <a:p>
            <a:pPr/>
            <a:r>
              <a:t>BESOINS COUVERTS</a:t>
            </a:r>
            <a:endParaRPr lang="en-US"/>
          </a:p>
        </p:txBody>
      </p:sp>
      <p:sp>
        <p:nvSpPr>
          <p:cNvPr id="5" name="Titre 1">
            <a:extLst>
              <a:ext uri="{FF2B5EF4-FFF2-40B4-BE49-F238E27FC236}">
                <a16:creationId xmlns:a16="http://schemas.microsoft.com/office/drawing/2014/main" id="{3FF30C7D-F11B-556A-0F96-92D2349C3965}"/>
              </a:ext>
            </a:extLst>
          </p:cNvPr>
          <p:cNvSpPr>
            <a:spLocks noGrp="1"/>
          </p:cNvSpPr>
          <p:nvPr>
            <p:ph type="title"/>
          </p:nvPr>
        </p:nvSpPr>
        <p:spPr/>
        <p:txBody>
          <a:bodyPr/>
          <a:lstStyle/>
          <a:p>
            <a:pPr/>
            <a:r>
              <a:t>MARKETING AUTOMATION</a:t>
            </a:r>
          </a:p>
        </p:txBody>
      </p:sp>
      <p:grpSp>
        <p:nvGrpSpPr>
          <p:cNvPr id="7" name="Transplant"/>
          <p:cNvGrpSpPr/>
          <p:nvPr/>
        </p:nvGrpSpPr>
        <p:grpSpPr>
          <a:xfrm>
            <a:off x="7159752" y="2660210"/>
            <a:ext cx="4343400" cy="3092059"/>
            <a:chOff x="6547200" y="2563218"/>
            <a:chExt cx="4431600" cy="3154849"/>
          </a:xfrm>
        </p:grpSpPr>
        <p:pic>
          <p:nvPicPr>
            <p:cNvPr id="8" name="Image 2" descr="Une image contenant Appareils électroniques, texte, capture d’écran, ordinateur&#10;&#10;Le contenu généré par l’IA peut être incorrect.">
              <a:extLst>
                <a:ext uri="{FF2B5EF4-FFF2-40B4-BE49-F238E27FC236}">
                  <a16:creationId xmlns:a16="http://schemas.microsoft.com/office/drawing/2014/main" id="{B69B42FF-FA12-4E78-4132-D1061B267954}"/>
                </a:ext>
              </a:extLst>
            </p:cNvPr>
            <p:cNvPicPr>
              <a:picLocks noChangeAspect="1"/>
            </p:cNvPicPr>
            <p:nvPr/>
          </p:nvPicPr>
          <p:blipFill>
            <a:blip r:embed="rId2">
              <a:extLst>
                <a:ext uri="{28A0092B-C50C-407E-A947-70E740481C1C}">
                  <a14:useLocalDpi xmlns:a14="http://schemas.microsoft.com/office/drawing/2010/main" val="0"/>
                </a:ext>
              </a:extLst>
            </a:blip>
            <a:srcRect l="9148" t="20871" r="8937" b="20812"/>
            <a:stretch/>
          </p:blipFill>
          <p:spPr>
            <a:xfrm>
              <a:off x="6547200" y="2563218"/>
              <a:ext cx="4431600" cy="3154849"/>
            </a:xfrm>
            <a:prstGeom prst="rect">
              <a:avLst/>
            </a:prstGeom>
          </p:spPr>
        </p:pic>
      </p:gr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Espace réservé du contenu 1">
            <a:extLst>
              <a:ext uri="{FF2B5EF4-FFF2-40B4-BE49-F238E27FC236}">
                <a16:creationId xmlns:a16="http://schemas.microsoft.com/office/drawing/2014/main" id="{0A5657A9-CF1F-01C4-4C0C-3F4405FBA315}"/>
              </a:ext>
            </a:extLst>
          </p:cNvPr>
          <p:cNvSpPr>
            <a:spLocks noGrp="1"/>
          </p:cNvSpPr>
          <p:nvPr>
            <p:ph idx="1"/>
          </p:nvPr>
        </p:nvSpPr>
        <p:spPr/>
        <p:txBody>
          <a:bodyPr anchor="t"/>
          <a:lstStyle/>
          <a:p>
            <a:pPr lvl="0"/>
            <a:r>
              <a:rPr lang="fr-FR" b="1" dirty="0" sz="1600"/>
              <a:t>CUSTOMISATIONS </a:t>
            </a:r>
          </a:p>
          <a:p>
            <a:pPr lvl="1"/>
            <a:r>
              <a:rPr lang="fr-FR" dirty="0" sz="1600"/>
              <a:t>Mettez l’accent sur les principaux changements, difficultés, coûts, développeurs spécifiques pour couvrir les besoins importants – Donnez une liste des besoins dans ce cas</a:t>
            </a:r>
          </a:p>
        </p:txBody>
      </p:sp>
      <p:sp>
        <p:nvSpPr>
          <p:cNvPr id="4" name="Titre 2">
            <a:extLst>
              <a:ext uri="{FF2B5EF4-FFF2-40B4-BE49-F238E27FC236}">
                <a16:creationId xmlns:a16="http://schemas.microsoft.com/office/drawing/2014/main" id="{618815FA-3CAE-65F3-B971-C63D5E259378}"/>
              </a:ext>
            </a:extLst>
          </p:cNvPr>
          <p:cNvSpPr>
            <a:spLocks noGrp="1"/>
          </p:cNvSpPr>
          <p:nvPr>
            <p:ph type="title"/>
          </p:nvPr>
        </p:nvSpPr>
        <p:spPr/>
        <p:txBody>
          <a:bodyPr/>
          <a:lstStyle/>
          <a:p>
            <a:pPr/>
            <a:r>
              <a:t>MARKETING AUTOMATION</a:t>
            </a:r>
          </a:p>
        </p:txBody>
      </p:sp>
      <p:sp>
        <p:nvSpPr>
          <p:cNvPr id="5" name="Espace réservé du texte 3">
            <a:extLst>
              <a:ext uri="{FF2B5EF4-FFF2-40B4-BE49-F238E27FC236}">
                <a16:creationId xmlns:a16="http://schemas.microsoft.com/office/drawing/2014/main" id="{6BB8E998-5BC1-3D30-5A40-7A17CB479142}"/>
              </a:ext>
            </a:extLst>
          </p:cNvPr>
          <p:cNvSpPr>
            <a:spLocks noGrp="1"/>
          </p:cNvSpPr>
          <p:nvPr>
            <p:ph type="body" sz="quarter" idx="13"/>
          </p:nvPr>
        </p:nvSpPr>
        <p:spPr/>
        <p:txBody>
          <a:bodyPr/>
          <a:lstStyle/>
          <a:p>
            <a:pPr/>
            <a:r>
              <a:t>BESOINS COUVERTS</a:t>
            </a:r>
            <a:endParaRPr lang="en-US"/>
          </a:p>
        </p:txBody>
      </p:sp>
      <p:grpSp>
        <p:nvGrpSpPr>
          <p:cNvPr id="6" name="Transplant"/>
          <p:cNvGrpSpPr/>
          <p:nvPr/>
        </p:nvGrpSpPr>
        <p:grpSpPr>
          <a:xfrm>
            <a:off x="164592" y="2395885"/>
            <a:ext cx="457200" cy="475173"/>
            <a:chOff x="242258" y="2514600"/>
            <a:chExt cx="879812" cy="914400"/>
          </a:xfrm>
        </p:grpSpPr>
        <p:pic>
          <p:nvPicPr>
            <p:cNvPr id="7" name="Graphique 1" descr="Stylo avec un remplissage uni">
              <a:extLst>
                <a:ext uri="{FF2B5EF4-FFF2-40B4-BE49-F238E27FC236}">
                  <a16:creationId xmlns:a16="http://schemas.microsoft.com/office/drawing/2014/main" id="{00874109-035F-C33B-04D1-65B73CC4854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flipH="1">
              <a:off x="242258" y="2514600"/>
              <a:ext cx="879812" cy="914400"/>
            </a:xfrm>
            <a:prstGeom prst="rect">
              <a:avLst/>
            </a:prstGeom>
          </p:spPr>
        </p:pic>
      </p:gr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Espace réservé du contenu 5">
            <a:extLst>
              <a:ext uri="{FF2B5EF4-FFF2-40B4-BE49-F238E27FC236}">
                <a16:creationId xmlns:a16="http://schemas.microsoft.com/office/drawing/2014/main" id="{8B2061D0-770C-F284-BB20-62B1C6C95539}"/>
              </a:ext>
            </a:extLst>
          </p:cNvPr>
          <p:cNvSpPr>
            <a:spLocks noGrp="1"/>
          </p:cNvSpPr>
          <p:nvPr>
            <p:ph idx="1"/>
          </p:nvPr>
        </p:nvSpPr>
        <p:spPr/>
        <p:txBody>
          <a:bodyPr anchor="t"/>
          <a:lstStyle/>
          <a:p>
            <a:pPr lvl="0"/>
            <a:r>
              <a:rPr lang="fr-FR" b="1" dirty="0" sz="1600"/>
              <a:t>UTILISATION STANDARD</a:t>
            </a:r>
          </a:p>
          <a:p>
            <a:pPr lvl="1"/>
            <a:r>
              <a:rPr lang="fr-FR" dirty="0" sz="1600"/>
              <a:t>Envoyez des enquêtes, gérez le contenu et l'organisation</a:t>
            </a:r>
          </a:p>
          <a:p>
            <a:pPr lvl="1"/>
            <a:r>
              <a:rPr lang="fr-FR" dirty="0" sz="1600"/>
              <a:t>Créez des quiz et des certifications, comptez les points et délivrez des certificats</a:t>
            </a:r>
          </a:p>
          <a:p>
            <a:pPr lvl="1"/>
            <a:r>
              <a:rPr lang="fr-FR" dirty="0" sz="1600"/>
              <a:t>Créez des enquêtes en direct pour animer vos réunions</a:t>
            </a:r>
            <a:endParaRPr lang="fr-FR" dirty="0" sz="1600"/>
          </a:p>
        </p:txBody>
      </p:sp>
      <p:sp>
        <p:nvSpPr>
          <p:cNvPr id="4" name="Espace réservé du texte 6">
            <a:extLst>
              <a:ext uri="{FF2B5EF4-FFF2-40B4-BE49-F238E27FC236}">
                <a16:creationId xmlns:a16="http://schemas.microsoft.com/office/drawing/2014/main" id="{224BEC80-3EC3-DC49-269F-B1C030B93B83}"/>
              </a:ext>
            </a:extLst>
          </p:cNvPr>
          <p:cNvSpPr>
            <a:spLocks noGrp="1"/>
          </p:cNvSpPr>
          <p:nvPr>
            <p:ph type="body" sz="quarter" idx="13"/>
          </p:nvPr>
        </p:nvSpPr>
        <p:spPr/>
        <p:txBody>
          <a:bodyPr/>
          <a:lstStyle/>
          <a:p>
            <a:pPr/>
            <a:r>
              <a:t>BESOINS COUVERTS</a:t>
            </a:r>
            <a:endParaRPr lang="en-US"/>
          </a:p>
        </p:txBody>
      </p:sp>
      <p:sp>
        <p:nvSpPr>
          <p:cNvPr id="5" name="Titre 1">
            <a:extLst>
              <a:ext uri="{FF2B5EF4-FFF2-40B4-BE49-F238E27FC236}">
                <a16:creationId xmlns:a16="http://schemas.microsoft.com/office/drawing/2014/main" id="{3FF30C7D-F11B-556A-0F96-92D2349C3965}"/>
              </a:ext>
            </a:extLst>
          </p:cNvPr>
          <p:cNvSpPr>
            <a:spLocks noGrp="1"/>
          </p:cNvSpPr>
          <p:nvPr>
            <p:ph type="title"/>
          </p:nvPr>
        </p:nvSpPr>
        <p:spPr/>
        <p:txBody>
          <a:bodyPr/>
          <a:lstStyle/>
          <a:p>
            <a:pPr/>
            <a:r>
              <a:t>SONDAGES</a:t>
            </a:r>
          </a:p>
        </p:txBody>
      </p:sp>
      <p:grpSp>
        <p:nvGrpSpPr>
          <p:cNvPr id="7" name="Transplant"/>
          <p:cNvGrpSpPr/>
          <p:nvPr/>
        </p:nvGrpSpPr>
        <p:grpSpPr>
          <a:xfrm>
            <a:off x="7159752" y="2661243"/>
            <a:ext cx="4343400" cy="3089993"/>
            <a:chOff x="6623050" y="2564272"/>
            <a:chExt cx="4431600" cy="3152741"/>
          </a:xfrm>
        </p:grpSpPr>
        <p:pic>
          <p:nvPicPr>
            <p:cNvPr id="8" name="Image 2" descr="Une image contenant texte, capture d’écran, logiciel, ordinateur&#10;&#10;Le contenu généré par l’IA peut être incorrect.">
              <a:extLst>
                <a:ext uri="{FF2B5EF4-FFF2-40B4-BE49-F238E27FC236}">
                  <a16:creationId xmlns:a16="http://schemas.microsoft.com/office/drawing/2014/main" id="{18C372D1-29F8-C8A3-2802-5307EE79266C}"/>
                </a:ext>
              </a:extLst>
            </p:cNvPr>
            <p:cNvPicPr>
              <a:picLocks noChangeAspect="1"/>
            </p:cNvPicPr>
            <p:nvPr/>
          </p:nvPicPr>
          <p:blipFill>
            <a:blip r:embed="rId2">
              <a:extLst>
                <a:ext uri="{28A0092B-C50C-407E-A947-70E740481C1C}">
                  <a14:useLocalDpi xmlns:a14="http://schemas.microsoft.com/office/drawing/2010/main" val="0"/>
                </a:ext>
              </a:extLst>
            </a:blip>
            <a:srcRect l="9067" t="20861" r="8962" b="20824"/>
            <a:stretch/>
          </p:blipFill>
          <p:spPr>
            <a:xfrm>
              <a:off x="6623050" y="2564272"/>
              <a:ext cx="4431600" cy="3152741"/>
            </a:xfrm>
            <a:prstGeom prst="rect">
              <a:avLst/>
            </a:prstGeom>
          </p:spPr>
        </p:pic>
      </p:gr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Espace réservé du contenu 1">
            <a:extLst>
              <a:ext uri="{FF2B5EF4-FFF2-40B4-BE49-F238E27FC236}">
                <a16:creationId xmlns:a16="http://schemas.microsoft.com/office/drawing/2014/main" id="{0A5657A9-CF1F-01C4-4C0C-3F4405FBA315}"/>
              </a:ext>
            </a:extLst>
          </p:cNvPr>
          <p:cNvSpPr>
            <a:spLocks noGrp="1"/>
          </p:cNvSpPr>
          <p:nvPr>
            <p:ph idx="1"/>
          </p:nvPr>
        </p:nvSpPr>
        <p:spPr/>
        <p:txBody>
          <a:bodyPr anchor="t"/>
          <a:lstStyle/>
          <a:p>
            <a:pPr lvl="0"/>
            <a:r>
              <a:rPr lang="fr-FR" b="1" dirty="0" sz="1600"/>
              <a:t>CUSTOMISATIONS </a:t>
            </a:r>
          </a:p>
          <a:p>
            <a:pPr lvl="1"/>
            <a:r>
              <a:rPr lang="fr-FR" dirty="0" sz="1600"/>
              <a:t>Mettez l’accent sur les principaux changements, difficultés, coûts, développeurs spécifiques pour couvrir les besoins importants – Donnez une liste des besoins dans ce cas</a:t>
            </a:r>
          </a:p>
        </p:txBody>
      </p:sp>
      <p:sp>
        <p:nvSpPr>
          <p:cNvPr id="4" name="Titre 2">
            <a:extLst>
              <a:ext uri="{FF2B5EF4-FFF2-40B4-BE49-F238E27FC236}">
                <a16:creationId xmlns:a16="http://schemas.microsoft.com/office/drawing/2014/main" id="{618815FA-3CAE-65F3-B971-C63D5E259378}"/>
              </a:ext>
            </a:extLst>
          </p:cNvPr>
          <p:cNvSpPr>
            <a:spLocks noGrp="1"/>
          </p:cNvSpPr>
          <p:nvPr>
            <p:ph type="title"/>
          </p:nvPr>
        </p:nvSpPr>
        <p:spPr/>
        <p:txBody>
          <a:bodyPr/>
          <a:lstStyle/>
          <a:p>
            <a:pPr/>
            <a:r>
              <a:t>SONDAGES</a:t>
            </a:r>
          </a:p>
        </p:txBody>
      </p:sp>
      <p:sp>
        <p:nvSpPr>
          <p:cNvPr id="5" name="Espace réservé du texte 3">
            <a:extLst>
              <a:ext uri="{FF2B5EF4-FFF2-40B4-BE49-F238E27FC236}">
                <a16:creationId xmlns:a16="http://schemas.microsoft.com/office/drawing/2014/main" id="{6BB8E998-5BC1-3D30-5A40-7A17CB479142}"/>
              </a:ext>
            </a:extLst>
          </p:cNvPr>
          <p:cNvSpPr>
            <a:spLocks noGrp="1"/>
          </p:cNvSpPr>
          <p:nvPr>
            <p:ph type="body" sz="quarter" idx="13"/>
          </p:nvPr>
        </p:nvSpPr>
        <p:spPr/>
        <p:txBody>
          <a:bodyPr/>
          <a:lstStyle/>
          <a:p>
            <a:pPr/>
            <a:r>
              <a:t>BESOINS COUVERTS</a:t>
            </a:r>
            <a:endParaRPr lang="en-US"/>
          </a:p>
        </p:txBody>
      </p:sp>
      <p:grpSp>
        <p:nvGrpSpPr>
          <p:cNvPr id="6" name="Transplant"/>
          <p:cNvGrpSpPr/>
          <p:nvPr/>
        </p:nvGrpSpPr>
        <p:grpSpPr>
          <a:xfrm>
            <a:off x="164592" y="2395885"/>
            <a:ext cx="457200" cy="475173"/>
            <a:chOff x="242258" y="2514600"/>
            <a:chExt cx="879812" cy="914400"/>
          </a:xfrm>
        </p:grpSpPr>
        <p:pic>
          <p:nvPicPr>
            <p:cNvPr id="7" name="Graphique 1" descr="Stylo avec un remplissage uni">
              <a:extLst>
                <a:ext uri="{FF2B5EF4-FFF2-40B4-BE49-F238E27FC236}">
                  <a16:creationId xmlns:a16="http://schemas.microsoft.com/office/drawing/2014/main" id="{D307793B-42B4-9987-71FE-243E805997E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flipH="1">
              <a:off x="242258" y="2514600"/>
              <a:ext cx="879812" cy="914400"/>
            </a:xfrm>
            <a:prstGeom prst="rect">
              <a:avLst/>
            </a:prstGeom>
          </p:spPr>
        </p:pic>
      </p:gr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Espace réservé du contenu 5">
            <a:extLst>
              <a:ext uri="{FF2B5EF4-FFF2-40B4-BE49-F238E27FC236}">
                <a16:creationId xmlns:a16="http://schemas.microsoft.com/office/drawing/2014/main" id="{8B2061D0-770C-F284-BB20-62B1C6C95539}"/>
              </a:ext>
            </a:extLst>
          </p:cNvPr>
          <p:cNvSpPr>
            <a:spLocks noGrp="1"/>
          </p:cNvSpPr>
          <p:nvPr>
            <p:ph idx="1"/>
          </p:nvPr>
        </p:nvSpPr>
        <p:spPr/>
        <p:txBody>
          <a:bodyPr anchor="t"/>
          <a:lstStyle/>
          <a:p>
            <a:pPr lvl="0"/>
            <a:r>
              <a:rPr lang="fr-FR" b="1" dirty="0" sz="1600"/>
              <a:t>UTILISATION STANDARD</a:t>
            </a:r>
          </a:p>
          <a:p>
            <a:pPr lvl="1"/>
            <a:r>
              <a:rPr lang="fr-FR" dirty="0" sz="1600"/>
              <a:t>Gérez votre répertoire d'employés</a:t>
            </a:r>
          </a:p>
          <a:p>
            <a:pPr lvl="1"/>
            <a:r>
              <a:rPr lang="fr-FR" dirty="0" sz="1600"/>
              <a:t>Utilisez un organigramme pour visualiser les niveaux de gestion</a:t>
            </a:r>
          </a:p>
          <a:p>
            <a:pPr lvl="1"/>
            <a:r>
              <a:rPr lang="fr-FR" dirty="0" sz="1600"/>
              <a:t>Séparez les informations professionnelles et privées</a:t>
            </a:r>
          </a:p>
          <a:p>
            <a:pPr lvl="1"/>
            <a:r>
              <a:rPr lang="fr-FR" dirty="0" sz="1600"/>
              <a:t>Organisez les documents des employés, contrats, signatures</a:t>
            </a:r>
          </a:p>
          <a:p>
            <a:pPr lvl="1"/>
            <a:r>
              <a:rPr lang="fr-FR" dirty="0" sz="1600"/>
              <a:t>Liez les employés aux recrutements</a:t>
            </a:r>
          </a:p>
          <a:p>
            <a:pPr lvl="1"/>
            <a:r>
              <a:rPr lang="fr-FR" dirty="0" sz="1600"/>
              <a:t>Définissez les compétences et certifications pour les unifier pour tous vos employés</a:t>
            </a:r>
          </a:p>
          <a:p>
            <a:pPr lvl="1"/>
            <a:r>
              <a:rPr lang="fr-FR" dirty="0" sz="1600"/>
              <a:t>Gérez les plans d'activité tels que l'</a:t>
            </a:r>
            <a:r>
              <a:rPr lang="fr-FR" dirty="0" sz="1600"/>
              <a:t>onboarding</a:t>
            </a:r>
            <a:r>
              <a:rPr lang="fr-FR" dirty="0" sz="1600"/>
              <a:t>, l'</a:t>
            </a:r>
            <a:r>
              <a:rPr lang="fr-FR" dirty="0" sz="1600"/>
              <a:t>offboarding</a:t>
            </a:r>
            <a:r>
              <a:rPr lang="fr-FR" dirty="0" sz="1600"/>
              <a:t>, et autres</a:t>
            </a:r>
            <a:endParaRPr lang="fr-FR" dirty="0" sz="1600"/>
          </a:p>
        </p:txBody>
      </p:sp>
      <p:sp>
        <p:nvSpPr>
          <p:cNvPr id="4" name="Espace réservé du texte 6">
            <a:extLst>
              <a:ext uri="{FF2B5EF4-FFF2-40B4-BE49-F238E27FC236}">
                <a16:creationId xmlns:a16="http://schemas.microsoft.com/office/drawing/2014/main" id="{224BEC80-3EC3-DC49-269F-B1C030B93B83}"/>
              </a:ext>
            </a:extLst>
          </p:cNvPr>
          <p:cNvSpPr>
            <a:spLocks noGrp="1"/>
          </p:cNvSpPr>
          <p:nvPr>
            <p:ph type="body" sz="quarter" idx="13"/>
          </p:nvPr>
        </p:nvSpPr>
        <p:spPr/>
        <p:txBody>
          <a:bodyPr/>
          <a:lstStyle/>
          <a:p>
            <a:pPr/>
            <a:r>
              <a:t>BESOINS COUVERTS</a:t>
            </a:r>
            <a:endParaRPr lang="en-US"/>
          </a:p>
        </p:txBody>
      </p:sp>
      <p:sp>
        <p:nvSpPr>
          <p:cNvPr id="5" name="Titre 1">
            <a:extLst>
              <a:ext uri="{FF2B5EF4-FFF2-40B4-BE49-F238E27FC236}">
                <a16:creationId xmlns:a16="http://schemas.microsoft.com/office/drawing/2014/main" id="{3FF30C7D-F11B-556A-0F96-92D2349C3965}"/>
              </a:ext>
            </a:extLst>
          </p:cNvPr>
          <p:cNvSpPr>
            <a:spLocks noGrp="1"/>
          </p:cNvSpPr>
          <p:nvPr>
            <p:ph type="title"/>
          </p:nvPr>
        </p:nvSpPr>
        <p:spPr/>
        <p:txBody>
          <a:bodyPr/>
          <a:lstStyle/>
          <a:p>
            <a:pPr/>
            <a:r>
              <a:t>EMPLOYES</a:t>
            </a:r>
          </a:p>
        </p:txBody>
      </p:sp>
      <p:grpSp>
        <p:nvGrpSpPr>
          <p:cNvPr id="7" name="Transplant"/>
          <p:cNvGrpSpPr/>
          <p:nvPr/>
        </p:nvGrpSpPr>
        <p:grpSpPr>
          <a:xfrm>
            <a:off x="7159752" y="2660210"/>
            <a:ext cx="4343400" cy="3092059"/>
            <a:chOff x="6547200" y="2563218"/>
            <a:chExt cx="4431600" cy="3154849"/>
          </a:xfrm>
        </p:grpSpPr>
        <p:pic>
          <p:nvPicPr>
            <p:cNvPr id="8" name="Image 2" descr="Une image contenant texte, capture d’écran, ordinateur, logiciel&#10;&#10;Le contenu généré par l’IA peut être incorrect.">
              <a:extLst>
                <a:ext uri="{FF2B5EF4-FFF2-40B4-BE49-F238E27FC236}">
                  <a16:creationId xmlns:a16="http://schemas.microsoft.com/office/drawing/2014/main" id="{55C00095-576E-2510-A105-82B3708ED9D4}"/>
                </a:ext>
              </a:extLst>
            </p:cNvPr>
            <p:cNvPicPr>
              <a:picLocks noChangeAspect="1"/>
            </p:cNvPicPr>
            <p:nvPr/>
          </p:nvPicPr>
          <p:blipFill>
            <a:blip r:embed="rId2">
              <a:extLst>
                <a:ext uri="{28A0092B-C50C-407E-A947-70E740481C1C}">
                  <a14:useLocalDpi xmlns:a14="http://schemas.microsoft.com/office/drawing/2010/main" val="0"/>
                </a:ext>
              </a:extLst>
            </a:blip>
            <a:srcRect l="9202" t="20817" r="8882" b="20867"/>
            <a:stretch/>
          </p:blipFill>
          <p:spPr>
            <a:xfrm>
              <a:off x="6547200" y="2563218"/>
              <a:ext cx="4431600" cy="3154849"/>
            </a:xfrm>
            <a:prstGeom prst="rect">
              <a:avLst/>
            </a:prstGeom>
          </p:spPr>
        </p:pic>
      </p:gr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Espace réservé du contenu 1">
            <a:extLst>
              <a:ext uri="{FF2B5EF4-FFF2-40B4-BE49-F238E27FC236}">
                <a16:creationId xmlns:a16="http://schemas.microsoft.com/office/drawing/2014/main" id="{0A5657A9-CF1F-01C4-4C0C-3F4405FBA315}"/>
              </a:ext>
            </a:extLst>
          </p:cNvPr>
          <p:cNvSpPr>
            <a:spLocks noGrp="1"/>
          </p:cNvSpPr>
          <p:nvPr>
            <p:ph idx="1"/>
          </p:nvPr>
        </p:nvSpPr>
        <p:spPr/>
        <p:txBody>
          <a:bodyPr anchor="t"/>
          <a:lstStyle/>
          <a:p>
            <a:pPr lvl="0"/>
            <a:r>
              <a:rPr lang="fr-FR" b="1" dirty="0" sz="1600"/>
              <a:t>CUSTOMISATIONS</a:t>
            </a:r>
          </a:p>
          <a:p>
            <a:pPr lvl="1"/>
            <a:r>
              <a:rPr lang="fr-FR" dirty="0" sz="1600"/>
              <a:t>Mettez l’accent sur les principaux changements, difficultés, coûts, développeurs spécifiques pour couvrir les besoins importants – Donnez une liste des besoins dans ce cas</a:t>
            </a:r>
          </a:p>
        </p:txBody>
      </p:sp>
      <p:sp>
        <p:nvSpPr>
          <p:cNvPr id="4" name="Titre 2">
            <a:extLst>
              <a:ext uri="{FF2B5EF4-FFF2-40B4-BE49-F238E27FC236}">
                <a16:creationId xmlns:a16="http://schemas.microsoft.com/office/drawing/2014/main" id="{618815FA-3CAE-65F3-B971-C63D5E259378}"/>
              </a:ext>
            </a:extLst>
          </p:cNvPr>
          <p:cNvSpPr>
            <a:spLocks noGrp="1"/>
          </p:cNvSpPr>
          <p:nvPr>
            <p:ph type="title"/>
          </p:nvPr>
        </p:nvSpPr>
        <p:spPr/>
        <p:txBody>
          <a:bodyPr/>
          <a:lstStyle/>
          <a:p>
            <a:pPr/>
            <a:r>
              <a:t>EMPLOYES</a:t>
            </a:r>
          </a:p>
        </p:txBody>
      </p:sp>
      <p:sp>
        <p:nvSpPr>
          <p:cNvPr id="5" name="Espace réservé du texte 3">
            <a:extLst>
              <a:ext uri="{FF2B5EF4-FFF2-40B4-BE49-F238E27FC236}">
                <a16:creationId xmlns:a16="http://schemas.microsoft.com/office/drawing/2014/main" id="{6BB8E998-5BC1-3D30-5A40-7A17CB479142}"/>
              </a:ext>
            </a:extLst>
          </p:cNvPr>
          <p:cNvSpPr>
            <a:spLocks noGrp="1"/>
          </p:cNvSpPr>
          <p:nvPr>
            <p:ph type="body" sz="quarter" idx="13"/>
          </p:nvPr>
        </p:nvSpPr>
        <p:spPr/>
        <p:txBody>
          <a:bodyPr/>
          <a:lstStyle/>
          <a:p>
            <a:pPr/>
            <a:r>
              <a:t>BESOINS COUVERTS</a:t>
            </a:r>
            <a:endParaRPr lang="en-US"/>
          </a:p>
        </p:txBody>
      </p:sp>
      <p:grpSp>
        <p:nvGrpSpPr>
          <p:cNvPr id="6" name="Transplant"/>
          <p:cNvGrpSpPr/>
          <p:nvPr/>
        </p:nvGrpSpPr>
        <p:grpSpPr>
          <a:xfrm>
            <a:off x="164592" y="2395885"/>
            <a:ext cx="457200" cy="475173"/>
            <a:chOff x="242258" y="2514600"/>
            <a:chExt cx="879812" cy="914400"/>
          </a:xfrm>
        </p:grpSpPr>
        <p:pic>
          <p:nvPicPr>
            <p:cNvPr id="7" name="Graphique 1" descr="Stylo avec un remplissage uni">
              <a:extLst>
                <a:ext uri="{FF2B5EF4-FFF2-40B4-BE49-F238E27FC236}">
                  <a16:creationId xmlns:a16="http://schemas.microsoft.com/office/drawing/2014/main" id="{25509136-A71B-6558-785C-2BF8A6C14A4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flipH="1">
              <a:off x="242258" y="2514600"/>
              <a:ext cx="879812" cy="914400"/>
            </a:xfrm>
            <a:prstGeom prst="rect">
              <a:avLst/>
            </a:prstGeom>
          </p:spPr>
        </p:pic>
      </p:gr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Espace réservé du contenu 5">
            <a:extLst>
              <a:ext uri="{FF2B5EF4-FFF2-40B4-BE49-F238E27FC236}">
                <a16:creationId xmlns:a16="http://schemas.microsoft.com/office/drawing/2014/main" id="{8B2061D0-770C-F284-BB20-62B1C6C95539}"/>
              </a:ext>
            </a:extLst>
          </p:cNvPr>
          <p:cNvSpPr>
            <a:spLocks noGrp="1"/>
          </p:cNvSpPr>
          <p:nvPr>
            <p:ph idx="1"/>
          </p:nvPr>
        </p:nvSpPr>
        <p:spPr/>
        <p:txBody>
          <a:bodyPr anchor="t"/>
          <a:lstStyle/>
          <a:p>
            <a:pPr lvl="0"/>
            <a:r>
              <a:rPr lang="fr-FR" b="1" dirty="0" sz="1600"/>
              <a:t>UTILISATION STANDARD</a:t>
            </a:r>
          </a:p>
          <a:p>
            <a:pPr lvl="1"/>
            <a:r>
              <a:rPr lang="fr-FR" dirty="0" sz="1600"/>
              <a:t>Automatisez le calcul des salaires, cotisations sociales et déclarations légales pour éviter les erreurs et gagner du temps chaque mois.</a:t>
            </a:r>
          </a:p>
          <a:p>
            <a:pPr lvl="1"/>
            <a:r>
              <a:rPr lang="fr-FR" dirty="0" sz="1600"/>
              <a:t>Personnalisez les règles de paie (primes, avantages, absences) selon les conventions collectives et les spécificités de chaque employé.</a:t>
            </a:r>
          </a:p>
          <a:p>
            <a:pPr lvl="1"/>
            <a:r>
              <a:rPr lang="fr-FR" dirty="0" sz="1600"/>
              <a:t>Synchronisez les données avec la comptabilité et les ressources humaines pour une gestion unifiée et une traçabilité optimale.</a:t>
            </a:r>
          </a:p>
        </p:txBody>
      </p:sp>
      <p:sp>
        <p:nvSpPr>
          <p:cNvPr id="4" name="Espace réservé du texte 6">
            <a:extLst>
              <a:ext uri="{FF2B5EF4-FFF2-40B4-BE49-F238E27FC236}">
                <a16:creationId xmlns:a16="http://schemas.microsoft.com/office/drawing/2014/main" id="{224BEC80-3EC3-DC49-269F-B1C030B93B83}"/>
              </a:ext>
            </a:extLst>
          </p:cNvPr>
          <p:cNvSpPr>
            <a:spLocks noGrp="1"/>
          </p:cNvSpPr>
          <p:nvPr>
            <p:ph type="body" sz="quarter" idx="13"/>
          </p:nvPr>
        </p:nvSpPr>
        <p:spPr/>
        <p:txBody>
          <a:bodyPr/>
          <a:lstStyle/>
          <a:p>
            <a:pPr/>
            <a:r>
              <a:t>BESOINS COUVERTS</a:t>
            </a:r>
            <a:endParaRPr lang="en-US"/>
          </a:p>
        </p:txBody>
      </p:sp>
      <p:sp>
        <p:nvSpPr>
          <p:cNvPr id="5" name="Titre 1">
            <a:extLst>
              <a:ext uri="{FF2B5EF4-FFF2-40B4-BE49-F238E27FC236}">
                <a16:creationId xmlns:a16="http://schemas.microsoft.com/office/drawing/2014/main" id="{3FF30C7D-F11B-556A-0F96-92D2349C3965}"/>
              </a:ext>
            </a:extLst>
          </p:cNvPr>
          <p:cNvSpPr>
            <a:spLocks noGrp="1"/>
          </p:cNvSpPr>
          <p:nvPr>
            <p:ph type="title"/>
          </p:nvPr>
        </p:nvSpPr>
        <p:spPr/>
        <p:txBody>
          <a:bodyPr/>
          <a:lstStyle/>
          <a:p>
            <a:pPr/>
            <a:r>
              <a:t>PAIE</a:t>
            </a:r>
          </a:p>
        </p:txBody>
      </p:sp>
      <p:grpSp>
        <p:nvGrpSpPr>
          <p:cNvPr id="7" name="Transplant"/>
          <p:cNvGrpSpPr/>
          <p:nvPr/>
        </p:nvGrpSpPr>
        <p:grpSpPr>
          <a:xfrm>
            <a:off x="7159752" y="2718306"/>
            <a:ext cx="4343400" cy="2975867"/>
            <a:chOff x="7518554" y="2446020"/>
            <a:chExt cx="4148395" cy="2842260"/>
          </a:xfrm>
        </p:grpSpPr>
        <p:pic>
          <p:nvPicPr>
            <p:cNvPr id="8" name="Image 1">
              <a:extLst>
                <a:ext uri="{FF2B5EF4-FFF2-40B4-BE49-F238E27FC236}">
                  <a16:creationId xmlns:a16="http://schemas.microsoft.com/office/drawing/2014/main" id="{7F4878F4-614E-29C0-AA8B-AED6472E92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18554" y="2514600"/>
              <a:ext cx="4148395" cy="2705099"/>
            </a:xfrm>
            <a:prstGeom prst="rect">
              <a:avLst/>
            </a:prstGeom>
          </p:spPr>
        </p:pic>
      </p:gr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Espace réservé du contenu 1">
            <a:extLst>
              <a:ext uri="{FF2B5EF4-FFF2-40B4-BE49-F238E27FC236}">
                <a16:creationId xmlns:a16="http://schemas.microsoft.com/office/drawing/2014/main" id="{0A5657A9-CF1F-01C4-4C0C-3F4405FBA315}"/>
              </a:ext>
            </a:extLst>
          </p:cNvPr>
          <p:cNvSpPr>
            <a:spLocks noGrp="1"/>
          </p:cNvSpPr>
          <p:nvPr>
            <p:ph idx="1"/>
          </p:nvPr>
        </p:nvSpPr>
        <p:spPr/>
        <p:txBody>
          <a:bodyPr anchor="t"/>
          <a:lstStyle/>
          <a:p>
            <a:pPr lvl="0"/>
            <a:r>
              <a:rPr lang="fr-FR" b="1" dirty="0" sz="1600"/>
              <a:t>CUSTOMISATIONS</a:t>
            </a:r>
          </a:p>
          <a:p>
            <a:pPr lvl="1"/>
            <a:r>
              <a:rPr lang="fr-FR" dirty="0" sz="1600"/>
              <a:t>Mettez l’accent sur les principaux changements, difficultés, coûts, développeurs spécifiques pour couvrir les besoins importants – Donnez une liste des besoins dans ce cas</a:t>
            </a:r>
          </a:p>
        </p:txBody>
      </p:sp>
      <p:sp>
        <p:nvSpPr>
          <p:cNvPr id="4" name="Titre 2">
            <a:extLst>
              <a:ext uri="{FF2B5EF4-FFF2-40B4-BE49-F238E27FC236}">
                <a16:creationId xmlns:a16="http://schemas.microsoft.com/office/drawing/2014/main" id="{618815FA-3CAE-65F3-B971-C63D5E259378}"/>
              </a:ext>
            </a:extLst>
          </p:cNvPr>
          <p:cNvSpPr>
            <a:spLocks noGrp="1"/>
          </p:cNvSpPr>
          <p:nvPr>
            <p:ph type="title"/>
          </p:nvPr>
        </p:nvSpPr>
        <p:spPr/>
        <p:txBody>
          <a:bodyPr/>
          <a:lstStyle/>
          <a:p>
            <a:pPr/>
            <a:r>
              <a:t>PAIE</a:t>
            </a:r>
          </a:p>
        </p:txBody>
      </p:sp>
      <p:sp>
        <p:nvSpPr>
          <p:cNvPr id="5" name="Espace réservé du texte 3">
            <a:extLst>
              <a:ext uri="{FF2B5EF4-FFF2-40B4-BE49-F238E27FC236}">
                <a16:creationId xmlns:a16="http://schemas.microsoft.com/office/drawing/2014/main" id="{6BB8E998-5BC1-3D30-5A40-7A17CB479142}"/>
              </a:ext>
            </a:extLst>
          </p:cNvPr>
          <p:cNvSpPr>
            <a:spLocks noGrp="1"/>
          </p:cNvSpPr>
          <p:nvPr>
            <p:ph type="body" sz="quarter" idx="13"/>
          </p:nvPr>
        </p:nvSpPr>
        <p:spPr/>
        <p:txBody>
          <a:bodyPr/>
          <a:lstStyle/>
          <a:p>
            <a:pPr/>
            <a:r>
              <a:t>BESOINS COUVERTS</a:t>
            </a:r>
            <a:endParaRPr lang="en-US"/>
          </a:p>
        </p:txBody>
      </p:sp>
      <p:grpSp>
        <p:nvGrpSpPr>
          <p:cNvPr id="6" name="Transplant"/>
          <p:cNvGrpSpPr/>
          <p:nvPr/>
        </p:nvGrpSpPr>
        <p:grpSpPr>
          <a:xfrm>
            <a:off x="164592" y="2395885"/>
            <a:ext cx="457200" cy="475173"/>
            <a:chOff x="242258" y="2514600"/>
            <a:chExt cx="879812" cy="914400"/>
          </a:xfrm>
        </p:grpSpPr>
        <p:pic>
          <p:nvPicPr>
            <p:cNvPr id="7" name="Graphique 1" descr="Stylo avec un remplissage uni">
              <a:extLst>
                <a:ext uri="{FF2B5EF4-FFF2-40B4-BE49-F238E27FC236}">
                  <a16:creationId xmlns:a16="http://schemas.microsoft.com/office/drawing/2014/main" id="{AA4D9FEE-E02E-10E4-575E-D7430B7FECA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flipH="1">
              <a:off x="242258" y="2514600"/>
              <a:ext cx="879812" cy="914400"/>
            </a:xfrm>
            <a:prstGeom prst="rect">
              <a:avLst/>
            </a:prstGeom>
          </p:spPr>
        </p:pic>
      </p:gr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Espace réservé du contenu 5">
            <a:extLst>
              <a:ext uri="{FF2B5EF4-FFF2-40B4-BE49-F238E27FC236}">
                <a16:creationId xmlns:a16="http://schemas.microsoft.com/office/drawing/2014/main" id="{8B2061D0-770C-F284-BB20-62B1C6C95539}"/>
              </a:ext>
            </a:extLst>
          </p:cNvPr>
          <p:cNvSpPr>
            <a:spLocks noGrp="1"/>
          </p:cNvSpPr>
          <p:nvPr>
            <p:ph idx="1"/>
          </p:nvPr>
        </p:nvSpPr>
        <p:spPr/>
        <p:txBody>
          <a:bodyPr anchor="t"/>
          <a:lstStyle/>
          <a:p>
            <a:pPr lvl="0"/>
            <a:r>
              <a:rPr lang="fr-FR" b="1" dirty="0" sz="1600"/>
              <a:t>UTILISATION STANDARD</a:t>
            </a:r>
          </a:p>
          <a:p>
            <a:pPr lvl="1"/>
            <a:r>
              <a:rPr lang="fr-FR" dirty="0" sz="1600"/>
              <a:t>Permettez aux employés de capturer une photo de leurs dépenses pour en faciliter le traitement</a:t>
            </a:r>
          </a:p>
          <a:p>
            <a:pPr lvl="1"/>
            <a:r>
              <a:rPr lang="fr-FR" dirty="0" sz="1600"/>
              <a:t>Utilisez la reconnaissance optique de caractères (OCR) pour les identifier</a:t>
            </a:r>
          </a:p>
          <a:p>
            <a:pPr lvl="1"/>
            <a:r>
              <a:rPr lang="fr-FR" dirty="0" sz="1600"/>
              <a:t>Liez une dépense à un projet ou un client</a:t>
            </a:r>
          </a:p>
          <a:p>
            <a:pPr lvl="1"/>
            <a:r>
              <a:rPr lang="fr-FR" dirty="0" sz="1600"/>
              <a:t>Choisissez si l'employé a payé avec son propre moyen de paiement ou avec un moyen de paiement de l'entreprise</a:t>
            </a:r>
            <a:endParaRPr lang="fr-FR" dirty="0" sz="1600"/>
          </a:p>
        </p:txBody>
      </p:sp>
      <p:sp>
        <p:nvSpPr>
          <p:cNvPr id="4" name="Espace réservé du texte 6">
            <a:extLst>
              <a:ext uri="{FF2B5EF4-FFF2-40B4-BE49-F238E27FC236}">
                <a16:creationId xmlns:a16="http://schemas.microsoft.com/office/drawing/2014/main" id="{224BEC80-3EC3-DC49-269F-B1C030B93B83}"/>
              </a:ext>
            </a:extLst>
          </p:cNvPr>
          <p:cNvSpPr>
            <a:spLocks noGrp="1"/>
          </p:cNvSpPr>
          <p:nvPr>
            <p:ph type="body" sz="quarter" idx="13"/>
          </p:nvPr>
        </p:nvSpPr>
        <p:spPr/>
        <p:txBody>
          <a:bodyPr/>
          <a:lstStyle/>
          <a:p>
            <a:pPr/>
            <a:r>
              <a:t>BESOINS COUVERTS</a:t>
            </a:r>
            <a:endParaRPr lang="en-US"/>
          </a:p>
        </p:txBody>
      </p:sp>
      <p:sp>
        <p:nvSpPr>
          <p:cNvPr id="5" name="Titre 1">
            <a:extLst>
              <a:ext uri="{FF2B5EF4-FFF2-40B4-BE49-F238E27FC236}">
                <a16:creationId xmlns:a16="http://schemas.microsoft.com/office/drawing/2014/main" id="{3FF30C7D-F11B-556A-0F96-92D2349C3965}"/>
              </a:ext>
            </a:extLst>
          </p:cNvPr>
          <p:cNvSpPr>
            <a:spLocks noGrp="1"/>
          </p:cNvSpPr>
          <p:nvPr>
            <p:ph type="title"/>
          </p:nvPr>
        </p:nvSpPr>
        <p:spPr/>
        <p:txBody>
          <a:bodyPr/>
          <a:lstStyle/>
          <a:p>
            <a:pPr/>
            <a:r>
              <a:t>NOTES DE FRAIS</a:t>
            </a:r>
          </a:p>
        </p:txBody>
      </p:sp>
      <p:grpSp>
        <p:nvGrpSpPr>
          <p:cNvPr id="7" name="Transplant"/>
          <p:cNvGrpSpPr/>
          <p:nvPr/>
        </p:nvGrpSpPr>
        <p:grpSpPr>
          <a:xfrm>
            <a:off x="7159752" y="2661244"/>
            <a:ext cx="4343400" cy="3089992"/>
            <a:chOff x="6547200" y="2564273"/>
            <a:chExt cx="4431600" cy="3152740"/>
          </a:xfrm>
        </p:grpSpPr>
        <p:pic>
          <p:nvPicPr>
            <p:cNvPr id="8" name="Image 2" descr="Une image contenant texte, Appareils électroniques, capture d’écran, logiciel&#10;&#10;Le contenu généré par l’IA peut être incorrect.">
              <a:extLst>
                <a:ext uri="{FF2B5EF4-FFF2-40B4-BE49-F238E27FC236}">
                  <a16:creationId xmlns:a16="http://schemas.microsoft.com/office/drawing/2014/main" id="{F0A577FE-AA9C-2213-0122-C0C8011CB3AC}"/>
                </a:ext>
              </a:extLst>
            </p:cNvPr>
            <p:cNvPicPr>
              <a:picLocks noChangeAspect="1"/>
            </p:cNvPicPr>
            <p:nvPr/>
          </p:nvPicPr>
          <p:blipFill>
            <a:blip r:embed="rId2">
              <a:extLst>
                <a:ext uri="{28A0092B-C50C-407E-A947-70E740481C1C}">
                  <a14:useLocalDpi xmlns:a14="http://schemas.microsoft.com/office/drawing/2010/main" val="0"/>
                </a:ext>
              </a:extLst>
            </a:blip>
            <a:srcRect l="8983" t="20872" r="9046" b="20812"/>
            <a:stretch/>
          </p:blipFill>
          <p:spPr>
            <a:xfrm>
              <a:off x="6547200" y="2564273"/>
              <a:ext cx="4431600" cy="3152740"/>
            </a:xfrm>
            <a:prstGeom prst="rect">
              <a:avLst/>
            </a:prstGeom>
          </p:spPr>
        </p:pic>
      </p:gr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Espace réservé du contenu 1">
            <a:extLst>
              <a:ext uri="{FF2B5EF4-FFF2-40B4-BE49-F238E27FC236}">
                <a16:creationId xmlns:a16="http://schemas.microsoft.com/office/drawing/2014/main" id="{0A5657A9-CF1F-01C4-4C0C-3F4405FBA315}"/>
              </a:ext>
            </a:extLst>
          </p:cNvPr>
          <p:cNvSpPr>
            <a:spLocks noGrp="1"/>
          </p:cNvSpPr>
          <p:nvPr>
            <p:ph idx="1"/>
          </p:nvPr>
        </p:nvSpPr>
        <p:spPr/>
        <p:txBody>
          <a:bodyPr anchor="t"/>
          <a:lstStyle/>
          <a:p>
            <a:pPr lvl="0"/>
            <a:r>
              <a:rPr lang="fr-FR" b="1" dirty="0" sz="1600"/>
              <a:t>CUSTOMISATIONS</a:t>
            </a:r>
          </a:p>
          <a:p>
            <a:pPr lvl="1"/>
            <a:r>
              <a:rPr lang="fr-FR" dirty="0" sz="1600"/>
              <a:t>Mettez l’accent sur les principaux changements, difficultés, coûts, développeurs spécifiques pour couvrir les besoins importants – Donnez une liste des besoins dans ce cas</a:t>
            </a:r>
          </a:p>
        </p:txBody>
      </p:sp>
      <p:sp>
        <p:nvSpPr>
          <p:cNvPr id="4" name="Titre 2">
            <a:extLst>
              <a:ext uri="{FF2B5EF4-FFF2-40B4-BE49-F238E27FC236}">
                <a16:creationId xmlns:a16="http://schemas.microsoft.com/office/drawing/2014/main" id="{618815FA-3CAE-65F3-B971-C63D5E259378}"/>
              </a:ext>
            </a:extLst>
          </p:cNvPr>
          <p:cNvSpPr>
            <a:spLocks noGrp="1"/>
          </p:cNvSpPr>
          <p:nvPr>
            <p:ph type="title"/>
          </p:nvPr>
        </p:nvSpPr>
        <p:spPr/>
        <p:txBody>
          <a:bodyPr/>
          <a:lstStyle/>
          <a:p>
            <a:pPr/>
            <a:r>
              <a:t>NOTES DE FRAIS</a:t>
            </a:r>
          </a:p>
        </p:txBody>
      </p:sp>
      <p:sp>
        <p:nvSpPr>
          <p:cNvPr id="5" name="Espace réservé du texte 3">
            <a:extLst>
              <a:ext uri="{FF2B5EF4-FFF2-40B4-BE49-F238E27FC236}">
                <a16:creationId xmlns:a16="http://schemas.microsoft.com/office/drawing/2014/main" id="{6BB8E998-5BC1-3D30-5A40-7A17CB479142}"/>
              </a:ext>
            </a:extLst>
          </p:cNvPr>
          <p:cNvSpPr>
            <a:spLocks noGrp="1"/>
          </p:cNvSpPr>
          <p:nvPr>
            <p:ph type="body" sz="quarter" idx="13"/>
          </p:nvPr>
        </p:nvSpPr>
        <p:spPr/>
        <p:txBody>
          <a:bodyPr/>
          <a:lstStyle/>
          <a:p>
            <a:pPr/>
            <a:r>
              <a:t>BESOINS COUVERTS</a:t>
            </a:r>
            <a:endParaRPr lang="en-US"/>
          </a:p>
        </p:txBody>
      </p:sp>
      <p:grpSp>
        <p:nvGrpSpPr>
          <p:cNvPr id="6" name="Transplant"/>
          <p:cNvGrpSpPr/>
          <p:nvPr/>
        </p:nvGrpSpPr>
        <p:grpSpPr>
          <a:xfrm>
            <a:off x="164592" y="2395885"/>
            <a:ext cx="457200" cy="475173"/>
            <a:chOff x="263525" y="2514600"/>
            <a:chExt cx="879812" cy="914400"/>
          </a:xfrm>
        </p:grpSpPr>
        <p:pic>
          <p:nvPicPr>
            <p:cNvPr id="7" name="Graphique 1" descr="Stylo avec un remplissage uni">
              <a:extLst>
                <a:ext uri="{FF2B5EF4-FFF2-40B4-BE49-F238E27FC236}">
                  <a16:creationId xmlns:a16="http://schemas.microsoft.com/office/drawing/2014/main" id="{194C5D4C-FF59-3119-03EC-1F41C479183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flipH="1">
              <a:off x="263525" y="2514600"/>
              <a:ext cx="879812" cy="914400"/>
            </a:xfrm>
            <a:prstGeom prst="rect">
              <a:avLst/>
            </a:prstGeom>
          </p:spPr>
        </p:pic>
      </p:gr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Espace réservé du contenu 5">
            <a:extLst>
              <a:ext uri="{FF2B5EF4-FFF2-40B4-BE49-F238E27FC236}">
                <a16:creationId xmlns:a16="http://schemas.microsoft.com/office/drawing/2014/main" id="{8B2061D0-770C-F284-BB20-62B1C6C95539}"/>
              </a:ext>
            </a:extLst>
          </p:cNvPr>
          <p:cNvSpPr>
            <a:spLocks noGrp="1"/>
          </p:cNvSpPr>
          <p:nvPr>
            <p:ph idx="1"/>
          </p:nvPr>
        </p:nvSpPr>
        <p:spPr/>
        <p:txBody>
          <a:bodyPr anchor="t"/>
          <a:lstStyle/>
          <a:p>
            <a:pPr lvl="0"/>
            <a:r>
              <a:rPr lang="fr-FR" b="1" dirty="0" sz="1600"/>
              <a:t>UTILISATION STANDARD </a:t>
            </a:r>
          </a:p>
          <a:p>
            <a:pPr lvl="1"/>
            <a:r>
              <a:rPr lang="fr-FR" dirty="0" sz="1600"/>
              <a:t>Accordez du temps de congé aux employés</a:t>
            </a:r>
          </a:p>
          <a:p>
            <a:pPr lvl="1"/>
            <a:r>
              <a:rPr lang="fr-FR" dirty="0" sz="1600"/>
              <a:t>Permettez-leur de demander un congé, avec validation de la direction en option</a:t>
            </a:r>
          </a:p>
          <a:p>
            <a:pPr lvl="1"/>
            <a:r>
              <a:rPr lang="fr-FR" dirty="0" sz="1600"/>
              <a:t>Automatisez les cas grâce aux plans d’accumulation de congés</a:t>
            </a:r>
          </a:p>
          <a:p>
            <a:pPr lvl="1"/>
            <a:r>
              <a:rPr lang="fr-FR" dirty="0" sz="1600"/>
              <a:t>Accédez à un calendrier public pour vérifier les présences, sans détail sur les congés</a:t>
            </a:r>
          </a:p>
          <a:p>
            <a:pPr lvl="1"/>
            <a:r>
              <a:rPr lang="fr-FR" dirty="0" sz="1600"/>
              <a:t>Tenez en compte les congés dans la planification, le support client et l’affectation des tâches</a:t>
            </a:r>
            <a:endParaRPr lang="fr-FR" dirty="0" sz="1600"/>
          </a:p>
        </p:txBody>
      </p:sp>
      <p:sp>
        <p:nvSpPr>
          <p:cNvPr id="4" name="Espace réservé du texte 6">
            <a:extLst>
              <a:ext uri="{FF2B5EF4-FFF2-40B4-BE49-F238E27FC236}">
                <a16:creationId xmlns:a16="http://schemas.microsoft.com/office/drawing/2014/main" id="{224BEC80-3EC3-DC49-269F-B1C030B93B83}"/>
              </a:ext>
            </a:extLst>
          </p:cNvPr>
          <p:cNvSpPr>
            <a:spLocks noGrp="1"/>
          </p:cNvSpPr>
          <p:nvPr>
            <p:ph type="body" sz="quarter" idx="13"/>
          </p:nvPr>
        </p:nvSpPr>
        <p:spPr/>
        <p:txBody>
          <a:bodyPr/>
          <a:lstStyle/>
          <a:p>
            <a:pPr/>
            <a:r>
              <a:t>BESOINS COUVERTS</a:t>
            </a:r>
            <a:endParaRPr lang="en-US"/>
          </a:p>
        </p:txBody>
      </p:sp>
      <p:sp>
        <p:nvSpPr>
          <p:cNvPr id="5" name="Titre 1">
            <a:extLst>
              <a:ext uri="{FF2B5EF4-FFF2-40B4-BE49-F238E27FC236}">
                <a16:creationId xmlns:a16="http://schemas.microsoft.com/office/drawing/2014/main" id="{3FF30C7D-F11B-556A-0F96-92D2349C3965}"/>
              </a:ext>
            </a:extLst>
          </p:cNvPr>
          <p:cNvSpPr>
            <a:spLocks noGrp="1"/>
          </p:cNvSpPr>
          <p:nvPr>
            <p:ph type="title"/>
          </p:nvPr>
        </p:nvSpPr>
        <p:spPr/>
        <p:txBody>
          <a:bodyPr/>
          <a:lstStyle/>
          <a:p>
            <a:pPr/>
            <a:r>
              <a:t>CONGES</a:t>
            </a:r>
          </a:p>
        </p:txBody>
      </p:sp>
      <p:grpSp>
        <p:nvGrpSpPr>
          <p:cNvPr id="7" name="Transplant"/>
          <p:cNvGrpSpPr/>
          <p:nvPr/>
        </p:nvGrpSpPr>
        <p:grpSpPr>
          <a:xfrm>
            <a:off x="7159752" y="2661242"/>
            <a:ext cx="4343400" cy="3089995"/>
            <a:chOff x="6547200" y="2564271"/>
            <a:chExt cx="4431600" cy="3152743"/>
          </a:xfrm>
        </p:grpSpPr>
        <p:pic>
          <p:nvPicPr>
            <p:cNvPr id="8" name="Image 2" descr="Une image contenant texte, capture d’écran, logiciel, ordinateur&#10;&#10;Le contenu généré par l’IA peut être incorrect.">
              <a:extLst>
                <a:ext uri="{FF2B5EF4-FFF2-40B4-BE49-F238E27FC236}">
                  <a16:creationId xmlns:a16="http://schemas.microsoft.com/office/drawing/2014/main" id="{BC12668B-DE5C-F0D5-39DF-E52040803B70}"/>
                </a:ext>
              </a:extLst>
            </p:cNvPr>
            <p:cNvPicPr>
              <a:picLocks noChangeAspect="1"/>
            </p:cNvPicPr>
            <p:nvPr/>
          </p:nvPicPr>
          <p:blipFill>
            <a:blip r:embed="rId2">
              <a:extLst>
                <a:ext uri="{28A0092B-C50C-407E-A947-70E740481C1C}">
                  <a14:useLocalDpi xmlns:a14="http://schemas.microsoft.com/office/drawing/2010/main" val="0"/>
                </a:ext>
              </a:extLst>
            </a:blip>
            <a:srcRect l="8929" t="20859" r="9100" b="20826"/>
            <a:stretch/>
          </p:blipFill>
          <p:spPr>
            <a:xfrm>
              <a:off x="6547200" y="2564271"/>
              <a:ext cx="4431600" cy="3152743"/>
            </a:xfrm>
            <a:prstGeom prst="rect">
              <a:avLst/>
            </a:prstGeom>
          </p:spPr>
        </p:pic>
      </p:gr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Espace réservé du contenu 1">
            <a:extLst>
              <a:ext uri="{FF2B5EF4-FFF2-40B4-BE49-F238E27FC236}">
                <a16:creationId xmlns:a16="http://schemas.microsoft.com/office/drawing/2014/main" id="{0A5657A9-CF1F-01C4-4C0C-3F4405FBA315}"/>
              </a:ext>
            </a:extLst>
          </p:cNvPr>
          <p:cNvSpPr>
            <a:spLocks noGrp="1"/>
          </p:cNvSpPr>
          <p:nvPr>
            <p:ph idx="1"/>
          </p:nvPr>
        </p:nvSpPr>
        <p:spPr/>
        <p:txBody>
          <a:bodyPr anchor="t"/>
          <a:lstStyle/>
          <a:p>
            <a:pPr lvl="0"/>
            <a:r>
              <a:rPr lang="fr-FR" b="1" dirty="0" sz="1600"/>
              <a:t>CUSTOMISATIONS</a:t>
            </a:r>
          </a:p>
          <a:p>
            <a:pPr lvl="1"/>
            <a:r>
              <a:rPr lang="fr-FR" dirty="0" sz="1600"/>
              <a:t>Mettez l’accent sur les principaux changements, difficultés, coûts, développeurs spécifiques pour couvrir les besoins importants – Donnez une liste des besoins dans ce cas</a:t>
            </a:r>
          </a:p>
        </p:txBody>
      </p:sp>
      <p:sp>
        <p:nvSpPr>
          <p:cNvPr id="4" name="Titre 2">
            <a:extLst>
              <a:ext uri="{FF2B5EF4-FFF2-40B4-BE49-F238E27FC236}">
                <a16:creationId xmlns:a16="http://schemas.microsoft.com/office/drawing/2014/main" id="{618815FA-3CAE-65F3-B971-C63D5E259378}"/>
              </a:ext>
            </a:extLst>
          </p:cNvPr>
          <p:cNvSpPr>
            <a:spLocks noGrp="1"/>
          </p:cNvSpPr>
          <p:nvPr>
            <p:ph type="title"/>
          </p:nvPr>
        </p:nvSpPr>
        <p:spPr/>
        <p:txBody>
          <a:bodyPr/>
          <a:lstStyle/>
          <a:p>
            <a:pPr/>
            <a:r>
              <a:t>CONGES</a:t>
            </a:r>
          </a:p>
        </p:txBody>
      </p:sp>
      <p:sp>
        <p:nvSpPr>
          <p:cNvPr id="5" name="Espace réservé du texte 3">
            <a:extLst>
              <a:ext uri="{FF2B5EF4-FFF2-40B4-BE49-F238E27FC236}">
                <a16:creationId xmlns:a16="http://schemas.microsoft.com/office/drawing/2014/main" id="{6BB8E998-5BC1-3D30-5A40-7A17CB479142}"/>
              </a:ext>
            </a:extLst>
          </p:cNvPr>
          <p:cNvSpPr>
            <a:spLocks noGrp="1"/>
          </p:cNvSpPr>
          <p:nvPr>
            <p:ph type="body" sz="quarter" idx="13"/>
          </p:nvPr>
        </p:nvSpPr>
        <p:spPr/>
        <p:txBody>
          <a:bodyPr/>
          <a:lstStyle/>
          <a:p>
            <a:pPr/>
            <a:r>
              <a:t>BESOINS COUVERTS</a:t>
            </a:r>
            <a:endParaRPr lang="en-US"/>
          </a:p>
        </p:txBody>
      </p:sp>
      <p:grpSp>
        <p:nvGrpSpPr>
          <p:cNvPr id="6" name="Transplant"/>
          <p:cNvGrpSpPr/>
          <p:nvPr/>
        </p:nvGrpSpPr>
        <p:grpSpPr>
          <a:xfrm>
            <a:off x="164592" y="2395885"/>
            <a:ext cx="457200" cy="475173"/>
            <a:chOff x="263525" y="2514600"/>
            <a:chExt cx="879812" cy="914400"/>
          </a:xfrm>
        </p:grpSpPr>
        <p:pic>
          <p:nvPicPr>
            <p:cNvPr id="7" name="Graphique 1" descr="Stylo avec un remplissage uni">
              <a:extLst>
                <a:ext uri="{FF2B5EF4-FFF2-40B4-BE49-F238E27FC236}">
                  <a16:creationId xmlns:a16="http://schemas.microsoft.com/office/drawing/2014/main" id="{62217F67-9670-D889-9C4C-070D1236B50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flipH="1">
              <a:off x="263525" y="2514600"/>
              <a:ext cx="879812" cy="914400"/>
            </a:xfrm>
            <a:prstGeom prst="rect">
              <a:avLst/>
            </a:prstGeom>
          </p:spPr>
        </p:pic>
      </p:gr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Espace réservé du contenu 5">
            <a:extLst>
              <a:ext uri="{FF2B5EF4-FFF2-40B4-BE49-F238E27FC236}">
                <a16:creationId xmlns:a16="http://schemas.microsoft.com/office/drawing/2014/main" id="{8B2061D0-770C-F284-BB20-62B1C6C95539}"/>
              </a:ext>
            </a:extLst>
          </p:cNvPr>
          <p:cNvSpPr>
            <a:spLocks noGrp="1"/>
          </p:cNvSpPr>
          <p:nvPr>
            <p:ph idx="1"/>
          </p:nvPr>
        </p:nvSpPr>
        <p:spPr/>
        <p:txBody>
          <a:bodyPr anchor="t"/>
          <a:lstStyle/>
          <a:p>
            <a:r>
              <a:rPr lang="fr-FR" b="1" dirty="0" sz="1600"/>
              <a:t>UTILISATION</a:t>
            </a:r>
            <a:r>
              <a:rPr lang="fr-FR" b="1" dirty="0" sz="1600"/>
              <a:t> STANDARD </a:t>
            </a:r>
          </a:p>
          <a:p>
            <a:pPr lvl="1"/>
            <a:r>
              <a:rPr lang="fr-FR" dirty="0" sz="1600"/>
              <a:t>Enregistrez en temps réel les entrées et sorties des employés via l'interface Odoo, lecteur de badge de présence, application mobile (intégration de terminaux de pointage)</a:t>
            </a:r>
          </a:p>
          <a:p>
            <a:pPr lvl="1"/>
            <a:r>
              <a:rPr lang="fr-FR" dirty="0" sz="1600"/>
              <a:t>Visualisez les heures travaillées par employé, détectez les anomalies (retards, oublis de pointage) et analysez les écarts vs les horaires théoriques</a:t>
            </a:r>
          </a:p>
          <a:p>
            <a:pPr lvl="1"/>
            <a:r>
              <a:rPr lang="fr-FR" dirty="0" sz="1600"/>
              <a:t>Analysez les données de présence qui alimentent automatiquement les feuilles de temps, le calcul des congés, des heures supplémentaires et de la paie</a:t>
            </a:r>
          </a:p>
          <a:p>
            <a:pPr lvl="1"/>
            <a:r>
              <a:rPr lang="fr-FR" dirty="0" sz="1600"/>
              <a:t>Générez des rapports de présence par période, département ou employé, et exportez les données pour vos obligations légales ou votre logiciel de paie</a:t>
            </a:r>
          </a:p>
        </p:txBody>
      </p:sp>
      <p:sp>
        <p:nvSpPr>
          <p:cNvPr id="4" name="Espace réservé du texte 6">
            <a:extLst>
              <a:ext uri="{FF2B5EF4-FFF2-40B4-BE49-F238E27FC236}">
                <a16:creationId xmlns:a16="http://schemas.microsoft.com/office/drawing/2014/main" id="{224BEC80-3EC3-DC49-269F-B1C030B93B83}"/>
              </a:ext>
            </a:extLst>
          </p:cNvPr>
          <p:cNvSpPr>
            <a:spLocks noGrp="1"/>
          </p:cNvSpPr>
          <p:nvPr>
            <p:ph type="body" sz="quarter" idx="13"/>
          </p:nvPr>
        </p:nvSpPr>
        <p:spPr/>
        <p:txBody>
          <a:bodyPr/>
          <a:lstStyle/>
          <a:p>
            <a:pPr/>
            <a:r>
              <a:t>BESOINS COUVERTS</a:t>
            </a:r>
            <a:endParaRPr lang="en-US"/>
          </a:p>
        </p:txBody>
      </p:sp>
      <p:sp>
        <p:nvSpPr>
          <p:cNvPr id="5" name="Titre 1">
            <a:extLst>
              <a:ext uri="{FF2B5EF4-FFF2-40B4-BE49-F238E27FC236}">
                <a16:creationId xmlns:a16="http://schemas.microsoft.com/office/drawing/2014/main" id="{3FF30C7D-F11B-556A-0F96-92D2349C3965}"/>
              </a:ext>
            </a:extLst>
          </p:cNvPr>
          <p:cNvSpPr>
            <a:spLocks noGrp="1"/>
          </p:cNvSpPr>
          <p:nvPr>
            <p:ph type="title"/>
          </p:nvPr>
        </p:nvSpPr>
        <p:spPr/>
        <p:txBody>
          <a:bodyPr/>
          <a:lstStyle/>
          <a:p>
            <a:pPr/>
            <a:r>
              <a:t>PRESENCE</a:t>
            </a:r>
          </a:p>
        </p:txBody>
      </p:sp>
      <p:grpSp>
        <p:nvGrpSpPr>
          <p:cNvPr id="7" name="Transplant"/>
          <p:cNvGrpSpPr/>
          <p:nvPr/>
        </p:nvGrpSpPr>
        <p:grpSpPr>
          <a:xfrm>
            <a:off x="7159752" y="2790110"/>
            <a:ext cx="4343400" cy="2832259"/>
            <a:chOff x="6719939" y="2446020"/>
            <a:chExt cx="4756048" cy="3101340"/>
          </a:xfrm>
        </p:grpSpPr>
        <p:pic>
          <p:nvPicPr>
            <p:cNvPr id="8" name="Image 1">
              <a:extLst>
                <a:ext uri="{FF2B5EF4-FFF2-40B4-BE49-F238E27FC236}">
                  <a16:creationId xmlns:a16="http://schemas.microsoft.com/office/drawing/2014/main" id="{4263DBCA-9D17-787B-73C2-483371B10D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19939" y="2446020"/>
              <a:ext cx="4756048" cy="3101340"/>
            </a:xfrm>
            <a:prstGeom prst="rect">
              <a:avLst/>
            </a:prstGeom>
          </p:spPr>
        </p:pic>
      </p:gr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Espace réservé du contenu 1">
            <a:extLst>
              <a:ext uri="{FF2B5EF4-FFF2-40B4-BE49-F238E27FC236}">
                <a16:creationId xmlns:a16="http://schemas.microsoft.com/office/drawing/2014/main" id="{0A5657A9-CF1F-01C4-4C0C-3F4405FBA315}"/>
              </a:ext>
            </a:extLst>
          </p:cNvPr>
          <p:cNvSpPr>
            <a:spLocks noGrp="1"/>
          </p:cNvSpPr>
          <p:nvPr>
            <p:ph idx="1"/>
          </p:nvPr>
        </p:nvSpPr>
        <p:spPr/>
        <p:txBody>
          <a:bodyPr anchor="t"/>
          <a:lstStyle/>
          <a:p>
            <a:pPr lvl="0"/>
            <a:r>
              <a:rPr lang="fr-FR" b="1" dirty="0" sz="1600"/>
              <a:t>CUSTOMISATIONS</a:t>
            </a:r>
          </a:p>
          <a:p>
            <a:pPr lvl="1"/>
            <a:r>
              <a:rPr lang="fr-FR" dirty="0" sz="1600"/>
              <a:t>Mettez l’accent sur les principaux changements, difficultés, coûts, développeurs spécifiques pour couvrir les besoins importants – Donnez une liste des besoins dans ce cas</a:t>
            </a:r>
          </a:p>
        </p:txBody>
      </p:sp>
      <p:sp>
        <p:nvSpPr>
          <p:cNvPr id="4" name="Titre 2">
            <a:extLst>
              <a:ext uri="{FF2B5EF4-FFF2-40B4-BE49-F238E27FC236}">
                <a16:creationId xmlns:a16="http://schemas.microsoft.com/office/drawing/2014/main" id="{618815FA-3CAE-65F3-B971-C63D5E259378}"/>
              </a:ext>
            </a:extLst>
          </p:cNvPr>
          <p:cNvSpPr>
            <a:spLocks noGrp="1"/>
          </p:cNvSpPr>
          <p:nvPr>
            <p:ph type="title"/>
          </p:nvPr>
        </p:nvSpPr>
        <p:spPr/>
        <p:txBody>
          <a:bodyPr/>
          <a:lstStyle/>
          <a:p>
            <a:pPr/>
            <a:r>
              <a:t>PRESENCE</a:t>
            </a:r>
          </a:p>
        </p:txBody>
      </p:sp>
      <p:sp>
        <p:nvSpPr>
          <p:cNvPr id="5" name="Espace réservé du texte 3">
            <a:extLst>
              <a:ext uri="{FF2B5EF4-FFF2-40B4-BE49-F238E27FC236}">
                <a16:creationId xmlns:a16="http://schemas.microsoft.com/office/drawing/2014/main" id="{6BB8E998-5BC1-3D30-5A40-7A17CB479142}"/>
              </a:ext>
            </a:extLst>
          </p:cNvPr>
          <p:cNvSpPr>
            <a:spLocks noGrp="1"/>
          </p:cNvSpPr>
          <p:nvPr>
            <p:ph type="body" sz="quarter" idx="13"/>
          </p:nvPr>
        </p:nvSpPr>
        <p:spPr/>
        <p:txBody>
          <a:bodyPr/>
          <a:lstStyle/>
          <a:p>
            <a:pPr/>
            <a:r>
              <a:t>BESOINS COUVERTS</a:t>
            </a:r>
            <a:endParaRPr lang="en-US"/>
          </a:p>
        </p:txBody>
      </p:sp>
      <p:grpSp>
        <p:nvGrpSpPr>
          <p:cNvPr id="6" name="Transplant"/>
          <p:cNvGrpSpPr/>
          <p:nvPr/>
        </p:nvGrpSpPr>
        <p:grpSpPr>
          <a:xfrm>
            <a:off x="164592" y="2395885"/>
            <a:ext cx="457200" cy="475173"/>
            <a:chOff x="263525" y="2514600"/>
            <a:chExt cx="879812" cy="914400"/>
          </a:xfrm>
        </p:grpSpPr>
        <p:pic>
          <p:nvPicPr>
            <p:cNvPr id="7" name="Graphique 1" descr="Stylo avec un remplissage uni">
              <a:extLst>
                <a:ext uri="{FF2B5EF4-FFF2-40B4-BE49-F238E27FC236}">
                  <a16:creationId xmlns:a16="http://schemas.microsoft.com/office/drawing/2014/main" id="{A7A3598B-0770-9325-173C-DDB54BE2128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flipH="1">
              <a:off x="263525" y="2514600"/>
              <a:ext cx="879812" cy="914400"/>
            </a:xfrm>
            <a:prstGeom prst="rect">
              <a:avLst/>
            </a:prstGeom>
          </p:spPr>
        </p:pic>
      </p:gr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Espace réservé du contenu 5">
            <a:extLst>
              <a:ext uri="{FF2B5EF4-FFF2-40B4-BE49-F238E27FC236}">
                <a16:creationId xmlns:a16="http://schemas.microsoft.com/office/drawing/2014/main" id="{8B2061D0-770C-F284-BB20-62B1C6C95539}"/>
              </a:ext>
            </a:extLst>
          </p:cNvPr>
          <p:cNvSpPr>
            <a:spLocks noGrp="1"/>
          </p:cNvSpPr>
          <p:nvPr>
            <p:ph idx="1"/>
          </p:nvPr>
        </p:nvSpPr>
        <p:spPr/>
        <p:txBody>
          <a:bodyPr anchor="t"/>
          <a:lstStyle/>
          <a:p>
            <a:pPr lvl="0"/>
            <a:r>
              <a:rPr lang="fr-FR" b="1" dirty="0" sz="1600"/>
              <a:t>UTILISATION STANDARD</a:t>
            </a:r>
          </a:p>
          <a:p>
            <a:pPr lvl="1"/>
            <a:r>
              <a:rPr lang="fr-FR" dirty="0" sz="1600"/>
              <a:t>Publiez des offres d'emploi sur votre site web</a:t>
            </a:r>
          </a:p>
          <a:p>
            <a:pPr lvl="1"/>
            <a:r>
              <a:rPr lang="fr-FR" dirty="0" sz="1600"/>
              <a:t>Créez des adresses e-mail pour postuler</a:t>
            </a:r>
          </a:p>
          <a:p>
            <a:pPr lvl="1"/>
            <a:r>
              <a:rPr lang="fr-FR" dirty="0" sz="1600"/>
              <a:t>Gérez et communiquez directement depuis le système</a:t>
            </a:r>
          </a:p>
          <a:p>
            <a:pPr lvl="1"/>
            <a:r>
              <a:rPr lang="fr-FR" dirty="0" sz="1600"/>
              <a:t>Personnalisez votre processus de recrutement</a:t>
            </a:r>
          </a:p>
          <a:p>
            <a:pPr lvl="1"/>
            <a:r>
              <a:rPr lang="fr-FR" dirty="0" sz="1600"/>
              <a:t>Créez un employé directement à partir des informations de recrutement</a:t>
            </a:r>
          </a:p>
          <a:p>
            <a:pPr lvl="1"/>
            <a:r>
              <a:rPr lang="fr-FR" dirty="0" sz="1600"/>
              <a:t>Automatisez les envois d'e-mails à chaque étape</a:t>
            </a:r>
            <a:endParaRPr lang="fr-FR" dirty="0" sz="1600"/>
          </a:p>
        </p:txBody>
      </p:sp>
      <p:sp>
        <p:nvSpPr>
          <p:cNvPr id="4" name="Espace réservé du texte 6">
            <a:extLst>
              <a:ext uri="{FF2B5EF4-FFF2-40B4-BE49-F238E27FC236}">
                <a16:creationId xmlns:a16="http://schemas.microsoft.com/office/drawing/2014/main" id="{224BEC80-3EC3-DC49-269F-B1C030B93B83}"/>
              </a:ext>
            </a:extLst>
          </p:cNvPr>
          <p:cNvSpPr>
            <a:spLocks noGrp="1"/>
          </p:cNvSpPr>
          <p:nvPr>
            <p:ph type="body" sz="quarter" idx="13"/>
          </p:nvPr>
        </p:nvSpPr>
        <p:spPr/>
        <p:txBody>
          <a:bodyPr/>
          <a:lstStyle/>
          <a:p>
            <a:pPr/>
            <a:r>
              <a:t>BESOINS COUVERTS</a:t>
            </a:r>
            <a:endParaRPr lang="en-US"/>
          </a:p>
        </p:txBody>
      </p:sp>
      <p:sp>
        <p:nvSpPr>
          <p:cNvPr id="5" name="Titre 1">
            <a:extLst>
              <a:ext uri="{FF2B5EF4-FFF2-40B4-BE49-F238E27FC236}">
                <a16:creationId xmlns:a16="http://schemas.microsoft.com/office/drawing/2014/main" id="{3FF30C7D-F11B-556A-0F96-92D2349C3965}"/>
              </a:ext>
            </a:extLst>
          </p:cNvPr>
          <p:cNvSpPr>
            <a:spLocks noGrp="1"/>
          </p:cNvSpPr>
          <p:nvPr>
            <p:ph type="title"/>
          </p:nvPr>
        </p:nvSpPr>
        <p:spPr/>
        <p:txBody>
          <a:bodyPr/>
          <a:lstStyle/>
          <a:p>
            <a:pPr/>
            <a:r>
              <a:t>RECRUTEMENT</a:t>
            </a:r>
          </a:p>
        </p:txBody>
      </p:sp>
      <p:grpSp>
        <p:nvGrpSpPr>
          <p:cNvPr id="7" name="Transplant"/>
          <p:cNvGrpSpPr/>
          <p:nvPr/>
        </p:nvGrpSpPr>
        <p:grpSpPr>
          <a:xfrm>
            <a:off x="7159752" y="2658759"/>
            <a:ext cx="4343400" cy="3094962"/>
            <a:chOff x="6547200" y="2561737"/>
            <a:chExt cx="4431600" cy="3157811"/>
          </a:xfrm>
        </p:grpSpPr>
        <p:pic>
          <p:nvPicPr>
            <p:cNvPr id="8" name="Image 2" descr="Une image contenant texte, capture d’écran, affichage, logiciel&#10;&#10;Le contenu généré par l’IA peut être incorrect.">
              <a:extLst>
                <a:ext uri="{FF2B5EF4-FFF2-40B4-BE49-F238E27FC236}">
                  <a16:creationId xmlns:a16="http://schemas.microsoft.com/office/drawing/2014/main" id="{89AE4203-5511-E99D-0176-868D840FA1E5}"/>
                </a:ext>
              </a:extLst>
            </p:cNvPr>
            <p:cNvPicPr>
              <a:picLocks noChangeAspect="1"/>
            </p:cNvPicPr>
            <p:nvPr/>
          </p:nvPicPr>
          <p:blipFill>
            <a:blip r:embed="rId2">
              <a:extLst>
                <a:ext uri="{28A0092B-C50C-407E-A947-70E740481C1C}">
                  <a14:useLocalDpi xmlns:a14="http://schemas.microsoft.com/office/drawing/2010/main" val="0"/>
                </a:ext>
              </a:extLst>
            </a:blip>
            <a:srcRect l="9013" t="20773" r="9072" b="20856"/>
            <a:stretch/>
          </p:blipFill>
          <p:spPr>
            <a:xfrm>
              <a:off x="6547200" y="2561737"/>
              <a:ext cx="4431600" cy="3157811"/>
            </a:xfrm>
            <a:prstGeom prst="rect">
              <a:avLst/>
            </a:prstGeom>
          </p:spPr>
        </p:pic>
      </p:gr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Espace réservé du contenu 1">
            <a:extLst>
              <a:ext uri="{FF2B5EF4-FFF2-40B4-BE49-F238E27FC236}">
                <a16:creationId xmlns:a16="http://schemas.microsoft.com/office/drawing/2014/main" id="{0A5657A9-CF1F-01C4-4C0C-3F4405FBA315}"/>
              </a:ext>
            </a:extLst>
          </p:cNvPr>
          <p:cNvSpPr>
            <a:spLocks noGrp="1"/>
          </p:cNvSpPr>
          <p:nvPr>
            <p:ph idx="1"/>
          </p:nvPr>
        </p:nvSpPr>
        <p:spPr/>
        <p:txBody>
          <a:bodyPr anchor="t"/>
          <a:lstStyle/>
          <a:p>
            <a:pPr lvl="0"/>
            <a:r>
              <a:rPr lang="fr-FR" b="1" dirty="0" sz="1600"/>
              <a:t>CUSTOMISATIONS</a:t>
            </a:r>
          </a:p>
          <a:p>
            <a:pPr lvl="1"/>
            <a:r>
              <a:rPr lang="fr-FR" dirty="0" sz="1600"/>
              <a:t>Mettez l’accent sur les principaux changements, difficultés, coûts, développeurs spécifiques pour couvrir les besoins importants – Donnez une liste des besoins dans ce cas</a:t>
            </a:r>
          </a:p>
        </p:txBody>
      </p:sp>
      <p:sp>
        <p:nvSpPr>
          <p:cNvPr id="4" name="Titre 2">
            <a:extLst>
              <a:ext uri="{FF2B5EF4-FFF2-40B4-BE49-F238E27FC236}">
                <a16:creationId xmlns:a16="http://schemas.microsoft.com/office/drawing/2014/main" id="{618815FA-3CAE-65F3-B971-C63D5E259378}"/>
              </a:ext>
            </a:extLst>
          </p:cNvPr>
          <p:cNvSpPr>
            <a:spLocks noGrp="1"/>
          </p:cNvSpPr>
          <p:nvPr>
            <p:ph type="title"/>
          </p:nvPr>
        </p:nvSpPr>
        <p:spPr/>
        <p:txBody>
          <a:bodyPr/>
          <a:lstStyle/>
          <a:p>
            <a:pPr/>
            <a:r>
              <a:t>RECRUTEMENT</a:t>
            </a:r>
          </a:p>
        </p:txBody>
      </p:sp>
      <p:sp>
        <p:nvSpPr>
          <p:cNvPr id="5" name="Espace réservé du texte 3">
            <a:extLst>
              <a:ext uri="{FF2B5EF4-FFF2-40B4-BE49-F238E27FC236}">
                <a16:creationId xmlns:a16="http://schemas.microsoft.com/office/drawing/2014/main" id="{6BB8E998-5BC1-3D30-5A40-7A17CB479142}"/>
              </a:ext>
            </a:extLst>
          </p:cNvPr>
          <p:cNvSpPr>
            <a:spLocks noGrp="1"/>
          </p:cNvSpPr>
          <p:nvPr>
            <p:ph type="body" sz="quarter" idx="13"/>
          </p:nvPr>
        </p:nvSpPr>
        <p:spPr/>
        <p:txBody>
          <a:bodyPr/>
          <a:lstStyle/>
          <a:p>
            <a:pPr/>
            <a:r>
              <a:t>BESOINS COUVERTS</a:t>
            </a:r>
            <a:endParaRPr lang="en-US"/>
          </a:p>
        </p:txBody>
      </p:sp>
      <p:grpSp>
        <p:nvGrpSpPr>
          <p:cNvPr id="6" name="Transplant"/>
          <p:cNvGrpSpPr/>
          <p:nvPr/>
        </p:nvGrpSpPr>
        <p:grpSpPr>
          <a:xfrm>
            <a:off x="164592" y="2395885"/>
            <a:ext cx="457200" cy="475173"/>
            <a:chOff x="263525" y="2514600"/>
            <a:chExt cx="879812" cy="914400"/>
          </a:xfrm>
        </p:grpSpPr>
        <p:pic>
          <p:nvPicPr>
            <p:cNvPr id="7" name="Graphique 1" descr="Stylo avec un remplissage uni">
              <a:extLst>
                <a:ext uri="{FF2B5EF4-FFF2-40B4-BE49-F238E27FC236}">
                  <a16:creationId xmlns:a16="http://schemas.microsoft.com/office/drawing/2014/main" id="{A4D8CCF0-D7E7-0119-9780-B2073E8BC1A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flipH="1">
              <a:off x="263525" y="2514600"/>
              <a:ext cx="879812" cy="914400"/>
            </a:xfrm>
            <a:prstGeom prst="rect">
              <a:avLst/>
            </a:prstGeom>
          </p:spPr>
        </p:pic>
      </p:gr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Espace réservé du contenu 5">
            <a:extLst>
              <a:ext uri="{FF2B5EF4-FFF2-40B4-BE49-F238E27FC236}">
                <a16:creationId xmlns:a16="http://schemas.microsoft.com/office/drawing/2014/main" id="{8B2061D0-770C-F284-BB20-62B1C6C95539}"/>
              </a:ext>
            </a:extLst>
          </p:cNvPr>
          <p:cNvSpPr>
            <a:spLocks noGrp="1"/>
          </p:cNvSpPr>
          <p:nvPr>
            <p:ph idx="1"/>
          </p:nvPr>
        </p:nvSpPr>
        <p:spPr/>
        <p:txBody>
          <a:bodyPr anchor="t"/>
          <a:lstStyle/>
          <a:p>
            <a:pPr lvl="0"/>
            <a:r>
              <a:rPr lang="fr-FR" b="1" dirty="0" sz="1600"/>
              <a:t>UTILISATION STANDARD</a:t>
            </a:r>
          </a:p>
          <a:p>
            <a:pPr lvl="1"/>
            <a:r>
              <a:rPr lang="fr-FR" dirty="0" sz="1600"/>
              <a:t>Créez des évaluations récurrentes pour vos employés</a:t>
            </a:r>
          </a:p>
          <a:p>
            <a:pPr lvl="1"/>
            <a:r>
              <a:rPr lang="fr-FR" dirty="0" sz="1600"/>
              <a:t>Obtenez un accompagnement intuitif grâce aux modèles de questions : pour les employés et les managers</a:t>
            </a:r>
          </a:p>
          <a:p>
            <a:pPr lvl="1"/>
            <a:r>
              <a:rPr lang="fr-FR" dirty="0" sz="1600"/>
              <a:t>Désignez le manager en charge de l'évaluation</a:t>
            </a:r>
          </a:p>
          <a:p>
            <a:pPr lvl="1"/>
            <a:r>
              <a:rPr lang="fr-FR" dirty="0" sz="1600"/>
              <a:t>Ayez une vue rapide de toutes les évaluations passées</a:t>
            </a:r>
          </a:p>
          <a:p>
            <a:pPr lvl="1"/>
            <a:r>
              <a:rPr lang="fr-FR" dirty="0" sz="1600"/>
              <a:t>Suivez l'atteinte des objectifs et liez-les au CV de l'employé</a:t>
            </a:r>
            <a:endParaRPr lang="fr-FR" dirty="0" sz="1600"/>
          </a:p>
        </p:txBody>
      </p:sp>
      <p:sp>
        <p:nvSpPr>
          <p:cNvPr id="4" name="Espace réservé du texte 6">
            <a:extLst>
              <a:ext uri="{FF2B5EF4-FFF2-40B4-BE49-F238E27FC236}">
                <a16:creationId xmlns:a16="http://schemas.microsoft.com/office/drawing/2014/main" id="{224BEC80-3EC3-DC49-269F-B1C030B93B83}"/>
              </a:ext>
            </a:extLst>
          </p:cNvPr>
          <p:cNvSpPr>
            <a:spLocks noGrp="1"/>
          </p:cNvSpPr>
          <p:nvPr>
            <p:ph type="body" sz="quarter" idx="13"/>
          </p:nvPr>
        </p:nvSpPr>
        <p:spPr/>
        <p:txBody>
          <a:bodyPr/>
          <a:lstStyle/>
          <a:p>
            <a:pPr/>
            <a:r>
              <a:t>BESOINS COUVERTS</a:t>
            </a:r>
            <a:endParaRPr lang="en-US"/>
          </a:p>
        </p:txBody>
      </p:sp>
      <p:sp>
        <p:nvSpPr>
          <p:cNvPr id="5" name="Titre 1">
            <a:extLst>
              <a:ext uri="{FF2B5EF4-FFF2-40B4-BE49-F238E27FC236}">
                <a16:creationId xmlns:a16="http://schemas.microsoft.com/office/drawing/2014/main" id="{3FF30C7D-F11B-556A-0F96-92D2349C3965}"/>
              </a:ext>
            </a:extLst>
          </p:cNvPr>
          <p:cNvSpPr>
            <a:spLocks noGrp="1"/>
          </p:cNvSpPr>
          <p:nvPr>
            <p:ph type="title"/>
          </p:nvPr>
        </p:nvSpPr>
        <p:spPr/>
        <p:txBody>
          <a:bodyPr/>
          <a:lstStyle/>
          <a:p>
            <a:pPr/>
            <a:r>
              <a:t>EVALUATIONS</a:t>
            </a:r>
          </a:p>
        </p:txBody>
      </p:sp>
      <p:grpSp>
        <p:nvGrpSpPr>
          <p:cNvPr id="7" name="Transplant"/>
          <p:cNvGrpSpPr/>
          <p:nvPr/>
        </p:nvGrpSpPr>
        <p:grpSpPr>
          <a:xfrm>
            <a:off x="7159752" y="2660210"/>
            <a:ext cx="4343400" cy="3092060"/>
            <a:chOff x="6600825" y="2563218"/>
            <a:chExt cx="4431600" cy="3154850"/>
          </a:xfrm>
        </p:grpSpPr>
        <p:pic>
          <p:nvPicPr>
            <p:cNvPr id="8" name="Image 2" descr="Une image contenant texte, capture d’écran, ordinateur, logiciel&#10;&#10;Le contenu généré par l’IA peut être incorrect.">
              <a:extLst>
                <a:ext uri="{FF2B5EF4-FFF2-40B4-BE49-F238E27FC236}">
                  <a16:creationId xmlns:a16="http://schemas.microsoft.com/office/drawing/2014/main" id="{9BBDC9B2-BD5C-8B11-CBB2-DF14210326BF}"/>
                </a:ext>
              </a:extLst>
            </p:cNvPr>
            <p:cNvPicPr>
              <a:picLocks noChangeAspect="1"/>
            </p:cNvPicPr>
            <p:nvPr/>
          </p:nvPicPr>
          <p:blipFill>
            <a:blip r:embed="rId2">
              <a:extLst>
                <a:ext uri="{28A0092B-C50C-407E-A947-70E740481C1C}">
                  <a14:useLocalDpi xmlns:a14="http://schemas.microsoft.com/office/drawing/2010/main" val="0"/>
                </a:ext>
              </a:extLst>
            </a:blip>
            <a:srcRect l="9123" t="20864" r="8962" b="20821"/>
            <a:stretch/>
          </p:blipFill>
          <p:spPr>
            <a:xfrm>
              <a:off x="6600825" y="2563218"/>
              <a:ext cx="4431600" cy="3154850"/>
            </a:xfrm>
            <a:prstGeom prst="rect">
              <a:avLst/>
            </a:prstGeom>
          </p:spPr>
        </p:pic>
      </p:gr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Espace réservé du contenu 1">
            <a:extLst>
              <a:ext uri="{FF2B5EF4-FFF2-40B4-BE49-F238E27FC236}">
                <a16:creationId xmlns:a16="http://schemas.microsoft.com/office/drawing/2014/main" id="{0A5657A9-CF1F-01C4-4C0C-3F4405FBA315}"/>
              </a:ext>
            </a:extLst>
          </p:cNvPr>
          <p:cNvSpPr>
            <a:spLocks noGrp="1"/>
          </p:cNvSpPr>
          <p:nvPr>
            <p:ph idx="1"/>
          </p:nvPr>
        </p:nvSpPr>
        <p:spPr/>
        <p:txBody>
          <a:bodyPr anchor="t"/>
          <a:lstStyle/>
          <a:p>
            <a:pPr lvl="0"/>
            <a:r>
              <a:rPr lang="fr-FR" b="1" dirty="0" sz="1600"/>
              <a:t>CUSTOMISATIONS</a:t>
            </a:r>
          </a:p>
          <a:p>
            <a:pPr lvl="1"/>
            <a:r>
              <a:rPr lang="fr-FR" dirty="0" sz="1600"/>
              <a:t>Mettez l’accent sur les principaux changements, difficultés, coûts, développeurs spécifiques pour couvrir les besoins importants – Donnez une liste des besoins dans ce cas</a:t>
            </a:r>
          </a:p>
        </p:txBody>
      </p:sp>
      <p:sp>
        <p:nvSpPr>
          <p:cNvPr id="4" name="Titre 2">
            <a:extLst>
              <a:ext uri="{FF2B5EF4-FFF2-40B4-BE49-F238E27FC236}">
                <a16:creationId xmlns:a16="http://schemas.microsoft.com/office/drawing/2014/main" id="{618815FA-3CAE-65F3-B971-C63D5E259378}"/>
              </a:ext>
            </a:extLst>
          </p:cNvPr>
          <p:cNvSpPr>
            <a:spLocks noGrp="1"/>
          </p:cNvSpPr>
          <p:nvPr>
            <p:ph type="title"/>
          </p:nvPr>
        </p:nvSpPr>
        <p:spPr/>
        <p:txBody>
          <a:bodyPr/>
          <a:lstStyle/>
          <a:p>
            <a:pPr/>
            <a:r>
              <a:t>EVALUATIONS</a:t>
            </a:r>
          </a:p>
        </p:txBody>
      </p:sp>
      <p:sp>
        <p:nvSpPr>
          <p:cNvPr id="5" name="Espace réservé du texte 3">
            <a:extLst>
              <a:ext uri="{FF2B5EF4-FFF2-40B4-BE49-F238E27FC236}">
                <a16:creationId xmlns:a16="http://schemas.microsoft.com/office/drawing/2014/main" id="{6BB8E998-5BC1-3D30-5A40-7A17CB479142}"/>
              </a:ext>
            </a:extLst>
          </p:cNvPr>
          <p:cNvSpPr>
            <a:spLocks noGrp="1"/>
          </p:cNvSpPr>
          <p:nvPr>
            <p:ph type="body" sz="quarter" idx="13"/>
          </p:nvPr>
        </p:nvSpPr>
        <p:spPr/>
        <p:txBody>
          <a:bodyPr/>
          <a:lstStyle/>
          <a:p>
            <a:pPr/>
            <a:r>
              <a:t>BESOINS COUVERTS</a:t>
            </a:r>
            <a:endParaRPr lang="en-US"/>
          </a:p>
        </p:txBody>
      </p:sp>
      <p:grpSp>
        <p:nvGrpSpPr>
          <p:cNvPr id="6" name="Transplant"/>
          <p:cNvGrpSpPr/>
          <p:nvPr/>
        </p:nvGrpSpPr>
        <p:grpSpPr>
          <a:xfrm>
            <a:off x="164592" y="2395885"/>
            <a:ext cx="457200" cy="475173"/>
            <a:chOff x="263525" y="2514600"/>
            <a:chExt cx="879812" cy="914400"/>
          </a:xfrm>
        </p:grpSpPr>
        <p:pic>
          <p:nvPicPr>
            <p:cNvPr id="7" name="Graphique 1" descr="Stylo avec un remplissage uni">
              <a:extLst>
                <a:ext uri="{FF2B5EF4-FFF2-40B4-BE49-F238E27FC236}">
                  <a16:creationId xmlns:a16="http://schemas.microsoft.com/office/drawing/2014/main" id="{33780832-703C-2788-7487-50C093E296E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flipH="1">
              <a:off x="263525" y="2514600"/>
              <a:ext cx="879812" cy="914400"/>
            </a:xfrm>
            <a:prstGeom prst="rect">
              <a:avLst/>
            </a:prstGeom>
          </p:spPr>
        </p:pic>
      </p:gr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Espace réservé du contenu 5">
            <a:extLst>
              <a:ext uri="{FF2B5EF4-FFF2-40B4-BE49-F238E27FC236}">
                <a16:creationId xmlns:a16="http://schemas.microsoft.com/office/drawing/2014/main" id="{8B2061D0-770C-F284-BB20-62B1C6C95539}"/>
              </a:ext>
            </a:extLst>
          </p:cNvPr>
          <p:cNvSpPr>
            <a:spLocks noGrp="1"/>
          </p:cNvSpPr>
          <p:nvPr>
            <p:ph idx="1"/>
          </p:nvPr>
        </p:nvSpPr>
        <p:spPr/>
        <p:txBody>
          <a:bodyPr anchor="t"/>
          <a:lstStyle/>
          <a:p>
            <a:pPr lvl="0"/>
            <a:r>
              <a:rPr lang="fr-FR" b="1" dirty="0" sz="1600"/>
              <a:t>UTILISATION STANDARD</a:t>
            </a:r>
          </a:p>
          <a:p>
            <a:pPr lvl="1"/>
            <a:r>
              <a:rPr lang="fr-FR" dirty="0" sz="1600"/>
              <a:t>Centralisez tous vos documents au même endroit</a:t>
            </a:r>
          </a:p>
          <a:p>
            <a:pPr lvl="1"/>
            <a:r>
              <a:rPr lang="fr-FR" dirty="0" sz="1600"/>
              <a:t>Bénéficiez d’une organisation automatique des documents</a:t>
            </a:r>
          </a:p>
          <a:p>
            <a:pPr lvl="1"/>
            <a:r>
              <a:rPr lang="fr-FR" dirty="0" sz="1600"/>
              <a:t>Envoyez et recevez des documents via un portail partagé</a:t>
            </a:r>
          </a:p>
          <a:p>
            <a:pPr lvl="1"/>
            <a:r>
              <a:rPr lang="fr-FR" dirty="0" sz="1600"/>
              <a:t>Regroupez les documents des applications Odoo au même endroit</a:t>
            </a:r>
          </a:p>
          <a:p>
            <a:pPr lvl="1"/>
            <a:r>
              <a:rPr lang="fr-FR" dirty="0" sz="1600"/>
              <a:t>Recherchez facilement par texte dans vos documents</a:t>
            </a:r>
            <a:endParaRPr lang="fr-FR" dirty="0" sz="1600"/>
          </a:p>
        </p:txBody>
      </p:sp>
      <p:sp>
        <p:nvSpPr>
          <p:cNvPr id="4" name="Espace réservé du texte 6">
            <a:extLst>
              <a:ext uri="{FF2B5EF4-FFF2-40B4-BE49-F238E27FC236}">
                <a16:creationId xmlns:a16="http://schemas.microsoft.com/office/drawing/2014/main" id="{224BEC80-3EC3-DC49-269F-B1C030B93B83}"/>
              </a:ext>
            </a:extLst>
          </p:cNvPr>
          <p:cNvSpPr>
            <a:spLocks noGrp="1"/>
          </p:cNvSpPr>
          <p:nvPr>
            <p:ph type="body" sz="quarter" idx="13"/>
          </p:nvPr>
        </p:nvSpPr>
        <p:spPr/>
        <p:txBody>
          <a:bodyPr/>
          <a:lstStyle/>
          <a:p>
            <a:pPr/>
            <a:r>
              <a:t>BESOINS COUVERTS</a:t>
            </a:r>
            <a:endParaRPr lang="en-US"/>
          </a:p>
        </p:txBody>
      </p:sp>
      <p:sp>
        <p:nvSpPr>
          <p:cNvPr id="5" name="Titre 1">
            <a:extLst>
              <a:ext uri="{FF2B5EF4-FFF2-40B4-BE49-F238E27FC236}">
                <a16:creationId xmlns:a16="http://schemas.microsoft.com/office/drawing/2014/main" id="{3FF30C7D-F11B-556A-0F96-92D2349C3965}"/>
              </a:ext>
            </a:extLst>
          </p:cNvPr>
          <p:cNvSpPr>
            <a:spLocks noGrp="1"/>
          </p:cNvSpPr>
          <p:nvPr>
            <p:ph type="title"/>
          </p:nvPr>
        </p:nvSpPr>
        <p:spPr/>
        <p:txBody>
          <a:bodyPr/>
          <a:lstStyle/>
          <a:p>
            <a:pPr/>
            <a:r>
              <a:t>DOCUMENTS</a:t>
            </a:r>
          </a:p>
        </p:txBody>
      </p:sp>
      <p:grpSp>
        <p:nvGrpSpPr>
          <p:cNvPr id="7" name="Transplant"/>
          <p:cNvGrpSpPr/>
          <p:nvPr/>
        </p:nvGrpSpPr>
        <p:grpSpPr>
          <a:xfrm>
            <a:off x="7159752" y="2661243"/>
            <a:ext cx="4343400" cy="3089993"/>
            <a:chOff x="6547200" y="2564272"/>
            <a:chExt cx="4431600" cy="3152741"/>
          </a:xfrm>
        </p:grpSpPr>
        <p:pic>
          <p:nvPicPr>
            <p:cNvPr id="8" name="Image 2" descr="Une image contenant texte, capture d’écran, affichage, multimédia&#10;&#10;Le contenu généré par l’IA peut être incorrect.">
              <a:extLst>
                <a:ext uri="{FF2B5EF4-FFF2-40B4-BE49-F238E27FC236}">
                  <a16:creationId xmlns:a16="http://schemas.microsoft.com/office/drawing/2014/main" id="{C99A3441-3787-5E5E-EA56-7922D77BD8E4}"/>
                </a:ext>
              </a:extLst>
            </p:cNvPr>
            <p:cNvPicPr>
              <a:picLocks noChangeAspect="1"/>
            </p:cNvPicPr>
            <p:nvPr/>
          </p:nvPicPr>
          <p:blipFill>
            <a:blip r:embed="rId2">
              <a:extLst>
                <a:ext uri="{28A0092B-C50C-407E-A947-70E740481C1C}">
                  <a14:useLocalDpi xmlns:a14="http://schemas.microsoft.com/office/drawing/2010/main" val="0"/>
                </a:ext>
              </a:extLst>
            </a:blip>
            <a:srcRect l="9037" t="20846" r="8993" b="20839"/>
            <a:stretch/>
          </p:blipFill>
          <p:spPr>
            <a:xfrm>
              <a:off x="6547200" y="2564272"/>
              <a:ext cx="4431600" cy="3152741"/>
            </a:xfrm>
            <a:prstGeom prst="rect">
              <a:avLst/>
            </a:prstGeom>
          </p:spPr>
        </p:pic>
      </p:gr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Espace réservé du contenu 1">
            <a:extLst>
              <a:ext uri="{FF2B5EF4-FFF2-40B4-BE49-F238E27FC236}">
                <a16:creationId xmlns:a16="http://schemas.microsoft.com/office/drawing/2014/main" id="{0A5657A9-CF1F-01C4-4C0C-3F4405FBA315}"/>
              </a:ext>
            </a:extLst>
          </p:cNvPr>
          <p:cNvSpPr>
            <a:spLocks noGrp="1"/>
          </p:cNvSpPr>
          <p:nvPr>
            <p:ph idx="1"/>
          </p:nvPr>
        </p:nvSpPr>
        <p:spPr/>
        <p:txBody>
          <a:bodyPr anchor="t"/>
          <a:lstStyle/>
          <a:p>
            <a:pPr lvl="0"/>
            <a:r>
              <a:rPr lang="fr-FR" b="1" dirty="0" sz="1600"/>
              <a:t>CUSTOMISATIONS</a:t>
            </a:r>
          </a:p>
          <a:p>
            <a:pPr lvl="1"/>
            <a:r>
              <a:rPr lang="fr-FR" dirty="0" sz="1600"/>
              <a:t>Mettez l’accent sur les principaux changements, difficultés, coûts, développeurs spécifiques pour couvrir les besoins importants – Donnez une liste des besoins dans ce cas</a:t>
            </a:r>
          </a:p>
        </p:txBody>
      </p:sp>
      <p:sp>
        <p:nvSpPr>
          <p:cNvPr id="4" name="Titre 2">
            <a:extLst>
              <a:ext uri="{FF2B5EF4-FFF2-40B4-BE49-F238E27FC236}">
                <a16:creationId xmlns:a16="http://schemas.microsoft.com/office/drawing/2014/main" id="{618815FA-3CAE-65F3-B971-C63D5E259378}"/>
              </a:ext>
            </a:extLst>
          </p:cNvPr>
          <p:cNvSpPr>
            <a:spLocks noGrp="1"/>
          </p:cNvSpPr>
          <p:nvPr>
            <p:ph type="title"/>
          </p:nvPr>
        </p:nvSpPr>
        <p:spPr/>
        <p:txBody>
          <a:bodyPr/>
          <a:lstStyle/>
          <a:p>
            <a:pPr/>
            <a:r>
              <a:t>DOCUMENTS</a:t>
            </a:r>
          </a:p>
        </p:txBody>
      </p:sp>
      <p:sp>
        <p:nvSpPr>
          <p:cNvPr id="5" name="Espace réservé du texte 3">
            <a:extLst>
              <a:ext uri="{FF2B5EF4-FFF2-40B4-BE49-F238E27FC236}">
                <a16:creationId xmlns:a16="http://schemas.microsoft.com/office/drawing/2014/main" id="{6BB8E998-5BC1-3D30-5A40-7A17CB479142}"/>
              </a:ext>
            </a:extLst>
          </p:cNvPr>
          <p:cNvSpPr>
            <a:spLocks noGrp="1"/>
          </p:cNvSpPr>
          <p:nvPr>
            <p:ph type="body" sz="quarter" idx="13"/>
          </p:nvPr>
        </p:nvSpPr>
        <p:spPr/>
        <p:txBody>
          <a:bodyPr/>
          <a:lstStyle/>
          <a:p>
            <a:pPr/>
            <a:r>
              <a:t>BESOINS COUVERTS</a:t>
            </a:r>
            <a:endParaRPr lang="en-US"/>
          </a:p>
        </p:txBody>
      </p:sp>
      <p:grpSp>
        <p:nvGrpSpPr>
          <p:cNvPr id="6" name="Transplant"/>
          <p:cNvGrpSpPr/>
          <p:nvPr/>
        </p:nvGrpSpPr>
        <p:grpSpPr>
          <a:xfrm>
            <a:off x="164592" y="2395885"/>
            <a:ext cx="457200" cy="475173"/>
            <a:chOff x="263525" y="2514600"/>
            <a:chExt cx="879812" cy="914400"/>
          </a:xfrm>
        </p:grpSpPr>
        <p:pic>
          <p:nvPicPr>
            <p:cNvPr id="7" name="Graphique 1" descr="Stylo avec un remplissage uni">
              <a:extLst>
                <a:ext uri="{FF2B5EF4-FFF2-40B4-BE49-F238E27FC236}">
                  <a16:creationId xmlns:a16="http://schemas.microsoft.com/office/drawing/2014/main" id="{DE84E73B-7603-A8B8-61C4-C86EF4E4773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flipH="1">
              <a:off x="263525" y="2514600"/>
              <a:ext cx="879812" cy="914400"/>
            </a:xfrm>
            <a:prstGeom prst="rect">
              <a:avLst/>
            </a:prstGeom>
          </p:spPr>
        </p:pic>
      </p:gr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Espace réservé du contenu 5">
            <a:extLst>
              <a:ext uri="{FF2B5EF4-FFF2-40B4-BE49-F238E27FC236}">
                <a16:creationId xmlns:a16="http://schemas.microsoft.com/office/drawing/2014/main" id="{8B2061D0-770C-F284-BB20-62B1C6C95539}"/>
              </a:ext>
            </a:extLst>
          </p:cNvPr>
          <p:cNvSpPr>
            <a:spLocks noGrp="1"/>
          </p:cNvSpPr>
          <p:nvPr>
            <p:ph idx="1"/>
          </p:nvPr>
        </p:nvSpPr>
        <p:spPr/>
        <p:txBody>
          <a:bodyPr anchor="t"/>
          <a:lstStyle/>
          <a:p>
            <a:pPr lvl="0"/>
            <a:r>
              <a:rPr lang="fr-FR" b="1" dirty="0" sz="1600"/>
              <a:t>UTILISATION STANDARD</a:t>
            </a:r>
          </a:p>
          <a:p>
            <a:pPr lvl="1"/>
            <a:r>
              <a:rPr lang="fr-FR" dirty="0" sz="1600"/>
              <a:t>Obtenez une vue d'ensemble de votre activité</a:t>
            </a:r>
          </a:p>
          <a:p>
            <a:pPr lvl="1"/>
            <a:r>
              <a:rPr lang="fr-FR" dirty="0" sz="1600"/>
              <a:t>Construisez votre propre tableau de bord avec des données provenant d'Odoo et de sources externes</a:t>
            </a:r>
          </a:p>
          <a:p>
            <a:pPr lvl="1"/>
            <a:r>
              <a:rPr lang="fr-FR" dirty="0" sz="1600"/>
              <a:t>Choisissez le mode d’affichage de vos données</a:t>
            </a:r>
          </a:p>
          <a:p>
            <a:pPr lvl="1"/>
            <a:r>
              <a:rPr lang="fr-FR" dirty="0" sz="1600"/>
              <a:t>Utilisez tous les tableaux de bord préconfigurés</a:t>
            </a:r>
            <a:endParaRPr lang="fr-FR" dirty="0" sz="1600"/>
          </a:p>
        </p:txBody>
      </p:sp>
      <p:sp>
        <p:nvSpPr>
          <p:cNvPr id="4" name="Espace réservé du texte 6">
            <a:extLst>
              <a:ext uri="{FF2B5EF4-FFF2-40B4-BE49-F238E27FC236}">
                <a16:creationId xmlns:a16="http://schemas.microsoft.com/office/drawing/2014/main" id="{224BEC80-3EC3-DC49-269F-B1C030B93B83}"/>
              </a:ext>
            </a:extLst>
          </p:cNvPr>
          <p:cNvSpPr>
            <a:spLocks noGrp="1"/>
          </p:cNvSpPr>
          <p:nvPr>
            <p:ph type="body" sz="quarter" idx="13"/>
          </p:nvPr>
        </p:nvSpPr>
        <p:spPr/>
        <p:txBody>
          <a:bodyPr/>
          <a:lstStyle/>
          <a:p>
            <a:pPr/>
            <a:r>
              <a:t>BESOINS COUVERTS</a:t>
            </a:r>
            <a:endParaRPr lang="en-US"/>
          </a:p>
        </p:txBody>
      </p:sp>
      <p:sp>
        <p:nvSpPr>
          <p:cNvPr id="5" name="Titre 1">
            <a:extLst>
              <a:ext uri="{FF2B5EF4-FFF2-40B4-BE49-F238E27FC236}">
                <a16:creationId xmlns:a16="http://schemas.microsoft.com/office/drawing/2014/main" id="{3FF30C7D-F11B-556A-0F96-92D2349C3965}"/>
              </a:ext>
            </a:extLst>
          </p:cNvPr>
          <p:cNvSpPr>
            <a:spLocks noGrp="1"/>
          </p:cNvSpPr>
          <p:nvPr>
            <p:ph type="title"/>
          </p:nvPr>
        </p:nvSpPr>
        <p:spPr/>
        <p:txBody>
          <a:bodyPr/>
          <a:lstStyle/>
          <a:p>
            <a:pPr/>
            <a:r>
              <a:t>NINJA DASHBOARD</a:t>
            </a:r>
          </a:p>
        </p:txBody>
      </p:sp>
      <p:grpSp>
        <p:nvGrpSpPr>
          <p:cNvPr id="7" name="Transplant"/>
          <p:cNvGrpSpPr/>
          <p:nvPr/>
        </p:nvGrpSpPr>
        <p:grpSpPr>
          <a:xfrm>
            <a:off x="7159752" y="2660210"/>
            <a:ext cx="4343400" cy="3092060"/>
            <a:chOff x="6600825" y="2549570"/>
            <a:chExt cx="4431600" cy="3154850"/>
          </a:xfrm>
        </p:grpSpPr>
        <p:pic>
          <p:nvPicPr>
            <p:cNvPr id="8" name="Image 2" descr="Une image contenant texte, capture d’écran, ordinateur, logiciel&#10;&#10;Le contenu généré par l’IA peut être incorrect.">
              <a:extLst>
                <a:ext uri="{FF2B5EF4-FFF2-40B4-BE49-F238E27FC236}">
                  <a16:creationId xmlns:a16="http://schemas.microsoft.com/office/drawing/2014/main" id="{CBB14EF9-702C-3768-A114-25572BEDD569}"/>
                </a:ext>
              </a:extLst>
            </p:cNvPr>
            <p:cNvPicPr>
              <a:picLocks noChangeAspect="1"/>
            </p:cNvPicPr>
            <p:nvPr/>
          </p:nvPicPr>
          <p:blipFill>
            <a:blip r:embed="rId2">
              <a:extLst>
                <a:ext uri="{28A0092B-C50C-407E-A947-70E740481C1C}">
                  <a14:useLocalDpi xmlns:a14="http://schemas.microsoft.com/office/drawing/2010/main" val="0"/>
                </a:ext>
              </a:extLst>
            </a:blip>
            <a:srcRect l="8983" t="20847" r="9101" b="20837"/>
            <a:stretch/>
          </p:blipFill>
          <p:spPr>
            <a:xfrm>
              <a:off x="6600825" y="2549570"/>
              <a:ext cx="4431600" cy="3154850"/>
            </a:xfrm>
            <a:prstGeom prst="rect">
              <a:avLst/>
            </a:prstGeom>
          </p:spPr>
        </p:pic>
      </p:gr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Espace réservé du contenu 1">
            <a:extLst>
              <a:ext uri="{FF2B5EF4-FFF2-40B4-BE49-F238E27FC236}">
                <a16:creationId xmlns:a16="http://schemas.microsoft.com/office/drawing/2014/main" id="{0A5657A9-CF1F-01C4-4C0C-3F4405FBA315}"/>
              </a:ext>
            </a:extLst>
          </p:cNvPr>
          <p:cNvSpPr>
            <a:spLocks noGrp="1"/>
          </p:cNvSpPr>
          <p:nvPr>
            <p:ph idx="1"/>
          </p:nvPr>
        </p:nvSpPr>
        <p:spPr/>
        <p:txBody>
          <a:bodyPr anchor="t"/>
          <a:lstStyle/>
          <a:p>
            <a:pPr lvl="0"/>
            <a:r>
              <a:rPr lang="fr-FR" b="1" dirty="0" sz="1600"/>
              <a:t>CUSTOMISATIONS</a:t>
            </a:r>
          </a:p>
          <a:p>
            <a:pPr lvl="1"/>
            <a:r>
              <a:rPr lang="fr-FR" dirty="0" sz="1600"/>
              <a:t>Mettez l’accent sur les principaux changements, difficultés, coûts, développeurs spécifiques pour couvrir les besoins importants – Donnez une liste des besoins dans ce cas</a:t>
            </a:r>
          </a:p>
        </p:txBody>
      </p:sp>
      <p:sp>
        <p:nvSpPr>
          <p:cNvPr id="4" name="Titre 2">
            <a:extLst>
              <a:ext uri="{FF2B5EF4-FFF2-40B4-BE49-F238E27FC236}">
                <a16:creationId xmlns:a16="http://schemas.microsoft.com/office/drawing/2014/main" id="{618815FA-3CAE-65F3-B971-C63D5E259378}"/>
              </a:ext>
            </a:extLst>
          </p:cNvPr>
          <p:cNvSpPr>
            <a:spLocks noGrp="1"/>
          </p:cNvSpPr>
          <p:nvPr>
            <p:ph type="title"/>
          </p:nvPr>
        </p:nvSpPr>
        <p:spPr/>
        <p:txBody>
          <a:bodyPr/>
          <a:lstStyle/>
          <a:p>
            <a:pPr/>
            <a:r>
              <a:t>NINJA DASHBOARD</a:t>
            </a:r>
          </a:p>
        </p:txBody>
      </p:sp>
      <p:sp>
        <p:nvSpPr>
          <p:cNvPr id="5" name="Espace réservé du texte 3">
            <a:extLst>
              <a:ext uri="{FF2B5EF4-FFF2-40B4-BE49-F238E27FC236}">
                <a16:creationId xmlns:a16="http://schemas.microsoft.com/office/drawing/2014/main" id="{6BB8E998-5BC1-3D30-5A40-7A17CB479142}"/>
              </a:ext>
            </a:extLst>
          </p:cNvPr>
          <p:cNvSpPr>
            <a:spLocks noGrp="1"/>
          </p:cNvSpPr>
          <p:nvPr>
            <p:ph type="body" sz="quarter" idx="13"/>
          </p:nvPr>
        </p:nvSpPr>
        <p:spPr/>
        <p:txBody>
          <a:bodyPr/>
          <a:lstStyle/>
          <a:p>
            <a:pPr/>
            <a:r>
              <a:t>BESOINS COUVERTS</a:t>
            </a:r>
            <a:endParaRPr lang="en-US"/>
          </a:p>
        </p:txBody>
      </p:sp>
      <p:grpSp>
        <p:nvGrpSpPr>
          <p:cNvPr id="6" name="Transplant"/>
          <p:cNvGrpSpPr/>
          <p:nvPr/>
        </p:nvGrpSpPr>
        <p:grpSpPr>
          <a:xfrm>
            <a:off x="164592" y="2395885"/>
            <a:ext cx="457200" cy="475173"/>
            <a:chOff x="263525" y="2514600"/>
            <a:chExt cx="879812" cy="914400"/>
          </a:xfrm>
        </p:grpSpPr>
        <p:pic>
          <p:nvPicPr>
            <p:cNvPr id="7" name="Graphique 1" descr="Stylo avec un remplissage uni">
              <a:extLst>
                <a:ext uri="{FF2B5EF4-FFF2-40B4-BE49-F238E27FC236}">
                  <a16:creationId xmlns:a16="http://schemas.microsoft.com/office/drawing/2014/main" id="{3803CDE0-E6D6-00A5-1242-027916DB930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flipH="1">
              <a:off x="263525" y="2514600"/>
              <a:ext cx="879812" cy="914400"/>
            </a:xfrm>
            <a:prstGeom prst="rect">
              <a:avLst/>
            </a:prstGeom>
          </p:spPr>
        </p:pic>
      </p:gr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Espace réservé du contenu 5">
            <a:extLst>
              <a:ext uri="{FF2B5EF4-FFF2-40B4-BE49-F238E27FC236}">
                <a16:creationId xmlns:a16="http://schemas.microsoft.com/office/drawing/2014/main" id="{8B2061D0-770C-F284-BB20-62B1C6C95539}"/>
              </a:ext>
            </a:extLst>
          </p:cNvPr>
          <p:cNvSpPr>
            <a:spLocks noGrp="1"/>
          </p:cNvSpPr>
          <p:nvPr>
            <p:ph idx="1"/>
          </p:nvPr>
        </p:nvSpPr>
        <p:spPr/>
        <p:txBody>
          <a:bodyPr anchor="t"/>
          <a:lstStyle/>
          <a:p>
            <a:pPr lvl="0"/>
            <a:r>
              <a:rPr lang="fr-FR" b="1" dirty="0" sz="1600"/>
              <a:t>UTILISATION STANDARD</a:t>
            </a:r>
          </a:p>
          <a:p>
            <a:pPr lvl="1"/>
            <a:r>
              <a:rPr lang="fr-FR" dirty="0" sz="1600"/>
              <a:t>Supprimez tous les doublons</a:t>
            </a:r>
          </a:p>
          <a:p>
            <a:pPr lvl="1"/>
            <a:r>
              <a:rPr lang="fr-FR" dirty="0" sz="1600"/>
              <a:t>Nettoyez / standardisez les champs (comme le champ téléphone)</a:t>
            </a:r>
          </a:p>
          <a:p>
            <a:pPr lvl="1"/>
            <a:r>
              <a:rPr lang="fr-FR" dirty="0" sz="1600"/>
              <a:t>Gérez facilement les données RGPD</a:t>
            </a:r>
            <a:endParaRPr lang="fr-FR" dirty="0" sz="1600"/>
          </a:p>
        </p:txBody>
      </p:sp>
      <p:sp>
        <p:nvSpPr>
          <p:cNvPr id="4" name="Espace réservé du texte 6">
            <a:extLst>
              <a:ext uri="{FF2B5EF4-FFF2-40B4-BE49-F238E27FC236}">
                <a16:creationId xmlns:a16="http://schemas.microsoft.com/office/drawing/2014/main" id="{224BEC80-3EC3-DC49-269F-B1C030B93B83}"/>
              </a:ext>
            </a:extLst>
          </p:cNvPr>
          <p:cNvSpPr>
            <a:spLocks noGrp="1"/>
          </p:cNvSpPr>
          <p:nvPr>
            <p:ph type="body" sz="quarter" idx="13"/>
          </p:nvPr>
        </p:nvSpPr>
        <p:spPr/>
        <p:txBody>
          <a:bodyPr/>
          <a:lstStyle/>
          <a:p>
            <a:pPr/>
            <a:r>
              <a:t>BESOINS COUVERTS</a:t>
            </a:r>
            <a:endParaRPr lang="en-US"/>
          </a:p>
        </p:txBody>
      </p:sp>
      <p:sp>
        <p:nvSpPr>
          <p:cNvPr id="5" name="Titre 1">
            <a:extLst>
              <a:ext uri="{FF2B5EF4-FFF2-40B4-BE49-F238E27FC236}">
                <a16:creationId xmlns:a16="http://schemas.microsoft.com/office/drawing/2014/main" id="{3FF30C7D-F11B-556A-0F96-92D2349C3965}"/>
              </a:ext>
            </a:extLst>
          </p:cNvPr>
          <p:cNvSpPr>
            <a:spLocks noGrp="1"/>
          </p:cNvSpPr>
          <p:nvPr>
            <p:ph type="title"/>
          </p:nvPr>
        </p:nvSpPr>
        <p:spPr/>
        <p:txBody>
          <a:bodyPr/>
          <a:lstStyle/>
          <a:p>
            <a:pPr/>
            <a:r>
              <a:t>NETTOYAGE DES DONNEES</a:t>
            </a:r>
          </a:p>
        </p:txBody>
      </p:sp>
      <p:grpSp>
        <p:nvGrpSpPr>
          <p:cNvPr id="7" name="Transplant"/>
          <p:cNvGrpSpPr/>
          <p:nvPr/>
        </p:nvGrpSpPr>
        <p:grpSpPr>
          <a:xfrm>
            <a:off x="7159752" y="2661243"/>
            <a:ext cx="4343400" cy="3089993"/>
            <a:chOff x="6547200" y="2564272"/>
            <a:chExt cx="4431600" cy="3152741"/>
          </a:xfrm>
        </p:grpSpPr>
        <p:pic>
          <p:nvPicPr>
            <p:cNvPr id="8" name="Image 2" descr="Une image contenant texte, capture d’écran, logiciel, ordinateur&#10;&#10;Le contenu généré par l’IA peut être incorrect.">
              <a:extLst>
                <a:ext uri="{FF2B5EF4-FFF2-40B4-BE49-F238E27FC236}">
                  <a16:creationId xmlns:a16="http://schemas.microsoft.com/office/drawing/2014/main" id="{06064A12-112E-D051-AFD8-3CF81ACA78D5}"/>
                </a:ext>
              </a:extLst>
            </p:cNvPr>
            <p:cNvPicPr>
              <a:picLocks noChangeAspect="1"/>
            </p:cNvPicPr>
            <p:nvPr/>
          </p:nvPicPr>
          <p:blipFill>
            <a:blip r:embed="rId2">
              <a:extLst>
                <a:ext uri="{28A0092B-C50C-407E-A947-70E740481C1C}">
                  <a14:useLocalDpi xmlns:a14="http://schemas.microsoft.com/office/drawing/2010/main" val="0"/>
                </a:ext>
              </a:extLst>
            </a:blip>
            <a:srcRect l="8984" t="20846" r="9046" b="20838"/>
            <a:stretch/>
          </p:blipFill>
          <p:spPr>
            <a:xfrm>
              <a:off x="6547200" y="2564272"/>
              <a:ext cx="4431600" cy="3152741"/>
            </a:xfrm>
            <a:prstGeom prst="rect">
              <a:avLst/>
            </a:prstGeom>
          </p:spPr>
        </p:pic>
      </p:gr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Espace réservé du contenu 1">
            <a:extLst>
              <a:ext uri="{FF2B5EF4-FFF2-40B4-BE49-F238E27FC236}">
                <a16:creationId xmlns:a16="http://schemas.microsoft.com/office/drawing/2014/main" id="{0A5657A9-CF1F-01C4-4C0C-3F4405FBA315}"/>
              </a:ext>
            </a:extLst>
          </p:cNvPr>
          <p:cNvSpPr>
            <a:spLocks noGrp="1"/>
          </p:cNvSpPr>
          <p:nvPr>
            <p:ph idx="1"/>
          </p:nvPr>
        </p:nvSpPr>
        <p:spPr/>
        <p:txBody>
          <a:bodyPr anchor="t"/>
          <a:lstStyle/>
          <a:p>
            <a:pPr lvl="0"/>
            <a:r>
              <a:rPr lang="fr-FR" b="1" dirty="0" sz="1600"/>
              <a:t>CUSTOMISATIONS</a:t>
            </a:r>
          </a:p>
          <a:p>
            <a:pPr lvl="1"/>
            <a:r>
              <a:rPr lang="fr-FR" dirty="0" sz="1600"/>
              <a:t>Mettez l’accent sur les principaux changements, difficultés, coûts, développeurs spécifiques pour couvrir les besoins importants – Donnez une liste des besoins dans ce cas</a:t>
            </a:r>
          </a:p>
        </p:txBody>
      </p:sp>
      <p:sp>
        <p:nvSpPr>
          <p:cNvPr id="4" name="Titre 2">
            <a:extLst>
              <a:ext uri="{FF2B5EF4-FFF2-40B4-BE49-F238E27FC236}">
                <a16:creationId xmlns:a16="http://schemas.microsoft.com/office/drawing/2014/main" id="{618815FA-3CAE-65F3-B971-C63D5E259378}"/>
              </a:ext>
            </a:extLst>
          </p:cNvPr>
          <p:cNvSpPr>
            <a:spLocks noGrp="1"/>
          </p:cNvSpPr>
          <p:nvPr>
            <p:ph type="title"/>
          </p:nvPr>
        </p:nvSpPr>
        <p:spPr/>
        <p:txBody>
          <a:bodyPr/>
          <a:lstStyle/>
          <a:p>
            <a:pPr/>
            <a:r>
              <a:t>NETTOYAGE DES DONNEES</a:t>
            </a:r>
          </a:p>
        </p:txBody>
      </p:sp>
      <p:sp>
        <p:nvSpPr>
          <p:cNvPr id="5" name="Espace réservé du texte 3">
            <a:extLst>
              <a:ext uri="{FF2B5EF4-FFF2-40B4-BE49-F238E27FC236}">
                <a16:creationId xmlns:a16="http://schemas.microsoft.com/office/drawing/2014/main" id="{6BB8E998-5BC1-3D30-5A40-7A17CB479142}"/>
              </a:ext>
            </a:extLst>
          </p:cNvPr>
          <p:cNvSpPr>
            <a:spLocks noGrp="1"/>
          </p:cNvSpPr>
          <p:nvPr>
            <p:ph type="body" sz="quarter" idx="13"/>
          </p:nvPr>
        </p:nvSpPr>
        <p:spPr/>
        <p:txBody>
          <a:bodyPr/>
          <a:lstStyle/>
          <a:p>
            <a:pPr/>
            <a:r>
              <a:t>BESOINS COUVERTS</a:t>
            </a:r>
            <a:endParaRPr lang="en-US"/>
          </a:p>
        </p:txBody>
      </p:sp>
      <p:grpSp>
        <p:nvGrpSpPr>
          <p:cNvPr id="6" name="Transplant"/>
          <p:cNvGrpSpPr/>
          <p:nvPr/>
        </p:nvGrpSpPr>
        <p:grpSpPr>
          <a:xfrm>
            <a:off x="164592" y="2395885"/>
            <a:ext cx="457200" cy="475173"/>
            <a:chOff x="263525" y="2514600"/>
            <a:chExt cx="879812" cy="914400"/>
          </a:xfrm>
        </p:grpSpPr>
        <p:pic>
          <p:nvPicPr>
            <p:cNvPr id="7" name="Graphique 1" descr="Stylo avec un remplissage uni">
              <a:extLst>
                <a:ext uri="{FF2B5EF4-FFF2-40B4-BE49-F238E27FC236}">
                  <a16:creationId xmlns:a16="http://schemas.microsoft.com/office/drawing/2014/main" id="{633D5027-65A7-2C06-AEC6-21E0EE40B72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flipH="1">
              <a:off x="263525" y="2514600"/>
              <a:ext cx="879812" cy="914400"/>
            </a:xfrm>
            <a:prstGeom prst="rect">
              <a:avLst/>
            </a:prstGeom>
          </p:spPr>
        </p:pic>
      </p:gr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Espace réservé du contenu 5">
            <a:extLst>
              <a:ext uri="{FF2B5EF4-FFF2-40B4-BE49-F238E27FC236}">
                <a16:creationId xmlns:a16="http://schemas.microsoft.com/office/drawing/2014/main" id="{8B2061D0-770C-F284-BB20-62B1C6C95539}"/>
              </a:ext>
            </a:extLst>
          </p:cNvPr>
          <p:cNvSpPr>
            <a:spLocks noGrp="1"/>
          </p:cNvSpPr>
          <p:nvPr>
            <p:ph idx="1"/>
          </p:nvPr>
        </p:nvSpPr>
        <p:spPr/>
        <p:txBody>
          <a:bodyPr anchor="t"/>
          <a:lstStyle/>
          <a:p>
            <a:pPr lvl="0"/>
            <a:r>
              <a:rPr lang="fr-FR" b="1" dirty="0" sz="1600"/>
              <a:t>UTILISATION STANDARD</a:t>
            </a:r>
          </a:p>
          <a:p>
            <a:pPr lvl="1"/>
            <a:r>
              <a:rPr lang="fr-FR" dirty="0" sz="1600"/>
              <a:t>Sélectionnez les droits à attribuer pour chaque application</a:t>
            </a:r>
          </a:p>
          <a:p>
            <a:pPr lvl="1"/>
            <a:r>
              <a:rPr lang="fr-FR" dirty="0" sz="1600"/>
              <a:t>Utilisez les droits préconfigurés</a:t>
            </a:r>
          </a:p>
          <a:p>
            <a:pPr lvl="1"/>
            <a:r>
              <a:rPr lang="fr-FR" dirty="0" sz="1600"/>
              <a:t>Gérez les groupes et contrôlez l'accès par utilisateur</a:t>
            </a:r>
            <a:endParaRPr lang="fr-FR" dirty="0" sz="1600"/>
          </a:p>
        </p:txBody>
      </p:sp>
      <p:sp>
        <p:nvSpPr>
          <p:cNvPr id="4" name="Espace réservé du texte 6">
            <a:extLst>
              <a:ext uri="{FF2B5EF4-FFF2-40B4-BE49-F238E27FC236}">
                <a16:creationId xmlns:a16="http://schemas.microsoft.com/office/drawing/2014/main" id="{224BEC80-3EC3-DC49-269F-B1C030B93B83}"/>
              </a:ext>
            </a:extLst>
          </p:cNvPr>
          <p:cNvSpPr>
            <a:spLocks noGrp="1"/>
          </p:cNvSpPr>
          <p:nvPr>
            <p:ph type="body" sz="quarter" idx="13"/>
          </p:nvPr>
        </p:nvSpPr>
        <p:spPr/>
        <p:txBody>
          <a:bodyPr/>
          <a:lstStyle/>
          <a:p>
            <a:pPr/>
            <a:r>
              <a:t>BESOINS COUVERTS</a:t>
            </a:r>
            <a:endParaRPr lang="en-US"/>
          </a:p>
        </p:txBody>
      </p:sp>
      <p:sp>
        <p:nvSpPr>
          <p:cNvPr id="5" name="Titre 1">
            <a:extLst>
              <a:ext uri="{FF2B5EF4-FFF2-40B4-BE49-F238E27FC236}">
                <a16:creationId xmlns:a16="http://schemas.microsoft.com/office/drawing/2014/main" id="{3FF30C7D-F11B-556A-0F96-92D2349C3965}"/>
              </a:ext>
            </a:extLst>
          </p:cNvPr>
          <p:cNvSpPr>
            <a:spLocks noGrp="1"/>
          </p:cNvSpPr>
          <p:nvPr>
            <p:ph type="title"/>
          </p:nvPr>
        </p:nvSpPr>
        <p:spPr/>
        <p:txBody>
          <a:bodyPr/>
          <a:lstStyle/>
          <a:p>
            <a:pPr/>
            <a:r>
              <a:t>DROITS D’ACCES</a:t>
            </a:r>
          </a:p>
        </p:txBody>
      </p:sp>
      <p:grpSp>
        <p:nvGrpSpPr>
          <p:cNvPr id="7" name="Transplant"/>
          <p:cNvGrpSpPr/>
          <p:nvPr/>
        </p:nvGrpSpPr>
        <p:grpSpPr>
          <a:xfrm>
            <a:off x="7159752" y="2659791"/>
            <a:ext cx="4343400" cy="3092897"/>
            <a:chOff x="6547200" y="2562791"/>
            <a:chExt cx="4431600" cy="3155704"/>
          </a:xfrm>
        </p:grpSpPr>
        <p:pic>
          <p:nvPicPr>
            <p:cNvPr id="8" name="Image 2" descr="Une image contenant texte, capture d’écran, affichage, logiciel&#10;&#10;Le contenu généré par l’IA peut être incorrect.">
              <a:extLst>
                <a:ext uri="{FF2B5EF4-FFF2-40B4-BE49-F238E27FC236}">
                  <a16:creationId xmlns:a16="http://schemas.microsoft.com/office/drawing/2014/main" id="{D49DEAA9-A7E1-9831-2CE3-978B880D9676}"/>
                </a:ext>
              </a:extLst>
            </p:cNvPr>
            <p:cNvPicPr>
              <a:picLocks noChangeAspect="1"/>
            </p:cNvPicPr>
            <p:nvPr/>
          </p:nvPicPr>
          <p:blipFill>
            <a:blip r:embed="rId2">
              <a:extLst>
                <a:ext uri="{28A0092B-C50C-407E-A947-70E740481C1C}">
                  <a14:useLocalDpi xmlns:a14="http://schemas.microsoft.com/office/drawing/2010/main" val="0"/>
                </a:ext>
              </a:extLst>
            </a:blip>
            <a:srcRect l="8929" t="20833" r="9101" b="20797"/>
            <a:stretch/>
          </p:blipFill>
          <p:spPr>
            <a:xfrm>
              <a:off x="6547200" y="2562791"/>
              <a:ext cx="4431600" cy="3155704"/>
            </a:xfrm>
            <a:prstGeom prst="rect">
              <a:avLst/>
            </a:prstGeom>
          </p:spPr>
        </p:pic>
      </p:gr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Espace réservé du contenu 1">
            <a:extLst>
              <a:ext uri="{FF2B5EF4-FFF2-40B4-BE49-F238E27FC236}">
                <a16:creationId xmlns:a16="http://schemas.microsoft.com/office/drawing/2014/main" id="{0A5657A9-CF1F-01C4-4C0C-3F4405FBA315}"/>
              </a:ext>
            </a:extLst>
          </p:cNvPr>
          <p:cNvSpPr>
            <a:spLocks noGrp="1"/>
          </p:cNvSpPr>
          <p:nvPr>
            <p:ph idx="1"/>
          </p:nvPr>
        </p:nvSpPr>
        <p:spPr/>
        <p:txBody>
          <a:bodyPr anchor="t"/>
          <a:lstStyle/>
          <a:p>
            <a:pPr lvl="0"/>
            <a:r>
              <a:rPr lang="fr-FR" b="1" dirty="0" sz="1600"/>
              <a:t>CUSTOMISATIONS</a:t>
            </a:r>
          </a:p>
          <a:p>
            <a:pPr lvl="1"/>
            <a:r>
              <a:rPr lang="fr-FR" dirty="0" sz="1600"/>
              <a:t>Mettez l’accent sur les principaux changements, difficultés, coûts, développeurs spécifiques pour couvrir les besoins importants – Donnez une liste des besoins dans ce cas</a:t>
            </a:r>
          </a:p>
        </p:txBody>
      </p:sp>
      <p:sp>
        <p:nvSpPr>
          <p:cNvPr id="4" name="Titre 2">
            <a:extLst>
              <a:ext uri="{FF2B5EF4-FFF2-40B4-BE49-F238E27FC236}">
                <a16:creationId xmlns:a16="http://schemas.microsoft.com/office/drawing/2014/main" id="{618815FA-3CAE-65F3-B971-C63D5E259378}"/>
              </a:ext>
            </a:extLst>
          </p:cNvPr>
          <p:cNvSpPr>
            <a:spLocks noGrp="1"/>
          </p:cNvSpPr>
          <p:nvPr>
            <p:ph type="title"/>
          </p:nvPr>
        </p:nvSpPr>
        <p:spPr/>
        <p:txBody>
          <a:bodyPr/>
          <a:lstStyle/>
          <a:p>
            <a:pPr/>
            <a:r>
              <a:t>DROITS D’ACCES</a:t>
            </a:r>
          </a:p>
        </p:txBody>
      </p:sp>
      <p:sp>
        <p:nvSpPr>
          <p:cNvPr id="5" name="Espace réservé du texte 3">
            <a:extLst>
              <a:ext uri="{FF2B5EF4-FFF2-40B4-BE49-F238E27FC236}">
                <a16:creationId xmlns:a16="http://schemas.microsoft.com/office/drawing/2014/main" id="{6BB8E998-5BC1-3D30-5A40-7A17CB479142}"/>
              </a:ext>
            </a:extLst>
          </p:cNvPr>
          <p:cNvSpPr>
            <a:spLocks noGrp="1"/>
          </p:cNvSpPr>
          <p:nvPr>
            <p:ph type="body" sz="quarter" idx="13"/>
          </p:nvPr>
        </p:nvSpPr>
        <p:spPr/>
        <p:txBody>
          <a:bodyPr/>
          <a:lstStyle/>
          <a:p>
            <a:pPr/>
            <a:r>
              <a:t>BESOINS COUVERTS</a:t>
            </a:r>
            <a:endParaRPr lang="en-US"/>
          </a:p>
        </p:txBody>
      </p:sp>
      <p:grpSp>
        <p:nvGrpSpPr>
          <p:cNvPr id="6" name="Transplant"/>
          <p:cNvGrpSpPr/>
          <p:nvPr/>
        </p:nvGrpSpPr>
        <p:grpSpPr>
          <a:xfrm>
            <a:off x="164592" y="2395885"/>
            <a:ext cx="457200" cy="475173"/>
            <a:chOff x="263525" y="2514600"/>
            <a:chExt cx="879812" cy="914400"/>
          </a:xfrm>
        </p:grpSpPr>
        <p:pic>
          <p:nvPicPr>
            <p:cNvPr id="7" name="Graphique 1" descr="Stylo avec un remplissage uni">
              <a:extLst>
                <a:ext uri="{FF2B5EF4-FFF2-40B4-BE49-F238E27FC236}">
                  <a16:creationId xmlns:a16="http://schemas.microsoft.com/office/drawing/2014/main" id="{FE103505-207F-26A2-7459-FC2E060A285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flipH="1">
              <a:off x="263525" y="2514600"/>
              <a:ext cx="879812" cy="914400"/>
            </a:xfrm>
            <a:prstGeom prst="rect">
              <a:avLst/>
            </a:prstGeom>
          </p:spPr>
        </p:pic>
      </p:gr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Espace réservé du contenu 5">
            <a:extLst>
              <a:ext uri="{FF2B5EF4-FFF2-40B4-BE49-F238E27FC236}">
                <a16:creationId xmlns:a16="http://schemas.microsoft.com/office/drawing/2014/main" id="{8B2061D0-770C-F284-BB20-62B1C6C95539}"/>
              </a:ext>
            </a:extLst>
          </p:cNvPr>
          <p:cNvSpPr>
            <a:spLocks noGrp="1"/>
          </p:cNvSpPr>
          <p:nvPr>
            <p:ph idx="1"/>
          </p:nvPr>
        </p:nvSpPr>
        <p:spPr/>
        <p:txBody>
          <a:bodyPr anchor="t"/>
          <a:lstStyle/>
          <a:p>
            <a:pPr lvl="0"/>
            <a:r>
              <a:rPr lang="fr-FR" b="1" dirty="0" sz="1600"/>
              <a:t>UTILISATION STANDARD</a:t>
            </a:r>
          </a:p>
          <a:p>
            <a:pPr lvl="1"/>
            <a:r>
              <a:rPr lang="fr-FR" dirty="0" sz="1600"/>
              <a:t>Créez une plateforme de cours</a:t>
            </a:r>
          </a:p>
          <a:p>
            <a:pPr lvl="1"/>
            <a:r>
              <a:rPr lang="fr-FR" dirty="0" sz="1600"/>
              <a:t>Publiez votre plateforme sur votre site web</a:t>
            </a:r>
          </a:p>
          <a:p>
            <a:pPr lvl="1"/>
            <a:r>
              <a:rPr lang="fr-FR" dirty="0" sz="1600"/>
              <a:t>Vendez vos cours</a:t>
            </a:r>
          </a:p>
          <a:p>
            <a:pPr lvl="1"/>
            <a:r>
              <a:rPr lang="fr-FR" dirty="0" sz="1600"/>
              <a:t>Délivrez des certificats et évaluez les niveaux avec des enquêtes</a:t>
            </a:r>
            <a:endParaRPr lang="fr-FR" dirty="0" sz="1600"/>
          </a:p>
        </p:txBody>
      </p:sp>
      <p:sp>
        <p:nvSpPr>
          <p:cNvPr id="4" name="Espace réservé du texte 6">
            <a:extLst>
              <a:ext uri="{FF2B5EF4-FFF2-40B4-BE49-F238E27FC236}">
                <a16:creationId xmlns:a16="http://schemas.microsoft.com/office/drawing/2014/main" id="{224BEC80-3EC3-DC49-269F-B1C030B93B83}"/>
              </a:ext>
            </a:extLst>
          </p:cNvPr>
          <p:cNvSpPr>
            <a:spLocks noGrp="1"/>
          </p:cNvSpPr>
          <p:nvPr>
            <p:ph type="body" sz="quarter" idx="13"/>
          </p:nvPr>
        </p:nvSpPr>
        <p:spPr/>
        <p:txBody>
          <a:bodyPr/>
          <a:lstStyle/>
          <a:p>
            <a:pPr/>
            <a:r>
              <a:t>BESOINS COUVERTS</a:t>
            </a:r>
            <a:endParaRPr lang="en-US"/>
          </a:p>
        </p:txBody>
      </p:sp>
      <p:sp>
        <p:nvSpPr>
          <p:cNvPr id="5" name="Titre 1">
            <a:extLst>
              <a:ext uri="{FF2B5EF4-FFF2-40B4-BE49-F238E27FC236}">
                <a16:creationId xmlns:a16="http://schemas.microsoft.com/office/drawing/2014/main" id="{3FF30C7D-F11B-556A-0F96-92D2349C3965}"/>
              </a:ext>
            </a:extLst>
          </p:cNvPr>
          <p:cNvSpPr>
            <a:spLocks noGrp="1"/>
          </p:cNvSpPr>
          <p:nvPr>
            <p:ph type="title"/>
          </p:nvPr>
        </p:nvSpPr>
        <p:spPr/>
        <p:txBody>
          <a:bodyPr/>
          <a:lstStyle/>
          <a:p>
            <a:pPr/>
            <a:r>
              <a:t>E-LEARNING</a:t>
            </a:r>
          </a:p>
        </p:txBody>
      </p:sp>
      <p:grpSp>
        <p:nvGrpSpPr>
          <p:cNvPr id="7" name="Transplant"/>
          <p:cNvGrpSpPr/>
          <p:nvPr/>
        </p:nvGrpSpPr>
        <p:grpSpPr>
          <a:xfrm>
            <a:off x="7159752" y="2658758"/>
            <a:ext cx="4343400" cy="3094963"/>
            <a:chOff x="6600825" y="2561737"/>
            <a:chExt cx="4431600" cy="3157812"/>
          </a:xfrm>
        </p:grpSpPr>
        <p:pic>
          <p:nvPicPr>
            <p:cNvPr id="8" name="Image 2" descr="Une image contenant texte, capture d’écran, logiciel, ordinateur&#10;&#10;Le contenu généré par l’IA peut être incorrect.">
              <a:extLst>
                <a:ext uri="{FF2B5EF4-FFF2-40B4-BE49-F238E27FC236}">
                  <a16:creationId xmlns:a16="http://schemas.microsoft.com/office/drawing/2014/main" id="{F073B702-07BB-1D6D-506F-E996B7D289DF}"/>
                </a:ext>
              </a:extLst>
            </p:cNvPr>
            <p:cNvPicPr>
              <a:picLocks noChangeAspect="1"/>
            </p:cNvPicPr>
            <p:nvPr/>
          </p:nvPicPr>
          <p:blipFill>
            <a:blip r:embed="rId2">
              <a:extLst>
                <a:ext uri="{28A0092B-C50C-407E-A947-70E740481C1C}">
                  <a14:useLocalDpi xmlns:a14="http://schemas.microsoft.com/office/drawing/2010/main" val="0"/>
                </a:ext>
              </a:extLst>
            </a:blip>
            <a:srcRect l="9148" t="20846" r="8937" b="20783"/>
            <a:stretch/>
          </p:blipFill>
          <p:spPr>
            <a:xfrm>
              <a:off x="6600825" y="2561737"/>
              <a:ext cx="4431600" cy="3157812"/>
            </a:xfrm>
            <a:prstGeom prst="rect">
              <a:avLst/>
            </a:prstGeom>
          </p:spPr>
        </p:pic>
      </p:gr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Espace réservé du contenu 1">
            <a:extLst>
              <a:ext uri="{FF2B5EF4-FFF2-40B4-BE49-F238E27FC236}">
                <a16:creationId xmlns:a16="http://schemas.microsoft.com/office/drawing/2014/main" id="{0A5657A9-CF1F-01C4-4C0C-3F4405FBA315}"/>
              </a:ext>
            </a:extLst>
          </p:cNvPr>
          <p:cNvSpPr>
            <a:spLocks noGrp="1"/>
          </p:cNvSpPr>
          <p:nvPr>
            <p:ph idx="1"/>
          </p:nvPr>
        </p:nvSpPr>
        <p:spPr/>
        <p:txBody>
          <a:bodyPr anchor="t"/>
          <a:lstStyle/>
          <a:p>
            <a:pPr lvl="0"/>
            <a:r>
              <a:rPr lang="fr-FR" b="1" dirty="0" sz="1600"/>
              <a:t>CUSTOMISATIONS</a:t>
            </a:r>
          </a:p>
          <a:p>
            <a:pPr lvl="1"/>
            <a:r>
              <a:rPr lang="fr-FR" dirty="0" sz="1600"/>
              <a:t>Mettez l’accent sur les principaux changements, difficultés, coûts, développeurs spécifiques pour couvrir les besoins importants – Donnez une liste des besoins dans ce cas</a:t>
            </a:r>
          </a:p>
        </p:txBody>
      </p:sp>
      <p:sp>
        <p:nvSpPr>
          <p:cNvPr id="4" name="Titre 2">
            <a:extLst>
              <a:ext uri="{FF2B5EF4-FFF2-40B4-BE49-F238E27FC236}">
                <a16:creationId xmlns:a16="http://schemas.microsoft.com/office/drawing/2014/main" id="{618815FA-3CAE-65F3-B971-C63D5E259378}"/>
              </a:ext>
            </a:extLst>
          </p:cNvPr>
          <p:cNvSpPr>
            <a:spLocks noGrp="1"/>
          </p:cNvSpPr>
          <p:nvPr>
            <p:ph type="title"/>
          </p:nvPr>
        </p:nvSpPr>
        <p:spPr/>
        <p:txBody>
          <a:bodyPr/>
          <a:lstStyle/>
          <a:p>
            <a:pPr/>
            <a:r>
              <a:t>E-LEARNING</a:t>
            </a:r>
          </a:p>
        </p:txBody>
      </p:sp>
      <p:sp>
        <p:nvSpPr>
          <p:cNvPr id="5" name="Espace réservé du texte 3">
            <a:extLst>
              <a:ext uri="{FF2B5EF4-FFF2-40B4-BE49-F238E27FC236}">
                <a16:creationId xmlns:a16="http://schemas.microsoft.com/office/drawing/2014/main" id="{6BB8E998-5BC1-3D30-5A40-7A17CB479142}"/>
              </a:ext>
            </a:extLst>
          </p:cNvPr>
          <p:cNvSpPr>
            <a:spLocks noGrp="1"/>
          </p:cNvSpPr>
          <p:nvPr>
            <p:ph type="body" sz="quarter" idx="13"/>
          </p:nvPr>
        </p:nvSpPr>
        <p:spPr/>
        <p:txBody>
          <a:bodyPr/>
          <a:lstStyle/>
          <a:p>
            <a:pPr/>
            <a:r>
              <a:t>BESOINS COUVERTS</a:t>
            </a:r>
            <a:endParaRPr lang="en-US"/>
          </a:p>
        </p:txBody>
      </p:sp>
      <p:grpSp>
        <p:nvGrpSpPr>
          <p:cNvPr id="6" name="Transplant"/>
          <p:cNvGrpSpPr/>
          <p:nvPr/>
        </p:nvGrpSpPr>
        <p:grpSpPr>
          <a:xfrm>
            <a:off x="164592" y="2395885"/>
            <a:ext cx="457200" cy="475173"/>
            <a:chOff x="263525" y="2514600"/>
            <a:chExt cx="879812" cy="914400"/>
          </a:xfrm>
        </p:grpSpPr>
        <p:pic>
          <p:nvPicPr>
            <p:cNvPr id="7" name="Graphique 1" descr="Stylo avec un remplissage uni">
              <a:extLst>
                <a:ext uri="{FF2B5EF4-FFF2-40B4-BE49-F238E27FC236}">
                  <a16:creationId xmlns:a16="http://schemas.microsoft.com/office/drawing/2014/main" id="{D1F1F617-9F9E-B948-A3F2-14D63AF5553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flipH="1">
              <a:off x="263525" y="2514600"/>
              <a:ext cx="879812" cy="914400"/>
            </a:xfrm>
            <a:prstGeom prst="rect">
              <a:avLst/>
            </a:prstGeom>
          </p:spPr>
        </p:pic>
      </p:gr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Espace réservé du contenu 5">
            <a:extLst>
              <a:ext uri="{FF2B5EF4-FFF2-40B4-BE49-F238E27FC236}">
                <a16:creationId xmlns:a16="http://schemas.microsoft.com/office/drawing/2014/main" id="{8B2061D0-770C-F284-BB20-62B1C6C95539}"/>
              </a:ext>
            </a:extLst>
          </p:cNvPr>
          <p:cNvSpPr>
            <a:spLocks noGrp="1"/>
          </p:cNvSpPr>
          <p:nvPr>
            <p:ph idx="1"/>
          </p:nvPr>
        </p:nvSpPr>
        <p:spPr/>
        <p:txBody>
          <a:bodyPr anchor="t"/>
          <a:lstStyle/>
          <a:p>
            <a:pPr lvl="0"/>
            <a:r>
              <a:rPr lang="fr-FR" b="1" dirty="0" sz="1600"/>
              <a:t>UTILISATION STANDARD</a:t>
            </a:r>
          </a:p>
          <a:p>
            <a:pPr lvl="1"/>
            <a:r>
              <a:rPr lang="fr-FR" dirty="0" sz="1600"/>
              <a:t>Organisez facilement vos propres événements</a:t>
            </a:r>
          </a:p>
          <a:p>
            <a:pPr lvl="1"/>
            <a:r>
              <a:rPr lang="fr-FR" dirty="0" sz="1600"/>
              <a:t>Publiez-les sur votre site web</a:t>
            </a:r>
          </a:p>
          <a:p>
            <a:pPr lvl="1"/>
            <a:r>
              <a:rPr lang="fr-FR" dirty="0" sz="1600"/>
              <a:t>Vendez des billets pour votre événement</a:t>
            </a:r>
          </a:p>
          <a:p>
            <a:pPr lvl="1"/>
            <a:r>
              <a:rPr lang="fr-FR" dirty="0" sz="1600"/>
              <a:t>Contactez et gérez la communication avec les participants</a:t>
            </a:r>
          </a:p>
          <a:p>
            <a:pPr lvl="1"/>
            <a:r>
              <a:rPr lang="fr-FR" dirty="0" sz="1600"/>
              <a:t>Organisez et réservez des intervenants</a:t>
            </a:r>
          </a:p>
          <a:p>
            <a:pPr lvl="1"/>
            <a:r>
              <a:rPr lang="fr-FR" dirty="0" sz="1600"/>
              <a:t>Gérez « sur site » : badges, QR codes, accueil…</a:t>
            </a:r>
            <a:endParaRPr lang="fr-FR" dirty="0" sz="1600"/>
          </a:p>
          <a:p>
            <a:pPr lvl="1"/>
            <a:endParaRPr lang="fr-FR" dirty="0" sz="1600"/>
          </a:p>
        </p:txBody>
      </p:sp>
      <p:sp>
        <p:nvSpPr>
          <p:cNvPr id="4" name="Espace réservé du texte 6">
            <a:extLst>
              <a:ext uri="{FF2B5EF4-FFF2-40B4-BE49-F238E27FC236}">
                <a16:creationId xmlns:a16="http://schemas.microsoft.com/office/drawing/2014/main" id="{224BEC80-3EC3-DC49-269F-B1C030B93B83}"/>
              </a:ext>
            </a:extLst>
          </p:cNvPr>
          <p:cNvSpPr>
            <a:spLocks noGrp="1"/>
          </p:cNvSpPr>
          <p:nvPr>
            <p:ph type="body" sz="quarter" idx="13"/>
          </p:nvPr>
        </p:nvSpPr>
        <p:spPr/>
        <p:txBody>
          <a:bodyPr/>
          <a:lstStyle/>
          <a:p>
            <a:pPr/>
            <a:r>
              <a:t>BESOINS COUVERTS</a:t>
            </a:r>
            <a:endParaRPr lang="en-US"/>
          </a:p>
        </p:txBody>
      </p:sp>
      <p:sp>
        <p:nvSpPr>
          <p:cNvPr id="5" name="Titre 1">
            <a:extLst>
              <a:ext uri="{FF2B5EF4-FFF2-40B4-BE49-F238E27FC236}">
                <a16:creationId xmlns:a16="http://schemas.microsoft.com/office/drawing/2014/main" id="{3FF30C7D-F11B-556A-0F96-92D2349C3965}"/>
              </a:ext>
            </a:extLst>
          </p:cNvPr>
          <p:cNvSpPr>
            <a:spLocks noGrp="1"/>
          </p:cNvSpPr>
          <p:nvPr>
            <p:ph type="title"/>
          </p:nvPr>
        </p:nvSpPr>
        <p:spPr/>
        <p:txBody>
          <a:bodyPr/>
          <a:lstStyle/>
          <a:p>
            <a:pPr/>
            <a:r>
              <a:t>EVENEMENTS</a:t>
            </a:r>
          </a:p>
        </p:txBody>
      </p:sp>
      <p:grpSp>
        <p:nvGrpSpPr>
          <p:cNvPr id="7" name="Transplant"/>
          <p:cNvGrpSpPr/>
          <p:nvPr/>
        </p:nvGrpSpPr>
        <p:grpSpPr>
          <a:xfrm>
            <a:off x="7159752" y="2661243"/>
            <a:ext cx="4343400" cy="3089994"/>
            <a:chOff x="6600825" y="2536976"/>
            <a:chExt cx="4431600" cy="3152742"/>
          </a:xfrm>
        </p:grpSpPr>
        <p:pic>
          <p:nvPicPr>
            <p:cNvPr id="8" name="Image 2" descr="Une image contenant texte, capture d’écran, logiciel, ordinateur&#10;&#10;Le contenu généré par l’IA peut être incorrect.">
              <a:extLst>
                <a:ext uri="{FF2B5EF4-FFF2-40B4-BE49-F238E27FC236}">
                  <a16:creationId xmlns:a16="http://schemas.microsoft.com/office/drawing/2014/main" id="{5078E0BD-45F6-3E39-7BBC-111C1B65C808}"/>
                </a:ext>
              </a:extLst>
            </p:cNvPr>
            <p:cNvPicPr>
              <a:picLocks noChangeAspect="1"/>
            </p:cNvPicPr>
            <p:nvPr/>
          </p:nvPicPr>
          <p:blipFill>
            <a:blip r:embed="rId2">
              <a:extLst>
                <a:ext uri="{28A0092B-C50C-407E-A947-70E740481C1C}">
                  <a14:useLocalDpi xmlns:a14="http://schemas.microsoft.com/office/drawing/2010/main" val="0"/>
                </a:ext>
              </a:extLst>
            </a:blip>
            <a:srcRect l="8984" t="20888" r="9046" b="20796"/>
            <a:stretch/>
          </p:blipFill>
          <p:spPr>
            <a:xfrm>
              <a:off x="6600825" y="2536976"/>
              <a:ext cx="4431600" cy="3152742"/>
            </a:xfrm>
            <a:prstGeom prst="rect">
              <a:avLst/>
            </a:prstGeom>
          </p:spPr>
        </p:pic>
      </p:gr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Espace réservé du contenu 1">
            <a:extLst>
              <a:ext uri="{FF2B5EF4-FFF2-40B4-BE49-F238E27FC236}">
                <a16:creationId xmlns:a16="http://schemas.microsoft.com/office/drawing/2014/main" id="{0A5657A9-CF1F-01C4-4C0C-3F4405FBA315}"/>
              </a:ext>
            </a:extLst>
          </p:cNvPr>
          <p:cNvSpPr>
            <a:spLocks noGrp="1"/>
          </p:cNvSpPr>
          <p:nvPr>
            <p:ph idx="1"/>
          </p:nvPr>
        </p:nvSpPr>
        <p:spPr/>
        <p:txBody>
          <a:bodyPr anchor="t"/>
          <a:lstStyle/>
          <a:p>
            <a:pPr lvl="0"/>
            <a:r>
              <a:rPr lang="fr-FR" b="1" dirty="0" sz="1600"/>
              <a:t>CUSTOMISATIONS</a:t>
            </a:r>
          </a:p>
          <a:p>
            <a:pPr lvl="1"/>
            <a:r>
              <a:rPr lang="fr-FR" dirty="0" sz="1600"/>
              <a:t>Mettez l’accent sur les principaux changements, difficultés, coûts, développeurs spécifiques pour couvrir les besoins importants – Donnez une liste des besoins dans ce cas</a:t>
            </a:r>
          </a:p>
        </p:txBody>
      </p:sp>
      <p:sp>
        <p:nvSpPr>
          <p:cNvPr id="4" name="Titre 2">
            <a:extLst>
              <a:ext uri="{FF2B5EF4-FFF2-40B4-BE49-F238E27FC236}">
                <a16:creationId xmlns:a16="http://schemas.microsoft.com/office/drawing/2014/main" id="{618815FA-3CAE-65F3-B971-C63D5E259378}"/>
              </a:ext>
            </a:extLst>
          </p:cNvPr>
          <p:cNvSpPr>
            <a:spLocks noGrp="1"/>
          </p:cNvSpPr>
          <p:nvPr>
            <p:ph type="title"/>
          </p:nvPr>
        </p:nvSpPr>
        <p:spPr/>
        <p:txBody>
          <a:bodyPr/>
          <a:lstStyle/>
          <a:p>
            <a:pPr/>
            <a:r>
              <a:t>EVENEMENTS</a:t>
            </a:r>
          </a:p>
        </p:txBody>
      </p:sp>
      <p:sp>
        <p:nvSpPr>
          <p:cNvPr id="5" name="Espace réservé du texte 3">
            <a:extLst>
              <a:ext uri="{FF2B5EF4-FFF2-40B4-BE49-F238E27FC236}">
                <a16:creationId xmlns:a16="http://schemas.microsoft.com/office/drawing/2014/main" id="{6BB8E998-5BC1-3D30-5A40-7A17CB479142}"/>
              </a:ext>
            </a:extLst>
          </p:cNvPr>
          <p:cNvSpPr>
            <a:spLocks noGrp="1"/>
          </p:cNvSpPr>
          <p:nvPr>
            <p:ph type="body" sz="quarter" idx="13"/>
          </p:nvPr>
        </p:nvSpPr>
        <p:spPr/>
        <p:txBody>
          <a:bodyPr/>
          <a:lstStyle/>
          <a:p>
            <a:pPr/>
            <a:r>
              <a:t>BESOINS COUVERTS</a:t>
            </a:r>
            <a:endParaRPr lang="en-US"/>
          </a:p>
        </p:txBody>
      </p:sp>
      <p:grpSp>
        <p:nvGrpSpPr>
          <p:cNvPr id="6" name="Transplant"/>
          <p:cNvGrpSpPr/>
          <p:nvPr/>
        </p:nvGrpSpPr>
        <p:grpSpPr>
          <a:xfrm>
            <a:off x="164592" y="2395885"/>
            <a:ext cx="457200" cy="475173"/>
            <a:chOff x="263525" y="2514600"/>
            <a:chExt cx="879812" cy="914400"/>
          </a:xfrm>
        </p:grpSpPr>
        <p:pic>
          <p:nvPicPr>
            <p:cNvPr id="7" name="Graphique 1" descr="Stylo avec un remplissage uni">
              <a:extLst>
                <a:ext uri="{FF2B5EF4-FFF2-40B4-BE49-F238E27FC236}">
                  <a16:creationId xmlns:a16="http://schemas.microsoft.com/office/drawing/2014/main" id="{72FF57AC-0B85-2E04-D955-46B60D5775E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flipH="1">
              <a:off x="263525" y="2514600"/>
              <a:ext cx="879812" cy="914400"/>
            </a:xfrm>
            <a:prstGeom prst="rect">
              <a:avLst/>
            </a:prstGeom>
          </p:spPr>
        </p:pic>
      </p:gr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Espace réservé du contenu 5">
            <a:extLst>
              <a:ext uri="{FF2B5EF4-FFF2-40B4-BE49-F238E27FC236}">
                <a16:creationId xmlns:a16="http://schemas.microsoft.com/office/drawing/2014/main" id="{8B2061D0-770C-F284-BB20-62B1C6C95539}"/>
              </a:ext>
            </a:extLst>
          </p:cNvPr>
          <p:cNvSpPr>
            <a:spLocks noGrp="1"/>
          </p:cNvSpPr>
          <p:nvPr>
            <p:ph idx="1"/>
          </p:nvPr>
        </p:nvSpPr>
        <p:spPr/>
        <p:txBody>
          <a:bodyPr anchor="t"/>
          <a:lstStyle/>
          <a:p>
            <a:pPr lvl="0"/>
            <a:r>
              <a:rPr lang="fr-FR" b="1" dirty="0" sz="1600"/>
              <a:t>UTILISATION STANDARD</a:t>
            </a:r>
          </a:p>
          <a:p>
            <a:pPr lvl="1"/>
            <a:r>
              <a:rPr lang="fr-FR" dirty="0" sz="1600"/>
              <a:t>Passez au sans papier avec les approbations en ligne</a:t>
            </a:r>
          </a:p>
          <a:p>
            <a:pPr lvl="1"/>
            <a:r>
              <a:rPr lang="fr-FR" dirty="0" sz="1600"/>
              <a:t>Créez toutes les approbations nécessaires, sélectionnez le nombre et les validateurs</a:t>
            </a:r>
          </a:p>
          <a:p>
            <a:pPr lvl="1"/>
            <a:r>
              <a:rPr lang="fr-FR" dirty="0" sz="1600"/>
              <a:t>Liez les approbations à la création d'éléments tels que les bons de commande</a:t>
            </a:r>
            <a:endParaRPr lang="fr-FR" dirty="0" sz="1600"/>
          </a:p>
        </p:txBody>
      </p:sp>
      <p:sp>
        <p:nvSpPr>
          <p:cNvPr id="4" name="Espace réservé du texte 6">
            <a:extLst>
              <a:ext uri="{FF2B5EF4-FFF2-40B4-BE49-F238E27FC236}">
                <a16:creationId xmlns:a16="http://schemas.microsoft.com/office/drawing/2014/main" id="{224BEC80-3EC3-DC49-269F-B1C030B93B83}"/>
              </a:ext>
            </a:extLst>
          </p:cNvPr>
          <p:cNvSpPr>
            <a:spLocks noGrp="1"/>
          </p:cNvSpPr>
          <p:nvPr>
            <p:ph type="body" sz="quarter" idx="13"/>
          </p:nvPr>
        </p:nvSpPr>
        <p:spPr/>
        <p:txBody>
          <a:bodyPr/>
          <a:lstStyle/>
          <a:p>
            <a:pPr/>
            <a:r>
              <a:t>BESOINS COUVERTS</a:t>
            </a:r>
            <a:endParaRPr lang="en-US"/>
          </a:p>
        </p:txBody>
      </p:sp>
      <p:sp>
        <p:nvSpPr>
          <p:cNvPr id="5" name="Titre 1">
            <a:extLst>
              <a:ext uri="{FF2B5EF4-FFF2-40B4-BE49-F238E27FC236}">
                <a16:creationId xmlns:a16="http://schemas.microsoft.com/office/drawing/2014/main" id="{3FF30C7D-F11B-556A-0F96-92D2349C3965}"/>
              </a:ext>
            </a:extLst>
          </p:cNvPr>
          <p:cNvSpPr>
            <a:spLocks noGrp="1"/>
          </p:cNvSpPr>
          <p:nvPr>
            <p:ph type="title"/>
          </p:nvPr>
        </p:nvSpPr>
        <p:spPr/>
        <p:txBody>
          <a:bodyPr/>
          <a:lstStyle/>
          <a:p>
            <a:pPr/>
            <a:r>
              <a:t>VALIDATION</a:t>
            </a:r>
          </a:p>
        </p:txBody>
      </p:sp>
      <p:grpSp>
        <p:nvGrpSpPr>
          <p:cNvPr id="7" name="Transplant"/>
          <p:cNvGrpSpPr/>
          <p:nvPr/>
        </p:nvGrpSpPr>
        <p:grpSpPr>
          <a:xfrm>
            <a:off x="7159752" y="2661242"/>
            <a:ext cx="4343400" cy="3089996"/>
            <a:chOff x="6547200" y="2564271"/>
            <a:chExt cx="4431600" cy="3152744"/>
          </a:xfrm>
        </p:grpSpPr>
        <p:pic>
          <p:nvPicPr>
            <p:cNvPr id="8" name="Image 2" descr="Une image contenant Appareils électroniques, texte, capture d’écran, multimédia&#10;&#10;Le contenu généré par l’IA peut être incorrect.">
              <a:extLst>
                <a:ext uri="{FF2B5EF4-FFF2-40B4-BE49-F238E27FC236}">
                  <a16:creationId xmlns:a16="http://schemas.microsoft.com/office/drawing/2014/main" id="{82A7FDF4-49AA-C997-838E-ABC0D41A6406}"/>
                </a:ext>
              </a:extLst>
            </p:cNvPr>
            <p:cNvPicPr>
              <a:picLocks noChangeAspect="1"/>
            </p:cNvPicPr>
            <p:nvPr/>
          </p:nvPicPr>
          <p:blipFill>
            <a:blip r:embed="rId2">
              <a:extLst>
                <a:ext uri="{28A0092B-C50C-407E-A947-70E740481C1C}">
                  <a14:useLocalDpi xmlns:a14="http://schemas.microsoft.com/office/drawing/2010/main" val="0"/>
                </a:ext>
              </a:extLst>
            </a:blip>
            <a:srcRect l="9068" t="20842" r="8961" b="20842"/>
            <a:stretch/>
          </p:blipFill>
          <p:spPr>
            <a:xfrm>
              <a:off x="6547200" y="2564271"/>
              <a:ext cx="4431600" cy="3152744"/>
            </a:xfrm>
            <a:prstGeom prst="rect">
              <a:avLst/>
            </a:prstGeom>
          </p:spPr>
        </p:pic>
      </p:gr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Espace réservé du contenu 1">
            <a:extLst>
              <a:ext uri="{FF2B5EF4-FFF2-40B4-BE49-F238E27FC236}">
                <a16:creationId xmlns:a16="http://schemas.microsoft.com/office/drawing/2014/main" id="{0A5657A9-CF1F-01C4-4C0C-3F4405FBA315}"/>
              </a:ext>
            </a:extLst>
          </p:cNvPr>
          <p:cNvSpPr>
            <a:spLocks noGrp="1"/>
          </p:cNvSpPr>
          <p:nvPr>
            <p:ph idx="1"/>
          </p:nvPr>
        </p:nvSpPr>
        <p:spPr/>
        <p:txBody>
          <a:bodyPr anchor="t"/>
          <a:lstStyle/>
          <a:p>
            <a:pPr lvl="0"/>
            <a:r>
              <a:rPr lang="fr-FR" b="1" dirty="0" sz="1600"/>
              <a:t>CUSTOMISATIONS</a:t>
            </a:r>
          </a:p>
          <a:p>
            <a:pPr lvl="1"/>
            <a:r>
              <a:rPr lang="fr-FR" dirty="0" sz="1600"/>
              <a:t>Mettez l’accent sur les principaux changements, difficultés, coûts, développeurs spécifiques pour couvrir les besoins importants – Donnez une liste des besoins dans ce cas</a:t>
            </a:r>
          </a:p>
        </p:txBody>
      </p:sp>
      <p:sp>
        <p:nvSpPr>
          <p:cNvPr id="4" name="Titre 2">
            <a:extLst>
              <a:ext uri="{FF2B5EF4-FFF2-40B4-BE49-F238E27FC236}">
                <a16:creationId xmlns:a16="http://schemas.microsoft.com/office/drawing/2014/main" id="{618815FA-3CAE-65F3-B971-C63D5E259378}"/>
              </a:ext>
            </a:extLst>
          </p:cNvPr>
          <p:cNvSpPr>
            <a:spLocks noGrp="1"/>
          </p:cNvSpPr>
          <p:nvPr>
            <p:ph type="title"/>
          </p:nvPr>
        </p:nvSpPr>
        <p:spPr/>
        <p:txBody>
          <a:bodyPr/>
          <a:lstStyle/>
          <a:p>
            <a:pPr/>
            <a:r>
              <a:t>VALIDATION</a:t>
            </a:r>
          </a:p>
        </p:txBody>
      </p:sp>
      <p:sp>
        <p:nvSpPr>
          <p:cNvPr id="5" name="Espace réservé du texte 3">
            <a:extLst>
              <a:ext uri="{FF2B5EF4-FFF2-40B4-BE49-F238E27FC236}">
                <a16:creationId xmlns:a16="http://schemas.microsoft.com/office/drawing/2014/main" id="{6BB8E998-5BC1-3D30-5A40-7A17CB479142}"/>
              </a:ext>
            </a:extLst>
          </p:cNvPr>
          <p:cNvSpPr>
            <a:spLocks noGrp="1"/>
          </p:cNvSpPr>
          <p:nvPr>
            <p:ph type="body" sz="quarter" idx="13"/>
          </p:nvPr>
        </p:nvSpPr>
        <p:spPr/>
        <p:txBody>
          <a:bodyPr/>
          <a:lstStyle/>
          <a:p>
            <a:pPr/>
            <a:r>
              <a:t>BESOINS COUVERTS</a:t>
            </a:r>
            <a:endParaRPr lang="en-US"/>
          </a:p>
        </p:txBody>
      </p:sp>
      <p:grpSp>
        <p:nvGrpSpPr>
          <p:cNvPr id="6" name="Transplant"/>
          <p:cNvGrpSpPr/>
          <p:nvPr/>
        </p:nvGrpSpPr>
        <p:grpSpPr>
          <a:xfrm>
            <a:off x="164592" y="2395885"/>
            <a:ext cx="457200" cy="475173"/>
            <a:chOff x="263525" y="2514600"/>
            <a:chExt cx="879812" cy="914400"/>
          </a:xfrm>
        </p:grpSpPr>
        <p:pic>
          <p:nvPicPr>
            <p:cNvPr id="7" name="Graphique 1" descr="Stylo avec un remplissage uni">
              <a:extLst>
                <a:ext uri="{FF2B5EF4-FFF2-40B4-BE49-F238E27FC236}">
                  <a16:creationId xmlns:a16="http://schemas.microsoft.com/office/drawing/2014/main" id="{93F0EC80-4094-F337-6075-B9CCD58310F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flipH="1">
              <a:off x="263525" y="2514600"/>
              <a:ext cx="879812" cy="914400"/>
            </a:xfrm>
            <a:prstGeom prst="rect">
              <a:avLst/>
            </a:prstGeom>
          </p:spPr>
        </p:pic>
      </p:gr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Espace réservé du contenu 5">
            <a:extLst>
              <a:ext uri="{FF2B5EF4-FFF2-40B4-BE49-F238E27FC236}">
                <a16:creationId xmlns:a16="http://schemas.microsoft.com/office/drawing/2014/main" id="{8B2061D0-770C-F284-BB20-62B1C6C95539}"/>
              </a:ext>
            </a:extLst>
          </p:cNvPr>
          <p:cNvSpPr>
            <a:spLocks noGrp="1"/>
          </p:cNvSpPr>
          <p:nvPr>
            <p:ph idx="1"/>
          </p:nvPr>
        </p:nvSpPr>
        <p:spPr/>
        <p:txBody>
          <a:bodyPr anchor="t"/>
          <a:lstStyle/>
          <a:p>
            <a:pPr lvl="0"/>
            <a:r>
              <a:rPr lang="fr-FR" b="1" dirty="0" sz="1600"/>
              <a:t>UTILISATION STANDARD</a:t>
            </a:r>
          </a:p>
          <a:p>
            <a:pPr lvl="1"/>
            <a:r>
              <a:rPr lang="fr-FR" dirty="0" sz="1600"/>
              <a:t>Calculez les scores basés sur les données Odoo</a:t>
            </a:r>
          </a:p>
          <a:p>
            <a:pPr lvl="1"/>
            <a:r>
              <a:rPr lang="fr-FR" dirty="0" sz="1600"/>
              <a:t>Donnez des objectifs aux employés et mesurez leur réalisation</a:t>
            </a:r>
          </a:p>
          <a:p>
            <a:pPr lvl="2"/>
            <a:r>
              <a:rPr lang="fr-FR" dirty="0" sz="1600"/>
              <a:t>Objectifs de vente</a:t>
            </a:r>
          </a:p>
          <a:p>
            <a:pPr lvl="2"/>
            <a:r>
              <a:rPr lang="fr-FR" dirty="0" sz="1600"/>
              <a:t>Objectifs de rentabilité de l'entreprise</a:t>
            </a:r>
          </a:p>
          <a:p>
            <a:pPr lvl="2"/>
            <a:r>
              <a:rPr lang="fr-FR" dirty="0" sz="1600"/>
              <a:t>Objectifs de temps de production</a:t>
            </a:r>
          </a:p>
          <a:p>
            <a:pPr lvl="2"/>
            <a:r>
              <a:rPr lang="fr-FR" dirty="0" sz="1600"/>
              <a:t>Etc...</a:t>
            </a:r>
          </a:p>
        </p:txBody>
      </p:sp>
      <p:sp>
        <p:nvSpPr>
          <p:cNvPr id="4" name="Espace réservé du texte 6">
            <a:extLst>
              <a:ext uri="{FF2B5EF4-FFF2-40B4-BE49-F238E27FC236}">
                <a16:creationId xmlns:a16="http://schemas.microsoft.com/office/drawing/2014/main" id="{224BEC80-3EC3-DC49-269F-B1C030B93B83}"/>
              </a:ext>
            </a:extLst>
          </p:cNvPr>
          <p:cNvSpPr>
            <a:spLocks noGrp="1"/>
          </p:cNvSpPr>
          <p:nvPr>
            <p:ph type="body" sz="quarter" idx="13"/>
          </p:nvPr>
        </p:nvSpPr>
        <p:spPr/>
        <p:txBody>
          <a:bodyPr/>
          <a:lstStyle/>
          <a:p>
            <a:pPr/>
            <a:r>
              <a:t>BESOINS COUVERTS</a:t>
            </a:r>
            <a:endParaRPr lang="en-US"/>
          </a:p>
        </p:txBody>
      </p:sp>
      <p:sp>
        <p:nvSpPr>
          <p:cNvPr id="5" name="Titre 1">
            <a:extLst>
              <a:ext uri="{FF2B5EF4-FFF2-40B4-BE49-F238E27FC236}">
                <a16:creationId xmlns:a16="http://schemas.microsoft.com/office/drawing/2014/main" id="{3FF30C7D-F11B-556A-0F96-92D2349C3965}"/>
              </a:ext>
            </a:extLst>
          </p:cNvPr>
          <p:cNvSpPr>
            <a:spLocks noGrp="1"/>
          </p:cNvSpPr>
          <p:nvPr>
            <p:ph type="title"/>
          </p:nvPr>
        </p:nvSpPr>
        <p:spPr/>
        <p:txBody>
          <a:bodyPr/>
          <a:lstStyle/>
          <a:p>
            <a:pPr/>
            <a:r>
              <a:t>OBJECTIFS</a:t>
            </a:r>
          </a:p>
        </p:txBody>
      </p:sp>
      <p:grpSp>
        <p:nvGrpSpPr>
          <p:cNvPr id="7" name="Transplant"/>
          <p:cNvGrpSpPr/>
          <p:nvPr/>
        </p:nvGrpSpPr>
        <p:grpSpPr>
          <a:xfrm>
            <a:off x="7159752" y="2661243"/>
            <a:ext cx="4343400" cy="3089993"/>
            <a:chOff x="6600825" y="2564272"/>
            <a:chExt cx="4431600" cy="3152741"/>
          </a:xfrm>
        </p:grpSpPr>
        <p:pic>
          <p:nvPicPr>
            <p:cNvPr id="8" name="Image 2" descr="Une image contenant texte, capture d’écran, ordinateur, logiciel&#10;&#10;Le contenu généré par l’IA peut être incorrect.">
              <a:extLst>
                <a:ext uri="{FF2B5EF4-FFF2-40B4-BE49-F238E27FC236}">
                  <a16:creationId xmlns:a16="http://schemas.microsoft.com/office/drawing/2014/main" id="{CFC73822-4BE1-748F-658F-1516F1ADA548}"/>
                </a:ext>
              </a:extLst>
            </p:cNvPr>
            <p:cNvPicPr>
              <a:picLocks noChangeAspect="1"/>
            </p:cNvPicPr>
            <p:nvPr/>
          </p:nvPicPr>
          <p:blipFill>
            <a:blip r:embed="rId2">
              <a:extLst>
                <a:ext uri="{28A0092B-C50C-407E-A947-70E740481C1C}">
                  <a14:useLocalDpi xmlns:a14="http://schemas.microsoft.com/office/drawing/2010/main" val="0"/>
                </a:ext>
              </a:extLst>
            </a:blip>
            <a:srcRect l="9037" t="20859" r="8993" b="20826"/>
            <a:stretch/>
          </p:blipFill>
          <p:spPr>
            <a:xfrm>
              <a:off x="6600825" y="2564272"/>
              <a:ext cx="4431600" cy="3152741"/>
            </a:xfrm>
            <a:prstGeom prst="rect">
              <a:avLst/>
            </a:prstGeom>
          </p:spPr>
        </p:pic>
      </p:gr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Espace réservé du contenu 1">
            <a:extLst>
              <a:ext uri="{FF2B5EF4-FFF2-40B4-BE49-F238E27FC236}">
                <a16:creationId xmlns:a16="http://schemas.microsoft.com/office/drawing/2014/main" id="{0A5657A9-CF1F-01C4-4C0C-3F4405FBA315}"/>
              </a:ext>
            </a:extLst>
          </p:cNvPr>
          <p:cNvSpPr>
            <a:spLocks noGrp="1"/>
          </p:cNvSpPr>
          <p:nvPr>
            <p:ph idx="1"/>
          </p:nvPr>
        </p:nvSpPr>
        <p:spPr/>
        <p:txBody>
          <a:bodyPr anchor="t"/>
          <a:lstStyle/>
          <a:p>
            <a:pPr lvl="0"/>
            <a:r>
              <a:rPr lang="fr-FR" b="1" dirty="0" sz="1600"/>
              <a:t>CUSTOMISATIONS</a:t>
            </a:r>
          </a:p>
          <a:p>
            <a:pPr lvl="1"/>
            <a:r>
              <a:rPr lang="fr-FR" dirty="0" sz="1600"/>
              <a:t>Mettez l’accent sur les principaux changements, difficultés, coûts, développeurs spécifiques pour couvrir les besoins importants – Donnez une liste des besoins dans ce cas</a:t>
            </a:r>
          </a:p>
        </p:txBody>
      </p:sp>
      <p:sp>
        <p:nvSpPr>
          <p:cNvPr id="4" name="Titre 2">
            <a:extLst>
              <a:ext uri="{FF2B5EF4-FFF2-40B4-BE49-F238E27FC236}">
                <a16:creationId xmlns:a16="http://schemas.microsoft.com/office/drawing/2014/main" id="{618815FA-3CAE-65F3-B971-C63D5E259378}"/>
              </a:ext>
            </a:extLst>
          </p:cNvPr>
          <p:cNvSpPr>
            <a:spLocks noGrp="1"/>
          </p:cNvSpPr>
          <p:nvPr>
            <p:ph type="title"/>
          </p:nvPr>
        </p:nvSpPr>
        <p:spPr/>
        <p:txBody>
          <a:bodyPr/>
          <a:lstStyle/>
          <a:p>
            <a:pPr/>
            <a:r>
              <a:t>OBJECTIFS</a:t>
            </a:r>
          </a:p>
        </p:txBody>
      </p:sp>
      <p:sp>
        <p:nvSpPr>
          <p:cNvPr id="5" name="Espace réservé du texte 3">
            <a:extLst>
              <a:ext uri="{FF2B5EF4-FFF2-40B4-BE49-F238E27FC236}">
                <a16:creationId xmlns:a16="http://schemas.microsoft.com/office/drawing/2014/main" id="{6BB8E998-5BC1-3D30-5A40-7A17CB479142}"/>
              </a:ext>
            </a:extLst>
          </p:cNvPr>
          <p:cNvSpPr>
            <a:spLocks noGrp="1"/>
          </p:cNvSpPr>
          <p:nvPr>
            <p:ph type="body" sz="quarter" idx="13"/>
          </p:nvPr>
        </p:nvSpPr>
        <p:spPr/>
        <p:txBody>
          <a:bodyPr/>
          <a:lstStyle/>
          <a:p>
            <a:pPr/>
            <a:r>
              <a:t>BESOINS COUVERTS</a:t>
            </a:r>
            <a:endParaRPr lang="en-US"/>
          </a:p>
        </p:txBody>
      </p:sp>
      <p:grpSp>
        <p:nvGrpSpPr>
          <p:cNvPr id="6" name="Transplant"/>
          <p:cNvGrpSpPr/>
          <p:nvPr/>
        </p:nvGrpSpPr>
        <p:grpSpPr>
          <a:xfrm>
            <a:off x="164592" y="2395885"/>
            <a:ext cx="457200" cy="475173"/>
            <a:chOff x="263525" y="2514600"/>
            <a:chExt cx="879812" cy="914400"/>
          </a:xfrm>
        </p:grpSpPr>
        <p:pic>
          <p:nvPicPr>
            <p:cNvPr id="7" name="Graphique 1" descr="Stylo avec un remplissage uni">
              <a:extLst>
                <a:ext uri="{FF2B5EF4-FFF2-40B4-BE49-F238E27FC236}">
                  <a16:creationId xmlns:a16="http://schemas.microsoft.com/office/drawing/2014/main" id="{922D7686-EE43-385D-312C-2E26AA41E92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flipH="1">
              <a:off x="263525" y="2514600"/>
              <a:ext cx="879812" cy="914400"/>
            </a:xfrm>
            <a:prstGeom prst="rect">
              <a:avLst/>
            </a:prstGeom>
          </p:spPr>
        </p:pic>
      </p:gr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Espace réservé du contenu 5">
            <a:extLst>
              <a:ext uri="{FF2B5EF4-FFF2-40B4-BE49-F238E27FC236}">
                <a16:creationId xmlns:a16="http://schemas.microsoft.com/office/drawing/2014/main" id="{8B2061D0-770C-F284-BB20-62B1C6C95539}"/>
              </a:ext>
            </a:extLst>
          </p:cNvPr>
          <p:cNvSpPr>
            <a:spLocks noGrp="1"/>
          </p:cNvSpPr>
          <p:nvPr>
            <p:ph idx="1"/>
          </p:nvPr>
        </p:nvSpPr>
        <p:spPr/>
        <p:txBody>
          <a:bodyPr anchor="t"/>
          <a:lstStyle/>
          <a:p>
            <a:pPr lvl="0"/>
            <a:r>
              <a:rPr lang="fr-FR" b="1" dirty="0" sz="1300"/>
              <a:t>UTILISATION STANDARD</a:t>
            </a:r>
          </a:p>
          <a:p>
            <a:pPr lvl="1"/>
            <a:r>
              <a:rPr lang="fr-FR" dirty="0" sz="1300"/>
              <a:t>Créez et envoyez des documents à signer en quelques clics </a:t>
            </a:r>
          </a:p>
          <a:p>
            <a:pPr lvl="2"/>
            <a:r>
              <a:rPr lang="fr-FR" dirty="0" sz="1300"/>
              <a:t>Modèles configurables (champs, zones de signature, multi-signataires) </a:t>
            </a:r>
          </a:p>
          <a:p>
            <a:pPr lvl="2"/>
            <a:r>
              <a:rPr lang="fr-FR" dirty="0" sz="1300"/>
              <a:t>Signature intégrée à vos devis, contrats, bons de commande et rapports d'intervention.</a:t>
            </a:r>
          </a:p>
          <a:p>
            <a:pPr lvl="2"/>
            <a:r>
              <a:rPr lang="fr-FR" dirty="0" sz="1300"/>
              <a:t>Signature sur tout types d’appareil (desktop, tablette, mobile)</a:t>
            </a:r>
          </a:p>
          <a:p>
            <a:pPr lvl="1"/>
            <a:r>
              <a:rPr lang="fr-FR" dirty="0" sz="1300"/>
              <a:t>Authentifiez les signataires par SMS, email ou certificat électronique </a:t>
            </a:r>
            <a:r>
              <a:rPr lang="fr-FR" b="1" dirty="0" sz="1300"/>
              <a:t>(Reconnue en Europe selon la norme </a:t>
            </a:r>
            <a:r>
              <a:rPr lang="fr-FR" b="1" dirty="0" sz="1300"/>
              <a:t>eIDAS</a:t>
            </a:r>
            <a:r>
              <a:rPr lang="fr-FR" b="1" dirty="0" sz="1300"/>
              <a:t>)</a:t>
            </a:r>
          </a:p>
          <a:p>
            <a:pPr lvl="1"/>
            <a:r>
              <a:rPr lang="fr-FR" dirty="0" sz="1300"/>
              <a:t>Suivez et pilotez vos demandes en temps réel</a:t>
            </a:r>
          </a:p>
          <a:p>
            <a:pPr lvl="2"/>
            <a:r>
              <a:rPr lang="fr-FR" dirty="0" sz="1300"/>
              <a:t>Statut à chaque étape (envoyé, ouvert, signé, refusé)</a:t>
            </a:r>
          </a:p>
          <a:p>
            <a:pPr lvl="2"/>
            <a:r>
              <a:rPr lang="fr-FR" dirty="0" sz="1300"/>
              <a:t>Relances automatiques des signataires en attente</a:t>
            </a:r>
          </a:p>
          <a:p>
            <a:pPr lvl="1"/>
            <a:r>
              <a:rPr lang="fr-FR" dirty="0" sz="1300"/>
              <a:t>Générer un certificat de complétion avec horodatage et piste d’audit complète</a:t>
            </a:r>
            <a:endParaRPr lang="fr-FR" dirty="0" sz="1300"/>
          </a:p>
          <a:p>
            <a:pPr lvl="1"/>
            <a:r>
              <a:rPr lang="fr-FR" dirty="0" sz="1300"/>
              <a:t>Archivez </a:t>
            </a:r>
            <a:r>
              <a:rPr lang="fr-FR" dirty="0" sz="1300"/>
              <a:t>automatiquement les documents signés dans Odoo Documents.</a:t>
            </a:r>
          </a:p>
        </p:txBody>
      </p:sp>
      <p:sp>
        <p:nvSpPr>
          <p:cNvPr id="4" name="Espace réservé du texte 6">
            <a:extLst>
              <a:ext uri="{FF2B5EF4-FFF2-40B4-BE49-F238E27FC236}">
                <a16:creationId xmlns:a16="http://schemas.microsoft.com/office/drawing/2014/main" id="{224BEC80-3EC3-DC49-269F-B1C030B93B83}"/>
              </a:ext>
            </a:extLst>
          </p:cNvPr>
          <p:cNvSpPr>
            <a:spLocks noGrp="1"/>
          </p:cNvSpPr>
          <p:nvPr>
            <p:ph type="body" sz="quarter" idx="13"/>
          </p:nvPr>
        </p:nvSpPr>
        <p:spPr/>
        <p:txBody>
          <a:bodyPr/>
          <a:lstStyle/>
          <a:p>
            <a:pPr/>
            <a:r>
              <a:t>BESOINS COUVERTS</a:t>
            </a:r>
            <a:endParaRPr lang="en-US"/>
          </a:p>
        </p:txBody>
      </p:sp>
      <p:sp>
        <p:nvSpPr>
          <p:cNvPr id="5" name="Titre 1">
            <a:extLst>
              <a:ext uri="{FF2B5EF4-FFF2-40B4-BE49-F238E27FC236}">
                <a16:creationId xmlns:a16="http://schemas.microsoft.com/office/drawing/2014/main" id="{3FF30C7D-F11B-556A-0F96-92D2349C3965}"/>
              </a:ext>
            </a:extLst>
          </p:cNvPr>
          <p:cNvSpPr>
            <a:spLocks noGrp="1"/>
          </p:cNvSpPr>
          <p:nvPr>
            <p:ph type="title"/>
          </p:nvPr>
        </p:nvSpPr>
        <p:spPr/>
        <p:txBody>
          <a:bodyPr/>
          <a:lstStyle/>
          <a:p>
            <a:pPr/>
            <a:r>
              <a:t>SIGNATURE</a:t>
            </a:r>
          </a:p>
        </p:txBody>
      </p:sp>
      <p:grpSp>
        <p:nvGrpSpPr>
          <p:cNvPr id="7" name="Transplant"/>
          <p:cNvGrpSpPr/>
          <p:nvPr/>
        </p:nvGrpSpPr>
        <p:grpSpPr>
          <a:xfrm>
            <a:off x="7159752" y="2790111"/>
            <a:ext cx="4343400" cy="2832258"/>
            <a:chOff x="7786835" y="2476500"/>
            <a:chExt cx="4031540" cy="2628900"/>
          </a:xfrm>
        </p:grpSpPr>
        <p:pic>
          <p:nvPicPr>
            <p:cNvPr id="8" name="Image 1">
              <a:extLst>
                <a:ext uri="{FF2B5EF4-FFF2-40B4-BE49-F238E27FC236}">
                  <a16:creationId xmlns:a16="http://schemas.microsoft.com/office/drawing/2014/main" id="{59CDA548-1615-E405-6E0E-A24A0E5A3E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86835" y="2476500"/>
              <a:ext cx="4031540" cy="2628900"/>
            </a:xfrm>
            <a:prstGeom prst="rect">
              <a:avLst/>
            </a:prstGeom>
          </p:spPr>
        </p:pic>
      </p:gr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Espace réservé du contenu 1">
            <a:extLst>
              <a:ext uri="{FF2B5EF4-FFF2-40B4-BE49-F238E27FC236}">
                <a16:creationId xmlns:a16="http://schemas.microsoft.com/office/drawing/2014/main" id="{0A5657A9-CF1F-01C4-4C0C-3F4405FBA315}"/>
              </a:ext>
            </a:extLst>
          </p:cNvPr>
          <p:cNvSpPr>
            <a:spLocks noGrp="1"/>
          </p:cNvSpPr>
          <p:nvPr>
            <p:ph idx="1"/>
          </p:nvPr>
        </p:nvSpPr>
        <p:spPr/>
        <p:txBody>
          <a:bodyPr anchor="t"/>
          <a:lstStyle/>
          <a:p>
            <a:pPr lvl="0"/>
            <a:r>
              <a:rPr lang="fr-FR" b="1" dirty="0" sz="1600"/>
              <a:t>CUSTOMISATIONS</a:t>
            </a:r>
          </a:p>
          <a:p>
            <a:pPr lvl="1"/>
            <a:r>
              <a:rPr lang="fr-FR" dirty="0" sz="1600"/>
              <a:t>Mettez l’accent sur les principaux changements, difficultés, coûts, développeurs spécifiques pour couvrir les besoins importants – Donnez une liste des besoins dans ce cas</a:t>
            </a:r>
          </a:p>
        </p:txBody>
      </p:sp>
      <p:sp>
        <p:nvSpPr>
          <p:cNvPr id="4" name="Titre 2">
            <a:extLst>
              <a:ext uri="{FF2B5EF4-FFF2-40B4-BE49-F238E27FC236}">
                <a16:creationId xmlns:a16="http://schemas.microsoft.com/office/drawing/2014/main" id="{618815FA-3CAE-65F3-B971-C63D5E259378}"/>
              </a:ext>
            </a:extLst>
          </p:cNvPr>
          <p:cNvSpPr>
            <a:spLocks noGrp="1"/>
          </p:cNvSpPr>
          <p:nvPr>
            <p:ph type="title"/>
          </p:nvPr>
        </p:nvSpPr>
        <p:spPr/>
        <p:txBody>
          <a:bodyPr/>
          <a:lstStyle/>
          <a:p>
            <a:pPr/>
            <a:r>
              <a:t>SIGNATURE</a:t>
            </a:r>
          </a:p>
        </p:txBody>
      </p:sp>
      <p:sp>
        <p:nvSpPr>
          <p:cNvPr id="5" name="Espace réservé du texte 3">
            <a:extLst>
              <a:ext uri="{FF2B5EF4-FFF2-40B4-BE49-F238E27FC236}">
                <a16:creationId xmlns:a16="http://schemas.microsoft.com/office/drawing/2014/main" id="{6BB8E998-5BC1-3D30-5A40-7A17CB479142}"/>
              </a:ext>
            </a:extLst>
          </p:cNvPr>
          <p:cNvSpPr>
            <a:spLocks noGrp="1"/>
          </p:cNvSpPr>
          <p:nvPr>
            <p:ph type="body" sz="quarter" idx="13"/>
          </p:nvPr>
        </p:nvSpPr>
        <p:spPr/>
        <p:txBody>
          <a:bodyPr/>
          <a:lstStyle/>
          <a:p>
            <a:pPr/>
            <a:r>
              <a:t>BESOINS COUVERTS</a:t>
            </a:r>
            <a:endParaRPr lang="en-US"/>
          </a:p>
        </p:txBody>
      </p:sp>
      <p:grpSp>
        <p:nvGrpSpPr>
          <p:cNvPr id="6" name="Transplant"/>
          <p:cNvGrpSpPr/>
          <p:nvPr/>
        </p:nvGrpSpPr>
        <p:grpSpPr>
          <a:xfrm>
            <a:off x="164592" y="2395885"/>
            <a:ext cx="457200" cy="475173"/>
            <a:chOff x="263525" y="2514600"/>
            <a:chExt cx="879812" cy="914400"/>
          </a:xfrm>
        </p:grpSpPr>
        <p:pic>
          <p:nvPicPr>
            <p:cNvPr id="7" name="Graphique 1" descr="Stylo avec un remplissage uni">
              <a:extLst>
                <a:ext uri="{FF2B5EF4-FFF2-40B4-BE49-F238E27FC236}">
                  <a16:creationId xmlns:a16="http://schemas.microsoft.com/office/drawing/2014/main" id="{6D710F42-C41E-A604-A974-D6E3CC97A9C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flipH="1">
              <a:off x="263525" y="2514600"/>
              <a:ext cx="879812" cy="914400"/>
            </a:xfrm>
            <a:prstGeom prst="rect">
              <a:avLst/>
            </a:prstGeom>
          </p:spPr>
        </p:pic>
      </p:gr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Espace réservé du contenu 5">
            <a:extLst>
              <a:ext uri="{FF2B5EF4-FFF2-40B4-BE49-F238E27FC236}">
                <a16:creationId xmlns:a16="http://schemas.microsoft.com/office/drawing/2014/main" id="{8B2061D0-770C-F284-BB20-62B1C6C95539}"/>
              </a:ext>
            </a:extLst>
          </p:cNvPr>
          <p:cNvSpPr>
            <a:spLocks noGrp="1"/>
          </p:cNvSpPr>
          <p:nvPr>
            <p:ph idx="1"/>
          </p:nvPr>
        </p:nvSpPr>
        <p:spPr/>
        <p:txBody>
          <a:bodyPr anchor="t"/>
          <a:lstStyle/>
          <a:p>
            <a:pPr lvl="0"/>
            <a:r>
              <a:rPr lang="fr-FR" b="1" dirty="0" sz="1600"/>
              <a:t>UTILISATION STANDARD</a:t>
            </a:r>
          </a:p>
          <a:p>
            <a:pPr lvl="0"/>
            <a:endParaRPr lang="fr-FR" b="1" dirty="0" sz="1600"/>
          </a:p>
          <a:p>
            <a:pPr lvl="1"/>
            <a:r>
              <a:rPr lang="fr-FR" dirty="0" sz="1600"/>
              <a:t>Centralisez la structure du capital et la répartition entre associés ou actionnaires.</a:t>
            </a:r>
          </a:p>
          <a:p>
            <a:pPr lvl="1"/>
            <a:endParaRPr lang="fr-FR" dirty="0" sz="1600"/>
          </a:p>
          <a:p>
            <a:pPr lvl="1"/>
            <a:r>
              <a:rPr lang="fr-FR" dirty="0" sz="1600"/>
              <a:t>Enregistrez les mouvements de capital (apports, rachats, cessions) en temps réel.</a:t>
            </a:r>
          </a:p>
          <a:p>
            <a:pPr lvl="1"/>
            <a:endParaRPr lang="fr-FR" dirty="0" sz="1600"/>
          </a:p>
          <a:p>
            <a:pPr lvl="1"/>
            <a:r>
              <a:rPr lang="fr-FR" dirty="0" sz="1600"/>
              <a:t>Générez des rapports détaillés pour le suivi légal et financier des capitaux propres.</a:t>
            </a:r>
          </a:p>
          <a:p>
            <a:pPr lvl="1"/>
            <a:endParaRPr lang="fr-FR" dirty="0" sz="1600"/>
          </a:p>
          <a:p>
            <a:pPr lvl="1"/>
            <a:r>
              <a:rPr lang="fr-FR" dirty="0" sz="1600"/>
              <a:t>Synchronisez automatiquement les données avec la comptabilité pour une cohérence optimale.</a:t>
            </a:r>
          </a:p>
        </p:txBody>
      </p:sp>
      <p:sp>
        <p:nvSpPr>
          <p:cNvPr id="4" name="Espace réservé du texte 6">
            <a:extLst>
              <a:ext uri="{FF2B5EF4-FFF2-40B4-BE49-F238E27FC236}">
                <a16:creationId xmlns:a16="http://schemas.microsoft.com/office/drawing/2014/main" id="{224BEC80-3EC3-DC49-269F-B1C030B93B83}"/>
              </a:ext>
            </a:extLst>
          </p:cNvPr>
          <p:cNvSpPr>
            <a:spLocks noGrp="1"/>
          </p:cNvSpPr>
          <p:nvPr>
            <p:ph type="body" sz="quarter" idx="13"/>
          </p:nvPr>
        </p:nvSpPr>
        <p:spPr/>
        <p:txBody>
          <a:bodyPr/>
          <a:lstStyle/>
          <a:p>
            <a:pPr/>
            <a:r>
              <a:t>BESOINS COUVERTS</a:t>
            </a:r>
            <a:endParaRPr lang="en-US"/>
          </a:p>
        </p:txBody>
      </p:sp>
      <p:sp>
        <p:nvSpPr>
          <p:cNvPr id="5" name="Titre 1">
            <a:extLst>
              <a:ext uri="{FF2B5EF4-FFF2-40B4-BE49-F238E27FC236}">
                <a16:creationId xmlns:a16="http://schemas.microsoft.com/office/drawing/2014/main" id="{3FF30C7D-F11B-556A-0F96-92D2349C3965}"/>
              </a:ext>
            </a:extLst>
          </p:cNvPr>
          <p:cNvSpPr>
            <a:spLocks noGrp="1"/>
          </p:cNvSpPr>
          <p:nvPr>
            <p:ph type="title"/>
          </p:nvPr>
        </p:nvSpPr>
        <p:spPr/>
        <p:txBody>
          <a:bodyPr/>
          <a:lstStyle/>
          <a:p>
            <a:pPr/>
            <a:r>
              <a:t>EQUITY (CAPITAUX PROPRES)</a:t>
            </a:r>
          </a:p>
        </p:txBody>
      </p:sp>
      <p:grpSp>
        <p:nvGrpSpPr>
          <p:cNvPr id="7" name="Transplant"/>
          <p:cNvGrpSpPr/>
          <p:nvPr/>
        </p:nvGrpSpPr>
        <p:grpSpPr>
          <a:xfrm>
            <a:off x="7159752" y="2790111"/>
            <a:ext cx="4343400" cy="2832258"/>
            <a:chOff x="7225528" y="2303362"/>
            <a:chExt cx="4481955" cy="2922608"/>
          </a:xfrm>
        </p:grpSpPr>
        <p:pic>
          <p:nvPicPr>
            <p:cNvPr id="8" name="Image 1">
              <a:extLst>
                <a:ext uri="{FF2B5EF4-FFF2-40B4-BE49-F238E27FC236}">
                  <a16:creationId xmlns:a16="http://schemas.microsoft.com/office/drawing/2014/main" id="{4C66855D-C968-EB37-BFC7-88591E3ADF6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25528" y="2303362"/>
              <a:ext cx="4481955" cy="2922608"/>
            </a:xfrm>
            <a:prstGeom prst="rect">
              <a:avLst/>
            </a:prstGeom>
          </p:spPr>
        </p:pic>
      </p:gr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Espace réservé du contenu 1">
            <a:extLst>
              <a:ext uri="{FF2B5EF4-FFF2-40B4-BE49-F238E27FC236}">
                <a16:creationId xmlns:a16="http://schemas.microsoft.com/office/drawing/2014/main" id="{0A5657A9-CF1F-01C4-4C0C-3F4405FBA315}"/>
              </a:ext>
            </a:extLst>
          </p:cNvPr>
          <p:cNvSpPr>
            <a:spLocks noGrp="1"/>
          </p:cNvSpPr>
          <p:nvPr>
            <p:ph idx="1"/>
          </p:nvPr>
        </p:nvSpPr>
        <p:spPr/>
        <p:txBody>
          <a:bodyPr anchor="t"/>
          <a:lstStyle/>
          <a:p>
            <a:pPr lvl="0"/>
            <a:r>
              <a:rPr lang="fr-FR" b="1" dirty="0" sz="1600"/>
              <a:t>CUSTOMISATIONS</a:t>
            </a:r>
          </a:p>
          <a:p>
            <a:pPr lvl="1"/>
            <a:r>
              <a:rPr lang="fr-FR" dirty="0" sz="1600"/>
              <a:t>Mettez l’accent sur les principaux changements, difficultés, coûts, développeurs spécifiques pour couvrir les besoins importants – Donnez une liste des besoins dans ce cas</a:t>
            </a:r>
          </a:p>
        </p:txBody>
      </p:sp>
      <p:sp>
        <p:nvSpPr>
          <p:cNvPr id="4" name="Titre 2">
            <a:extLst>
              <a:ext uri="{FF2B5EF4-FFF2-40B4-BE49-F238E27FC236}">
                <a16:creationId xmlns:a16="http://schemas.microsoft.com/office/drawing/2014/main" id="{618815FA-3CAE-65F3-B971-C63D5E259378}"/>
              </a:ext>
            </a:extLst>
          </p:cNvPr>
          <p:cNvSpPr>
            <a:spLocks noGrp="1"/>
          </p:cNvSpPr>
          <p:nvPr>
            <p:ph type="title"/>
          </p:nvPr>
        </p:nvSpPr>
        <p:spPr/>
        <p:txBody>
          <a:bodyPr/>
          <a:lstStyle/>
          <a:p>
            <a:pPr/>
            <a:r>
              <a:t>EQUITY (CAPITAUX PROPRES)</a:t>
            </a:r>
          </a:p>
        </p:txBody>
      </p:sp>
      <p:sp>
        <p:nvSpPr>
          <p:cNvPr id="5" name="Espace réservé du texte 3">
            <a:extLst>
              <a:ext uri="{FF2B5EF4-FFF2-40B4-BE49-F238E27FC236}">
                <a16:creationId xmlns:a16="http://schemas.microsoft.com/office/drawing/2014/main" id="{6BB8E998-5BC1-3D30-5A40-7A17CB479142}"/>
              </a:ext>
            </a:extLst>
          </p:cNvPr>
          <p:cNvSpPr>
            <a:spLocks noGrp="1"/>
          </p:cNvSpPr>
          <p:nvPr>
            <p:ph type="body" sz="quarter" idx="13"/>
          </p:nvPr>
        </p:nvSpPr>
        <p:spPr/>
        <p:txBody>
          <a:bodyPr/>
          <a:lstStyle/>
          <a:p>
            <a:pPr/>
            <a:r>
              <a:t>BESOINS COUVERTS</a:t>
            </a:r>
            <a:endParaRPr lang="en-US"/>
          </a:p>
        </p:txBody>
      </p:sp>
      <p:grpSp>
        <p:nvGrpSpPr>
          <p:cNvPr id="6" name="Transplant"/>
          <p:cNvGrpSpPr/>
          <p:nvPr/>
        </p:nvGrpSpPr>
        <p:grpSpPr>
          <a:xfrm>
            <a:off x="164592" y="2395885"/>
            <a:ext cx="457200" cy="475173"/>
            <a:chOff x="263525" y="2514600"/>
            <a:chExt cx="879812" cy="914400"/>
          </a:xfrm>
        </p:grpSpPr>
        <p:pic>
          <p:nvPicPr>
            <p:cNvPr id="7" name="Graphique 1" descr="Stylo avec un remplissage uni">
              <a:extLst>
                <a:ext uri="{FF2B5EF4-FFF2-40B4-BE49-F238E27FC236}">
                  <a16:creationId xmlns:a16="http://schemas.microsoft.com/office/drawing/2014/main" id="{099444BC-38CE-99BA-C930-A44B6B539CA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flipH="1">
              <a:off x="263525" y="2514600"/>
              <a:ext cx="879812" cy="914400"/>
            </a:xfrm>
            <a:prstGeom prst="rect">
              <a:avLst/>
            </a:prstGeom>
          </p:spPr>
        </p:pic>
      </p:gr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Espace réservé du contenu 5">
            <a:extLst>
              <a:ext uri="{FF2B5EF4-FFF2-40B4-BE49-F238E27FC236}">
                <a16:creationId xmlns:a16="http://schemas.microsoft.com/office/drawing/2014/main" id="{8B2061D0-770C-F284-BB20-62B1C6C95539}"/>
              </a:ext>
            </a:extLst>
          </p:cNvPr>
          <p:cNvSpPr>
            <a:spLocks noGrp="1"/>
          </p:cNvSpPr>
          <p:nvPr>
            <p:ph idx="1"/>
          </p:nvPr>
        </p:nvSpPr>
        <p:spPr/>
        <p:txBody>
          <a:bodyPr anchor="t"/>
          <a:lstStyle/>
          <a:p>
            <a:pPr lvl="0"/>
            <a:r>
              <a:rPr lang="fr-FR" b="1" dirty="0" sz="1600"/>
              <a:t>UTILISATION STANDARD</a:t>
            </a:r>
          </a:p>
          <a:p>
            <a:pPr lvl="1"/>
            <a:r>
              <a:rPr lang="fr-FR" dirty="0" sz="1600"/>
              <a:t>Analysez vos données en temps réel (ventes, stocks, tendances clients) grâce à des algorithmes prédictifs et des insights actionnables.</a:t>
            </a:r>
          </a:p>
          <a:p>
            <a:pPr lvl="1"/>
            <a:r>
              <a:rPr lang="fr-FR" dirty="0" sz="1600"/>
              <a:t>Personnalisez l’expérience client avec des recommandations intelligentes (produits, services) basées sur l’historique et le comportement d’achat.</a:t>
            </a:r>
          </a:p>
          <a:p>
            <a:pPr lvl="1"/>
            <a:r>
              <a:rPr lang="fr-FR" dirty="0" sz="1600"/>
              <a:t>Intégrez l’IA à vos workflows existants (CRM, Comptabilité, RH) pour une prise de décision plus rapide et une productivité accrue.</a:t>
            </a:r>
          </a:p>
        </p:txBody>
      </p:sp>
      <p:sp>
        <p:nvSpPr>
          <p:cNvPr id="4" name="Espace réservé du texte 6">
            <a:extLst>
              <a:ext uri="{FF2B5EF4-FFF2-40B4-BE49-F238E27FC236}">
                <a16:creationId xmlns:a16="http://schemas.microsoft.com/office/drawing/2014/main" id="{224BEC80-3EC3-DC49-269F-B1C030B93B83}"/>
              </a:ext>
            </a:extLst>
          </p:cNvPr>
          <p:cNvSpPr>
            <a:spLocks noGrp="1"/>
          </p:cNvSpPr>
          <p:nvPr>
            <p:ph type="body" sz="quarter" idx="13"/>
          </p:nvPr>
        </p:nvSpPr>
        <p:spPr/>
        <p:txBody>
          <a:bodyPr/>
          <a:lstStyle/>
          <a:p>
            <a:pPr/>
            <a:r>
              <a:t>BESOINS COUVERTS</a:t>
            </a:r>
            <a:endParaRPr lang="en-US"/>
          </a:p>
        </p:txBody>
      </p:sp>
      <p:sp>
        <p:nvSpPr>
          <p:cNvPr id="5" name="Titre 1">
            <a:extLst>
              <a:ext uri="{FF2B5EF4-FFF2-40B4-BE49-F238E27FC236}">
                <a16:creationId xmlns:a16="http://schemas.microsoft.com/office/drawing/2014/main" id="{3FF30C7D-F11B-556A-0F96-92D2349C3965}"/>
              </a:ext>
            </a:extLst>
          </p:cNvPr>
          <p:cNvSpPr>
            <a:spLocks noGrp="1"/>
          </p:cNvSpPr>
          <p:nvPr>
            <p:ph type="title"/>
          </p:nvPr>
        </p:nvSpPr>
        <p:spPr/>
        <p:txBody>
          <a:bodyPr/>
          <a:lstStyle/>
          <a:p>
            <a:pPr/>
            <a:r>
              <a:t>AI (INTELLIGENCE ARTIFICIELLE)</a:t>
            </a:r>
          </a:p>
        </p:txBody>
      </p:sp>
      <p:grpSp>
        <p:nvGrpSpPr>
          <p:cNvPr id="7" name="Transplant"/>
          <p:cNvGrpSpPr/>
          <p:nvPr/>
        </p:nvGrpSpPr>
        <p:grpSpPr>
          <a:xfrm>
            <a:off x="7159752" y="2790111"/>
            <a:ext cx="4343400" cy="2832258"/>
            <a:chOff x="7024465" y="2349659"/>
            <a:chExt cx="4570706" cy="2980481"/>
          </a:xfrm>
        </p:grpSpPr>
        <p:pic>
          <p:nvPicPr>
            <p:cNvPr id="8" name="Image 1">
              <a:extLst>
                <a:ext uri="{FF2B5EF4-FFF2-40B4-BE49-F238E27FC236}">
                  <a16:creationId xmlns:a16="http://schemas.microsoft.com/office/drawing/2014/main" id="{D96E940B-AEC3-AE0D-E6B6-F45AA899402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24465" y="2349659"/>
              <a:ext cx="4570706" cy="2980481"/>
            </a:xfrm>
            <a:prstGeom prst="rect">
              <a:avLst/>
            </a:prstGeom>
          </p:spPr>
        </p:pic>
      </p:gr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Espace réservé du contenu 1">
            <a:extLst>
              <a:ext uri="{FF2B5EF4-FFF2-40B4-BE49-F238E27FC236}">
                <a16:creationId xmlns:a16="http://schemas.microsoft.com/office/drawing/2014/main" id="{0A5657A9-CF1F-01C4-4C0C-3F4405FBA315}"/>
              </a:ext>
            </a:extLst>
          </p:cNvPr>
          <p:cNvSpPr>
            <a:spLocks noGrp="1"/>
          </p:cNvSpPr>
          <p:nvPr>
            <p:ph idx="1"/>
          </p:nvPr>
        </p:nvSpPr>
        <p:spPr/>
        <p:txBody>
          <a:bodyPr anchor="t"/>
          <a:lstStyle/>
          <a:p>
            <a:pPr lvl="0"/>
            <a:r>
              <a:rPr lang="fr-FR" b="1" dirty="0" sz="1600"/>
              <a:t>CUSTOMISATIONS</a:t>
            </a:r>
          </a:p>
          <a:p>
            <a:pPr lvl="1"/>
            <a:r>
              <a:rPr lang="fr-FR" dirty="0" sz="1600"/>
              <a:t>Mettez l’accent sur les principaux changements, difficultés, coûts, développeurs spécifiques pour couvrir les besoins importants – Donnez une liste des besoins dans ce cas</a:t>
            </a:r>
          </a:p>
        </p:txBody>
      </p:sp>
      <p:sp>
        <p:nvSpPr>
          <p:cNvPr id="4" name="Titre 2">
            <a:extLst>
              <a:ext uri="{FF2B5EF4-FFF2-40B4-BE49-F238E27FC236}">
                <a16:creationId xmlns:a16="http://schemas.microsoft.com/office/drawing/2014/main" id="{618815FA-3CAE-65F3-B971-C63D5E259378}"/>
              </a:ext>
            </a:extLst>
          </p:cNvPr>
          <p:cNvSpPr>
            <a:spLocks noGrp="1"/>
          </p:cNvSpPr>
          <p:nvPr>
            <p:ph type="title"/>
          </p:nvPr>
        </p:nvSpPr>
        <p:spPr/>
        <p:txBody>
          <a:bodyPr/>
          <a:lstStyle/>
          <a:p>
            <a:pPr/>
            <a:r>
              <a:t>AI (INTELLIGENCE ARTIFICIELLE)</a:t>
            </a:r>
          </a:p>
        </p:txBody>
      </p:sp>
      <p:sp>
        <p:nvSpPr>
          <p:cNvPr id="5" name="Espace réservé du texte 3">
            <a:extLst>
              <a:ext uri="{FF2B5EF4-FFF2-40B4-BE49-F238E27FC236}">
                <a16:creationId xmlns:a16="http://schemas.microsoft.com/office/drawing/2014/main" id="{6BB8E998-5BC1-3D30-5A40-7A17CB479142}"/>
              </a:ext>
            </a:extLst>
          </p:cNvPr>
          <p:cNvSpPr>
            <a:spLocks noGrp="1"/>
          </p:cNvSpPr>
          <p:nvPr>
            <p:ph type="body" sz="quarter" idx="13"/>
          </p:nvPr>
        </p:nvSpPr>
        <p:spPr/>
        <p:txBody>
          <a:bodyPr/>
          <a:lstStyle/>
          <a:p>
            <a:pPr/>
            <a:r>
              <a:t>BESOINS COUVERTS</a:t>
            </a:r>
            <a:endParaRPr lang="en-US"/>
          </a:p>
        </p:txBody>
      </p:sp>
      <p:grpSp>
        <p:nvGrpSpPr>
          <p:cNvPr id="6" name="Transplant"/>
          <p:cNvGrpSpPr/>
          <p:nvPr/>
        </p:nvGrpSpPr>
        <p:grpSpPr>
          <a:xfrm>
            <a:off x="164592" y="2395885"/>
            <a:ext cx="457200" cy="475173"/>
            <a:chOff x="263525" y="2514600"/>
            <a:chExt cx="879812" cy="914400"/>
          </a:xfrm>
        </p:grpSpPr>
        <p:pic>
          <p:nvPicPr>
            <p:cNvPr id="7" name="Graphique 1" descr="Stylo avec un remplissage uni">
              <a:extLst>
                <a:ext uri="{FF2B5EF4-FFF2-40B4-BE49-F238E27FC236}">
                  <a16:creationId xmlns:a16="http://schemas.microsoft.com/office/drawing/2014/main" id="{EF58AE71-77E8-ACA0-C46C-108B5C7840C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flipH="1">
              <a:off x="263525" y="2514600"/>
              <a:ext cx="879812" cy="914400"/>
            </a:xfrm>
            <a:prstGeom prst="rect">
              <a:avLst/>
            </a:prstGeom>
          </p:spPr>
        </p:pic>
      </p:gr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space réservé du contenu 1">
            <a:extLst>
              <a:ext uri="{FF2B5EF4-FFF2-40B4-BE49-F238E27FC236}">
                <a16:creationId xmlns:a16="http://schemas.microsoft.com/office/drawing/2014/main" id="{0A5657A9-CF1F-01C4-4C0C-3F4405FBA315}"/>
              </a:ext>
            </a:extLst>
          </p:cNvPr>
          <p:cNvSpPr>
            <a:spLocks noGrp="1"/>
          </p:cNvSpPr>
          <p:nvPr>
            <p:ph idx="1"/>
          </p:nvPr>
        </p:nvSpPr>
        <p:spPr/>
        <p:txBody>
          <a:bodyPr anchor="t"/>
          <a:lstStyle/>
          <a:p>
            <a:pPr lvl="0"/>
            <a:r>
              <a:rPr lang="fr-FR" b="1" dirty="0" sz="1600"/>
              <a:t>UTILISATION STANDARD</a:t>
            </a:r>
          </a:p>
          <a:p>
            <a:pPr lvl="1"/>
            <a:r>
              <a:rPr lang="fr-FR" dirty="0" sz="1600"/>
              <a:t>Nous planifierons et validerons la communication avec vous</a:t>
            </a:r>
          </a:p>
          <a:p>
            <a:pPr lvl="1"/>
            <a:r>
              <a:rPr lang="fr-FR" dirty="0" sz="1600"/>
              <a:t>Nous prévoyons d'être sur site avec vous</a:t>
            </a:r>
          </a:p>
          <a:p>
            <a:pPr lvl="1"/>
            <a:r>
              <a:rPr lang="fr-FR" dirty="0" sz="1600"/>
              <a:t>Nous réservons du temps pour un premier support lors des premiers jours après la mise en production dans le cadre du projet</a:t>
            </a:r>
            <a:endParaRPr lang="fr-FR" dirty="0" sz="1600"/>
          </a:p>
        </p:txBody>
      </p:sp>
      <p:sp>
        <p:nvSpPr>
          <p:cNvPr id="3" name="Titre 2">
            <a:extLst>
              <a:ext uri="{FF2B5EF4-FFF2-40B4-BE49-F238E27FC236}">
                <a16:creationId xmlns:a16="http://schemas.microsoft.com/office/drawing/2014/main" id="{618815FA-3CAE-65F3-B971-C63D5E259378}"/>
              </a:ext>
            </a:extLst>
          </p:cNvPr>
          <p:cNvSpPr>
            <a:spLocks noGrp="1"/>
          </p:cNvSpPr>
          <p:nvPr>
            <p:ph type="title"/>
          </p:nvPr>
        </p:nvSpPr>
        <p:spPr/>
        <p:txBody>
          <a:bodyPr/>
          <a:lstStyle/>
          <a:p>
            <a:pPr/>
            <a:r>
              <a:t>MISE EN PRODUCTION</a:t>
            </a:r>
          </a:p>
        </p:txBody>
      </p:sp>
      <p:sp>
        <p:nvSpPr>
          <p:cNvPr id="4" name="Espace réservé du texte 3">
            <a:extLst>
              <a:ext uri="{FF2B5EF4-FFF2-40B4-BE49-F238E27FC236}">
                <a16:creationId xmlns:a16="http://schemas.microsoft.com/office/drawing/2014/main" id="{6BB8E998-5BC1-3D30-5A40-7A17CB479142}"/>
              </a:ext>
            </a:extLst>
          </p:cNvPr>
          <p:cNvSpPr>
            <a:spLocks noGrp="1"/>
          </p:cNvSpPr>
          <p:nvPr>
            <p:ph type="body" sz="quarter" idx="13"/>
          </p:nvPr>
        </p:nvSpPr>
        <p:spPr/>
        <p:txBody>
          <a:bodyPr/>
          <a:lstStyle/>
          <a:p>
            <a:pPr/>
            <a:r>
              <a:t>BESOINS COUVERTS</a:t>
            </a:r>
            <a:endParaRPr lang="en-US"/>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Espace réservé du contenu 1">
            <a:extLst>
              <a:ext uri="{FF2B5EF4-FFF2-40B4-BE49-F238E27FC236}">
                <a16:creationId xmlns:a16="http://schemas.microsoft.com/office/drawing/2014/main" id="{0A5657A9-CF1F-01C4-4C0C-3F4405FBA315}"/>
              </a:ext>
            </a:extLst>
          </p:cNvPr>
          <p:cNvSpPr>
            <a:spLocks noGrp="1"/>
          </p:cNvSpPr>
          <p:nvPr>
            <p:ph idx="1"/>
          </p:nvPr>
        </p:nvSpPr>
        <p:spPr/>
        <p:txBody>
          <a:bodyPr anchor="t"/>
          <a:lstStyle/>
          <a:p>
            <a:pPr lvl="0"/>
            <a:r>
              <a:rPr lang="fr-FR" b="1" dirty="0" sz="1600"/>
              <a:t>CUSTOMISATIONS</a:t>
            </a:r>
          </a:p>
          <a:p>
            <a:pPr lvl="1"/>
            <a:r>
              <a:rPr lang="fr-FR" dirty="0" sz="1600"/>
              <a:t>Mettez l’accent sur les principaux changements, difficultés, coûts, développeurs spécifiques pour couvrir les besoins importants – Donnez une liste des besoins dans ce cas</a:t>
            </a:r>
          </a:p>
        </p:txBody>
      </p:sp>
      <p:sp>
        <p:nvSpPr>
          <p:cNvPr id="4" name="Titre 2">
            <a:extLst>
              <a:ext uri="{FF2B5EF4-FFF2-40B4-BE49-F238E27FC236}">
                <a16:creationId xmlns:a16="http://schemas.microsoft.com/office/drawing/2014/main" id="{618815FA-3CAE-65F3-B971-C63D5E259378}"/>
              </a:ext>
            </a:extLst>
          </p:cNvPr>
          <p:cNvSpPr>
            <a:spLocks noGrp="1"/>
          </p:cNvSpPr>
          <p:nvPr>
            <p:ph type="title"/>
          </p:nvPr>
        </p:nvSpPr>
        <p:spPr/>
        <p:txBody>
          <a:bodyPr/>
          <a:lstStyle/>
          <a:p>
            <a:pPr/>
            <a:r>
              <a:t>MISE EN PRODUCTION</a:t>
            </a:r>
          </a:p>
        </p:txBody>
      </p:sp>
      <p:sp>
        <p:nvSpPr>
          <p:cNvPr id="5" name="Espace réservé du texte 3">
            <a:extLst>
              <a:ext uri="{FF2B5EF4-FFF2-40B4-BE49-F238E27FC236}">
                <a16:creationId xmlns:a16="http://schemas.microsoft.com/office/drawing/2014/main" id="{6BB8E998-5BC1-3D30-5A40-7A17CB479142}"/>
              </a:ext>
            </a:extLst>
          </p:cNvPr>
          <p:cNvSpPr>
            <a:spLocks noGrp="1"/>
          </p:cNvSpPr>
          <p:nvPr>
            <p:ph type="body" sz="quarter" idx="13"/>
          </p:nvPr>
        </p:nvSpPr>
        <p:spPr/>
        <p:txBody>
          <a:bodyPr/>
          <a:lstStyle/>
          <a:p>
            <a:pPr/>
            <a:r>
              <a:t>BESOINS COUVERTS</a:t>
            </a:r>
            <a:endParaRPr lang="en-US"/>
          </a:p>
        </p:txBody>
      </p:sp>
      <p:grpSp>
        <p:nvGrpSpPr>
          <p:cNvPr id="6" name="Transplant"/>
          <p:cNvGrpSpPr/>
          <p:nvPr/>
        </p:nvGrpSpPr>
        <p:grpSpPr>
          <a:xfrm>
            <a:off x="164592" y="2395885"/>
            <a:ext cx="457200" cy="475173"/>
            <a:chOff x="263525" y="2514600"/>
            <a:chExt cx="879812" cy="914400"/>
          </a:xfrm>
        </p:grpSpPr>
        <p:pic>
          <p:nvPicPr>
            <p:cNvPr id="7" name="Graphique 1" descr="Stylo avec un remplissage uni">
              <a:extLst>
                <a:ext uri="{FF2B5EF4-FFF2-40B4-BE49-F238E27FC236}">
                  <a16:creationId xmlns:a16="http://schemas.microsoft.com/office/drawing/2014/main" id="{1D1B215F-6CE1-FCDC-F688-F401363DD72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flipH="1">
              <a:off x="263525" y="2514600"/>
              <a:ext cx="879812" cy="914400"/>
            </a:xfrm>
            <a:prstGeom prst="rect">
              <a:avLst/>
            </a:prstGeom>
          </p:spPr>
        </p:pic>
      </p:gr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re 1">
            <a:extLst>
              <a:ext uri="{FF2B5EF4-FFF2-40B4-BE49-F238E27FC236}">
                <a16:creationId xmlns:a16="http://schemas.microsoft.com/office/drawing/2014/main" id="{992BBB63-68F1-0C05-D646-411D57166D6C}"/>
              </a:ext>
            </a:extLst>
          </p:cNvPr>
          <p:cNvSpPr>
            <a:spLocks noGrp="1"/>
          </p:cNvSpPr>
          <p:nvPr>
            <p:ph type="title"/>
          </p:nvPr>
        </p:nvSpPr>
        <p:spPr/>
        <p:txBody>
          <a:bodyPr/>
          <a:lstStyle/>
          <a:p>
            <a:pPr/>
            <a:r>
              <a:t>LISTE DES TÂCHES</a:t>
            </a:r>
            <a:endParaRPr lang="en-US"/>
          </a:p>
        </p:txBody>
      </p:sp>
      <p:sp>
        <p:nvSpPr>
          <p:cNvPr id="3" name="Espace réservé du texte 2">
            <a:extLst>
              <a:ext uri="{FF2B5EF4-FFF2-40B4-BE49-F238E27FC236}">
                <a16:creationId xmlns:a16="http://schemas.microsoft.com/office/drawing/2014/main" id="{A1248475-110C-3C6B-988C-7430B14B5963}"/>
              </a:ext>
            </a:extLst>
          </p:cNvPr>
          <p:cNvSpPr>
            <a:spLocks noGrp="1"/>
          </p:cNvSpPr>
          <p:nvPr>
            <p:ph type="body" sz="quarter" idx="13"/>
          </p:nvPr>
        </p:nvSpPr>
        <p:spPr/>
        <p:txBody>
          <a:bodyPr/>
          <a:lstStyle/>
          <a:p>
            <a:pPr/>
            <a:r>
              <a:t>BESOINS &amp; SOLUTIONS</a:t>
            </a:r>
            <a:endParaRPr lang="en-US"/>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Espace réservé du texte 1">
            <a:extLst>
              <a:ext uri="{FF2B5EF4-FFF2-40B4-BE49-F238E27FC236}">
                <a16:creationId xmlns:a16="http://schemas.microsoft.com/office/drawing/2014/main" id="{D12C21EB-0CA5-894B-552B-60E24137435B}"/>
              </a:ext>
            </a:extLst>
          </p:cNvPr>
          <p:cNvSpPr>
            <a:spLocks noGrp="1"/>
          </p:cNvSpPr>
          <p:nvPr>
            <p:ph type="body" idx="1"/>
          </p:nvPr>
        </p:nvSpPr>
        <p:spPr/>
        <p:txBody>
          <a:bodyPr/>
          <a:lstStyle/>
          <a:p>
            <a:r>
              <a:rPr lang="fr-FR" b="1" dirty="0"/>
              <a:t>VOS BESOINS COUVERTS</a:t>
            </a:r>
          </a:p>
        </p:txBody>
      </p:sp>
      <p:sp>
        <p:nvSpPr>
          <p:cNvPr id="4" name="Espace réservé du contenu 2">
            <a:extLst>
              <a:ext uri="{FF2B5EF4-FFF2-40B4-BE49-F238E27FC236}">
                <a16:creationId xmlns:a16="http://schemas.microsoft.com/office/drawing/2014/main" id="{982DC027-04A8-6ACB-7C11-517E0A250DF2}"/>
              </a:ext>
            </a:extLst>
          </p:cNvPr>
          <p:cNvSpPr>
            <a:spLocks noGrp="1"/>
          </p:cNvSpPr>
          <p:nvPr>
            <p:ph sz="half" idx="2"/>
          </p:nvPr>
        </p:nvSpPr>
        <p:spPr/>
        <p:txBody>
          <a:bodyPr anchor="t"/>
          <a:lstStyle/>
          <a:p>
            <a:r>
              <a:rPr lang="fr-FR" dirty="0" sz="1400"/>
              <a:t>Insérer les besoins couverts en quelques points, ex : </a:t>
            </a:r>
          </a:p>
          <a:p>
            <a:r>
              <a:rPr lang="fr-FR" dirty="0" sz="1400"/>
              <a:t>Chaine de facturation</a:t>
            </a:r>
          </a:p>
          <a:p>
            <a:r>
              <a:rPr lang="fr-FR" dirty="0" sz="1400"/>
              <a:t>Gestion de votre entrepôt</a:t>
            </a:r>
          </a:p>
          <a:p>
            <a:r>
              <a:rPr lang="fr-FR" dirty="0" sz="1400"/>
              <a:t>Données actuelles et nécessaire pour le fonctionnement seulement</a:t>
            </a:r>
          </a:p>
        </p:txBody>
      </p:sp>
      <p:sp>
        <p:nvSpPr>
          <p:cNvPr id="5" name="Espace réservé du texte 3">
            <a:extLst>
              <a:ext uri="{FF2B5EF4-FFF2-40B4-BE49-F238E27FC236}">
                <a16:creationId xmlns:a16="http://schemas.microsoft.com/office/drawing/2014/main" id="{1FDDD293-A90F-CAD9-B8F0-D72A9CA50DDD}"/>
              </a:ext>
            </a:extLst>
          </p:cNvPr>
          <p:cNvSpPr>
            <a:spLocks noGrp="1"/>
          </p:cNvSpPr>
          <p:nvPr>
            <p:ph type="body" sz="quarter" idx="3"/>
          </p:nvPr>
        </p:nvSpPr>
        <p:spPr/>
        <p:txBody>
          <a:bodyPr/>
          <a:lstStyle/>
          <a:p>
            <a:r>
              <a:rPr lang="fr-FR" b="1" dirty="0"/>
              <a:t>CHIFFRES CLÉS</a:t>
            </a:r>
          </a:p>
        </p:txBody>
      </p:sp>
      <p:sp>
        <p:nvSpPr>
          <p:cNvPr id="6" name="Espace réservé du contenu 4">
            <a:extLst>
              <a:ext uri="{FF2B5EF4-FFF2-40B4-BE49-F238E27FC236}">
                <a16:creationId xmlns:a16="http://schemas.microsoft.com/office/drawing/2014/main" id="{A158FB1A-F707-B118-E4C9-2929800F507C}"/>
              </a:ext>
            </a:extLst>
          </p:cNvPr>
          <p:cNvSpPr>
            <a:spLocks noGrp="1"/>
          </p:cNvSpPr>
          <p:nvPr>
            <p:ph sz="quarter" idx="4"/>
          </p:nvPr>
        </p:nvSpPr>
        <p:spPr/>
        <p:txBody>
          <a:bodyPr anchor="t"/>
          <a:lstStyle/>
          <a:p>
            <a:r>
              <a:rPr lang="fr-FR" dirty="0" sz="1400"/>
              <a:t>Nombre d’heures : </a:t>
            </a:r>
            <a:r>
              <a:rPr lang="fr-FR" dirty="0" sz="1400"/>
              <a:t>XXXh</a:t>
            </a:r>
            <a:endParaRPr lang="fr-FR" dirty="0" sz="1400"/>
          </a:p>
          <a:p>
            <a:r>
              <a:rPr lang="fr-FR" dirty="0" sz="1400"/>
              <a:t>Durée de la phase : </a:t>
            </a:r>
            <a:r>
              <a:rPr lang="fr-FR" dirty="0" sz="1400"/>
              <a:t>Xmois</a:t>
            </a:r>
            <a:endParaRPr lang="fr-FR" dirty="0" sz="1400"/>
          </a:p>
          <a:p>
            <a:r>
              <a:rPr lang="fr-FR" dirty="0" sz="1400"/>
              <a:t>Date de go live estimée : DATE</a:t>
            </a:r>
          </a:p>
        </p:txBody>
      </p:sp>
      <p:sp>
        <p:nvSpPr>
          <p:cNvPr id="7" name="Titre 5">
            <a:extLst>
              <a:ext uri="{FF2B5EF4-FFF2-40B4-BE49-F238E27FC236}">
                <a16:creationId xmlns:a16="http://schemas.microsoft.com/office/drawing/2014/main" id="{9A6F163A-604D-346A-53DE-A6F27BFC5C5B}"/>
              </a:ext>
            </a:extLst>
          </p:cNvPr>
          <p:cNvSpPr>
            <a:spLocks noGrp="1"/>
          </p:cNvSpPr>
          <p:nvPr>
            <p:ph type="title"/>
          </p:nvPr>
        </p:nvSpPr>
        <p:spPr/>
        <p:txBody>
          <a:bodyPr/>
          <a:lstStyle/>
          <a:p>
            <a:pPr/>
            <a:r>
              <a:t>Phase 1 (MVP)</a:t>
            </a:r>
          </a:p>
        </p:txBody>
      </p:sp>
      <p:sp>
        <p:nvSpPr>
          <p:cNvPr id="8" name="Espace réservé du texte 6">
            <a:extLst>
              <a:ext uri="{FF2B5EF4-FFF2-40B4-BE49-F238E27FC236}">
                <a16:creationId xmlns:a16="http://schemas.microsoft.com/office/drawing/2014/main" id="{4E95BD35-D21A-9D99-3C98-AC5CC0C6D2B6}"/>
              </a:ext>
            </a:extLst>
          </p:cNvPr>
          <p:cNvSpPr>
            <a:spLocks noGrp="1"/>
          </p:cNvSpPr>
          <p:nvPr>
            <p:ph type="body" sz="quarter" idx="13"/>
          </p:nvPr>
        </p:nvSpPr>
        <p:spPr/>
        <p:txBody>
          <a:bodyPr/>
          <a:lstStyle/>
          <a:p>
            <a:pPr/>
            <a:r>
              <a:t>LISTE DES TÂCHES</a:t>
            </a:r>
            <a:endParaRPr lang="en-US"/>
          </a:p>
        </p:txBody>
      </p:sp>
      <p:grpSp>
        <p:nvGrpSpPr>
          <p:cNvPr id="9" name="Transplant"/>
          <p:cNvGrpSpPr/>
          <p:nvPr/>
        </p:nvGrpSpPr>
        <p:grpSpPr>
          <a:xfrm>
            <a:off x="8416454" y="530352"/>
            <a:ext cx="3283888" cy="914400"/>
            <a:chOff x="8249404" y="553018"/>
            <a:chExt cx="3702423" cy="1030941"/>
          </a:xfrm>
        </p:grpSpPr>
        <p:sp>
          <p:nvSpPr>
            <p:cNvPr id="10" name="ZoneTexte 3">
              <a:extLst>
                <a:ext uri="{FF2B5EF4-FFF2-40B4-BE49-F238E27FC236}">
                  <a16:creationId xmlns:a16="http://schemas.microsoft.com/office/drawing/2014/main" id="{F187F4CD-1FB6-D54C-5F1B-DF64C1F2C9C7}"/>
                </a:ext>
              </a:extLst>
            </p:cNvPr>
            <p:cNvSpPr txBox="1"/>
            <p:nvPr/>
          </p:nvSpPr>
          <p:spPr>
            <a:xfrm rot="732307">
              <a:off x="8249404" y="553018"/>
              <a:ext cx="3702423" cy="1030941"/>
            </a:xfrm>
            <a:prstGeom prst="rect">
              <a:avLst/>
            </a:prstGeom>
          </p:spPr>
          <p:style>
            <a:lnRef idx="2">
              <a:srgbClr val="CD5358">
                <a:shade val="15000"/>
              </a:srgbClr>
            </a:lnRef>
            <a:fillRef idx="1">
              <a:srgbClr val="CD5358"/>
            </a:fillRef>
            <a:effectRef idx="0">
              <a:srgbClr val="CD5358"/>
            </a:effectRef>
            <a:fontRef idx="minor">
              <a:schemeClr val="lt1"/>
            </a:fontRef>
          </p:style>
          <p:txBody>
            <a:bodyPr vert="horz" wrap="square" lIns="91440" tIns="45720" rIns="91440" bIns="45720"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dirty="0" err="1">
                  <a:ln>
                    <a:noFill/>
                  </a:ln>
                  <a:solidFill>
                    <a:prstClr val="white"/>
                  </a:solidFill>
                  <a:effectLst/>
                  <a:uLnTx/>
                  <a:uFillTx/>
                  <a:latin typeface="Aptos"/>
                  <a:ea typeface="+mn-ea"/>
                  <a:cs typeface="+mn-cs"/>
                </a:rPr>
                <a:t>Should</a:t>
              </a:r>
              <a:r>
                <a:rPr kumimoji="0" lang="fr-FR" sz="1800" b="0" i="0" u="none" strike="noStrike" kern="1200" cap="none" spc="0" normalizeH="0" baseline="0" noProof="0" dirty="0">
                  <a:ln>
                    <a:noFill/>
                  </a:ln>
                  <a:solidFill>
                    <a:prstClr val="white"/>
                  </a:solidFill>
                  <a:effectLst/>
                  <a:uLnTx/>
                  <a:uFillTx/>
                  <a:latin typeface="Aptos"/>
                  <a:ea typeface="+mn-ea"/>
                  <a:cs typeface="+mn-cs"/>
                </a:rPr>
                <a:t> </a:t>
              </a:r>
              <a:r>
                <a:rPr kumimoji="0" lang="fr-FR" sz="1800" b="0" i="0" u="none" strike="noStrike" kern="1200" cap="none" spc="0" normalizeH="0" baseline="0" noProof="0" dirty="0" err="1">
                  <a:ln>
                    <a:noFill/>
                  </a:ln>
                  <a:solidFill>
                    <a:prstClr val="white"/>
                  </a:solidFill>
                  <a:effectLst/>
                  <a:uLnTx/>
                  <a:uFillTx/>
                  <a:latin typeface="Aptos"/>
                  <a:ea typeface="+mn-ea"/>
                  <a:cs typeface="+mn-cs"/>
                </a:rPr>
                <a:t>be</a:t>
              </a:r>
              <a:r>
                <a:rPr kumimoji="0" lang="fr-FR" sz="1800" b="0" i="0" u="none" strike="noStrike" kern="1200" cap="none" spc="0" normalizeH="0" baseline="0" noProof="0" dirty="0">
                  <a:ln>
                    <a:noFill/>
                  </a:ln>
                  <a:solidFill>
                    <a:prstClr val="white"/>
                  </a:solidFill>
                  <a:effectLst/>
                  <a:uLnTx/>
                  <a:uFillTx/>
                  <a:latin typeface="Aptos"/>
                  <a:ea typeface="+mn-ea"/>
                  <a:cs typeface="+mn-cs"/>
                </a:rPr>
                <a:t> </a:t>
              </a:r>
              <a:r>
                <a:rPr kumimoji="0" lang="fr-FR" sz="1800" b="0" i="0" u="none" strike="noStrike" kern="1200" cap="none" spc="0" normalizeH="0" baseline="0" noProof="0" dirty="0" err="1">
                  <a:ln>
                    <a:noFill/>
                  </a:ln>
                  <a:solidFill>
                    <a:prstClr val="white"/>
                  </a:solidFill>
                  <a:effectLst/>
                  <a:uLnTx/>
                  <a:uFillTx/>
                  <a:latin typeface="Aptos"/>
                  <a:ea typeface="+mn-ea"/>
                  <a:cs typeface="+mn-cs"/>
                </a:rPr>
                <a:t>checked</a:t>
              </a:r>
              <a:r>
                <a:rPr kumimoji="0" lang="fr-FR" sz="1800" b="0" i="0" u="none" strike="noStrike" kern="1200" cap="none" spc="0" normalizeH="0" baseline="0" noProof="0" dirty="0">
                  <a:ln>
                    <a:noFill/>
                  </a:ln>
                  <a:solidFill>
                    <a:prstClr val="white"/>
                  </a:solidFill>
                  <a:effectLst/>
                  <a:uLnTx/>
                  <a:uFillTx/>
                  <a:latin typeface="Aptos"/>
                  <a:ea typeface="+mn-ea"/>
                  <a:cs typeface="+mn-cs"/>
                </a:rPr>
                <a:t> and </a:t>
              </a:r>
              <a:r>
                <a:rPr kumimoji="0" lang="fr-FR" sz="1800" b="0" i="0" u="none" strike="noStrike" kern="1200" cap="none" spc="0" normalizeH="0" baseline="0" noProof="0" dirty="0" err="1">
                  <a:ln>
                    <a:noFill/>
                  </a:ln>
                  <a:solidFill>
                    <a:prstClr val="white"/>
                  </a:solidFill>
                  <a:effectLst/>
                  <a:uLnTx/>
                  <a:uFillTx/>
                  <a:latin typeface="Aptos"/>
                  <a:ea typeface="+mn-ea"/>
                  <a:cs typeface="+mn-cs"/>
                </a:rPr>
                <a:t>validated</a:t>
              </a:r>
              <a:r>
                <a:rPr kumimoji="0" lang="fr-FR" sz="1800" b="0" i="0" u="none" strike="noStrike" kern="1200" cap="none" spc="0" normalizeH="0" baseline="0" noProof="0" dirty="0">
                  <a:ln>
                    <a:noFill/>
                  </a:ln>
                  <a:solidFill>
                    <a:prstClr val="white"/>
                  </a:solidFill>
                  <a:effectLst/>
                  <a:uLnTx/>
                  <a:uFillTx/>
                  <a:latin typeface="Aptos"/>
                  <a:ea typeface="+mn-ea"/>
                  <a:cs typeface="+mn-cs"/>
                </a:rPr>
                <a:t> by the sale</a:t>
              </a:r>
            </a:p>
          </p:txBody>
        </p:sp>
      </p:gr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Espace réservé du texte 1">
            <a:extLst>
              <a:ext uri="{FF2B5EF4-FFF2-40B4-BE49-F238E27FC236}">
                <a16:creationId xmlns:a16="http://schemas.microsoft.com/office/drawing/2014/main" id="{D12C21EB-0CA5-894B-552B-60E24137435B}"/>
              </a:ext>
            </a:extLst>
          </p:cNvPr>
          <p:cNvSpPr>
            <a:spLocks noGrp="1"/>
          </p:cNvSpPr>
          <p:nvPr>
            <p:ph type="body" idx="1"/>
          </p:nvPr>
        </p:nvSpPr>
        <p:spPr/>
        <p:txBody>
          <a:bodyPr/>
          <a:lstStyle/>
          <a:p>
            <a:r>
              <a:rPr lang="fr-FR" b="1" dirty="0"/>
              <a:t>VOS BESOINS COUVERTS</a:t>
            </a:r>
          </a:p>
        </p:txBody>
      </p:sp>
      <p:sp>
        <p:nvSpPr>
          <p:cNvPr id="4" name="Espace réservé du contenu 2">
            <a:extLst>
              <a:ext uri="{FF2B5EF4-FFF2-40B4-BE49-F238E27FC236}">
                <a16:creationId xmlns:a16="http://schemas.microsoft.com/office/drawing/2014/main" id="{982DC027-04A8-6ACB-7C11-517E0A250DF2}"/>
              </a:ext>
            </a:extLst>
          </p:cNvPr>
          <p:cNvSpPr>
            <a:spLocks noGrp="1"/>
          </p:cNvSpPr>
          <p:nvPr>
            <p:ph sz="half" idx="2"/>
          </p:nvPr>
        </p:nvSpPr>
        <p:spPr/>
        <p:txBody>
          <a:bodyPr anchor="t"/>
          <a:lstStyle/>
          <a:p>
            <a:r>
              <a:rPr lang="fr-FR" dirty="0" sz="1400"/>
              <a:t>Insérer les besoins couverts en quelques points, ex : </a:t>
            </a:r>
          </a:p>
          <a:p>
            <a:r>
              <a:rPr lang="fr-FR" dirty="0" sz="1400"/>
              <a:t>Gestion de la production</a:t>
            </a:r>
          </a:p>
          <a:p>
            <a:r>
              <a:rPr lang="fr-FR" dirty="0" sz="1400"/>
              <a:t>Reprise de l’historique</a:t>
            </a:r>
          </a:p>
        </p:txBody>
      </p:sp>
      <p:sp>
        <p:nvSpPr>
          <p:cNvPr id="5" name="Espace réservé du texte 3">
            <a:extLst>
              <a:ext uri="{FF2B5EF4-FFF2-40B4-BE49-F238E27FC236}">
                <a16:creationId xmlns:a16="http://schemas.microsoft.com/office/drawing/2014/main" id="{1FDDD293-A90F-CAD9-B8F0-D72A9CA50DDD}"/>
              </a:ext>
            </a:extLst>
          </p:cNvPr>
          <p:cNvSpPr>
            <a:spLocks noGrp="1"/>
          </p:cNvSpPr>
          <p:nvPr>
            <p:ph type="body" sz="quarter" idx="3"/>
          </p:nvPr>
        </p:nvSpPr>
        <p:spPr/>
        <p:txBody>
          <a:bodyPr/>
          <a:lstStyle/>
          <a:p>
            <a:r>
              <a:rPr lang="fr-FR" b="1" dirty="0"/>
              <a:t>CHIFFRES CLÉS</a:t>
            </a:r>
          </a:p>
        </p:txBody>
      </p:sp>
      <p:sp>
        <p:nvSpPr>
          <p:cNvPr id="6" name="Espace réservé du contenu 4">
            <a:extLst>
              <a:ext uri="{FF2B5EF4-FFF2-40B4-BE49-F238E27FC236}">
                <a16:creationId xmlns:a16="http://schemas.microsoft.com/office/drawing/2014/main" id="{A158FB1A-F707-B118-E4C9-2929800F507C}"/>
              </a:ext>
            </a:extLst>
          </p:cNvPr>
          <p:cNvSpPr>
            <a:spLocks noGrp="1"/>
          </p:cNvSpPr>
          <p:nvPr>
            <p:ph sz="quarter" idx="4"/>
          </p:nvPr>
        </p:nvSpPr>
        <p:spPr/>
        <p:txBody>
          <a:bodyPr anchor="t"/>
          <a:lstStyle/>
          <a:p>
            <a:r>
              <a:rPr lang="fr-FR" dirty="0" sz="1400"/>
              <a:t>Nombre d’heures : </a:t>
            </a:r>
            <a:r>
              <a:rPr lang="fr-FR" dirty="0" sz="1400"/>
              <a:t>XXXh</a:t>
            </a:r>
            <a:endParaRPr lang="fr-FR" dirty="0" sz="1400"/>
          </a:p>
          <a:p>
            <a:r>
              <a:rPr lang="fr-FR" dirty="0" sz="1400"/>
              <a:t>Durée de la phase : </a:t>
            </a:r>
            <a:r>
              <a:rPr lang="fr-FR" dirty="0" sz="1400"/>
              <a:t>Xmois</a:t>
            </a:r>
            <a:endParaRPr lang="fr-FR" dirty="0" sz="1400"/>
          </a:p>
          <a:p>
            <a:r>
              <a:rPr lang="fr-FR" dirty="0" sz="1400"/>
              <a:t>Date de go live estimée : DATE</a:t>
            </a:r>
          </a:p>
        </p:txBody>
      </p:sp>
      <p:sp>
        <p:nvSpPr>
          <p:cNvPr id="7" name="Titre 5">
            <a:extLst>
              <a:ext uri="{FF2B5EF4-FFF2-40B4-BE49-F238E27FC236}">
                <a16:creationId xmlns:a16="http://schemas.microsoft.com/office/drawing/2014/main" id="{9A6F163A-604D-346A-53DE-A6F27BFC5C5B}"/>
              </a:ext>
            </a:extLst>
          </p:cNvPr>
          <p:cNvSpPr>
            <a:spLocks noGrp="1"/>
          </p:cNvSpPr>
          <p:nvPr>
            <p:ph type="title"/>
          </p:nvPr>
        </p:nvSpPr>
        <p:spPr/>
        <p:txBody>
          <a:bodyPr/>
          <a:lstStyle/>
          <a:p>
            <a:pPr/>
            <a:r>
              <a:t>Phase 2</a:t>
            </a:r>
          </a:p>
        </p:txBody>
      </p:sp>
      <p:sp>
        <p:nvSpPr>
          <p:cNvPr id="8" name="Espace réservé du texte 6">
            <a:extLst>
              <a:ext uri="{FF2B5EF4-FFF2-40B4-BE49-F238E27FC236}">
                <a16:creationId xmlns:a16="http://schemas.microsoft.com/office/drawing/2014/main" id="{4E95BD35-D21A-9D99-3C98-AC5CC0C6D2B6}"/>
              </a:ext>
            </a:extLst>
          </p:cNvPr>
          <p:cNvSpPr>
            <a:spLocks noGrp="1"/>
          </p:cNvSpPr>
          <p:nvPr>
            <p:ph type="body" sz="quarter" idx="13"/>
          </p:nvPr>
        </p:nvSpPr>
        <p:spPr/>
        <p:txBody>
          <a:bodyPr/>
          <a:lstStyle/>
          <a:p>
            <a:pPr/>
            <a:r>
              <a:t>LISTE DES TÂCHES</a:t>
            </a:r>
            <a:endParaRPr lang="en-US"/>
          </a:p>
        </p:txBody>
      </p:sp>
      <p:grpSp>
        <p:nvGrpSpPr>
          <p:cNvPr id="9" name="Transplant"/>
          <p:cNvGrpSpPr/>
          <p:nvPr/>
        </p:nvGrpSpPr>
        <p:grpSpPr>
          <a:xfrm>
            <a:off x="8416454" y="530352"/>
            <a:ext cx="3283888" cy="914400"/>
            <a:chOff x="8249404" y="553018"/>
            <a:chExt cx="3702423" cy="1030941"/>
          </a:xfrm>
        </p:grpSpPr>
        <p:sp>
          <p:nvSpPr>
            <p:cNvPr id="10" name="ZoneTexte 10">
              <a:extLst>
                <a:ext uri="{FF2B5EF4-FFF2-40B4-BE49-F238E27FC236}">
                  <a16:creationId xmlns:a16="http://schemas.microsoft.com/office/drawing/2014/main" id="{3322BD0B-91FA-4FC7-6035-A664701D9EBC}"/>
                </a:ext>
              </a:extLst>
            </p:cNvPr>
            <p:cNvSpPr txBox="1"/>
            <p:nvPr/>
          </p:nvSpPr>
          <p:spPr>
            <a:xfrm rot="732307">
              <a:off x="8249404" y="553018"/>
              <a:ext cx="3702423" cy="1030941"/>
            </a:xfrm>
            <a:prstGeom prst="rect">
              <a:avLst/>
            </a:prstGeom>
          </p:spPr>
          <p:style>
            <a:lnRef idx="2">
              <a:srgbClr val="CD5358">
                <a:shade val="15000"/>
              </a:srgbClr>
            </a:lnRef>
            <a:fillRef idx="1">
              <a:srgbClr val="CD5358"/>
            </a:fillRef>
            <a:effectRef idx="0">
              <a:srgbClr val="CD5358"/>
            </a:effectRef>
            <a:fontRef idx="minor">
              <a:schemeClr val="lt1"/>
            </a:fontRef>
          </p:style>
          <p:txBody>
            <a:bodyPr vert="horz" wrap="square" lIns="91440" tIns="45720" rIns="91440" bIns="45720"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dirty="0" err="1">
                  <a:ln>
                    <a:noFill/>
                  </a:ln>
                  <a:solidFill>
                    <a:prstClr val="white"/>
                  </a:solidFill>
                  <a:effectLst/>
                  <a:uLnTx/>
                  <a:uFillTx/>
                  <a:latin typeface="Aptos"/>
                  <a:ea typeface="+mn-ea"/>
                  <a:cs typeface="+mn-cs"/>
                </a:rPr>
                <a:t>Should</a:t>
              </a:r>
              <a:r>
                <a:rPr kumimoji="0" lang="fr-FR" sz="1800" b="0" i="0" u="none" strike="noStrike" kern="1200" cap="none" spc="0" normalizeH="0" baseline="0" noProof="0" dirty="0">
                  <a:ln>
                    <a:noFill/>
                  </a:ln>
                  <a:solidFill>
                    <a:prstClr val="white"/>
                  </a:solidFill>
                  <a:effectLst/>
                  <a:uLnTx/>
                  <a:uFillTx/>
                  <a:latin typeface="Aptos"/>
                  <a:ea typeface="+mn-ea"/>
                  <a:cs typeface="+mn-cs"/>
                </a:rPr>
                <a:t> </a:t>
              </a:r>
              <a:r>
                <a:rPr kumimoji="0" lang="fr-FR" sz="1800" b="0" i="0" u="none" strike="noStrike" kern="1200" cap="none" spc="0" normalizeH="0" baseline="0" noProof="0" dirty="0" err="1">
                  <a:ln>
                    <a:noFill/>
                  </a:ln>
                  <a:solidFill>
                    <a:prstClr val="white"/>
                  </a:solidFill>
                  <a:effectLst/>
                  <a:uLnTx/>
                  <a:uFillTx/>
                  <a:latin typeface="Aptos"/>
                  <a:ea typeface="+mn-ea"/>
                  <a:cs typeface="+mn-cs"/>
                </a:rPr>
                <a:t>be</a:t>
              </a:r>
              <a:r>
                <a:rPr kumimoji="0" lang="fr-FR" sz="1800" b="0" i="0" u="none" strike="noStrike" kern="1200" cap="none" spc="0" normalizeH="0" baseline="0" noProof="0" dirty="0">
                  <a:ln>
                    <a:noFill/>
                  </a:ln>
                  <a:solidFill>
                    <a:prstClr val="white"/>
                  </a:solidFill>
                  <a:effectLst/>
                  <a:uLnTx/>
                  <a:uFillTx/>
                  <a:latin typeface="Aptos"/>
                  <a:ea typeface="+mn-ea"/>
                  <a:cs typeface="+mn-cs"/>
                </a:rPr>
                <a:t> </a:t>
              </a:r>
              <a:r>
                <a:rPr kumimoji="0" lang="fr-FR" sz="1800" b="0" i="0" u="none" strike="noStrike" kern="1200" cap="none" spc="0" normalizeH="0" baseline="0" noProof="0" dirty="0" err="1">
                  <a:ln>
                    <a:noFill/>
                  </a:ln>
                  <a:solidFill>
                    <a:prstClr val="white"/>
                  </a:solidFill>
                  <a:effectLst/>
                  <a:uLnTx/>
                  <a:uFillTx/>
                  <a:latin typeface="Aptos"/>
                  <a:ea typeface="+mn-ea"/>
                  <a:cs typeface="+mn-cs"/>
                </a:rPr>
                <a:t>checked</a:t>
              </a:r>
              <a:r>
                <a:rPr kumimoji="0" lang="fr-FR" sz="1800" b="0" i="0" u="none" strike="noStrike" kern="1200" cap="none" spc="0" normalizeH="0" baseline="0" noProof="0" dirty="0">
                  <a:ln>
                    <a:noFill/>
                  </a:ln>
                  <a:solidFill>
                    <a:prstClr val="white"/>
                  </a:solidFill>
                  <a:effectLst/>
                  <a:uLnTx/>
                  <a:uFillTx/>
                  <a:latin typeface="Aptos"/>
                  <a:ea typeface="+mn-ea"/>
                  <a:cs typeface="+mn-cs"/>
                </a:rPr>
                <a:t> and </a:t>
              </a:r>
              <a:r>
                <a:rPr kumimoji="0" lang="fr-FR" sz="1800" b="0" i="0" u="none" strike="noStrike" kern="1200" cap="none" spc="0" normalizeH="0" baseline="0" noProof="0" dirty="0" err="1">
                  <a:ln>
                    <a:noFill/>
                  </a:ln>
                  <a:solidFill>
                    <a:prstClr val="white"/>
                  </a:solidFill>
                  <a:effectLst/>
                  <a:uLnTx/>
                  <a:uFillTx/>
                  <a:latin typeface="Aptos"/>
                  <a:ea typeface="+mn-ea"/>
                  <a:cs typeface="+mn-cs"/>
                </a:rPr>
                <a:t>validated</a:t>
              </a:r>
              <a:r>
                <a:rPr kumimoji="0" lang="fr-FR" sz="1800" b="0" i="0" u="none" strike="noStrike" kern="1200" cap="none" spc="0" normalizeH="0" baseline="0" noProof="0" dirty="0">
                  <a:ln>
                    <a:noFill/>
                  </a:ln>
                  <a:solidFill>
                    <a:prstClr val="white"/>
                  </a:solidFill>
                  <a:effectLst/>
                  <a:uLnTx/>
                  <a:uFillTx/>
                  <a:latin typeface="Aptos"/>
                  <a:ea typeface="+mn-ea"/>
                  <a:cs typeface="+mn-cs"/>
                </a:rPr>
                <a:t> by the sale</a:t>
              </a:r>
            </a:p>
          </p:txBody>
        </p:sp>
      </p:gr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re 1">
            <a:extLst>
              <a:ext uri="{FF2B5EF4-FFF2-40B4-BE49-F238E27FC236}">
                <a16:creationId xmlns:a16="http://schemas.microsoft.com/office/drawing/2014/main" id="{776693BB-AA83-4072-9715-AA9BC0D4E25C}"/>
              </a:ext>
            </a:extLst>
          </p:cNvPr>
          <p:cNvSpPr>
            <a:spLocks noGrp="1"/>
          </p:cNvSpPr>
          <p:nvPr>
            <p:ph type="title"/>
          </p:nvPr>
        </p:nvSpPr>
        <p:spPr/>
        <p:txBody>
          <a:bodyPr/>
          <a:lstStyle/>
          <a:p>
            <a:pPr/>
            <a:r>
              <a:t>OFFRE</a:t>
            </a:r>
          </a:p>
        </p:txBody>
      </p:sp>
      <p:sp>
        <p:nvSpPr>
          <p:cNvPr id="3" name="Espace réservé du texte 2">
            <a:extLst>
              <a:ext uri="{FF2B5EF4-FFF2-40B4-BE49-F238E27FC236}">
                <a16:creationId xmlns:a16="http://schemas.microsoft.com/office/drawing/2014/main" id="{AA14A04B-EBD5-902B-4F33-B256D611E2F1}"/>
              </a:ext>
            </a:extLst>
          </p:cNvPr>
          <p:cNvSpPr>
            <a:spLocks noGrp="1"/>
          </p:cNvSpPr>
          <p:nvPr>
            <p:ph type="body" idx="1"/>
          </p:nvPr>
        </p:nvSpPr>
        <p:spPr/>
        <p:txBody>
          <a:bodyPr/>
          <a:lstStyle/>
          <a:p>
            <a:pPr/>
            <a:r>
              <a:t>04</a:t>
            </a:r>
            <a:endParaRPr lang="en-US"/>
          </a:p>
        </p:txBody>
      </p:sp>
      <p:sp>
        <p:nvSpPr>
          <p:cNvPr id="5" name="Espace réservé du texte 4">
            <a:extLst>
              <a:ext uri="{FF2B5EF4-FFF2-40B4-BE49-F238E27FC236}">
                <a16:creationId xmlns:a16="http://schemas.microsoft.com/office/drawing/2014/main" id="{2A347D23-6373-2C86-5BFE-EAFA7C15BEE8}"/>
              </a:ext>
            </a:extLst>
          </p:cNvPr>
          <p:cNvSpPr>
            <a:spLocks noGrp="1"/>
          </p:cNvSpPr>
          <p:nvPr>
            <p:ph type="body" sz="quarter" idx="13"/>
          </p:nvPr>
        </p:nvSpPr>
        <p:spPr/>
        <p:txBody>
          <a:bodyPr/>
          <a:lstStyle/>
          <a:p>
            <a:pPr/>
            <a:r>
              <a:t>BUDGET</a:t>
            </a:r>
            <a:endParaRPr lang="en-US"/>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show="0">
  <p:cSld>
    <p:spTree>
      <p:nvGrpSpPr>
        <p:cNvPr id="2" name=""/>
        <p:cNvGrpSpPr/>
        <p:nvPr/>
      </p:nvGrpSpPr>
      <p:grpSpPr/>
      <p:sp>
        <p:nvSpPr>
          <p:cNvPr id="3" name="Titre 1">
            <a:extLst>
              <a:ext uri="{FF2B5EF4-FFF2-40B4-BE49-F238E27FC236}">
                <a16:creationId xmlns:a16="http://schemas.microsoft.com/office/drawing/2014/main" id="{F67CD525-38C5-F409-B0C0-BADBBABBBEB2}"/>
              </a:ext>
            </a:extLst>
          </p:cNvPr>
          <p:cNvSpPr>
            <a:spLocks noGrp="1"/>
          </p:cNvSpPr>
          <p:nvPr>
            <p:ph type="title"/>
          </p:nvPr>
        </p:nvSpPr>
        <p:spPr/>
        <p:txBody>
          <a:bodyPr/>
          <a:lstStyle/>
          <a:p>
            <a:pPr/>
            <a:r>
              <a:t>NOS MODES DE PROJETS</a:t>
            </a:r>
            <a:br/>
            <a:r>
              <a:t>LOCAL, HYBRIDE OU OFFSHORE</a:t>
            </a:r>
          </a:p>
        </p:txBody>
      </p:sp>
      <p:sp>
        <p:nvSpPr>
          <p:cNvPr id="4" name="Espace réservé du texte 2">
            <a:extLst>
              <a:ext uri="{FF2B5EF4-FFF2-40B4-BE49-F238E27FC236}">
                <a16:creationId xmlns:a16="http://schemas.microsoft.com/office/drawing/2014/main" id="{6D7EBAF3-0B92-9D29-9863-12271A2426DB}"/>
              </a:ext>
            </a:extLst>
          </p:cNvPr>
          <p:cNvSpPr>
            <a:spLocks noGrp="1"/>
          </p:cNvSpPr>
          <p:nvPr>
            <p:ph type="body" sz="quarter" idx="20"/>
          </p:nvPr>
        </p:nvSpPr>
        <p:spPr/>
        <p:txBody>
          <a:bodyPr/>
          <a:lstStyle/>
          <a:p>
            <a:pPr/>
            <a:r>
              <a:t>​</a:t>
            </a:r>
            <a:endParaRPr lang="en-US"/>
          </a:p>
        </p:txBody>
      </p:sp>
      <p:sp>
        <p:nvSpPr>
          <p:cNvPr id="5" name="Espace réservé du texte 3">
            <a:extLst>
              <a:ext uri="{FF2B5EF4-FFF2-40B4-BE49-F238E27FC236}">
                <a16:creationId xmlns:a16="http://schemas.microsoft.com/office/drawing/2014/main" id="{32BF135C-83BC-556F-3D04-AF47FD898F22}"/>
              </a:ext>
            </a:extLst>
          </p:cNvPr>
          <p:cNvSpPr>
            <a:spLocks noGrp="1"/>
          </p:cNvSpPr>
          <p:nvPr>
            <p:ph type="body" sz="quarter" idx="21"/>
          </p:nvPr>
        </p:nvSpPr>
        <p:spPr/>
        <p:txBody>
          <a:bodyPr/>
          <a:lstStyle/>
          <a:p>
            <a:pPr/>
            <a:r>
              <a:t>HYBRIDE</a:t>
            </a:r>
            <a:endParaRPr lang="en-US"/>
          </a:p>
        </p:txBody>
      </p:sp>
      <p:sp>
        <p:nvSpPr>
          <p:cNvPr id="7" name="Espace réservé du texte 5">
            <a:extLst>
              <a:ext uri="{FF2B5EF4-FFF2-40B4-BE49-F238E27FC236}">
                <a16:creationId xmlns:a16="http://schemas.microsoft.com/office/drawing/2014/main" id="{229E4294-47B8-A93E-3C02-F2E64761DA0B}"/>
              </a:ext>
            </a:extLst>
          </p:cNvPr>
          <p:cNvSpPr>
            <a:spLocks noGrp="1"/>
          </p:cNvSpPr>
          <p:nvPr>
            <p:ph type="body" sz="quarter" idx="13"/>
          </p:nvPr>
        </p:nvSpPr>
        <p:spPr/>
        <p:txBody>
          <a:bodyPr/>
          <a:lstStyle/>
          <a:p>
            <a:pPr/>
            <a:r>
              <a:t>APPROCHE BUDGÉTAIRE</a:t>
            </a:r>
            <a:endParaRPr lang="en-US"/>
          </a:p>
        </p:txBody>
      </p:sp>
      <p:sp>
        <p:nvSpPr>
          <p:cNvPr id="8" name="Espace réservé du texte 6">
            <a:extLst>
              <a:ext uri="{FF2B5EF4-FFF2-40B4-BE49-F238E27FC236}">
                <a16:creationId xmlns:a16="http://schemas.microsoft.com/office/drawing/2014/main" id="{A2B09722-1122-F566-903B-B46D6808B603}"/>
              </a:ext>
            </a:extLst>
          </p:cNvPr>
          <p:cNvSpPr>
            <a:spLocks noGrp="1"/>
          </p:cNvSpPr>
          <p:nvPr>
            <p:ph type="body" sz="quarter" idx="23"/>
          </p:nvPr>
        </p:nvSpPr>
        <p:spPr/>
        <p:txBody>
          <a:bodyPr/>
          <a:lstStyle/>
          <a:p>
            <a:pPr/>
            <a:r>
              <a:t>​</a:t>
            </a:r>
            <a:endParaRPr lang="en-US"/>
          </a:p>
        </p:txBody>
      </p:sp>
      <p:sp>
        <p:nvSpPr>
          <p:cNvPr id="9" name="Espace réservé du texte 7">
            <a:extLst>
              <a:ext uri="{FF2B5EF4-FFF2-40B4-BE49-F238E27FC236}">
                <a16:creationId xmlns:a16="http://schemas.microsoft.com/office/drawing/2014/main" id="{9E6E315A-8B37-34D4-E18F-DC3A8468CEEE}"/>
              </a:ext>
            </a:extLst>
          </p:cNvPr>
          <p:cNvSpPr>
            <a:spLocks noGrp="1"/>
          </p:cNvSpPr>
          <p:nvPr>
            <p:ph type="body" sz="quarter" idx="24"/>
          </p:nvPr>
        </p:nvSpPr>
        <p:spPr/>
        <p:txBody>
          <a:bodyPr/>
          <a:lstStyle/>
          <a:p>
            <a:pPr/>
            <a:r>
              <a:t>LOCAL</a:t>
            </a:r>
            <a:endParaRPr lang="en-US"/>
          </a:p>
        </p:txBody>
      </p:sp>
      <p:sp>
        <p:nvSpPr>
          <p:cNvPr id="11" name="Espace réservé du texte 9">
            <a:extLst>
              <a:ext uri="{FF2B5EF4-FFF2-40B4-BE49-F238E27FC236}">
                <a16:creationId xmlns:a16="http://schemas.microsoft.com/office/drawing/2014/main" id="{1B15CBC4-6C68-D92C-F969-8BD5D798EC04}"/>
              </a:ext>
            </a:extLst>
          </p:cNvPr>
          <p:cNvSpPr>
            <a:spLocks noGrp="1"/>
          </p:cNvSpPr>
          <p:nvPr>
            <p:ph type="body" sz="quarter" idx="26"/>
          </p:nvPr>
        </p:nvSpPr>
        <p:spPr/>
        <p:txBody>
          <a:bodyPr/>
          <a:lstStyle/>
          <a:p>
            <a:pPr/>
            <a:r>
              <a:t>​</a:t>
            </a:r>
            <a:endParaRPr lang="en-US"/>
          </a:p>
        </p:txBody>
      </p:sp>
      <p:sp>
        <p:nvSpPr>
          <p:cNvPr id="12" name="Espace réservé du texte 10">
            <a:extLst>
              <a:ext uri="{FF2B5EF4-FFF2-40B4-BE49-F238E27FC236}">
                <a16:creationId xmlns:a16="http://schemas.microsoft.com/office/drawing/2014/main" id="{4C94FEB1-8051-5B6E-DE61-617C78130CCA}"/>
              </a:ext>
            </a:extLst>
          </p:cNvPr>
          <p:cNvSpPr>
            <a:spLocks noGrp="1"/>
          </p:cNvSpPr>
          <p:nvPr>
            <p:ph type="body" sz="quarter" idx="27"/>
          </p:nvPr>
        </p:nvSpPr>
        <p:spPr/>
        <p:txBody>
          <a:bodyPr/>
          <a:lstStyle/>
          <a:p>
            <a:pPr/>
            <a:r>
              <a:t>OFFSHORE</a:t>
            </a:r>
            <a:endParaRPr lang="en-US"/>
          </a:p>
        </p:txBody>
      </p:sp>
      <p:grpSp>
        <p:nvGrpSpPr>
          <p:cNvPr id="14" name="Transplant"/>
          <p:cNvGrpSpPr/>
          <p:nvPr/>
        </p:nvGrpSpPr>
        <p:grpSpPr>
          <a:xfrm>
            <a:off x="1677924" y="2921508"/>
            <a:ext cx="1097280" cy="1097280"/>
            <a:chOff x="2539936" y="3149844"/>
            <a:chExt cx="1016128" cy="1016128"/>
          </a:xfrm>
        </p:grpSpPr>
        <p:sp>
          <p:nvSpPr>
            <p:cNvPr id="15" name="Ellipse 13">
              <a:extLst>
                <a:ext uri="{FF2B5EF4-FFF2-40B4-BE49-F238E27FC236}">
                  <a16:creationId xmlns:a16="http://schemas.microsoft.com/office/drawing/2014/main" id="{47C4BEFA-2617-CF87-8E39-BF5E4AE92346}"/>
                </a:ext>
              </a:extLst>
            </p:cNvPr>
            <p:cNvSpPr/>
            <p:nvPr/>
          </p:nvSpPr>
          <p:spPr>
            <a:xfrm>
              <a:off x="2539936" y="3149844"/>
              <a:ext cx="1016128" cy="1016128"/>
            </a:xfrm>
            <a:prstGeom prst="ellipse">
              <a:avLst/>
            </a:prstGeom>
            <a:noFill/>
            <a:ln>
              <a:solidFill>
                <a:srgbClr val="BA131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943" b="0" i="0" u="none" strike="noStrike" kern="1200" cap="none" spc="0" normalizeH="0" baseline="0" noProof="0" dirty="0">
                <a:ln>
                  <a:solidFill>
                    <a:prstClr val="white"/>
                  </a:solidFill>
                </a:ln>
                <a:solidFill>
                  <a:prstClr val="white"/>
                </a:solidFill>
                <a:effectLst/>
                <a:uLnTx/>
                <a:uFillTx/>
                <a:latin typeface="Aptos"/>
                <a:ea typeface="+mn-ea"/>
                <a:cs typeface="+mn-cs"/>
              </a:endParaRPr>
            </a:p>
          </p:txBody>
        </p:sp>
        <p:grpSp>
          <p:nvGrpSpPr>
            <p:cNvPr id="16" name="Google Shape;10649;p75">
              <a:extLst>
                <a:ext uri="{FF2B5EF4-FFF2-40B4-BE49-F238E27FC236}">
                  <a16:creationId xmlns:a16="http://schemas.microsoft.com/office/drawing/2014/main" id="{EF757227-C28B-86B8-8200-20EB9676C31E}"/>
                </a:ext>
              </a:extLst>
            </p:cNvPr>
            <p:cNvGrpSpPr/>
            <p:nvPr/>
          </p:nvGrpSpPr>
          <p:grpSpPr>
            <a:xfrm>
              <a:off x="2797474" y="3372863"/>
              <a:ext cx="501052" cy="570090"/>
              <a:chOff x="1529350" y="258825"/>
              <a:chExt cx="423475" cy="481825"/>
            </a:xfrm>
            <a:solidFill>
              <a:srgbClr val="BA131A"/>
            </a:solidFill>
          </p:grpSpPr>
          <p:sp>
            <p:nvSpPr>
              <p:cNvPr id="17" name="Google Shape;10650;p75">
                <a:extLst>
                  <a:ext uri="{FF2B5EF4-FFF2-40B4-BE49-F238E27FC236}">
                    <a16:creationId xmlns:a16="http://schemas.microsoft.com/office/drawing/2014/main" id="{32BBAD0E-C7A0-C5BD-5675-510E080D6E14}"/>
                  </a:ext>
                </a:extLst>
              </p:cNvPr>
              <p:cNvSpPr/>
              <p:nvPr/>
            </p:nvSpPr>
            <p:spPr>
              <a:xfrm>
                <a:off x="1585800" y="258825"/>
                <a:ext cx="310650" cy="430550"/>
              </a:xfrm>
              <a:custGeom>
                <a:avLst/>
                <a:gdLst/>
                <a:ahLst/>
                <a:cxnLst/>
                <a:rect l="l" t="t" r="r" b="b"/>
                <a:pathLst>
                  <a:path w="12426" h="17222" extrusionOk="0">
                    <a:moveTo>
                      <a:pt x="6213" y="3388"/>
                    </a:moveTo>
                    <a:cubicBezTo>
                      <a:pt x="7354" y="3388"/>
                      <a:pt x="8384" y="4074"/>
                      <a:pt x="8821" y="5131"/>
                    </a:cubicBezTo>
                    <a:cubicBezTo>
                      <a:pt x="9257" y="6185"/>
                      <a:pt x="9016" y="7399"/>
                      <a:pt x="8206" y="8206"/>
                    </a:cubicBezTo>
                    <a:cubicBezTo>
                      <a:pt x="7666" y="8748"/>
                      <a:pt x="6945" y="9035"/>
                      <a:pt x="6210" y="9035"/>
                    </a:cubicBezTo>
                    <a:cubicBezTo>
                      <a:pt x="5847" y="9035"/>
                      <a:pt x="5481" y="8965"/>
                      <a:pt x="5132" y="8820"/>
                    </a:cubicBezTo>
                    <a:cubicBezTo>
                      <a:pt x="4075" y="8383"/>
                      <a:pt x="3388" y="7354"/>
                      <a:pt x="3388" y="6212"/>
                    </a:cubicBezTo>
                    <a:cubicBezTo>
                      <a:pt x="3391" y="4652"/>
                      <a:pt x="4653" y="3391"/>
                      <a:pt x="6213" y="3388"/>
                    </a:cubicBezTo>
                    <a:close/>
                    <a:moveTo>
                      <a:pt x="6213" y="0"/>
                    </a:moveTo>
                    <a:cubicBezTo>
                      <a:pt x="2825" y="0"/>
                      <a:pt x="1" y="2728"/>
                      <a:pt x="1" y="6212"/>
                    </a:cubicBezTo>
                    <a:cubicBezTo>
                      <a:pt x="1" y="7537"/>
                      <a:pt x="398" y="8718"/>
                      <a:pt x="1163" y="9826"/>
                    </a:cubicBezTo>
                    <a:lnTo>
                      <a:pt x="5737" y="16959"/>
                    </a:lnTo>
                    <a:cubicBezTo>
                      <a:pt x="5847" y="17134"/>
                      <a:pt x="6029" y="17221"/>
                      <a:pt x="6211" y="17221"/>
                    </a:cubicBezTo>
                    <a:cubicBezTo>
                      <a:pt x="6394" y="17221"/>
                      <a:pt x="6576" y="17134"/>
                      <a:pt x="6686" y="16959"/>
                    </a:cubicBezTo>
                    <a:lnTo>
                      <a:pt x="11278" y="9802"/>
                    </a:lnTo>
                    <a:cubicBezTo>
                      <a:pt x="12025" y="8751"/>
                      <a:pt x="12425" y="7498"/>
                      <a:pt x="12422" y="6212"/>
                    </a:cubicBezTo>
                    <a:cubicBezTo>
                      <a:pt x="12422" y="2786"/>
                      <a:pt x="9637" y="0"/>
                      <a:pt x="6213" y="0"/>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591" b="0" i="0" u="none" strike="noStrike" kern="1200" cap="none" spc="0" normalizeH="0" baseline="0" noProof="0" dirty="0">
                  <a:ln>
                    <a:noFill/>
                  </a:ln>
                  <a:solidFill>
                    <a:srgbClr val="435D74"/>
                  </a:solidFill>
                  <a:effectLst/>
                  <a:uLnTx/>
                  <a:uFillTx/>
                  <a:latin typeface="Aptos"/>
                  <a:ea typeface="+mn-ea"/>
                  <a:cs typeface="+mn-cs"/>
                </a:endParaRPr>
              </a:p>
            </p:txBody>
          </p:sp>
          <p:sp>
            <p:nvSpPr>
              <p:cNvPr id="18" name="Google Shape;10651;p75">
                <a:extLst>
                  <a:ext uri="{FF2B5EF4-FFF2-40B4-BE49-F238E27FC236}">
                    <a16:creationId xmlns:a16="http://schemas.microsoft.com/office/drawing/2014/main" id="{05B70FCD-1558-1CCA-65A3-FCA3AFAE46A6}"/>
                  </a:ext>
                </a:extLst>
              </p:cNvPr>
              <p:cNvSpPr/>
              <p:nvPr/>
            </p:nvSpPr>
            <p:spPr>
              <a:xfrm>
                <a:off x="1529350" y="583200"/>
                <a:ext cx="423475" cy="157450"/>
              </a:xfrm>
              <a:custGeom>
                <a:avLst/>
                <a:gdLst/>
                <a:ahLst/>
                <a:cxnLst/>
                <a:rect l="l" t="t" r="r" b="b"/>
                <a:pathLst>
                  <a:path w="16939" h="6298" extrusionOk="0">
                    <a:moveTo>
                      <a:pt x="4050" y="1"/>
                    </a:moveTo>
                    <a:cubicBezTo>
                      <a:pt x="1545" y="582"/>
                      <a:pt x="0" y="1642"/>
                      <a:pt x="0" y="2909"/>
                    </a:cubicBezTo>
                    <a:cubicBezTo>
                      <a:pt x="0" y="5111"/>
                      <a:pt x="4364" y="6297"/>
                      <a:pt x="8471" y="6297"/>
                    </a:cubicBezTo>
                    <a:cubicBezTo>
                      <a:pt x="12575" y="6297"/>
                      <a:pt x="16938" y="5111"/>
                      <a:pt x="16938" y="2909"/>
                    </a:cubicBezTo>
                    <a:cubicBezTo>
                      <a:pt x="16938" y="1642"/>
                      <a:pt x="15391" y="579"/>
                      <a:pt x="12882" y="1"/>
                    </a:cubicBezTo>
                    <a:lnTo>
                      <a:pt x="10040" y="4445"/>
                    </a:lnTo>
                    <a:cubicBezTo>
                      <a:pt x="9673" y="5018"/>
                      <a:pt x="9071" y="5305"/>
                      <a:pt x="8469" y="5305"/>
                    </a:cubicBezTo>
                    <a:cubicBezTo>
                      <a:pt x="7867" y="5305"/>
                      <a:pt x="7265" y="5018"/>
                      <a:pt x="6899" y="4445"/>
                    </a:cubicBezTo>
                    <a:lnTo>
                      <a:pt x="4050" y="1"/>
                    </a:ln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591" b="0" i="0" u="none" strike="noStrike" kern="1200" cap="none" spc="0" normalizeH="0" baseline="0" noProof="0" dirty="0">
                  <a:ln>
                    <a:noFill/>
                  </a:ln>
                  <a:solidFill>
                    <a:srgbClr val="435D74"/>
                  </a:solidFill>
                  <a:effectLst/>
                  <a:uLnTx/>
                  <a:uFillTx/>
                  <a:latin typeface="Aptos"/>
                  <a:ea typeface="+mn-ea"/>
                  <a:cs typeface="+mn-cs"/>
                </a:endParaRPr>
              </a:p>
            </p:txBody>
          </p:sp>
        </p:grpSp>
      </p:grpSp>
      <p:grpSp>
        <p:nvGrpSpPr>
          <p:cNvPr id="19" name="Transplant"/>
          <p:cNvGrpSpPr/>
          <p:nvPr/>
        </p:nvGrpSpPr>
        <p:grpSpPr>
          <a:xfrm>
            <a:off x="5572835" y="2921508"/>
            <a:ext cx="1043281" cy="1097280"/>
            <a:chOff x="5466016" y="3044198"/>
            <a:chExt cx="1098575" cy="1155435"/>
          </a:xfrm>
        </p:grpSpPr>
        <p:grpSp>
          <p:nvGrpSpPr>
            <p:cNvPr id="20" name="Groupe 26">
              <a:extLst>
                <a:ext uri="{FF2B5EF4-FFF2-40B4-BE49-F238E27FC236}">
                  <a16:creationId xmlns:a16="http://schemas.microsoft.com/office/drawing/2014/main" id="{C665EFA0-95B7-155F-5EF3-7601B9329D47}"/>
                </a:ext>
              </a:extLst>
            </p:cNvPr>
            <p:cNvGrpSpPr/>
            <p:nvPr/>
          </p:nvGrpSpPr>
          <p:grpSpPr>
            <a:xfrm>
              <a:off x="5466016" y="3044198"/>
              <a:ext cx="769604" cy="769604"/>
              <a:chOff x="5587936" y="3173349"/>
              <a:chExt cx="1016128" cy="1016128"/>
            </a:xfrm>
          </p:grpSpPr>
          <p:grpSp>
            <p:nvGrpSpPr>
              <p:cNvPr id="21" name="Google Shape;10649;p75">
                <a:extLst>
                  <a:ext uri="{FF2B5EF4-FFF2-40B4-BE49-F238E27FC236}">
                    <a16:creationId xmlns:a16="http://schemas.microsoft.com/office/drawing/2014/main" id="{E8256084-5EA7-E982-005A-E30201D47539}"/>
                  </a:ext>
                </a:extLst>
              </p:cNvPr>
              <p:cNvGrpSpPr/>
              <p:nvPr/>
            </p:nvGrpSpPr>
            <p:grpSpPr>
              <a:xfrm>
                <a:off x="5845474" y="3396368"/>
                <a:ext cx="501052" cy="570090"/>
                <a:chOff x="1529350" y="258825"/>
                <a:chExt cx="423475" cy="481825"/>
              </a:xfrm>
              <a:solidFill>
                <a:srgbClr val="BA131A"/>
              </a:solidFill>
            </p:grpSpPr>
            <p:sp>
              <p:nvSpPr>
                <p:cNvPr id="22" name="Google Shape;10650;p75">
                  <a:extLst>
                    <a:ext uri="{FF2B5EF4-FFF2-40B4-BE49-F238E27FC236}">
                      <a16:creationId xmlns:a16="http://schemas.microsoft.com/office/drawing/2014/main" id="{1A872FBB-0727-7375-7448-1932C8ECA662}"/>
                    </a:ext>
                  </a:extLst>
                </p:cNvPr>
                <p:cNvSpPr/>
                <p:nvPr/>
              </p:nvSpPr>
              <p:spPr>
                <a:xfrm>
                  <a:off x="1585800" y="258825"/>
                  <a:ext cx="310650" cy="430550"/>
                </a:xfrm>
                <a:custGeom>
                  <a:avLst/>
                  <a:gdLst/>
                  <a:ahLst/>
                  <a:cxnLst/>
                  <a:rect l="l" t="t" r="r" b="b"/>
                  <a:pathLst>
                    <a:path w="12426" h="17222" extrusionOk="0">
                      <a:moveTo>
                        <a:pt x="6213" y="3388"/>
                      </a:moveTo>
                      <a:cubicBezTo>
                        <a:pt x="7354" y="3388"/>
                        <a:pt x="8384" y="4074"/>
                        <a:pt x="8821" y="5131"/>
                      </a:cubicBezTo>
                      <a:cubicBezTo>
                        <a:pt x="9257" y="6185"/>
                        <a:pt x="9016" y="7399"/>
                        <a:pt x="8206" y="8206"/>
                      </a:cubicBezTo>
                      <a:cubicBezTo>
                        <a:pt x="7666" y="8748"/>
                        <a:pt x="6945" y="9035"/>
                        <a:pt x="6210" y="9035"/>
                      </a:cubicBezTo>
                      <a:cubicBezTo>
                        <a:pt x="5847" y="9035"/>
                        <a:pt x="5481" y="8965"/>
                        <a:pt x="5132" y="8820"/>
                      </a:cubicBezTo>
                      <a:cubicBezTo>
                        <a:pt x="4075" y="8383"/>
                        <a:pt x="3388" y="7354"/>
                        <a:pt x="3388" y="6212"/>
                      </a:cubicBezTo>
                      <a:cubicBezTo>
                        <a:pt x="3391" y="4652"/>
                        <a:pt x="4653" y="3391"/>
                        <a:pt x="6213" y="3388"/>
                      </a:cubicBezTo>
                      <a:close/>
                      <a:moveTo>
                        <a:pt x="6213" y="0"/>
                      </a:moveTo>
                      <a:cubicBezTo>
                        <a:pt x="2825" y="0"/>
                        <a:pt x="1" y="2728"/>
                        <a:pt x="1" y="6212"/>
                      </a:cubicBezTo>
                      <a:cubicBezTo>
                        <a:pt x="1" y="7537"/>
                        <a:pt x="398" y="8718"/>
                        <a:pt x="1163" y="9826"/>
                      </a:cubicBezTo>
                      <a:lnTo>
                        <a:pt x="5737" y="16959"/>
                      </a:lnTo>
                      <a:cubicBezTo>
                        <a:pt x="5847" y="17134"/>
                        <a:pt x="6029" y="17221"/>
                        <a:pt x="6211" y="17221"/>
                      </a:cubicBezTo>
                      <a:cubicBezTo>
                        <a:pt x="6394" y="17221"/>
                        <a:pt x="6576" y="17134"/>
                        <a:pt x="6686" y="16959"/>
                      </a:cubicBezTo>
                      <a:lnTo>
                        <a:pt x="11278" y="9802"/>
                      </a:lnTo>
                      <a:cubicBezTo>
                        <a:pt x="12025" y="8751"/>
                        <a:pt x="12425" y="7498"/>
                        <a:pt x="12422" y="6212"/>
                      </a:cubicBezTo>
                      <a:cubicBezTo>
                        <a:pt x="12422" y="2786"/>
                        <a:pt x="9637" y="0"/>
                        <a:pt x="6213" y="0"/>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279" b="0" i="0" u="none" strike="noStrike" kern="1200" cap="none" spc="0" normalizeH="0" baseline="0" noProof="0" dirty="0">
                    <a:ln>
                      <a:noFill/>
                    </a:ln>
                    <a:solidFill>
                      <a:srgbClr val="435D74"/>
                    </a:solidFill>
                    <a:effectLst/>
                    <a:uLnTx/>
                    <a:uFillTx/>
                    <a:latin typeface="Aptos"/>
                    <a:ea typeface="+mn-ea"/>
                    <a:cs typeface="+mn-cs"/>
                  </a:endParaRPr>
                </a:p>
              </p:txBody>
            </p:sp>
            <p:sp>
              <p:nvSpPr>
                <p:cNvPr id="23" name="Google Shape;10651;p75">
                  <a:extLst>
                    <a:ext uri="{FF2B5EF4-FFF2-40B4-BE49-F238E27FC236}">
                      <a16:creationId xmlns:a16="http://schemas.microsoft.com/office/drawing/2014/main" id="{16C4C20C-CEC2-B497-3B48-502D6E026855}"/>
                    </a:ext>
                  </a:extLst>
                </p:cNvPr>
                <p:cNvSpPr/>
                <p:nvPr/>
              </p:nvSpPr>
              <p:spPr>
                <a:xfrm>
                  <a:off x="1529350" y="583200"/>
                  <a:ext cx="423475" cy="157450"/>
                </a:xfrm>
                <a:custGeom>
                  <a:avLst/>
                  <a:gdLst/>
                  <a:ahLst/>
                  <a:cxnLst/>
                  <a:rect l="l" t="t" r="r" b="b"/>
                  <a:pathLst>
                    <a:path w="16939" h="6298" extrusionOk="0">
                      <a:moveTo>
                        <a:pt x="4050" y="1"/>
                      </a:moveTo>
                      <a:cubicBezTo>
                        <a:pt x="1545" y="582"/>
                        <a:pt x="0" y="1642"/>
                        <a:pt x="0" y="2909"/>
                      </a:cubicBezTo>
                      <a:cubicBezTo>
                        <a:pt x="0" y="5111"/>
                        <a:pt x="4364" y="6297"/>
                        <a:pt x="8471" y="6297"/>
                      </a:cubicBezTo>
                      <a:cubicBezTo>
                        <a:pt x="12575" y="6297"/>
                        <a:pt x="16938" y="5111"/>
                        <a:pt x="16938" y="2909"/>
                      </a:cubicBezTo>
                      <a:cubicBezTo>
                        <a:pt x="16938" y="1642"/>
                        <a:pt x="15391" y="579"/>
                        <a:pt x="12882" y="1"/>
                      </a:cubicBezTo>
                      <a:lnTo>
                        <a:pt x="10040" y="4445"/>
                      </a:lnTo>
                      <a:cubicBezTo>
                        <a:pt x="9673" y="5018"/>
                        <a:pt x="9071" y="5305"/>
                        <a:pt x="8469" y="5305"/>
                      </a:cubicBezTo>
                      <a:cubicBezTo>
                        <a:pt x="7867" y="5305"/>
                        <a:pt x="7265" y="5018"/>
                        <a:pt x="6899" y="4445"/>
                      </a:cubicBezTo>
                      <a:lnTo>
                        <a:pt x="4050" y="1"/>
                      </a:ln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279" b="0" i="0" u="none" strike="noStrike" kern="1200" cap="none" spc="0" normalizeH="0" baseline="0" noProof="0" dirty="0">
                    <a:ln>
                      <a:noFill/>
                    </a:ln>
                    <a:solidFill>
                      <a:srgbClr val="435D74"/>
                    </a:solidFill>
                    <a:effectLst/>
                    <a:uLnTx/>
                    <a:uFillTx/>
                    <a:latin typeface="Aptos"/>
                    <a:ea typeface="+mn-ea"/>
                    <a:cs typeface="+mn-cs"/>
                  </a:endParaRPr>
                </a:p>
              </p:txBody>
            </p:sp>
          </p:grpSp>
          <p:sp>
            <p:nvSpPr>
              <p:cNvPr id="24" name="Ellipse 25">
                <a:extLst>
                  <a:ext uri="{FF2B5EF4-FFF2-40B4-BE49-F238E27FC236}">
                    <a16:creationId xmlns:a16="http://schemas.microsoft.com/office/drawing/2014/main" id="{4AB6B9F3-E82C-7AA1-D2D6-090D074E1DA6}"/>
                  </a:ext>
                </a:extLst>
              </p:cNvPr>
              <p:cNvSpPr/>
              <p:nvPr/>
            </p:nvSpPr>
            <p:spPr>
              <a:xfrm>
                <a:off x="5587936" y="3173349"/>
                <a:ext cx="1016128" cy="1016128"/>
              </a:xfrm>
              <a:prstGeom prst="ellipse">
                <a:avLst/>
              </a:prstGeom>
              <a:noFill/>
              <a:ln>
                <a:solidFill>
                  <a:srgbClr val="BA131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709" b="0" i="0" u="none" strike="noStrike" kern="1200" cap="none" spc="0" normalizeH="0" baseline="0" noProof="0" dirty="0">
                  <a:ln>
                    <a:solidFill>
                      <a:prstClr val="white"/>
                    </a:solidFill>
                  </a:ln>
                  <a:solidFill>
                    <a:prstClr val="white"/>
                  </a:solidFill>
                  <a:effectLst/>
                  <a:uLnTx/>
                  <a:uFillTx/>
                  <a:latin typeface="Aptos"/>
                  <a:ea typeface="+mn-ea"/>
                  <a:cs typeface="+mn-cs"/>
                </a:endParaRPr>
              </a:p>
            </p:txBody>
          </p:sp>
        </p:grpSp>
        <p:grpSp>
          <p:nvGrpSpPr>
            <p:cNvPr id="25" name="Google Shape;10649;p75">
              <a:extLst>
                <a:ext uri="{FF2B5EF4-FFF2-40B4-BE49-F238E27FC236}">
                  <a16:creationId xmlns:a16="http://schemas.microsoft.com/office/drawing/2014/main" id="{4E5CFAC8-610D-ECDC-1F91-E9620600453A}"/>
                </a:ext>
              </a:extLst>
            </p:cNvPr>
            <p:cNvGrpSpPr/>
            <p:nvPr/>
          </p:nvGrpSpPr>
          <p:grpSpPr>
            <a:xfrm>
              <a:off x="6185100" y="3767853"/>
              <a:ext cx="379491" cy="431780"/>
              <a:chOff x="1529350" y="258825"/>
              <a:chExt cx="423475" cy="481825"/>
            </a:xfrm>
            <a:solidFill>
              <a:srgbClr val="BA131A"/>
            </a:solidFill>
          </p:grpSpPr>
          <p:sp>
            <p:nvSpPr>
              <p:cNvPr id="26" name="Google Shape;10650;p75">
                <a:extLst>
                  <a:ext uri="{FF2B5EF4-FFF2-40B4-BE49-F238E27FC236}">
                    <a16:creationId xmlns:a16="http://schemas.microsoft.com/office/drawing/2014/main" id="{4DF554E9-9626-FEF6-14AE-087761EFEE80}"/>
                  </a:ext>
                </a:extLst>
              </p:cNvPr>
              <p:cNvSpPr/>
              <p:nvPr/>
            </p:nvSpPr>
            <p:spPr>
              <a:xfrm>
                <a:off x="1585800" y="258825"/>
                <a:ext cx="310650" cy="430550"/>
              </a:xfrm>
              <a:custGeom>
                <a:avLst/>
                <a:gdLst/>
                <a:ahLst/>
                <a:cxnLst/>
                <a:rect l="l" t="t" r="r" b="b"/>
                <a:pathLst>
                  <a:path w="12426" h="17222" extrusionOk="0">
                    <a:moveTo>
                      <a:pt x="6213" y="3388"/>
                    </a:moveTo>
                    <a:cubicBezTo>
                      <a:pt x="7354" y="3388"/>
                      <a:pt x="8384" y="4074"/>
                      <a:pt x="8821" y="5131"/>
                    </a:cubicBezTo>
                    <a:cubicBezTo>
                      <a:pt x="9257" y="6185"/>
                      <a:pt x="9016" y="7399"/>
                      <a:pt x="8206" y="8206"/>
                    </a:cubicBezTo>
                    <a:cubicBezTo>
                      <a:pt x="7666" y="8748"/>
                      <a:pt x="6945" y="9035"/>
                      <a:pt x="6210" y="9035"/>
                    </a:cubicBezTo>
                    <a:cubicBezTo>
                      <a:pt x="5847" y="9035"/>
                      <a:pt x="5481" y="8965"/>
                      <a:pt x="5132" y="8820"/>
                    </a:cubicBezTo>
                    <a:cubicBezTo>
                      <a:pt x="4075" y="8383"/>
                      <a:pt x="3388" y="7354"/>
                      <a:pt x="3388" y="6212"/>
                    </a:cubicBezTo>
                    <a:cubicBezTo>
                      <a:pt x="3391" y="4652"/>
                      <a:pt x="4653" y="3391"/>
                      <a:pt x="6213" y="3388"/>
                    </a:cubicBezTo>
                    <a:close/>
                    <a:moveTo>
                      <a:pt x="6213" y="0"/>
                    </a:moveTo>
                    <a:cubicBezTo>
                      <a:pt x="2825" y="0"/>
                      <a:pt x="1" y="2728"/>
                      <a:pt x="1" y="6212"/>
                    </a:cubicBezTo>
                    <a:cubicBezTo>
                      <a:pt x="1" y="7537"/>
                      <a:pt x="398" y="8718"/>
                      <a:pt x="1163" y="9826"/>
                    </a:cubicBezTo>
                    <a:lnTo>
                      <a:pt x="5737" y="16959"/>
                    </a:lnTo>
                    <a:cubicBezTo>
                      <a:pt x="5847" y="17134"/>
                      <a:pt x="6029" y="17221"/>
                      <a:pt x="6211" y="17221"/>
                    </a:cubicBezTo>
                    <a:cubicBezTo>
                      <a:pt x="6394" y="17221"/>
                      <a:pt x="6576" y="17134"/>
                      <a:pt x="6686" y="16959"/>
                    </a:cubicBezTo>
                    <a:lnTo>
                      <a:pt x="11278" y="9802"/>
                    </a:lnTo>
                    <a:cubicBezTo>
                      <a:pt x="12025" y="8751"/>
                      <a:pt x="12425" y="7498"/>
                      <a:pt x="12422" y="6212"/>
                    </a:cubicBezTo>
                    <a:cubicBezTo>
                      <a:pt x="12422" y="2786"/>
                      <a:pt x="9637" y="0"/>
                      <a:pt x="6213" y="0"/>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279" b="0" i="0" u="none" strike="noStrike" kern="1200" cap="none" spc="0" normalizeH="0" baseline="0" noProof="0" dirty="0">
                  <a:ln>
                    <a:noFill/>
                  </a:ln>
                  <a:solidFill>
                    <a:srgbClr val="435D74"/>
                  </a:solidFill>
                  <a:effectLst/>
                  <a:uLnTx/>
                  <a:uFillTx/>
                  <a:latin typeface="Aptos"/>
                  <a:ea typeface="+mn-ea"/>
                  <a:cs typeface="+mn-cs"/>
                </a:endParaRPr>
              </a:p>
            </p:txBody>
          </p:sp>
          <p:sp>
            <p:nvSpPr>
              <p:cNvPr id="27" name="Google Shape;10651;p75">
                <a:extLst>
                  <a:ext uri="{FF2B5EF4-FFF2-40B4-BE49-F238E27FC236}">
                    <a16:creationId xmlns:a16="http://schemas.microsoft.com/office/drawing/2014/main" id="{57AFB37F-18D5-6148-B583-21C99EB07A79}"/>
                  </a:ext>
                </a:extLst>
              </p:cNvPr>
              <p:cNvSpPr/>
              <p:nvPr/>
            </p:nvSpPr>
            <p:spPr>
              <a:xfrm>
                <a:off x="1529350" y="583200"/>
                <a:ext cx="423475" cy="157450"/>
              </a:xfrm>
              <a:custGeom>
                <a:avLst/>
                <a:gdLst/>
                <a:ahLst/>
                <a:cxnLst/>
                <a:rect l="l" t="t" r="r" b="b"/>
                <a:pathLst>
                  <a:path w="16939" h="6298" extrusionOk="0">
                    <a:moveTo>
                      <a:pt x="4050" y="1"/>
                    </a:moveTo>
                    <a:cubicBezTo>
                      <a:pt x="1545" y="582"/>
                      <a:pt x="0" y="1642"/>
                      <a:pt x="0" y="2909"/>
                    </a:cubicBezTo>
                    <a:cubicBezTo>
                      <a:pt x="0" y="5111"/>
                      <a:pt x="4364" y="6297"/>
                      <a:pt x="8471" y="6297"/>
                    </a:cubicBezTo>
                    <a:cubicBezTo>
                      <a:pt x="12575" y="6297"/>
                      <a:pt x="16938" y="5111"/>
                      <a:pt x="16938" y="2909"/>
                    </a:cubicBezTo>
                    <a:cubicBezTo>
                      <a:pt x="16938" y="1642"/>
                      <a:pt x="15391" y="579"/>
                      <a:pt x="12882" y="1"/>
                    </a:cubicBezTo>
                    <a:lnTo>
                      <a:pt x="10040" y="4445"/>
                    </a:lnTo>
                    <a:cubicBezTo>
                      <a:pt x="9673" y="5018"/>
                      <a:pt x="9071" y="5305"/>
                      <a:pt x="8469" y="5305"/>
                    </a:cubicBezTo>
                    <a:cubicBezTo>
                      <a:pt x="7867" y="5305"/>
                      <a:pt x="7265" y="5018"/>
                      <a:pt x="6899" y="4445"/>
                    </a:cubicBezTo>
                    <a:lnTo>
                      <a:pt x="4050" y="1"/>
                    </a:ln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279" b="0" i="0" u="none" strike="noStrike" kern="1200" cap="none" spc="0" normalizeH="0" baseline="0" noProof="0" dirty="0">
                  <a:ln>
                    <a:noFill/>
                  </a:ln>
                  <a:solidFill>
                    <a:srgbClr val="435D74"/>
                  </a:solidFill>
                  <a:effectLst/>
                  <a:uLnTx/>
                  <a:uFillTx/>
                  <a:latin typeface="Aptos"/>
                  <a:ea typeface="+mn-ea"/>
                  <a:cs typeface="+mn-cs"/>
                </a:endParaRPr>
              </a:p>
            </p:txBody>
          </p:sp>
        </p:grpSp>
      </p:grpSp>
      <p:grpSp>
        <p:nvGrpSpPr>
          <p:cNvPr id="28" name="Transplant"/>
          <p:cNvGrpSpPr/>
          <p:nvPr/>
        </p:nvGrpSpPr>
        <p:grpSpPr>
          <a:xfrm>
            <a:off x="9440747" y="2921508"/>
            <a:ext cx="1043281" cy="1097280"/>
            <a:chOff x="8474610" y="3061739"/>
            <a:chExt cx="1098575" cy="1155435"/>
          </a:xfrm>
        </p:grpSpPr>
        <p:sp>
          <p:nvSpPr>
            <p:cNvPr id="29" name="Ellipse 37">
              <a:extLst>
                <a:ext uri="{FF2B5EF4-FFF2-40B4-BE49-F238E27FC236}">
                  <a16:creationId xmlns:a16="http://schemas.microsoft.com/office/drawing/2014/main" id="{DC07EC1C-D7D6-FDDA-B330-739A41E0F6FC}"/>
                </a:ext>
              </a:extLst>
            </p:cNvPr>
            <p:cNvSpPr/>
            <p:nvPr/>
          </p:nvSpPr>
          <p:spPr>
            <a:xfrm>
              <a:off x="8474610" y="3061739"/>
              <a:ext cx="769604" cy="769604"/>
            </a:xfrm>
            <a:prstGeom prst="ellipse">
              <a:avLst/>
            </a:prstGeom>
            <a:noFill/>
            <a:ln>
              <a:solidFill>
                <a:srgbClr val="BA131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709" b="0" i="0" u="none" strike="noStrike" kern="1200" cap="none" spc="0" normalizeH="0" baseline="0" noProof="0" dirty="0">
                <a:ln>
                  <a:solidFill>
                    <a:prstClr val="white"/>
                  </a:solidFill>
                </a:ln>
                <a:solidFill>
                  <a:prstClr val="white"/>
                </a:solidFill>
                <a:effectLst/>
                <a:uLnTx/>
                <a:uFillTx/>
                <a:latin typeface="Aptos"/>
                <a:ea typeface="+mn-ea"/>
                <a:cs typeface="+mn-cs"/>
              </a:endParaRPr>
            </a:p>
          </p:txBody>
        </p:sp>
        <p:grpSp>
          <p:nvGrpSpPr>
            <p:cNvPr id="30" name="Google Shape;10649;p75">
              <a:extLst>
                <a:ext uri="{FF2B5EF4-FFF2-40B4-BE49-F238E27FC236}">
                  <a16:creationId xmlns:a16="http://schemas.microsoft.com/office/drawing/2014/main" id="{F951C2F9-9732-7AB3-6617-28598A8B3AF9}"/>
                </a:ext>
              </a:extLst>
            </p:cNvPr>
            <p:cNvGrpSpPr/>
            <p:nvPr/>
          </p:nvGrpSpPr>
          <p:grpSpPr>
            <a:xfrm>
              <a:off x="9193694" y="3785394"/>
              <a:ext cx="379491" cy="431780"/>
              <a:chOff x="1529350" y="258825"/>
              <a:chExt cx="423475" cy="481825"/>
            </a:xfrm>
            <a:solidFill>
              <a:srgbClr val="BA131A"/>
            </a:solidFill>
          </p:grpSpPr>
          <p:sp>
            <p:nvSpPr>
              <p:cNvPr id="31" name="Google Shape;10650;p75">
                <a:extLst>
                  <a:ext uri="{FF2B5EF4-FFF2-40B4-BE49-F238E27FC236}">
                    <a16:creationId xmlns:a16="http://schemas.microsoft.com/office/drawing/2014/main" id="{EE581DC8-51F1-352C-5239-AB6195F105E7}"/>
                  </a:ext>
                </a:extLst>
              </p:cNvPr>
              <p:cNvSpPr/>
              <p:nvPr/>
            </p:nvSpPr>
            <p:spPr>
              <a:xfrm>
                <a:off x="1585800" y="258825"/>
                <a:ext cx="310650" cy="430550"/>
              </a:xfrm>
              <a:custGeom>
                <a:avLst/>
                <a:gdLst/>
                <a:ahLst/>
                <a:cxnLst/>
                <a:rect l="l" t="t" r="r" b="b"/>
                <a:pathLst>
                  <a:path w="12426" h="17222" extrusionOk="0">
                    <a:moveTo>
                      <a:pt x="6213" y="3388"/>
                    </a:moveTo>
                    <a:cubicBezTo>
                      <a:pt x="7354" y="3388"/>
                      <a:pt x="8384" y="4074"/>
                      <a:pt x="8821" y="5131"/>
                    </a:cubicBezTo>
                    <a:cubicBezTo>
                      <a:pt x="9257" y="6185"/>
                      <a:pt x="9016" y="7399"/>
                      <a:pt x="8206" y="8206"/>
                    </a:cubicBezTo>
                    <a:cubicBezTo>
                      <a:pt x="7666" y="8748"/>
                      <a:pt x="6945" y="9035"/>
                      <a:pt x="6210" y="9035"/>
                    </a:cubicBezTo>
                    <a:cubicBezTo>
                      <a:pt x="5847" y="9035"/>
                      <a:pt x="5481" y="8965"/>
                      <a:pt x="5132" y="8820"/>
                    </a:cubicBezTo>
                    <a:cubicBezTo>
                      <a:pt x="4075" y="8383"/>
                      <a:pt x="3388" y="7354"/>
                      <a:pt x="3388" y="6212"/>
                    </a:cubicBezTo>
                    <a:cubicBezTo>
                      <a:pt x="3391" y="4652"/>
                      <a:pt x="4653" y="3391"/>
                      <a:pt x="6213" y="3388"/>
                    </a:cubicBezTo>
                    <a:close/>
                    <a:moveTo>
                      <a:pt x="6213" y="0"/>
                    </a:moveTo>
                    <a:cubicBezTo>
                      <a:pt x="2825" y="0"/>
                      <a:pt x="1" y="2728"/>
                      <a:pt x="1" y="6212"/>
                    </a:cubicBezTo>
                    <a:cubicBezTo>
                      <a:pt x="1" y="7537"/>
                      <a:pt x="398" y="8718"/>
                      <a:pt x="1163" y="9826"/>
                    </a:cubicBezTo>
                    <a:lnTo>
                      <a:pt x="5737" y="16959"/>
                    </a:lnTo>
                    <a:cubicBezTo>
                      <a:pt x="5847" y="17134"/>
                      <a:pt x="6029" y="17221"/>
                      <a:pt x="6211" y="17221"/>
                    </a:cubicBezTo>
                    <a:cubicBezTo>
                      <a:pt x="6394" y="17221"/>
                      <a:pt x="6576" y="17134"/>
                      <a:pt x="6686" y="16959"/>
                    </a:cubicBezTo>
                    <a:lnTo>
                      <a:pt x="11278" y="9802"/>
                    </a:lnTo>
                    <a:cubicBezTo>
                      <a:pt x="12025" y="8751"/>
                      <a:pt x="12425" y="7498"/>
                      <a:pt x="12422" y="6212"/>
                    </a:cubicBezTo>
                    <a:cubicBezTo>
                      <a:pt x="12422" y="2786"/>
                      <a:pt x="9637" y="0"/>
                      <a:pt x="6213" y="0"/>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279" b="0" i="0" u="none" strike="noStrike" kern="1200" cap="none" spc="0" normalizeH="0" baseline="0" noProof="0" dirty="0">
                  <a:ln>
                    <a:noFill/>
                  </a:ln>
                  <a:solidFill>
                    <a:srgbClr val="435D74"/>
                  </a:solidFill>
                  <a:effectLst/>
                  <a:uLnTx/>
                  <a:uFillTx/>
                  <a:latin typeface="Aptos"/>
                  <a:ea typeface="+mn-ea"/>
                  <a:cs typeface="+mn-cs"/>
                </a:endParaRPr>
              </a:p>
            </p:txBody>
          </p:sp>
          <p:sp>
            <p:nvSpPr>
              <p:cNvPr id="32" name="Google Shape;10651;p75">
                <a:extLst>
                  <a:ext uri="{FF2B5EF4-FFF2-40B4-BE49-F238E27FC236}">
                    <a16:creationId xmlns:a16="http://schemas.microsoft.com/office/drawing/2014/main" id="{BFEB2BDE-CC74-7A8E-5CEC-5814B6B71FC0}"/>
                  </a:ext>
                </a:extLst>
              </p:cNvPr>
              <p:cNvSpPr/>
              <p:nvPr/>
            </p:nvSpPr>
            <p:spPr>
              <a:xfrm>
                <a:off x="1529350" y="583200"/>
                <a:ext cx="423475" cy="157450"/>
              </a:xfrm>
              <a:custGeom>
                <a:avLst/>
                <a:gdLst/>
                <a:ahLst/>
                <a:cxnLst/>
                <a:rect l="l" t="t" r="r" b="b"/>
                <a:pathLst>
                  <a:path w="16939" h="6298" extrusionOk="0">
                    <a:moveTo>
                      <a:pt x="4050" y="1"/>
                    </a:moveTo>
                    <a:cubicBezTo>
                      <a:pt x="1545" y="582"/>
                      <a:pt x="0" y="1642"/>
                      <a:pt x="0" y="2909"/>
                    </a:cubicBezTo>
                    <a:cubicBezTo>
                      <a:pt x="0" y="5111"/>
                      <a:pt x="4364" y="6297"/>
                      <a:pt x="8471" y="6297"/>
                    </a:cubicBezTo>
                    <a:cubicBezTo>
                      <a:pt x="12575" y="6297"/>
                      <a:pt x="16938" y="5111"/>
                      <a:pt x="16938" y="2909"/>
                    </a:cubicBezTo>
                    <a:cubicBezTo>
                      <a:pt x="16938" y="1642"/>
                      <a:pt x="15391" y="579"/>
                      <a:pt x="12882" y="1"/>
                    </a:cubicBezTo>
                    <a:lnTo>
                      <a:pt x="10040" y="4445"/>
                    </a:lnTo>
                    <a:cubicBezTo>
                      <a:pt x="9673" y="5018"/>
                      <a:pt x="9071" y="5305"/>
                      <a:pt x="8469" y="5305"/>
                    </a:cubicBezTo>
                    <a:cubicBezTo>
                      <a:pt x="7867" y="5305"/>
                      <a:pt x="7265" y="5018"/>
                      <a:pt x="6899" y="4445"/>
                    </a:cubicBezTo>
                    <a:lnTo>
                      <a:pt x="4050" y="1"/>
                    </a:ln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279" b="0" i="0" u="none" strike="noStrike" kern="1200" cap="none" spc="0" normalizeH="0" baseline="0" noProof="0" dirty="0">
                  <a:ln>
                    <a:noFill/>
                  </a:ln>
                  <a:solidFill>
                    <a:srgbClr val="435D74"/>
                  </a:solidFill>
                  <a:effectLst/>
                  <a:uLnTx/>
                  <a:uFillTx/>
                  <a:latin typeface="Aptos"/>
                  <a:ea typeface="+mn-ea"/>
                  <a:cs typeface="+mn-cs"/>
                </a:endParaRPr>
              </a:p>
            </p:txBody>
          </p:sp>
        </p:grpSp>
      </p:gr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itre 1">
            <a:extLst>
              <a:ext uri="{FF2B5EF4-FFF2-40B4-BE49-F238E27FC236}">
                <a16:creationId xmlns:a16="http://schemas.microsoft.com/office/drawing/2014/main" id="{ED82E5AB-0793-AE16-00C7-225B5CF6A4A5}"/>
              </a:ext>
            </a:extLst>
          </p:cNvPr>
          <p:cNvSpPr>
            <a:spLocks noGrp="1"/>
          </p:cNvSpPr>
          <p:nvPr>
            <p:ph type="title"/>
          </p:nvPr>
        </p:nvSpPr>
        <p:spPr/>
        <p:txBody>
          <a:bodyPr/>
          <a:lstStyle/>
          <a:p>
            <a:pPr/>
            <a:r>
              <a:t>NOTRE OFFRE DE PRIX</a:t>
            </a:r>
          </a:p>
        </p:txBody>
      </p:sp>
      <p:sp>
        <p:nvSpPr>
          <p:cNvPr id="4" name="Espace réservé du texte 2">
            <a:extLst>
              <a:ext uri="{FF2B5EF4-FFF2-40B4-BE49-F238E27FC236}">
                <a16:creationId xmlns:a16="http://schemas.microsoft.com/office/drawing/2014/main" id="{7CC710F8-A662-A45D-F2AC-8D86A7F85224}"/>
              </a:ext>
            </a:extLst>
          </p:cNvPr>
          <p:cNvSpPr>
            <a:spLocks noGrp="1"/>
          </p:cNvSpPr>
          <p:nvPr>
            <p:ph type="body" sz="quarter" idx="13"/>
          </p:nvPr>
        </p:nvSpPr>
        <p:spPr/>
        <p:txBody>
          <a:bodyPr/>
          <a:lstStyle/>
          <a:p>
            <a:pPr/>
            <a:r>
              <a:t>APPROCHE BUDGÉTAIRE</a:t>
            </a:r>
            <a:endParaRPr lang="en-US"/>
          </a:p>
        </p:txBody>
      </p:sp>
      <p:sp>
        <p:nvSpPr>
          <p:cNvPr id="5" name="Espace réservé du texte 3">
            <a:extLst>
              <a:ext uri="{FF2B5EF4-FFF2-40B4-BE49-F238E27FC236}">
                <a16:creationId xmlns:a16="http://schemas.microsoft.com/office/drawing/2014/main" id="{D49EEC0A-10E9-4488-739A-29D956D6040A}"/>
              </a:ext>
            </a:extLst>
          </p:cNvPr>
          <p:cNvSpPr>
            <a:spLocks noGrp="1"/>
          </p:cNvSpPr>
          <p:nvPr>
            <p:ph type="body" sz="quarter" idx="23"/>
          </p:nvPr>
        </p:nvSpPr>
        <p:spPr/>
        <p:txBody>
          <a:bodyPr/>
          <a:lstStyle/>
          <a:p>
            <a:pPr/>
            <a:r>
              <a:t>​</a:t>
            </a:r>
            <a:endParaRPr lang="en-US"/>
          </a:p>
        </p:txBody>
      </p:sp>
      <p:sp>
        <p:nvSpPr>
          <p:cNvPr id="6" name="Espace réservé du texte 4">
            <a:extLst>
              <a:ext uri="{FF2B5EF4-FFF2-40B4-BE49-F238E27FC236}">
                <a16:creationId xmlns:a16="http://schemas.microsoft.com/office/drawing/2014/main" id="{602D769C-3C8F-3002-9BC2-510C6182A502}"/>
              </a:ext>
            </a:extLst>
          </p:cNvPr>
          <p:cNvSpPr>
            <a:spLocks noGrp="1"/>
          </p:cNvSpPr>
          <p:nvPr>
            <p:ph type="body" sz="quarter" idx="24"/>
          </p:nvPr>
        </p:nvSpPr>
        <p:spPr/>
        <p:txBody>
          <a:bodyPr/>
          <a:lstStyle/>
          <a:p>
            <a:pPr/>
            <a:r>
              <a:t>Analyse</a:t>
            </a:r>
            <a:endParaRPr lang="en-US"/>
          </a:p>
        </p:txBody>
      </p:sp>
      <p:sp>
        <p:nvSpPr>
          <p:cNvPr id="8" name="Espace réservé du texte 6">
            <a:extLst>
              <a:ext uri="{FF2B5EF4-FFF2-40B4-BE49-F238E27FC236}">
                <a16:creationId xmlns:a16="http://schemas.microsoft.com/office/drawing/2014/main" id="{C4A6AC82-185F-5FC3-5836-A141F0F205B5}"/>
              </a:ext>
            </a:extLst>
          </p:cNvPr>
          <p:cNvSpPr>
            <a:spLocks noGrp="1"/>
          </p:cNvSpPr>
          <p:nvPr>
            <p:ph type="body" sz="quarter" idx="26"/>
          </p:nvPr>
        </p:nvSpPr>
        <p:spPr/>
        <p:txBody>
          <a:bodyPr/>
          <a:lstStyle/>
          <a:p>
            <a:pPr/>
            <a:r>
              <a:t>​</a:t>
            </a:r>
            <a:endParaRPr lang="en-US"/>
          </a:p>
        </p:txBody>
      </p:sp>
      <p:sp>
        <p:nvSpPr>
          <p:cNvPr id="9" name="Espace réservé du texte 7">
            <a:extLst>
              <a:ext uri="{FF2B5EF4-FFF2-40B4-BE49-F238E27FC236}">
                <a16:creationId xmlns:a16="http://schemas.microsoft.com/office/drawing/2014/main" id="{6ED4DDE7-B913-B202-738B-D95058C6F2A6}"/>
              </a:ext>
            </a:extLst>
          </p:cNvPr>
          <p:cNvSpPr>
            <a:spLocks noGrp="1"/>
          </p:cNvSpPr>
          <p:nvPr>
            <p:ph type="body" sz="quarter" idx="27"/>
          </p:nvPr>
        </p:nvSpPr>
        <p:spPr/>
        <p:txBody>
          <a:bodyPr/>
          <a:lstStyle/>
          <a:p>
            <a:pPr/>
            <a:r>
              <a:t>Achats de modules supplémentaires</a:t>
            </a:r>
            <a:endParaRPr lang="en-US"/>
          </a:p>
        </p:txBody>
      </p:sp>
      <p:sp>
        <p:nvSpPr>
          <p:cNvPr id="11" name="Espace réservé du texte 9">
            <a:extLst>
              <a:ext uri="{FF2B5EF4-FFF2-40B4-BE49-F238E27FC236}">
                <a16:creationId xmlns:a16="http://schemas.microsoft.com/office/drawing/2014/main" id="{5CDE30D1-7868-FCB4-464E-DA917B641226}"/>
              </a:ext>
            </a:extLst>
          </p:cNvPr>
          <p:cNvSpPr>
            <a:spLocks noGrp="1"/>
          </p:cNvSpPr>
          <p:nvPr>
            <p:ph type="body" sz="quarter" idx="29"/>
          </p:nvPr>
        </p:nvSpPr>
        <p:spPr/>
        <p:txBody>
          <a:bodyPr/>
          <a:lstStyle/>
          <a:p>
            <a:pPr/>
            <a:r>
              <a:t>​</a:t>
            </a:r>
            <a:endParaRPr lang="en-US"/>
          </a:p>
        </p:txBody>
      </p:sp>
      <p:sp>
        <p:nvSpPr>
          <p:cNvPr id="12" name="Espace réservé du texte 10">
            <a:extLst>
              <a:ext uri="{FF2B5EF4-FFF2-40B4-BE49-F238E27FC236}">
                <a16:creationId xmlns:a16="http://schemas.microsoft.com/office/drawing/2014/main" id="{6B7BE612-E5BE-26DF-3A0A-A6E534DE73FC}"/>
              </a:ext>
            </a:extLst>
          </p:cNvPr>
          <p:cNvSpPr>
            <a:spLocks noGrp="1"/>
          </p:cNvSpPr>
          <p:nvPr>
            <p:ph type="body" sz="quarter" idx="30"/>
          </p:nvPr>
        </p:nvSpPr>
        <p:spPr/>
        <p:txBody>
          <a:bodyPr/>
          <a:lstStyle/>
          <a:p>
            <a:r>
              <a:rPr lang="fr-FR" b="1" dirty="0"/>
              <a:t>Licences et hébergement</a:t>
            </a:r>
          </a:p>
          <a:p>
            <a:r>
              <a:rPr lang="fr-FR" i="1" dirty="0"/>
              <a:t>/an, Facturé par Odoo</a:t>
            </a:r>
          </a:p>
        </p:txBody>
      </p:sp>
      <p:sp>
        <p:nvSpPr>
          <p:cNvPr id="14" name="Espace réservé du texte 12">
            <a:extLst>
              <a:ext uri="{FF2B5EF4-FFF2-40B4-BE49-F238E27FC236}">
                <a16:creationId xmlns:a16="http://schemas.microsoft.com/office/drawing/2014/main" id="{9152BC73-1DDA-9E5D-C710-EED3E9E28BDF}"/>
              </a:ext>
            </a:extLst>
          </p:cNvPr>
          <p:cNvSpPr>
            <a:spLocks noGrp="1"/>
          </p:cNvSpPr>
          <p:nvPr>
            <p:ph type="body" sz="quarter" idx="32"/>
          </p:nvPr>
        </p:nvSpPr>
        <p:spPr/>
        <p:txBody>
          <a:bodyPr/>
          <a:lstStyle/>
          <a:p>
            <a:pPr/>
            <a:r>
              <a:t>​</a:t>
            </a:r>
            <a:endParaRPr lang="en-US"/>
          </a:p>
        </p:txBody>
      </p:sp>
      <p:sp>
        <p:nvSpPr>
          <p:cNvPr id="15" name="Espace réservé du texte 13">
            <a:extLst>
              <a:ext uri="{FF2B5EF4-FFF2-40B4-BE49-F238E27FC236}">
                <a16:creationId xmlns:a16="http://schemas.microsoft.com/office/drawing/2014/main" id="{E043F1B4-355E-87F3-612E-5F73C5189707}"/>
              </a:ext>
            </a:extLst>
          </p:cNvPr>
          <p:cNvSpPr>
            <a:spLocks noGrp="1"/>
          </p:cNvSpPr>
          <p:nvPr>
            <p:ph type="body" sz="quarter" idx="33"/>
          </p:nvPr>
        </p:nvSpPr>
        <p:spPr/>
        <p:txBody>
          <a:bodyPr/>
          <a:lstStyle/>
          <a:p>
            <a:pPr/>
            <a:r>
              <a:t>Implémentation</a:t>
            </a:r>
            <a:endParaRPr lang="en-US"/>
          </a:p>
        </p:txBody>
      </p:sp>
      <p:grpSp>
        <p:nvGrpSpPr>
          <p:cNvPr id="17" name="Transplant"/>
          <p:cNvGrpSpPr/>
          <p:nvPr/>
        </p:nvGrpSpPr>
        <p:grpSpPr>
          <a:xfrm>
            <a:off x="1540764" y="3058668"/>
            <a:ext cx="822960" cy="822960"/>
            <a:chOff x="1351343" y="3014279"/>
            <a:chExt cx="828000" cy="828000"/>
          </a:xfrm>
        </p:grpSpPr>
        <p:grpSp>
          <p:nvGrpSpPr>
            <p:cNvPr id="18" name="Google Shape;10712;p75">
              <a:extLst>
                <a:ext uri="{FF2B5EF4-FFF2-40B4-BE49-F238E27FC236}">
                  <a16:creationId xmlns:a16="http://schemas.microsoft.com/office/drawing/2014/main" id="{8C45EC9C-C4A3-E800-422B-A0E72CA755F1}"/>
                </a:ext>
              </a:extLst>
            </p:cNvPr>
            <p:cNvGrpSpPr/>
            <p:nvPr/>
          </p:nvGrpSpPr>
          <p:grpSpPr>
            <a:xfrm>
              <a:off x="1351343" y="3014279"/>
              <a:ext cx="828000" cy="828000"/>
              <a:chOff x="5045500" y="842250"/>
              <a:chExt cx="503875" cy="481850"/>
            </a:xfrm>
            <a:solidFill>
              <a:srgbClr val="BA131A"/>
            </a:solidFill>
          </p:grpSpPr>
          <p:sp>
            <p:nvSpPr>
              <p:cNvPr id="19" name="Google Shape;10713;p75">
                <a:extLst>
                  <a:ext uri="{FF2B5EF4-FFF2-40B4-BE49-F238E27FC236}">
                    <a16:creationId xmlns:a16="http://schemas.microsoft.com/office/drawing/2014/main" id="{C6046427-81EA-3696-3F30-867636271AD1}"/>
                  </a:ext>
                </a:extLst>
              </p:cNvPr>
              <p:cNvSpPr/>
              <p:nvPr/>
            </p:nvSpPr>
            <p:spPr>
              <a:xfrm>
                <a:off x="5045500" y="842250"/>
                <a:ext cx="503875" cy="481850"/>
              </a:xfrm>
              <a:custGeom>
                <a:avLst/>
                <a:gdLst/>
                <a:ahLst/>
                <a:cxnLst/>
                <a:rect l="l" t="t" r="r" b="b"/>
                <a:pathLst>
                  <a:path w="20155" h="19274" extrusionOk="0">
                    <a:moveTo>
                      <a:pt x="12103" y="1130"/>
                    </a:moveTo>
                    <a:cubicBezTo>
                      <a:pt x="13694" y="1130"/>
                      <a:pt x="15284" y="1735"/>
                      <a:pt x="16496" y="2945"/>
                    </a:cubicBezTo>
                    <a:cubicBezTo>
                      <a:pt x="18917" y="5366"/>
                      <a:pt x="18917" y="9305"/>
                      <a:pt x="16496" y="11729"/>
                    </a:cubicBezTo>
                    <a:cubicBezTo>
                      <a:pt x="15286" y="12940"/>
                      <a:pt x="13695" y="13545"/>
                      <a:pt x="12104" y="13545"/>
                    </a:cubicBezTo>
                    <a:cubicBezTo>
                      <a:pt x="10514" y="13545"/>
                      <a:pt x="8923" y="12940"/>
                      <a:pt x="7712" y="11729"/>
                    </a:cubicBezTo>
                    <a:cubicBezTo>
                      <a:pt x="5288" y="9305"/>
                      <a:pt x="5288" y="5369"/>
                      <a:pt x="7712" y="2945"/>
                    </a:cubicBezTo>
                    <a:cubicBezTo>
                      <a:pt x="8923" y="1735"/>
                      <a:pt x="10513" y="1130"/>
                      <a:pt x="12103" y="1130"/>
                    </a:cubicBezTo>
                    <a:close/>
                    <a:moveTo>
                      <a:pt x="4918" y="13726"/>
                    </a:moveTo>
                    <a:lnTo>
                      <a:pt x="5716" y="14524"/>
                    </a:lnTo>
                    <a:lnTo>
                      <a:pt x="4918" y="15322"/>
                    </a:lnTo>
                    <a:lnTo>
                      <a:pt x="4120" y="14524"/>
                    </a:lnTo>
                    <a:lnTo>
                      <a:pt x="4918" y="13726"/>
                    </a:lnTo>
                    <a:close/>
                    <a:moveTo>
                      <a:pt x="12106" y="1"/>
                    </a:moveTo>
                    <a:cubicBezTo>
                      <a:pt x="10226" y="1"/>
                      <a:pt x="8345" y="717"/>
                      <a:pt x="6914" y="2147"/>
                    </a:cubicBezTo>
                    <a:cubicBezTo>
                      <a:pt x="4725" y="4333"/>
                      <a:pt x="4240" y="7516"/>
                      <a:pt x="5315" y="10133"/>
                    </a:cubicBezTo>
                    <a:lnTo>
                      <a:pt x="4518" y="10931"/>
                    </a:lnTo>
                    <a:cubicBezTo>
                      <a:pt x="4009" y="11434"/>
                      <a:pt x="3876" y="12208"/>
                      <a:pt x="4192" y="12852"/>
                    </a:cubicBezTo>
                    <a:lnTo>
                      <a:pt x="663" y="16382"/>
                    </a:lnTo>
                    <a:cubicBezTo>
                      <a:pt x="1" y="17044"/>
                      <a:pt x="1" y="18116"/>
                      <a:pt x="663" y="18778"/>
                    </a:cubicBezTo>
                    <a:cubicBezTo>
                      <a:pt x="994" y="19108"/>
                      <a:pt x="1428" y="19273"/>
                      <a:pt x="1862" y="19273"/>
                    </a:cubicBezTo>
                    <a:cubicBezTo>
                      <a:pt x="2295" y="19273"/>
                      <a:pt x="2729" y="19108"/>
                      <a:pt x="3060" y="18778"/>
                    </a:cubicBezTo>
                    <a:lnTo>
                      <a:pt x="6586" y="15249"/>
                    </a:lnTo>
                    <a:cubicBezTo>
                      <a:pt x="6820" y="15363"/>
                      <a:pt x="7071" y="15418"/>
                      <a:pt x="7320" y="15418"/>
                    </a:cubicBezTo>
                    <a:cubicBezTo>
                      <a:pt x="7757" y="15418"/>
                      <a:pt x="8188" y="15247"/>
                      <a:pt x="8510" y="14921"/>
                    </a:cubicBezTo>
                    <a:lnTo>
                      <a:pt x="9308" y="14126"/>
                    </a:lnTo>
                    <a:cubicBezTo>
                      <a:pt x="10192" y="14489"/>
                      <a:pt x="11145" y="14675"/>
                      <a:pt x="12104" y="14675"/>
                    </a:cubicBezTo>
                    <a:cubicBezTo>
                      <a:pt x="13962" y="14675"/>
                      <a:pt x="15843" y="13979"/>
                      <a:pt x="17294" y="12527"/>
                    </a:cubicBezTo>
                    <a:cubicBezTo>
                      <a:pt x="20155" y="9666"/>
                      <a:pt x="20155" y="5008"/>
                      <a:pt x="17294" y="2147"/>
                    </a:cubicBezTo>
                    <a:cubicBezTo>
                      <a:pt x="15864" y="716"/>
                      <a:pt x="13985" y="1"/>
                      <a:pt x="12106"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400" b="0" i="0" u="none" strike="noStrike" kern="1200" cap="none" spc="0" normalizeH="0" baseline="0" noProof="0" dirty="0">
                  <a:ln>
                    <a:noFill/>
                  </a:ln>
                  <a:solidFill>
                    <a:srgbClr val="435D74"/>
                  </a:solidFill>
                  <a:effectLst/>
                  <a:uLnTx/>
                  <a:uFillTx/>
                  <a:latin typeface="Aptos"/>
                  <a:ea typeface="+mn-ea"/>
                  <a:cs typeface="+mn-cs"/>
                </a:endParaRPr>
              </a:p>
            </p:txBody>
          </p:sp>
          <p:sp>
            <p:nvSpPr>
              <p:cNvPr id="20" name="Google Shape;10714;p75">
                <a:extLst>
                  <a:ext uri="{FF2B5EF4-FFF2-40B4-BE49-F238E27FC236}">
                    <a16:creationId xmlns:a16="http://schemas.microsoft.com/office/drawing/2014/main" id="{CC2D59DF-EA26-CB66-3A7B-826E3E22388A}"/>
                  </a:ext>
                </a:extLst>
              </p:cNvPr>
              <p:cNvSpPr/>
              <p:nvPr/>
            </p:nvSpPr>
            <p:spPr>
              <a:xfrm>
                <a:off x="5221050" y="898625"/>
                <a:ext cx="254100" cy="254100"/>
              </a:xfrm>
              <a:custGeom>
                <a:avLst/>
                <a:gdLst/>
                <a:ahLst/>
                <a:cxnLst/>
                <a:rect l="l" t="t" r="r" b="b"/>
                <a:pathLst>
                  <a:path w="10164" h="10164" extrusionOk="0">
                    <a:moveTo>
                      <a:pt x="5081" y="1"/>
                    </a:moveTo>
                    <a:cubicBezTo>
                      <a:pt x="2274" y="1"/>
                      <a:pt x="1" y="2274"/>
                      <a:pt x="1" y="5081"/>
                    </a:cubicBezTo>
                    <a:cubicBezTo>
                      <a:pt x="1" y="7887"/>
                      <a:pt x="2274" y="10164"/>
                      <a:pt x="5081" y="10164"/>
                    </a:cubicBezTo>
                    <a:cubicBezTo>
                      <a:pt x="7887" y="10164"/>
                      <a:pt x="10164" y="7887"/>
                      <a:pt x="10164" y="5081"/>
                    </a:cubicBezTo>
                    <a:cubicBezTo>
                      <a:pt x="10164" y="2274"/>
                      <a:pt x="7887" y="1"/>
                      <a:pt x="5081"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400" b="0" i="0" u="none" strike="noStrike" kern="1200" cap="none" spc="0" normalizeH="0" baseline="0" noProof="0" dirty="0">
                  <a:ln>
                    <a:noFill/>
                  </a:ln>
                  <a:solidFill>
                    <a:srgbClr val="435D74"/>
                  </a:solidFill>
                  <a:effectLst/>
                  <a:uLnTx/>
                  <a:uFillTx/>
                  <a:latin typeface="Aptos"/>
                  <a:ea typeface="+mn-ea"/>
                  <a:cs typeface="+mn-cs"/>
                </a:endParaRPr>
              </a:p>
            </p:txBody>
          </p:sp>
        </p:grpSp>
      </p:grpSp>
      <p:grpSp>
        <p:nvGrpSpPr>
          <p:cNvPr id="21" name="Transplant"/>
          <p:cNvGrpSpPr/>
          <p:nvPr/>
        </p:nvGrpSpPr>
        <p:grpSpPr>
          <a:xfrm>
            <a:off x="4229547" y="3058668"/>
            <a:ext cx="986658" cy="822960"/>
            <a:chOff x="4094200" y="2958682"/>
            <a:chExt cx="1127738" cy="940633"/>
          </a:xfrm>
        </p:grpSpPr>
        <p:grpSp>
          <p:nvGrpSpPr>
            <p:cNvPr id="22" name="Groupe 26">
              <a:extLst>
                <a:ext uri="{FF2B5EF4-FFF2-40B4-BE49-F238E27FC236}">
                  <a16:creationId xmlns:a16="http://schemas.microsoft.com/office/drawing/2014/main" id="{CCE36300-328E-A84D-4064-DA7ECC5EC6CB}"/>
                </a:ext>
              </a:extLst>
            </p:cNvPr>
            <p:cNvGrpSpPr/>
            <p:nvPr/>
          </p:nvGrpSpPr>
          <p:grpSpPr>
            <a:xfrm>
              <a:off x="4094200" y="2958682"/>
              <a:ext cx="1127738" cy="940633"/>
              <a:chOff x="4062122" y="2853000"/>
              <a:chExt cx="1191894" cy="994145"/>
            </a:xfrm>
          </p:grpSpPr>
          <p:pic>
            <p:nvPicPr>
              <p:cNvPr id="23" name="Graphic 50">
                <a:extLst>
                  <a:ext uri="{FF2B5EF4-FFF2-40B4-BE49-F238E27FC236}">
                    <a16:creationId xmlns:a16="http://schemas.microsoft.com/office/drawing/2014/main" id="{1DEF78C1-EEB9-923D-C301-947B036D919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370069" y="2853000"/>
                <a:ext cx="576000" cy="576000"/>
              </a:xfrm>
              <a:prstGeom prst="rect">
                <a:avLst/>
              </a:prstGeom>
            </p:spPr>
          </p:pic>
          <p:pic>
            <p:nvPicPr>
              <p:cNvPr id="24" name="Graphique 25">
                <a:extLst>
                  <a:ext uri="{FF2B5EF4-FFF2-40B4-BE49-F238E27FC236}">
                    <a16:creationId xmlns:a16="http://schemas.microsoft.com/office/drawing/2014/main" id="{B5C113C2-BFCB-BBE7-AAEC-48B8B8BE8A9F}"/>
                  </a:ext>
                </a:extLst>
              </p:cNvPr>
              <p:cNvPicPr>
                <a:picLocks noChangeAspect="1"/>
              </p:cNvPicPr>
              <p:nvPr/>
            </p:nvPicPr>
            <p:blipFill>
              <a:blip>
                <a:extLst>
                  <a:ext uri="{96DAC541-7B7A-43D3-8B79-37D633B846F1}">
                    <asvg:svgBlip xmlns:asvg="http://schemas.microsoft.com/office/drawing/2016/SVG/main" r:embed="rId5"/>
                  </a:ext>
                </a:extLst>
              </a:blip>
              <a:srcRect b="24142"/>
              <a:stretch>
                <a:fillRect/>
              </a:stretch>
            </p:blipFill>
            <p:spPr>
              <a:xfrm>
                <a:off x="4062122" y="3360148"/>
                <a:ext cx="1191894" cy="486997"/>
              </a:xfrm>
              <a:prstGeom prst="rect">
                <a:avLst/>
              </a:prstGeom>
            </p:spPr>
          </p:pic>
        </p:grpSp>
      </p:grpSp>
      <p:grpSp>
        <p:nvGrpSpPr>
          <p:cNvPr id="25" name="Transplant"/>
          <p:cNvGrpSpPr/>
          <p:nvPr/>
        </p:nvGrpSpPr>
        <p:grpSpPr>
          <a:xfrm>
            <a:off x="7063740" y="3058668"/>
            <a:ext cx="822960" cy="822959"/>
            <a:chOff x="7113189" y="3019146"/>
            <a:chExt cx="828000" cy="827999"/>
          </a:xfrm>
        </p:grpSpPr>
        <p:grpSp>
          <p:nvGrpSpPr>
            <p:cNvPr id="26" name="Google Shape;10957;p75">
              <a:extLst>
                <a:ext uri="{FF2B5EF4-FFF2-40B4-BE49-F238E27FC236}">
                  <a16:creationId xmlns:a16="http://schemas.microsoft.com/office/drawing/2014/main" id="{6527DF7B-DC9E-9BC2-1BC5-C46743D78E58}"/>
                </a:ext>
              </a:extLst>
            </p:cNvPr>
            <p:cNvGrpSpPr/>
            <p:nvPr/>
          </p:nvGrpSpPr>
          <p:grpSpPr>
            <a:xfrm>
              <a:off x="7113189" y="3019146"/>
              <a:ext cx="828000" cy="827999"/>
              <a:chOff x="898875" y="4399275"/>
              <a:chExt cx="483700" cy="481850"/>
            </a:xfrm>
            <a:solidFill>
              <a:srgbClr val="BA131A"/>
            </a:solidFill>
          </p:grpSpPr>
          <p:sp>
            <p:nvSpPr>
              <p:cNvPr id="27" name="Google Shape;10958;p75">
                <a:extLst>
                  <a:ext uri="{FF2B5EF4-FFF2-40B4-BE49-F238E27FC236}">
                    <a16:creationId xmlns:a16="http://schemas.microsoft.com/office/drawing/2014/main" id="{9261D402-64DE-9C89-3654-5E2D45A34803}"/>
                  </a:ext>
                </a:extLst>
              </p:cNvPr>
              <p:cNvSpPr/>
              <p:nvPr/>
            </p:nvSpPr>
            <p:spPr>
              <a:xfrm>
                <a:off x="992750" y="4642900"/>
                <a:ext cx="145300" cy="144100"/>
              </a:xfrm>
              <a:custGeom>
                <a:avLst/>
                <a:gdLst/>
                <a:ahLst/>
                <a:cxnLst/>
                <a:rect l="l" t="t" r="r" b="b"/>
                <a:pathLst>
                  <a:path w="5812" h="5764" extrusionOk="0">
                    <a:moveTo>
                      <a:pt x="994" y="0"/>
                    </a:moveTo>
                    <a:lnTo>
                      <a:pt x="988" y="12"/>
                    </a:lnTo>
                    <a:cubicBezTo>
                      <a:pt x="988" y="9"/>
                      <a:pt x="991" y="6"/>
                      <a:pt x="991" y="3"/>
                    </a:cubicBezTo>
                    <a:lnTo>
                      <a:pt x="991" y="3"/>
                    </a:lnTo>
                    <a:lnTo>
                      <a:pt x="979" y="27"/>
                    </a:lnTo>
                    <a:lnTo>
                      <a:pt x="108" y="1759"/>
                    </a:lnTo>
                    <a:cubicBezTo>
                      <a:pt x="0" y="1976"/>
                      <a:pt x="42" y="2241"/>
                      <a:pt x="214" y="2415"/>
                    </a:cubicBezTo>
                    <a:lnTo>
                      <a:pt x="3397" y="5598"/>
                    </a:lnTo>
                    <a:cubicBezTo>
                      <a:pt x="3506" y="5707"/>
                      <a:pt x="3649" y="5763"/>
                      <a:pt x="3795" y="5763"/>
                    </a:cubicBezTo>
                    <a:cubicBezTo>
                      <a:pt x="3883" y="5763"/>
                      <a:pt x="3971" y="5743"/>
                      <a:pt x="4053" y="5701"/>
                    </a:cubicBezTo>
                    <a:lnTo>
                      <a:pt x="5797" y="4827"/>
                    </a:lnTo>
                    <a:lnTo>
                      <a:pt x="5800" y="4824"/>
                    </a:lnTo>
                    <a:lnTo>
                      <a:pt x="5812" y="4818"/>
                    </a:lnTo>
                    <a:lnTo>
                      <a:pt x="994" y="0"/>
                    </a:ln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400" b="0" i="0" u="none" strike="noStrike" kern="1200" cap="none" spc="0" normalizeH="0" baseline="0" noProof="0" dirty="0">
                  <a:ln>
                    <a:noFill/>
                  </a:ln>
                  <a:solidFill>
                    <a:srgbClr val="435D74"/>
                  </a:solidFill>
                  <a:effectLst/>
                  <a:uLnTx/>
                  <a:uFillTx/>
                  <a:latin typeface="Aptos"/>
                  <a:ea typeface="+mn-ea"/>
                  <a:cs typeface="+mn-cs"/>
                </a:endParaRPr>
              </a:p>
            </p:txBody>
          </p:sp>
          <p:sp>
            <p:nvSpPr>
              <p:cNvPr id="28" name="Google Shape;10959;p75">
                <a:extLst>
                  <a:ext uri="{FF2B5EF4-FFF2-40B4-BE49-F238E27FC236}">
                    <a16:creationId xmlns:a16="http://schemas.microsoft.com/office/drawing/2014/main" id="{FB90E7BB-CCE0-9A45-FDE9-C231945F89F4}"/>
                  </a:ext>
                </a:extLst>
              </p:cNvPr>
              <p:cNvSpPr/>
              <p:nvPr/>
            </p:nvSpPr>
            <p:spPr>
              <a:xfrm>
                <a:off x="1138025" y="4763350"/>
                <a:ext cx="25" cy="25"/>
              </a:xfrm>
              <a:custGeom>
                <a:avLst/>
                <a:gdLst/>
                <a:ahLst/>
                <a:cxnLst/>
                <a:rect l="l" t="t" r="r" b="b"/>
                <a:pathLst>
                  <a:path w="1" h="1" extrusionOk="0">
                    <a:moveTo>
                      <a:pt x="1" y="0"/>
                    </a:move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400" b="0" i="0" u="none" strike="noStrike" kern="1200" cap="none" spc="0" normalizeH="0" baseline="0" noProof="0" dirty="0">
                  <a:ln>
                    <a:noFill/>
                  </a:ln>
                  <a:solidFill>
                    <a:srgbClr val="435D74"/>
                  </a:solidFill>
                  <a:effectLst/>
                  <a:uLnTx/>
                  <a:uFillTx/>
                  <a:latin typeface="Aptos"/>
                  <a:ea typeface="+mn-ea"/>
                  <a:cs typeface="+mn-cs"/>
                </a:endParaRPr>
              </a:p>
            </p:txBody>
          </p:sp>
          <p:sp>
            <p:nvSpPr>
              <p:cNvPr id="29" name="Google Shape;10960;p75">
                <a:extLst>
                  <a:ext uri="{FF2B5EF4-FFF2-40B4-BE49-F238E27FC236}">
                    <a16:creationId xmlns:a16="http://schemas.microsoft.com/office/drawing/2014/main" id="{5D6696A8-ECE4-782D-97F9-644064EE7306}"/>
                  </a:ext>
                </a:extLst>
              </p:cNvPr>
              <p:cNvSpPr/>
              <p:nvPr/>
            </p:nvSpPr>
            <p:spPr>
              <a:xfrm>
                <a:off x="1269550" y="4399275"/>
                <a:ext cx="113025" cy="112125"/>
              </a:xfrm>
              <a:custGeom>
                <a:avLst/>
                <a:gdLst/>
                <a:ahLst/>
                <a:cxnLst/>
                <a:rect l="l" t="t" r="r" b="b"/>
                <a:pathLst>
                  <a:path w="4521" h="4485" extrusionOk="0">
                    <a:moveTo>
                      <a:pt x="3066" y="1"/>
                    </a:moveTo>
                    <a:cubicBezTo>
                      <a:pt x="1947" y="1"/>
                      <a:pt x="938" y="82"/>
                      <a:pt x="0" y="239"/>
                    </a:cubicBezTo>
                    <a:lnTo>
                      <a:pt x="9" y="895"/>
                    </a:lnTo>
                    <a:cubicBezTo>
                      <a:pt x="34" y="2862"/>
                      <a:pt x="1623" y="4452"/>
                      <a:pt x="3590" y="4476"/>
                    </a:cubicBezTo>
                    <a:lnTo>
                      <a:pt x="4243" y="4485"/>
                    </a:lnTo>
                    <a:cubicBezTo>
                      <a:pt x="4439" y="3313"/>
                      <a:pt x="4520" y="2028"/>
                      <a:pt x="4469" y="561"/>
                    </a:cubicBezTo>
                    <a:cubicBezTo>
                      <a:pt x="4457" y="266"/>
                      <a:pt x="4219" y="28"/>
                      <a:pt x="3924" y="16"/>
                    </a:cubicBezTo>
                    <a:cubicBezTo>
                      <a:pt x="3631" y="6"/>
                      <a:pt x="3345" y="1"/>
                      <a:pt x="3066"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400" b="0" i="0" u="none" strike="noStrike" kern="1200" cap="none" spc="0" normalizeH="0" baseline="0" noProof="0" dirty="0">
                  <a:ln>
                    <a:noFill/>
                  </a:ln>
                  <a:solidFill>
                    <a:srgbClr val="435D74"/>
                  </a:solidFill>
                  <a:effectLst/>
                  <a:uLnTx/>
                  <a:uFillTx/>
                  <a:latin typeface="Aptos"/>
                  <a:ea typeface="+mn-ea"/>
                  <a:cs typeface="+mn-cs"/>
                </a:endParaRPr>
              </a:p>
            </p:txBody>
          </p:sp>
          <p:sp>
            <p:nvSpPr>
              <p:cNvPr id="30" name="Google Shape;10961;p75">
                <a:extLst>
                  <a:ext uri="{FF2B5EF4-FFF2-40B4-BE49-F238E27FC236}">
                    <a16:creationId xmlns:a16="http://schemas.microsoft.com/office/drawing/2014/main" id="{A034C53E-B514-34B7-A5CD-5A9F0C56A1A4}"/>
                  </a:ext>
                </a:extLst>
              </p:cNvPr>
              <p:cNvSpPr/>
              <p:nvPr/>
            </p:nvSpPr>
            <p:spPr>
              <a:xfrm>
                <a:off x="1161975" y="4531175"/>
                <a:ext cx="91400" cy="84350"/>
              </a:xfrm>
              <a:custGeom>
                <a:avLst/>
                <a:gdLst/>
                <a:ahLst/>
                <a:cxnLst/>
                <a:rect l="l" t="t" r="r" b="b"/>
                <a:pathLst>
                  <a:path w="3656" h="3374" extrusionOk="0">
                    <a:moveTo>
                      <a:pt x="1821" y="1"/>
                    </a:moveTo>
                    <a:cubicBezTo>
                      <a:pt x="1137" y="1"/>
                      <a:pt x="523" y="415"/>
                      <a:pt x="262" y="1046"/>
                    </a:cubicBezTo>
                    <a:cubicBezTo>
                      <a:pt x="0" y="1678"/>
                      <a:pt x="145" y="2410"/>
                      <a:pt x="633" y="2894"/>
                    </a:cubicBezTo>
                    <a:cubicBezTo>
                      <a:pt x="952" y="3214"/>
                      <a:pt x="1391" y="3373"/>
                      <a:pt x="1830" y="3373"/>
                    </a:cubicBezTo>
                    <a:cubicBezTo>
                      <a:pt x="2269" y="3373"/>
                      <a:pt x="2707" y="3214"/>
                      <a:pt x="3027" y="2894"/>
                    </a:cubicBezTo>
                    <a:cubicBezTo>
                      <a:pt x="3511" y="2410"/>
                      <a:pt x="3656" y="1681"/>
                      <a:pt x="3394" y="1046"/>
                    </a:cubicBezTo>
                    <a:cubicBezTo>
                      <a:pt x="3132" y="413"/>
                      <a:pt x="2515" y="1"/>
                      <a:pt x="1828" y="1"/>
                    </a:cubicBezTo>
                    <a:cubicBezTo>
                      <a:pt x="1826" y="1"/>
                      <a:pt x="1823" y="1"/>
                      <a:pt x="1821"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400" b="0" i="0" u="none" strike="noStrike" kern="1200" cap="none" spc="0" normalizeH="0" baseline="0" noProof="0" dirty="0">
                  <a:ln>
                    <a:noFill/>
                  </a:ln>
                  <a:solidFill>
                    <a:srgbClr val="435D74"/>
                  </a:solidFill>
                  <a:effectLst/>
                  <a:uLnTx/>
                  <a:uFillTx/>
                  <a:latin typeface="Aptos"/>
                  <a:ea typeface="+mn-ea"/>
                  <a:cs typeface="+mn-cs"/>
                </a:endParaRPr>
              </a:p>
            </p:txBody>
          </p:sp>
          <p:sp>
            <p:nvSpPr>
              <p:cNvPr id="31" name="Google Shape;10962;p75">
                <a:extLst>
                  <a:ext uri="{FF2B5EF4-FFF2-40B4-BE49-F238E27FC236}">
                    <a16:creationId xmlns:a16="http://schemas.microsoft.com/office/drawing/2014/main" id="{86207EC4-7BBA-71A8-532D-7235F6475E91}"/>
                  </a:ext>
                </a:extLst>
              </p:cNvPr>
              <p:cNvSpPr/>
              <p:nvPr/>
            </p:nvSpPr>
            <p:spPr>
              <a:xfrm>
                <a:off x="1031050" y="4411100"/>
                <a:ext cx="338650" cy="338725"/>
              </a:xfrm>
              <a:custGeom>
                <a:avLst/>
                <a:gdLst/>
                <a:ahLst/>
                <a:cxnLst/>
                <a:rect l="l" t="t" r="r" b="b"/>
                <a:pathLst>
                  <a:path w="13546" h="13549" extrusionOk="0">
                    <a:moveTo>
                      <a:pt x="7066" y="3673"/>
                    </a:moveTo>
                    <a:cubicBezTo>
                      <a:pt x="7800" y="3673"/>
                      <a:pt x="8522" y="3960"/>
                      <a:pt x="9062" y="4500"/>
                    </a:cubicBezTo>
                    <a:cubicBezTo>
                      <a:pt x="10170" y="5602"/>
                      <a:pt x="10170" y="7393"/>
                      <a:pt x="9062" y="8492"/>
                    </a:cubicBezTo>
                    <a:cubicBezTo>
                      <a:pt x="8522" y="9032"/>
                      <a:pt x="7800" y="9319"/>
                      <a:pt x="7066" y="9319"/>
                    </a:cubicBezTo>
                    <a:cubicBezTo>
                      <a:pt x="6702" y="9319"/>
                      <a:pt x="6334" y="9248"/>
                      <a:pt x="5984" y="9104"/>
                    </a:cubicBezTo>
                    <a:cubicBezTo>
                      <a:pt x="4930" y="8667"/>
                      <a:pt x="4244" y="7637"/>
                      <a:pt x="4244" y="6496"/>
                    </a:cubicBezTo>
                    <a:cubicBezTo>
                      <a:pt x="4244" y="5355"/>
                      <a:pt x="4930" y="4325"/>
                      <a:pt x="5984" y="3888"/>
                    </a:cubicBezTo>
                    <a:cubicBezTo>
                      <a:pt x="6334" y="3744"/>
                      <a:pt x="6702" y="3673"/>
                      <a:pt x="7066" y="3673"/>
                    </a:cubicBezTo>
                    <a:close/>
                    <a:moveTo>
                      <a:pt x="3868" y="9124"/>
                    </a:moveTo>
                    <a:cubicBezTo>
                      <a:pt x="4006" y="9124"/>
                      <a:pt x="4147" y="9176"/>
                      <a:pt x="4262" y="9290"/>
                    </a:cubicBezTo>
                    <a:cubicBezTo>
                      <a:pt x="4481" y="9510"/>
                      <a:pt x="4481" y="9869"/>
                      <a:pt x="4262" y="10088"/>
                    </a:cubicBezTo>
                    <a:cubicBezTo>
                      <a:pt x="4147" y="10204"/>
                      <a:pt x="4005" y="10255"/>
                      <a:pt x="3866" y="10255"/>
                    </a:cubicBezTo>
                    <a:cubicBezTo>
                      <a:pt x="3576" y="10255"/>
                      <a:pt x="3298" y="10031"/>
                      <a:pt x="3298" y="9691"/>
                    </a:cubicBezTo>
                    <a:cubicBezTo>
                      <a:pt x="3298" y="9350"/>
                      <a:pt x="3577" y="9124"/>
                      <a:pt x="3868" y="9124"/>
                    </a:cubicBezTo>
                    <a:close/>
                    <a:moveTo>
                      <a:pt x="8414" y="1"/>
                    </a:moveTo>
                    <a:cubicBezTo>
                      <a:pt x="6466" y="507"/>
                      <a:pt x="4888" y="1425"/>
                      <a:pt x="3518" y="2846"/>
                    </a:cubicBezTo>
                    <a:cubicBezTo>
                      <a:pt x="2169" y="4244"/>
                      <a:pt x="1000" y="6282"/>
                      <a:pt x="1" y="8212"/>
                    </a:cubicBezTo>
                    <a:lnTo>
                      <a:pt x="5337" y="13548"/>
                    </a:lnTo>
                    <a:cubicBezTo>
                      <a:pt x="7267" y="12549"/>
                      <a:pt x="9309" y="11380"/>
                      <a:pt x="10706" y="10031"/>
                    </a:cubicBezTo>
                    <a:cubicBezTo>
                      <a:pt x="12124" y="8664"/>
                      <a:pt x="13039" y="7086"/>
                      <a:pt x="13545" y="5138"/>
                    </a:cubicBezTo>
                    <a:lnTo>
                      <a:pt x="13112" y="5129"/>
                    </a:lnTo>
                    <a:cubicBezTo>
                      <a:pt x="10534" y="5099"/>
                      <a:pt x="8453" y="3015"/>
                      <a:pt x="8420" y="440"/>
                    </a:cubicBezTo>
                    <a:lnTo>
                      <a:pt x="8414" y="1"/>
                    </a:ln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400" b="0" i="0" u="none" strike="noStrike" kern="1200" cap="none" spc="0" normalizeH="0" baseline="0" noProof="0" dirty="0">
                  <a:ln>
                    <a:noFill/>
                  </a:ln>
                  <a:solidFill>
                    <a:srgbClr val="435D74"/>
                  </a:solidFill>
                  <a:effectLst/>
                  <a:uLnTx/>
                  <a:uFillTx/>
                  <a:latin typeface="Aptos"/>
                  <a:ea typeface="+mn-ea"/>
                  <a:cs typeface="+mn-cs"/>
                </a:endParaRPr>
              </a:p>
            </p:txBody>
          </p:sp>
          <p:sp>
            <p:nvSpPr>
              <p:cNvPr id="32" name="Google Shape;10963;p75">
                <a:extLst>
                  <a:ext uri="{FF2B5EF4-FFF2-40B4-BE49-F238E27FC236}">
                    <a16:creationId xmlns:a16="http://schemas.microsoft.com/office/drawing/2014/main" id="{6E5F54EB-626F-F2AA-A7B0-E984070281A3}"/>
                  </a:ext>
                </a:extLst>
              </p:cNvPr>
              <p:cNvSpPr/>
              <p:nvPr/>
            </p:nvSpPr>
            <p:spPr>
              <a:xfrm>
                <a:off x="1130500" y="4740450"/>
                <a:ext cx="108950" cy="111250"/>
              </a:xfrm>
              <a:custGeom>
                <a:avLst/>
                <a:gdLst/>
                <a:ahLst/>
                <a:cxnLst/>
                <a:rect l="l" t="t" r="r" b="b"/>
                <a:pathLst>
                  <a:path w="4358" h="4450" extrusionOk="0">
                    <a:moveTo>
                      <a:pt x="4358" y="1"/>
                    </a:moveTo>
                    <a:lnTo>
                      <a:pt x="4358" y="1"/>
                    </a:lnTo>
                    <a:cubicBezTo>
                      <a:pt x="2906" y="877"/>
                      <a:pt x="1437" y="1609"/>
                      <a:pt x="1" y="2332"/>
                    </a:cubicBezTo>
                    <a:cubicBezTo>
                      <a:pt x="58" y="3090"/>
                      <a:pt x="112" y="3789"/>
                      <a:pt x="118" y="3882"/>
                    </a:cubicBezTo>
                    <a:cubicBezTo>
                      <a:pt x="118" y="4211"/>
                      <a:pt x="387" y="4450"/>
                      <a:pt x="683" y="4450"/>
                    </a:cubicBezTo>
                    <a:cubicBezTo>
                      <a:pt x="767" y="4450"/>
                      <a:pt x="854" y="4430"/>
                      <a:pt x="937" y="4388"/>
                    </a:cubicBezTo>
                    <a:cubicBezTo>
                      <a:pt x="1039" y="4295"/>
                      <a:pt x="3858" y="3208"/>
                      <a:pt x="4358"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400" b="0" i="0" u="none" strike="noStrike" kern="1200" cap="none" spc="0" normalizeH="0" baseline="0" noProof="0" dirty="0">
                  <a:ln>
                    <a:noFill/>
                  </a:ln>
                  <a:solidFill>
                    <a:srgbClr val="435D74"/>
                  </a:solidFill>
                  <a:effectLst/>
                  <a:uLnTx/>
                  <a:uFillTx/>
                  <a:latin typeface="Aptos"/>
                  <a:ea typeface="+mn-ea"/>
                  <a:cs typeface="+mn-cs"/>
                </a:endParaRPr>
              </a:p>
            </p:txBody>
          </p:sp>
          <p:sp>
            <p:nvSpPr>
              <p:cNvPr id="33" name="Google Shape;10964;p75">
                <a:extLst>
                  <a:ext uri="{FF2B5EF4-FFF2-40B4-BE49-F238E27FC236}">
                    <a16:creationId xmlns:a16="http://schemas.microsoft.com/office/drawing/2014/main" id="{AF2E1F87-839F-AF57-5C43-B1B507C54FEA}"/>
                  </a:ext>
                </a:extLst>
              </p:cNvPr>
              <p:cNvSpPr/>
              <p:nvPr/>
            </p:nvSpPr>
            <p:spPr>
              <a:xfrm>
                <a:off x="927325" y="4539825"/>
                <a:ext cx="114150" cy="109800"/>
              </a:xfrm>
              <a:custGeom>
                <a:avLst/>
                <a:gdLst/>
                <a:ahLst/>
                <a:cxnLst/>
                <a:rect l="l" t="t" r="r" b="b"/>
                <a:pathLst>
                  <a:path w="4566" h="4392" extrusionOk="0">
                    <a:moveTo>
                      <a:pt x="4565" y="1"/>
                    </a:moveTo>
                    <a:lnTo>
                      <a:pt x="4565" y="1"/>
                    </a:lnTo>
                    <a:cubicBezTo>
                      <a:pt x="1268" y="459"/>
                      <a:pt x="184" y="3334"/>
                      <a:pt x="91" y="3437"/>
                    </a:cubicBezTo>
                    <a:cubicBezTo>
                      <a:pt x="0" y="3611"/>
                      <a:pt x="9" y="3822"/>
                      <a:pt x="112" y="3988"/>
                    </a:cubicBezTo>
                    <a:cubicBezTo>
                      <a:pt x="295" y="4286"/>
                      <a:pt x="606" y="4232"/>
                      <a:pt x="723" y="4256"/>
                    </a:cubicBezTo>
                    <a:lnTo>
                      <a:pt x="2214" y="4391"/>
                    </a:lnTo>
                    <a:cubicBezTo>
                      <a:pt x="2945" y="2928"/>
                      <a:pt x="3680" y="1458"/>
                      <a:pt x="4565"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400" b="0" i="0" u="none" strike="noStrike" kern="1200" cap="none" spc="0" normalizeH="0" baseline="0" noProof="0" dirty="0">
                  <a:ln>
                    <a:noFill/>
                  </a:ln>
                  <a:solidFill>
                    <a:srgbClr val="435D74"/>
                  </a:solidFill>
                  <a:effectLst/>
                  <a:uLnTx/>
                  <a:uFillTx/>
                  <a:latin typeface="Aptos"/>
                  <a:ea typeface="+mn-ea"/>
                  <a:cs typeface="+mn-cs"/>
                </a:endParaRPr>
              </a:p>
            </p:txBody>
          </p:sp>
          <p:sp>
            <p:nvSpPr>
              <p:cNvPr id="34" name="Google Shape;10965;p75">
                <a:extLst>
                  <a:ext uri="{FF2B5EF4-FFF2-40B4-BE49-F238E27FC236}">
                    <a16:creationId xmlns:a16="http://schemas.microsoft.com/office/drawing/2014/main" id="{6C239E57-733C-C452-3A11-4013046F3F30}"/>
                  </a:ext>
                </a:extLst>
              </p:cNvPr>
              <p:cNvSpPr/>
              <p:nvPr/>
            </p:nvSpPr>
            <p:spPr>
              <a:xfrm>
                <a:off x="898875" y="4711550"/>
                <a:ext cx="170825" cy="169575"/>
              </a:xfrm>
              <a:custGeom>
                <a:avLst/>
                <a:gdLst/>
                <a:ahLst/>
                <a:cxnLst/>
                <a:rect l="l" t="t" r="r" b="b"/>
                <a:pathLst>
                  <a:path w="6833" h="6783" extrusionOk="0">
                    <a:moveTo>
                      <a:pt x="2846" y="1"/>
                    </a:moveTo>
                    <a:cubicBezTo>
                      <a:pt x="1747" y="1052"/>
                      <a:pt x="503" y="4602"/>
                      <a:pt x="63" y="6050"/>
                    </a:cubicBezTo>
                    <a:cubicBezTo>
                      <a:pt x="0" y="6252"/>
                      <a:pt x="54" y="6469"/>
                      <a:pt x="202" y="6616"/>
                    </a:cubicBezTo>
                    <a:cubicBezTo>
                      <a:pt x="309" y="6724"/>
                      <a:pt x="454" y="6782"/>
                      <a:pt x="602" y="6782"/>
                    </a:cubicBezTo>
                    <a:cubicBezTo>
                      <a:pt x="656" y="6782"/>
                      <a:pt x="711" y="6774"/>
                      <a:pt x="765" y="6758"/>
                    </a:cubicBezTo>
                    <a:cubicBezTo>
                      <a:pt x="2225" y="6318"/>
                      <a:pt x="5782" y="5084"/>
                      <a:pt x="6833" y="3981"/>
                    </a:cubicBezTo>
                    <a:cubicBezTo>
                      <a:pt x="6655" y="3900"/>
                      <a:pt x="6492" y="3789"/>
                      <a:pt x="6354" y="3650"/>
                    </a:cubicBezTo>
                    <a:lnTo>
                      <a:pt x="5167" y="2464"/>
                    </a:lnTo>
                    <a:lnTo>
                      <a:pt x="4767" y="2861"/>
                    </a:lnTo>
                    <a:cubicBezTo>
                      <a:pt x="4658" y="2967"/>
                      <a:pt x="4517" y="3020"/>
                      <a:pt x="4375" y="3020"/>
                    </a:cubicBezTo>
                    <a:cubicBezTo>
                      <a:pt x="4231" y="3020"/>
                      <a:pt x="4086" y="2965"/>
                      <a:pt x="3975" y="2855"/>
                    </a:cubicBezTo>
                    <a:cubicBezTo>
                      <a:pt x="3758" y="2638"/>
                      <a:pt x="3755" y="2286"/>
                      <a:pt x="3969" y="2063"/>
                    </a:cubicBezTo>
                    <a:lnTo>
                      <a:pt x="4369" y="1663"/>
                    </a:lnTo>
                    <a:lnTo>
                      <a:pt x="3171" y="464"/>
                    </a:lnTo>
                    <a:cubicBezTo>
                      <a:pt x="3035" y="329"/>
                      <a:pt x="2927" y="172"/>
                      <a:pt x="2846"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400" b="0" i="0" u="none" strike="noStrike" kern="1200" cap="none" spc="0" normalizeH="0" baseline="0" noProof="0" dirty="0">
                  <a:ln>
                    <a:noFill/>
                  </a:ln>
                  <a:solidFill>
                    <a:srgbClr val="435D74"/>
                  </a:solidFill>
                  <a:effectLst/>
                  <a:uLnTx/>
                  <a:uFillTx/>
                  <a:latin typeface="Aptos"/>
                  <a:ea typeface="+mn-ea"/>
                  <a:cs typeface="+mn-cs"/>
                </a:endParaRPr>
              </a:p>
            </p:txBody>
          </p:sp>
        </p:grpSp>
      </p:grpSp>
      <p:grpSp>
        <p:nvGrpSpPr>
          <p:cNvPr id="35" name="Transplant"/>
          <p:cNvGrpSpPr/>
          <p:nvPr/>
        </p:nvGrpSpPr>
        <p:grpSpPr>
          <a:xfrm>
            <a:off x="9825228" y="3058668"/>
            <a:ext cx="822960" cy="822960"/>
            <a:chOff x="10003175" y="3014279"/>
            <a:chExt cx="828000" cy="828000"/>
          </a:xfrm>
        </p:grpSpPr>
        <p:grpSp>
          <p:nvGrpSpPr>
            <p:cNvPr id="36" name="Google Shape;11558;p77">
              <a:extLst>
                <a:ext uri="{FF2B5EF4-FFF2-40B4-BE49-F238E27FC236}">
                  <a16:creationId xmlns:a16="http://schemas.microsoft.com/office/drawing/2014/main" id="{8E15B290-39EE-E4CB-E90B-87C39E18B89F}"/>
                </a:ext>
              </a:extLst>
            </p:cNvPr>
            <p:cNvGrpSpPr/>
            <p:nvPr/>
          </p:nvGrpSpPr>
          <p:grpSpPr>
            <a:xfrm>
              <a:off x="10003175" y="3014279"/>
              <a:ext cx="828000" cy="828000"/>
              <a:chOff x="-62154300" y="3743950"/>
              <a:chExt cx="318200" cy="317450"/>
            </a:xfrm>
            <a:solidFill>
              <a:srgbClr val="BA131A"/>
            </a:solidFill>
          </p:grpSpPr>
          <p:sp>
            <p:nvSpPr>
              <p:cNvPr id="37" name="Google Shape;11559;p77">
                <a:extLst>
                  <a:ext uri="{FF2B5EF4-FFF2-40B4-BE49-F238E27FC236}">
                    <a16:creationId xmlns:a16="http://schemas.microsoft.com/office/drawing/2014/main" id="{9299D3B0-6B5F-C6DB-56F6-77F95F2C44D0}"/>
                  </a:ext>
                </a:extLst>
              </p:cNvPr>
              <p:cNvSpPr/>
              <p:nvPr/>
            </p:nvSpPr>
            <p:spPr>
              <a:xfrm>
                <a:off x="-61992850" y="3743950"/>
                <a:ext cx="63825" cy="69150"/>
              </a:xfrm>
              <a:custGeom>
                <a:avLst/>
                <a:gdLst/>
                <a:ahLst/>
                <a:cxnLst/>
                <a:rect l="l" t="t" r="r" b="b"/>
                <a:pathLst>
                  <a:path w="2553" h="2766" extrusionOk="0">
                    <a:moveTo>
                      <a:pt x="1261" y="1"/>
                    </a:moveTo>
                    <a:cubicBezTo>
                      <a:pt x="1009" y="1"/>
                      <a:pt x="851" y="221"/>
                      <a:pt x="851" y="410"/>
                    </a:cubicBezTo>
                    <a:lnTo>
                      <a:pt x="851" y="1355"/>
                    </a:lnTo>
                    <a:lnTo>
                      <a:pt x="725" y="1229"/>
                    </a:lnTo>
                    <a:cubicBezTo>
                      <a:pt x="646" y="1151"/>
                      <a:pt x="544" y="1111"/>
                      <a:pt x="442" y="1111"/>
                    </a:cubicBezTo>
                    <a:cubicBezTo>
                      <a:pt x="339" y="1111"/>
                      <a:pt x="237" y="1151"/>
                      <a:pt x="158" y="1229"/>
                    </a:cubicBezTo>
                    <a:cubicBezTo>
                      <a:pt x="1" y="1387"/>
                      <a:pt x="1" y="1670"/>
                      <a:pt x="158" y="1828"/>
                    </a:cubicBezTo>
                    <a:lnTo>
                      <a:pt x="977" y="2647"/>
                    </a:lnTo>
                    <a:cubicBezTo>
                      <a:pt x="1056" y="2726"/>
                      <a:pt x="1166" y="2765"/>
                      <a:pt x="1277" y="2765"/>
                    </a:cubicBezTo>
                    <a:cubicBezTo>
                      <a:pt x="1387" y="2765"/>
                      <a:pt x="1497" y="2726"/>
                      <a:pt x="1576" y="2647"/>
                    </a:cubicBezTo>
                    <a:lnTo>
                      <a:pt x="2395" y="1828"/>
                    </a:lnTo>
                    <a:cubicBezTo>
                      <a:pt x="2553" y="1670"/>
                      <a:pt x="2553" y="1387"/>
                      <a:pt x="2395" y="1229"/>
                    </a:cubicBezTo>
                    <a:cubicBezTo>
                      <a:pt x="2316" y="1151"/>
                      <a:pt x="2206" y="1111"/>
                      <a:pt x="2096" y="1111"/>
                    </a:cubicBezTo>
                    <a:cubicBezTo>
                      <a:pt x="1985" y="1111"/>
                      <a:pt x="1875" y="1151"/>
                      <a:pt x="1796" y="1229"/>
                    </a:cubicBezTo>
                    <a:lnTo>
                      <a:pt x="1670" y="1355"/>
                    </a:lnTo>
                    <a:lnTo>
                      <a:pt x="1670" y="410"/>
                    </a:lnTo>
                    <a:cubicBezTo>
                      <a:pt x="1670" y="221"/>
                      <a:pt x="1481" y="1"/>
                      <a:pt x="1261"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400" b="0" i="0" u="none" strike="noStrike" kern="1200" cap="none" spc="0" normalizeH="0" baseline="0" noProof="0" dirty="0">
                  <a:ln>
                    <a:noFill/>
                  </a:ln>
                  <a:solidFill>
                    <a:srgbClr val="212529"/>
                  </a:solidFill>
                  <a:effectLst/>
                  <a:uLnTx/>
                  <a:uFillTx/>
                  <a:latin typeface="Aptos"/>
                  <a:ea typeface="+mn-ea"/>
                  <a:cs typeface="+mn-cs"/>
                </a:endParaRPr>
              </a:p>
            </p:txBody>
          </p:sp>
          <p:sp>
            <p:nvSpPr>
              <p:cNvPr id="38" name="Google Shape;11560;p77">
                <a:extLst>
                  <a:ext uri="{FF2B5EF4-FFF2-40B4-BE49-F238E27FC236}">
                    <a16:creationId xmlns:a16="http://schemas.microsoft.com/office/drawing/2014/main" id="{4BBE206F-CD67-D531-8CFF-4DC44D927F9A}"/>
                  </a:ext>
                </a:extLst>
              </p:cNvPr>
              <p:cNvSpPr/>
              <p:nvPr/>
            </p:nvSpPr>
            <p:spPr>
              <a:xfrm>
                <a:off x="-62154300" y="3785700"/>
                <a:ext cx="318200" cy="275700"/>
              </a:xfrm>
              <a:custGeom>
                <a:avLst/>
                <a:gdLst/>
                <a:ahLst/>
                <a:cxnLst/>
                <a:rect l="l" t="t" r="r" b="b"/>
                <a:pathLst>
                  <a:path w="12728" h="11028" extrusionOk="0">
                    <a:moveTo>
                      <a:pt x="5261" y="3560"/>
                    </a:moveTo>
                    <a:cubicBezTo>
                      <a:pt x="5513" y="3560"/>
                      <a:pt x="5671" y="3781"/>
                      <a:pt x="5671" y="4002"/>
                    </a:cubicBezTo>
                    <a:lnTo>
                      <a:pt x="5671" y="5671"/>
                    </a:lnTo>
                    <a:cubicBezTo>
                      <a:pt x="5671" y="5892"/>
                      <a:pt x="5450" y="6112"/>
                      <a:pt x="5261" y="6112"/>
                    </a:cubicBezTo>
                    <a:cubicBezTo>
                      <a:pt x="5072" y="6112"/>
                      <a:pt x="4820" y="5892"/>
                      <a:pt x="4820" y="5671"/>
                    </a:cubicBezTo>
                    <a:lnTo>
                      <a:pt x="4820" y="4002"/>
                    </a:lnTo>
                    <a:cubicBezTo>
                      <a:pt x="4820" y="3781"/>
                      <a:pt x="5041" y="3560"/>
                      <a:pt x="5261" y="3560"/>
                    </a:cubicBezTo>
                    <a:close/>
                    <a:moveTo>
                      <a:pt x="7719" y="3560"/>
                    </a:moveTo>
                    <a:cubicBezTo>
                      <a:pt x="7908" y="3560"/>
                      <a:pt x="8128" y="3781"/>
                      <a:pt x="8128" y="4002"/>
                    </a:cubicBezTo>
                    <a:lnTo>
                      <a:pt x="8128" y="5671"/>
                    </a:lnTo>
                    <a:cubicBezTo>
                      <a:pt x="8128" y="5892"/>
                      <a:pt x="7939" y="6112"/>
                      <a:pt x="7719" y="6112"/>
                    </a:cubicBezTo>
                    <a:cubicBezTo>
                      <a:pt x="7467" y="6112"/>
                      <a:pt x="7309" y="5892"/>
                      <a:pt x="7309" y="5671"/>
                    </a:cubicBezTo>
                    <a:lnTo>
                      <a:pt x="7309" y="4002"/>
                    </a:lnTo>
                    <a:cubicBezTo>
                      <a:pt x="7309" y="3781"/>
                      <a:pt x="7498" y="3560"/>
                      <a:pt x="7719" y="3560"/>
                    </a:cubicBezTo>
                    <a:close/>
                    <a:moveTo>
                      <a:pt x="10239" y="3560"/>
                    </a:moveTo>
                    <a:cubicBezTo>
                      <a:pt x="10460" y="3560"/>
                      <a:pt x="10617" y="3781"/>
                      <a:pt x="10617" y="4002"/>
                    </a:cubicBezTo>
                    <a:lnTo>
                      <a:pt x="10617" y="5671"/>
                    </a:lnTo>
                    <a:cubicBezTo>
                      <a:pt x="10617" y="5892"/>
                      <a:pt x="10428" y="6112"/>
                      <a:pt x="10239" y="6112"/>
                    </a:cubicBezTo>
                    <a:cubicBezTo>
                      <a:pt x="9987" y="6112"/>
                      <a:pt x="9798" y="5892"/>
                      <a:pt x="9798" y="5671"/>
                    </a:cubicBezTo>
                    <a:lnTo>
                      <a:pt x="9798" y="4002"/>
                    </a:lnTo>
                    <a:cubicBezTo>
                      <a:pt x="9798" y="3781"/>
                      <a:pt x="9987" y="3560"/>
                      <a:pt x="10239" y="3560"/>
                    </a:cubicBezTo>
                    <a:close/>
                    <a:moveTo>
                      <a:pt x="5230" y="9357"/>
                    </a:moveTo>
                    <a:cubicBezTo>
                      <a:pt x="5450" y="9357"/>
                      <a:pt x="5608" y="9578"/>
                      <a:pt x="5608" y="9767"/>
                    </a:cubicBezTo>
                    <a:cubicBezTo>
                      <a:pt x="5608" y="9987"/>
                      <a:pt x="5419" y="10208"/>
                      <a:pt x="5230" y="10208"/>
                    </a:cubicBezTo>
                    <a:cubicBezTo>
                      <a:pt x="5041" y="10208"/>
                      <a:pt x="4789" y="9987"/>
                      <a:pt x="4789" y="9767"/>
                    </a:cubicBezTo>
                    <a:cubicBezTo>
                      <a:pt x="4820" y="9578"/>
                      <a:pt x="5041" y="9357"/>
                      <a:pt x="5230" y="9357"/>
                    </a:cubicBezTo>
                    <a:close/>
                    <a:moveTo>
                      <a:pt x="9924" y="9357"/>
                    </a:moveTo>
                    <a:cubicBezTo>
                      <a:pt x="10145" y="9357"/>
                      <a:pt x="10302" y="9578"/>
                      <a:pt x="10302" y="9767"/>
                    </a:cubicBezTo>
                    <a:cubicBezTo>
                      <a:pt x="10302" y="9987"/>
                      <a:pt x="10113" y="10208"/>
                      <a:pt x="9924" y="10208"/>
                    </a:cubicBezTo>
                    <a:cubicBezTo>
                      <a:pt x="9704" y="10208"/>
                      <a:pt x="9515" y="9987"/>
                      <a:pt x="9515" y="9767"/>
                    </a:cubicBezTo>
                    <a:cubicBezTo>
                      <a:pt x="9515" y="9578"/>
                      <a:pt x="9704" y="9357"/>
                      <a:pt x="9924" y="9357"/>
                    </a:cubicBezTo>
                    <a:close/>
                    <a:moveTo>
                      <a:pt x="441" y="0"/>
                    </a:moveTo>
                    <a:cubicBezTo>
                      <a:pt x="189" y="0"/>
                      <a:pt x="0" y="189"/>
                      <a:pt x="0" y="378"/>
                    </a:cubicBezTo>
                    <a:cubicBezTo>
                      <a:pt x="0" y="599"/>
                      <a:pt x="347" y="820"/>
                      <a:pt x="536" y="820"/>
                    </a:cubicBezTo>
                    <a:lnTo>
                      <a:pt x="2111" y="820"/>
                    </a:lnTo>
                    <a:cubicBezTo>
                      <a:pt x="2174" y="1103"/>
                      <a:pt x="3245" y="6711"/>
                      <a:pt x="3308" y="6994"/>
                    </a:cubicBezTo>
                    <a:cubicBezTo>
                      <a:pt x="2867" y="7184"/>
                      <a:pt x="2584" y="7625"/>
                      <a:pt x="2584" y="8097"/>
                    </a:cubicBezTo>
                    <a:cubicBezTo>
                      <a:pt x="2584" y="8759"/>
                      <a:pt x="3151" y="9326"/>
                      <a:pt x="3812" y="9326"/>
                    </a:cubicBezTo>
                    <a:lnTo>
                      <a:pt x="4001" y="9326"/>
                    </a:lnTo>
                    <a:cubicBezTo>
                      <a:pt x="3970" y="9452"/>
                      <a:pt x="3938" y="9609"/>
                      <a:pt x="3938" y="9767"/>
                    </a:cubicBezTo>
                    <a:cubicBezTo>
                      <a:pt x="3938" y="10429"/>
                      <a:pt x="4474" y="11027"/>
                      <a:pt x="5167" y="11027"/>
                    </a:cubicBezTo>
                    <a:cubicBezTo>
                      <a:pt x="5829" y="11027"/>
                      <a:pt x="6364" y="10460"/>
                      <a:pt x="6364" y="9767"/>
                    </a:cubicBezTo>
                    <a:cubicBezTo>
                      <a:pt x="6364" y="9609"/>
                      <a:pt x="6333" y="9483"/>
                      <a:pt x="6301" y="9326"/>
                    </a:cubicBezTo>
                    <a:lnTo>
                      <a:pt x="8664" y="9326"/>
                    </a:lnTo>
                    <a:cubicBezTo>
                      <a:pt x="8632" y="9452"/>
                      <a:pt x="8569" y="9609"/>
                      <a:pt x="8569" y="9767"/>
                    </a:cubicBezTo>
                    <a:cubicBezTo>
                      <a:pt x="8569" y="10429"/>
                      <a:pt x="9137" y="11027"/>
                      <a:pt x="9798" y="11027"/>
                    </a:cubicBezTo>
                    <a:cubicBezTo>
                      <a:pt x="10460" y="11027"/>
                      <a:pt x="11027" y="10460"/>
                      <a:pt x="11027" y="9767"/>
                    </a:cubicBezTo>
                    <a:cubicBezTo>
                      <a:pt x="11027" y="9609"/>
                      <a:pt x="10995" y="9483"/>
                      <a:pt x="10932" y="9357"/>
                    </a:cubicBezTo>
                    <a:lnTo>
                      <a:pt x="11562" y="9357"/>
                    </a:lnTo>
                    <a:cubicBezTo>
                      <a:pt x="11814" y="9357"/>
                      <a:pt x="12003" y="9168"/>
                      <a:pt x="12003" y="8979"/>
                    </a:cubicBezTo>
                    <a:cubicBezTo>
                      <a:pt x="12003" y="8727"/>
                      <a:pt x="11814" y="8538"/>
                      <a:pt x="11562" y="8538"/>
                    </a:cubicBezTo>
                    <a:lnTo>
                      <a:pt x="3749" y="8538"/>
                    </a:lnTo>
                    <a:cubicBezTo>
                      <a:pt x="3497" y="8538"/>
                      <a:pt x="3308" y="8349"/>
                      <a:pt x="3308" y="8160"/>
                    </a:cubicBezTo>
                    <a:cubicBezTo>
                      <a:pt x="3308" y="7940"/>
                      <a:pt x="3497" y="7719"/>
                      <a:pt x="3749" y="7719"/>
                    </a:cubicBezTo>
                    <a:lnTo>
                      <a:pt x="11468" y="7719"/>
                    </a:lnTo>
                    <a:cubicBezTo>
                      <a:pt x="11657" y="7719"/>
                      <a:pt x="11846" y="7562"/>
                      <a:pt x="11846" y="7373"/>
                    </a:cubicBezTo>
                    <a:lnTo>
                      <a:pt x="12665" y="2395"/>
                    </a:lnTo>
                    <a:cubicBezTo>
                      <a:pt x="12728" y="2143"/>
                      <a:pt x="12508" y="1922"/>
                      <a:pt x="12287" y="1922"/>
                    </a:cubicBezTo>
                    <a:lnTo>
                      <a:pt x="3056" y="1922"/>
                    </a:lnTo>
                    <a:lnTo>
                      <a:pt x="2741" y="347"/>
                    </a:lnTo>
                    <a:cubicBezTo>
                      <a:pt x="2710" y="158"/>
                      <a:pt x="2552" y="0"/>
                      <a:pt x="2363" y="0"/>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400" b="0" i="0" u="none" strike="noStrike" kern="1200" cap="none" spc="0" normalizeH="0" baseline="0" noProof="0" dirty="0">
                  <a:ln>
                    <a:noFill/>
                  </a:ln>
                  <a:solidFill>
                    <a:srgbClr val="212529"/>
                  </a:solidFill>
                  <a:effectLst/>
                  <a:uLnTx/>
                  <a:uFillTx/>
                  <a:latin typeface="Aptos"/>
                  <a:ea typeface="+mn-ea"/>
                  <a:cs typeface="+mn-cs"/>
                </a:endParaRPr>
              </a:p>
            </p:txBody>
          </p:sp>
        </p:grpSp>
      </p:grpSp>
      <p:grpSp>
        <p:nvGrpSpPr>
          <p:cNvPr id="39" name="Transplant"/>
          <p:cNvGrpSpPr/>
          <p:nvPr/>
        </p:nvGrpSpPr>
        <p:grpSpPr>
          <a:xfrm>
            <a:off x="2852928" y="3176166"/>
            <a:ext cx="969264" cy="597108"/>
            <a:chOff x="2649340" y="3115388"/>
            <a:chExt cx="1049165" cy="646331"/>
          </a:xfrm>
        </p:grpSpPr>
        <p:sp>
          <p:nvSpPr>
            <p:cNvPr id="40" name="ZoneTexte 27">
              <a:extLst>
                <a:ext uri="{FF2B5EF4-FFF2-40B4-BE49-F238E27FC236}">
                  <a16:creationId xmlns:a16="http://schemas.microsoft.com/office/drawing/2014/main" id="{382BE814-AB72-8DF8-0E6F-E19212E9F327}"/>
                </a:ext>
              </a:extLst>
            </p:cNvPr>
            <p:cNvSpPr txBox="1"/>
            <p:nvPr/>
          </p:nvSpPr>
          <p:spPr>
            <a:xfrm>
              <a:off x="2649340" y="3115388"/>
              <a:ext cx="1049165"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dirty="0">
                  <a:ln>
                    <a:noFill/>
                  </a:ln>
                  <a:solidFill>
                    <a:srgbClr val="212529"/>
                  </a:solidFill>
                  <a:effectLst/>
                  <a:uLnTx/>
                  <a:uFillTx/>
                  <a:latin typeface="Aptos"/>
                  <a:ea typeface="+mn-ea"/>
                  <a:cs typeface="+mn-cs"/>
                </a:rPr>
                <a:t>GO</a:t>
              </a:r>
              <a:br>
                <a:rPr kumimoji="0" lang="fr-FR" sz="1800" b="0" i="0" u="none" strike="noStrike" kern="1200" cap="none" spc="0" normalizeH="0" baseline="0" noProof="0" dirty="0">
                  <a:ln>
                    <a:noFill/>
                  </a:ln>
                  <a:solidFill>
                    <a:srgbClr val="212529"/>
                  </a:solidFill>
                  <a:effectLst/>
                  <a:uLnTx/>
                  <a:uFillTx/>
                  <a:latin typeface="Aptos"/>
                  <a:ea typeface="+mn-ea"/>
                  <a:cs typeface="+mn-cs"/>
                </a:rPr>
              </a:br>
              <a:r>
                <a:rPr kumimoji="0" lang="fr-FR" sz="1800" b="0" i="0" u="none" strike="noStrike" kern="1200" cap="none" spc="0" normalizeH="0" baseline="0" noProof="0" dirty="0">
                  <a:ln>
                    <a:noFill/>
                  </a:ln>
                  <a:solidFill>
                    <a:srgbClr val="212529"/>
                  </a:solidFill>
                  <a:effectLst/>
                  <a:uLnTx/>
                  <a:uFillTx/>
                  <a:latin typeface="Aptos"/>
                  <a:ea typeface="+mn-ea"/>
                  <a:cs typeface="+mn-cs"/>
                </a:rPr>
                <a:t>NO GO</a:t>
              </a:r>
            </a:p>
          </p:txBody>
        </p:sp>
      </p:gr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re 1">
            <a:extLst>
              <a:ext uri="{FF2B5EF4-FFF2-40B4-BE49-F238E27FC236}">
                <a16:creationId xmlns:a16="http://schemas.microsoft.com/office/drawing/2014/main" id="{5DC5688C-8F00-E912-58BE-A16E37DE5E9D}"/>
              </a:ext>
            </a:extLst>
          </p:cNvPr>
          <p:cNvSpPr>
            <a:spLocks noGrp="1"/>
          </p:cNvSpPr>
          <p:nvPr>
            <p:ph type="title"/>
          </p:nvPr>
        </p:nvSpPr>
        <p:spPr/>
        <p:txBody>
          <a:bodyPr/>
          <a:lstStyle/>
          <a:p>
            <a:pPr/>
            <a:r>
              <a:t>DIVERSES OPTIONS D'HÉBERGEMENT ODOO</a:t>
            </a:r>
          </a:p>
        </p:txBody>
      </p:sp>
      <p:sp>
        <p:nvSpPr>
          <p:cNvPr id="4" name="Espace réservé du texte 3">
            <a:extLst>
              <a:ext uri="{FF2B5EF4-FFF2-40B4-BE49-F238E27FC236}">
                <a16:creationId xmlns:a16="http://schemas.microsoft.com/office/drawing/2014/main" id="{46A3195E-598B-5174-8CB7-7358464B1364}"/>
              </a:ext>
            </a:extLst>
          </p:cNvPr>
          <p:cNvSpPr>
            <a:spLocks noGrp="1"/>
          </p:cNvSpPr>
          <p:nvPr>
            <p:ph type="body" sz="quarter" idx="15"/>
          </p:nvPr>
        </p:nvSpPr>
        <p:spPr>
          <a:xfrm>
            <a:off x="877824" y="2651760"/>
            <a:ext cx="3063240" cy="502920"/>
          </a:xfrm>
        </p:spPr>
        <p:txBody>
          <a:bodyPr/>
          <a:lstStyle/>
          <a:p>
            <a:pPr lvl="0"/>
            <a:r>
              <a:rPr lang="fr-FR" b="1" i="0" u="none" strike="noStrike" cap="none" dirty="0"/>
              <a:t>SUR SITE</a:t>
            </a:r>
          </a:p>
        </p:txBody>
      </p:sp>
      <p:sp>
        <p:nvSpPr>
          <p:cNvPr id="5" name="Espace réservé du texte 4">
            <a:extLst>
              <a:ext uri="{FF2B5EF4-FFF2-40B4-BE49-F238E27FC236}">
                <a16:creationId xmlns:a16="http://schemas.microsoft.com/office/drawing/2014/main" id="{BE4DE8BB-C57B-C54D-3661-1683D7EF00F5}"/>
              </a:ext>
            </a:extLst>
          </p:cNvPr>
          <p:cNvSpPr>
            <a:spLocks noGrp="1"/>
          </p:cNvSpPr>
          <p:nvPr>
            <p:ph type="body" sz="quarter" idx="16"/>
          </p:nvPr>
        </p:nvSpPr>
        <p:spPr>
          <a:xfrm>
            <a:off x="877824" y="3200400"/>
            <a:ext cx="3063240" cy="2606040"/>
          </a:xfrm>
        </p:spPr>
        <p:txBody>
          <a:bodyPr anchor="t"/>
          <a:lstStyle/>
          <a:p>
            <a:pPr lvl="0">
              <a:lnSpc>
                <a:spcPct val="100000"/>
              </a:lnSpc>
              <a:spcBef>
                <a:spcPts val="0"/>
              </a:spcBef>
              <a:spcAft>
                <a:spcPts val="0"/>
              </a:spcAft>
            </a:pPr>
            <a:r>
              <a:rPr lang="fr-FR" b="0" i="0" u="none" strike="noStrike" cap="none" dirty="0" sz="1050"/>
              <a:t>La connaissance de</a:t>
            </a:r>
          </a:p>
          <a:p>
            <a:pPr lvl="0">
              <a:lnSpc>
                <a:spcPct val="100000"/>
              </a:lnSpc>
              <a:spcBef>
                <a:spcPts val="0"/>
              </a:spcBef>
              <a:spcAft>
                <a:spcPts val="0"/>
              </a:spcAft>
            </a:pPr>
            <a:r>
              <a:rPr lang="fr-FR" b="0" i="0" u="none" strike="noStrike" cap="none" dirty="0" sz="1050"/>
              <a:t>l'installation d'Odoo est requise</a:t>
            </a:r>
          </a:p>
          <a:p>
            <a:pPr lvl="0">
              <a:lnSpc>
                <a:spcPct val="100000"/>
              </a:lnSpc>
              <a:spcBef>
                <a:spcPts val="0"/>
              </a:spcBef>
              <a:spcAft>
                <a:spcPts val="0"/>
              </a:spcAft>
            </a:pPr>
            <a:r>
              <a:rPr lang="fr-FR" b="0" i="0" u="none" strike="noStrike" cap="none" dirty="0" sz="1050"/>
              <a:t>Un contrat clair et réel</a:t>
            </a:r>
          </a:p>
          <a:p>
            <a:pPr lvl="0">
              <a:lnSpc>
                <a:spcPct val="100000"/>
              </a:lnSpc>
              <a:spcBef>
                <a:spcPts val="0"/>
              </a:spcBef>
              <a:spcAft>
                <a:spcPts val="0"/>
              </a:spcAft>
            </a:pPr>
            <a:r>
              <a:rPr lang="fr-FR" b="0" i="0" u="none" strike="noStrike" cap="none" dirty="0" sz="1050"/>
              <a:t>de services d'hébergement est</a:t>
            </a:r>
          </a:p>
          <a:p>
            <a:pPr lvl="0">
              <a:lnSpc>
                <a:spcPct val="100000"/>
              </a:lnSpc>
              <a:spcBef>
                <a:spcPts val="0"/>
              </a:spcBef>
              <a:spcAft>
                <a:spcPts val="0"/>
              </a:spcAft>
            </a:pPr>
            <a:r>
              <a:rPr lang="fr-FR" b="0" i="0" u="none" strike="noStrike" cap="none" dirty="0" sz="1050"/>
              <a:t>nécessaire</a:t>
            </a:r>
          </a:p>
          <a:p>
            <a:pPr lvl="0">
              <a:lnSpc>
                <a:spcPct val="100000"/>
              </a:lnSpc>
              <a:spcBef>
                <a:spcPts val="0"/>
              </a:spcBef>
              <a:spcAft>
                <a:spcPts val="0"/>
              </a:spcAft>
            </a:pPr>
            <a:r>
              <a:rPr lang="fr-FR" b="0" i="0" u="none" strike="noStrike" cap="none" dirty="0" sz="1050"/>
              <a:t>Il existe des limitations et</a:t>
            </a:r>
          </a:p>
          <a:p>
            <a:pPr lvl="0">
              <a:lnSpc>
                <a:spcPct val="100000"/>
              </a:lnSpc>
              <a:spcBef>
                <a:spcPts val="0"/>
              </a:spcBef>
              <a:spcAft>
                <a:spcPts val="0"/>
              </a:spcAft>
            </a:pPr>
            <a:r>
              <a:rPr lang="fr-FR" b="0" i="0" u="none" strike="noStrike" cap="none" dirty="0" sz="1050"/>
              <a:t>des difficultés dans la gestion</a:t>
            </a:r>
          </a:p>
          <a:p>
            <a:pPr lvl="0">
              <a:lnSpc>
                <a:spcPct val="100000"/>
              </a:lnSpc>
              <a:spcBef>
                <a:spcPts val="0"/>
              </a:spcBef>
              <a:spcAft>
                <a:spcPts val="0"/>
              </a:spcAft>
            </a:pPr>
            <a:r>
              <a:rPr lang="fr-FR" b="0" i="0" u="none" strike="noStrike" cap="none" dirty="0" sz="1050"/>
              <a:t>de projet</a:t>
            </a:r>
          </a:p>
          <a:p>
            <a:pPr lvl="0">
              <a:lnSpc>
                <a:spcPct val="100000"/>
              </a:lnSpc>
              <a:spcBef>
                <a:spcPts val="0"/>
              </a:spcBef>
              <a:spcAft>
                <a:spcPts val="0"/>
              </a:spcAft>
            </a:pPr>
            <a:r>
              <a:rPr lang="fr-FR" b="0" i="0" u="none" strike="noStrike" cap="none" dirty="0" sz="1050"/>
              <a:t>Vous devez effectuer des</a:t>
            </a:r>
          </a:p>
          <a:p>
            <a:pPr lvl="0">
              <a:lnSpc>
                <a:spcPct val="100000"/>
              </a:lnSpc>
              <a:spcBef>
                <a:spcPts val="0"/>
              </a:spcBef>
              <a:spcAft>
                <a:spcPts val="0"/>
              </a:spcAft>
            </a:pPr>
            <a:r>
              <a:rPr lang="fr-FR" b="0" i="0" u="none" strike="noStrike" cap="none" dirty="0" sz="1050"/>
              <a:t> mises à jour de sécurité</a:t>
            </a:r>
          </a:p>
          <a:p>
            <a:pPr lvl="0">
              <a:lnSpc>
                <a:spcPct val="100000"/>
              </a:lnSpc>
              <a:spcBef>
                <a:spcPts val="0"/>
              </a:spcBef>
              <a:spcAft>
                <a:spcPts val="0"/>
              </a:spcAft>
            </a:pPr>
            <a:r>
              <a:rPr lang="fr-FR" b="0" i="0" u="none" strike="noStrike" cap="none" dirty="0" sz="1050"/>
              <a:t>Vous devez disposer</a:t>
            </a:r>
          </a:p>
          <a:p>
            <a:pPr lvl="0">
              <a:lnSpc>
                <a:spcPct val="100000"/>
              </a:lnSpc>
              <a:spcBef>
                <a:spcPts val="0"/>
              </a:spcBef>
              <a:spcAft>
                <a:spcPts val="0"/>
              </a:spcAft>
            </a:pPr>
            <a:r>
              <a:rPr lang="fr-FR" b="0" i="0" u="none" strike="noStrike" cap="none" dirty="0" sz="1050"/>
              <a:t>d'une équipe DSI</a:t>
            </a:r>
          </a:p>
        </p:txBody>
      </p:sp>
      <p:sp>
        <p:nvSpPr>
          <p:cNvPr id="7" name="Espace réservé du texte 6">
            <a:extLst>
              <a:ext uri="{FF2B5EF4-FFF2-40B4-BE49-F238E27FC236}">
                <a16:creationId xmlns:a16="http://schemas.microsoft.com/office/drawing/2014/main" id="{26B7C479-017F-7F81-5DA4-A1FAC95BB8CF}"/>
              </a:ext>
            </a:extLst>
          </p:cNvPr>
          <p:cNvSpPr>
            <a:spLocks noGrp="1"/>
          </p:cNvSpPr>
          <p:nvPr>
            <p:ph type="body" sz="quarter" idx="18"/>
          </p:nvPr>
        </p:nvSpPr>
        <p:spPr>
          <a:xfrm>
            <a:off x="8257031" y="2651760"/>
            <a:ext cx="3063240" cy="502920"/>
          </a:xfrm>
        </p:spPr>
        <p:txBody>
          <a:bodyPr/>
          <a:lstStyle/>
          <a:p>
            <a:pPr lvl="0"/>
            <a:r>
              <a:rPr lang="fr-FR" b="1" i="0" u="none" strike="noStrike" cap="none" dirty="0"/>
              <a:t>ODOO SH (PAAS)</a:t>
            </a:r>
          </a:p>
        </p:txBody>
      </p:sp>
      <p:sp>
        <p:nvSpPr>
          <p:cNvPr id="8" name="Espace réservé du texte 7">
            <a:extLst>
              <a:ext uri="{FF2B5EF4-FFF2-40B4-BE49-F238E27FC236}">
                <a16:creationId xmlns:a16="http://schemas.microsoft.com/office/drawing/2014/main" id="{0276CCE4-17D8-B4C9-87E6-072EA494AF67}"/>
              </a:ext>
            </a:extLst>
          </p:cNvPr>
          <p:cNvSpPr>
            <a:spLocks noGrp="1"/>
          </p:cNvSpPr>
          <p:nvPr>
            <p:ph type="body" sz="quarter" idx="19"/>
          </p:nvPr>
        </p:nvSpPr>
        <p:spPr>
          <a:xfrm>
            <a:off x="8257031" y="3200400"/>
            <a:ext cx="3063240" cy="2606040"/>
          </a:xfrm>
        </p:spPr>
        <p:txBody>
          <a:bodyPr anchor="t"/>
          <a:lstStyle/>
          <a:p>
            <a:pPr lvl="0">
              <a:lnSpc>
                <a:spcPct val="100000"/>
              </a:lnSpc>
              <a:spcBef>
                <a:spcPts val="0"/>
              </a:spcBef>
              <a:spcAft>
                <a:spcPts val="0"/>
              </a:spcAft>
            </a:pPr>
            <a:r>
              <a:rPr lang="fr-FR" b="0" i="0" u="none" strike="noStrike" cap="none" dirty="0" sz="1050"/>
              <a:t>Coût supplémentaire</a:t>
            </a:r>
          </a:p>
          <a:p>
            <a:pPr lvl="0">
              <a:lnSpc>
                <a:spcPct val="100000"/>
              </a:lnSpc>
              <a:spcBef>
                <a:spcPts val="0"/>
              </a:spcBef>
              <a:spcAft>
                <a:spcPts val="0"/>
              </a:spcAft>
            </a:pPr>
            <a:r>
              <a:rPr lang="fr-FR" b="0" i="0" u="none" strike="noStrike" cap="none" dirty="0" sz="1050"/>
              <a:t>Tout intégré pour une gestion</a:t>
            </a:r>
          </a:p>
          <a:p>
            <a:pPr lvl="0">
              <a:lnSpc>
                <a:spcPct val="100000"/>
              </a:lnSpc>
              <a:spcBef>
                <a:spcPts val="0"/>
              </a:spcBef>
              <a:spcAft>
                <a:spcPts val="0"/>
              </a:spcAft>
            </a:pPr>
            <a:r>
              <a:rPr lang="fr-FR" b="0" i="0" u="none" strike="noStrike" cap="none" dirty="0" sz="1050"/>
              <a:t>de projet efficace</a:t>
            </a:r>
          </a:p>
          <a:p>
            <a:pPr lvl="0">
              <a:lnSpc>
                <a:spcPct val="100000"/>
              </a:lnSpc>
              <a:spcBef>
                <a:spcPts val="0"/>
              </a:spcBef>
              <a:spcAft>
                <a:spcPts val="0"/>
              </a:spcAft>
            </a:pPr>
            <a:r>
              <a:rPr lang="fr-FR" b="0" i="0" u="none" strike="noStrike" cap="none" dirty="0" sz="1050"/>
              <a:t>Tous les correctifs de sécurité</a:t>
            </a:r>
          </a:p>
          <a:p>
            <a:pPr lvl="0">
              <a:lnSpc>
                <a:spcPct val="100000"/>
              </a:lnSpc>
              <a:spcBef>
                <a:spcPts val="0"/>
              </a:spcBef>
              <a:spcAft>
                <a:spcPts val="0"/>
              </a:spcAft>
            </a:pPr>
            <a:r>
              <a:rPr lang="fr-FR" b="0" i="0" u="none" strike="noStrike" cap="none" dirty="0" sz="1050"/>
              <a:t>Automatiques</a:t>
            </a:r>
          </a:p>
          <a:p>
            <a:pPr lvl="0">
              <a:lnSpc>
                <a:spcPct val="100000"/>
              </a:lnSpc>
              <a:spcBef>
                <a:spcPts val="0"/>
              </a:spcBef>
              <a:spcAft>
                <a:spcPts val="0"/>
              </a:spcAft>
            </a:pPr>
            <a:r>
              <a:rPr lang="fr-FR" b="0" i="0" u="none" strike="noStrike" cap="none" dirty="0" sz="1050"/>
              <a:t>Hébergement et services</a:t>
            </a:r>
          </a:p>
          <a:p>
            <a:pPr lvl="0">
              <a:lnSpc>
                <a:spcPct val="100000"/>
              </a:lnSpc>
              <a:spcBef>
                <a:spcPts val="0"/>
              </a:spcBef>
              <a:spcAft>
                <a:spcPts val="0"/>
              </a:spcAft>
            </a:pPr>
            <a:r>
              <a:rPr lang="fr-FR" b="0" i="0" u="none" strike="noStrike" cap="none" dirty="0" sz="1050"/>
              <a:t>à faible coût</a:t>
            </a:r>
          </a:p>
          <a:p>
            <a:pPr lvl="0">
              <a:lnSpc>
                <a:spcPct val="100000"/>
              </a:lnSpc>
              <a:spcBef>
                <a:spcPts val="0"/>
              </a:spcBef>
              <a:spcAft>
                <a:spcPts val="0"/>
              </a:spcAft>
            </a:pPr>
            <a:r>
              <a:rPr lang="fr-FR" b="0" i="0" u="none" strike="noStrike" cap="none" dirty="0" sz="1050"/>
              <a:t>Odoo Studio inclus</a:t>
            </a:r>
          </a:p>
        </p:txBody>
      </p:sp>
      <p:sp>
        <p:nvSpPr>
          <p:cNvPr id="10" name="Espace réservé du texte 9">
            <a:extLst>
              <a:ext uri="{FF2B5EF4-FFF2-40B4-BE49-F238E27FC236}">
                <a16:creationId xmlns:a16="http://schemas.microsoft.com/office/drawing/2014/main" id="{64A3A7F7-0AF7-A456-B6B1-C9557A4BBC6C}"/>
              </a:ext>
            </a:extLst>
          </p:cNvPr>
          <p:cNvSpPr>
            <a:spLocks noGrp="1"/>
          </p:cNvSpPr>
          <p:nvPr>
            <p:ph type="body" sz="quarter" idx="21"/>
          </p:nvPr>
        </p:nvSpPr>
        <p:spPr>
          <a:xfrm>
            <a:off x="4562856" y="2651760"/>
            <a:ext cx="3063240" cy="502920"/>
          </a:xfrm>
        </p:spPr>
        <p:txBody>
          <a:bodyPr/>
          <a:lstStyle/>
          <a:p>
            <a:pPr lvl="0"/>
            <a:r>
              <a:rPr lang="fr-FR" b="1" i="0" u="none" strike="noStrike" cap="none" dirty="0"/>
              <a:t>ODOO CLOUD (SAAS)</a:t>
            </a:r>
          </a:p>
        </p:txBody>
      </p:sp>
      <p:sp>
        <p:nvSpPr>
          <p:cNvPr id="11" name="Espace réservé du texte 10">
            <a:extLst>
              <a:ext uri="{FF2B5EF4-FFF2-40B4-BE49-F238E27FC236}">
                <a16:creationId xmlns:a16="http://schemas.microsoft.com/office/drawing/2014/main" id="{2D67DAAB-906D-04B8-FE01-BB696B1EDE1C}"/>
              </a:ext>
            </a:extLst>
          </p:cNvPr>
          <p:cNvSpPr>
            <a:spLocks noGrp="1"/>
          </p:cNvSpPr>
          <p:nvPr>
            <p:ph type="body" sz="quarter" idx="22"/>
          </p:nvPr>
        </p:nvSpPr>
        <p:spPr>
          <a:xfrm>
            <a:off x="4562856" y="3200400"/>
            <a:ext cx="3063240" cy="2606040"/>
          </a:xfrm>
        </p:spPr>
        <p:txBody>
          <a:bodyPr anchor="t"/>
          <a:lstStyle/>
          <a:p>
            <a:pPr lvl="0">
              <a:lnSpc>
                <a:spcPct val="100000"/>
              </a:lnSpc>
              <a:spcBef>
                <a:spcPts val="0"/>
              </a:spcBef>
              <a:spcAft>
                <a:spcPts val="0"/>
              </a:spcAft>
            </a:pPr>
            <a:r>
              <a:rPr lang="fr-FR" b="0" i="0" u="none" strike="noStrike" cap="none" dirty="0" sz="1050"/>
              <a:t>Aucun coût supplémentaire</a:t>
            </a:r>
          </a:p>
          <a:p>
            <a:pPr lvl="0">
              <a:lnSpc>
                <a:spcPct val="100000"/>
              </a:lnSpc>
              <a:spcBef>
                <a:spcPts val="0"/>
              </a:spcBef>
              <a:spcAft>
                <a:spcPts val="0"/>
              </a:spcAft>
            </a:pPr>
            <a:r>
              <a:rPr lang="fr-FR" b="0" i="0" u="none" strike="noStrike" cap="none" dirty="0" sz="1050"/>
              <a:t>Toujours à jour</a:t>
            </a:r>
          </a:p>
          <a:p>
            <a:pPr lvl="0">
              <a:lnSpc>
                <a:spcPct val="100000"/>
              </a:lnSpc>
              <a:spcBef>
                <a:spcPts val="0"/>
              </a:spcBef>
              <a:spcAft>
                <a:spcPts val="0"/>
              </a:spcAft>
            </a:pPr>
            <a:r>
              <a:rPr lang="fr-FR" b="0" i="0" u="none" strike="noStrike" cap="none" dirty="0" sz="1050"/>
              <a:t>Pas d'apps.odoo.com</a:t>
            </a:r>
          </a:p>
          <a:p>
            <a:pPr lvl="0">
              <a:lnSpc>
                <a:spcPct val="100000"/>
              </a:lnSpc>
              <a:spcBef>
                <a:spcPts val="0"/>
              </a:spcBef>
              <a:spcAft>
                <a:spcPts val="0"/>
              </a:spcAft>
            </a:pPr>
            <a:r>
              <a:rPr lang="fr-FR" b="0" i="0" u="none" strike="noStrike" cap="none" dirty="0" sz="1050"/>
              <a:t>Pas de développement</a:t>
            </a:r>
          </a:p>
        </p:txBody>
      </p:sp>
      <p:sp>
        <p:nvSpPr>
          <p:cNvPr id="12" name="Espace réservé du texte 11">
            <a:extLst>
              <a:ext uri="{FF2B5EF4-FFF2-40B4-BE49-F238E27FC236}">
                <a16:creationId xmlns:a16="http://schemas.microsoft.com/office/drawing/2014/main" id="{2E892A4A-7464-EF70-9AFB-1422004D7994}"/>
              </a:ext>
            </a:extLst>
          </p:cNvPr>
          <p:cNvSpPr>
            <a:spLocks noGrp="1"/>
          </p:cNvSpPr>
          <p:nvPr>
            <p:ph type="body" sz="quarter" idx="13"/>
          </p:nvPr>
        </p:nvSpPr>
        <p:spPr/>
        <p:txBody>
          <a:bodyPr/>
          <a:lstStyle/>
          <a:p>
            <a:pPr/>
            <a:r>
              <a:t>HÉBERGEMENT</a:t>
            </a:r>
            <a:endParaRPr lang="en-US"/>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itre 1">
            <a:extLst>
              <a:ext uri="{FF2B5EF4-FFF2-40B4-BE49-F238E27FC236}">
                <a16:creationId xmlns:a16="http://schemas.microsoft.com/office/drawing/2014/main" id="{84F1F3B7-B50A-A250-E386-9505E283E5BD}"/>
              </a:ext>
            </a:extLst>
          </p:cNvPr>
          <p:cNvSpPr>
            <a:spLocks noGrp="1"/>
          </p:cNvSpPr>
          <p:nvPr>
            <p:ph type="title"/>
          </p:nvPr>
        </p:nvSpPr>
        <p:spPr/>
        <p:txBody>
          <a:bodyPr/>
          <a:lstStyle/>
          <a:p>
            <a:pPr/>
            <a:r>
              <a:t>License Odoo</a:t>
            </a:r>
          </a:p>
        </p:txBody>
      </p:sp>
      <p:sp>
        <p:nvSpPr>
          <p:cNvPr id="4" name="Espace réservé du texte 2">
            <a:extLst>
              <a:ext uri="{FF2B5EF4-FFF2-40B4-BE49-F238E27FC236}">
                <a16:creationId xmlns:a16="http://schemas.microsoft.com/office/drawing/2014/main" id="{D3FD662F-82E7-979F-4C51-DC866F9A68F6}"/>
              </a:ext>
            </a:extLst>
          </p:cNvPr>
          <p:cNvSpPr>
            <a:spLocks noGrp="1"/>
          </p:cNvSpPr>
          <p:nvPr>
            <p:ph type="body" sz="quarter" idx="13"/>
          </p:nvPr>
        </p:nvSpPr>
        <p:spPr/>
        <p:txBody>
          <a:bodyPr/>
          <a:lstStyle/>
          <a:p>
            <a:pPr/>
            <a:r>
              <a:t>APPROCHE BUDGÉTAIRE</a:t>
            </a:r>
            <a:endParaRPr lang="en-US"/>
          </a:p>
        </p:txBody>
      </p:sp>
      <p:sp>
        <p:nvSpPr>
          <p:cNvPr id="5" name="Espace réservé du texte 3">
            <a:extLst>
              <a:ext uri="{FF2B5EF4-FFF2-40B4-BE49-F238E27FC236}">
                <a16:creationId xmlns:a16="http://schemas.microsoft.com/office/drawing/2014/main" id="{43AEA416-C7E2-94E3-BC21-CA1DA3B4F266}"/>
              </a:ext>
            </a:extLst>
          </p:cNvPr>
          <p:cNvSpPr>
            <a:spLocks noGrp="1"/>
          </p:cNvSpPr>
          <p:nvPr>
            <p:ph type="body" sz="quarter" idx="23"/>
          </p:nvPr>
        </p:nvSpPr>
        <p:spPr/>
        <p:txBody>
          <a:bodyPr/>
          <a:lstStyle/>
          <a:p>
            <a:r>
              <a:rPr lang="fr-FR" dirty="0" sz="2000"/>
              <a:t>Licences</a:t>
            </a:r>
          </a:p>
          <a:p>
            <a:r>
              <a:rPr lang="fr-FR" dirty="0" sz="2000"/>
              <a:t>Odoo</a:t>
            </a:r>
          </a:p>
        </p:txBody>
      </p:sp>
      <p:sp>
        <p:nvSpPr>
          <p:cNvPr id="6" name="Espace réservé du texte 4">
            <a:extLst>
              <a:ext uri="{FF2B5EF4-FFF2-40B4-BE49-F238E27FC236}">
                <a16:creationId xmlns:a16="http://schemas.microsoft.com/office/drawing/2014/main" id="{06D4837F-DAD7-1505-C4F5-291FF2ADF2B7}"/>
              </a:ext>
            </a:extLst>
          </p:cNvPr>
          <p:cNvSpPr>
            <a:spLocks noGrp="1"/>
          </p:cNvSpPr>
          <p:nvPr>
            <p:ph type="body" sz="quarter" idx="24"/>
          </p:nvPr>
        </p:nvSpPr>
        <p:spPr>
          <a:xfrm>
            <a:off x="1353312" y="4453128"/>
            <a:ext cx="4023360" cy="685800"/>
          </a:xfrm>
        </p:spPr>
        <p:txBody>
          <a:bodyPr/>
          <a:lstStyle/>
          <a:p>
            <a:r>
              <a:rPr lang="fr-FR" b="1" dirty="0" sz="1200"/>
              <a:t>29,90€ /m/utilisateur la 1</a:t>
            </a:r>
            <a:r>
              <a:rPr lang="fr-FR" b="1" dirty="0" sz="1200"/>
              <a:t>ère</a:t>
            </a:r>
            <a:r>
              <a:rPr lang="fr-FR" b="1" dirty="0" sz="1200"/>
              <a:t> année</a:t>
            </a:r>
          </a:p>
          <a:p>
            <a:r>
              <a:rPr lang="fr-FR" dirty="0" sz="1200"/>
              <a:t>37,40€ /m/utilisateur les années suivantes</a:t>
            </a:r>
          </a:p>
        </p:txBody>
      </p:sp>
      <p:sp>
        <p:nvSpPr>
          <p:cNvPr id="7" name="Espace réservé du texte 5">
            <a:extLst>
              <a:ext uri="{FF2B5EF4-FFF2-40B4-BE49-F238E27FC236}">
                <a16:creationId xmlns:a16="http://schemas.microsoft.com/office/drawing/2014/main" id="{98D16C3B-7B2B-8F90-828A-13AFF6F05B37}"/>
              </a:ext>
            </a:extLst>
          </p:cNvPr>
          <p:cNvSpPr>
            <a:spLocks noGrp="1"/>
          </p:cNvSpPr>
          <p:nvPr>
            <p:ph type="body" sz="quarter" idx="25"/>
          </p:nvPr>
        </p:nvSpPr>
        <p:spPr>
          <a:xfrm>
            <a:off x="694944" y="5394960"/>
            <a:ext cx="10799064" cy="731520"/>
          </a:xfrm>
        </p:spPr>
        <p:txBody>
          <a:bodyPr/>
          <a:lstStyle/>
          <a:p>
            <a:pPr lvl="0"/>
            <a:r>
              <a:rPr lang="fr-FR" b="1" i="0" u="none" strike="noStrike" cap="none" dirty="0"/>
              <a:t>Pour </a:t>
            </a:r>
            <a:r>
              <a:rPr lang="fr-FR" b="1" i="0" u="none" strike="noStrike" cap="none" dirty="0">
                <a:highlight>
                  <a:srgbClr val="FFFF00"/>
                </a:highlight>
              </a:rPr>
              <a:t>XXX</a:t>
            </a:r>
            <a:r>
              <a:rPr lang="fr-FR" b="1" i="0" u="none" strike="noStrike" cap="none" dirty="0"/>
              <a:t> utilisateurs : </a:t>
            </a:r>
            <a:r>
              <a:rPr lang="fr-FR" b="1" i="0" u="none" strike="noStrike" cap="none" dirty="0">
                <a:highlight>
                  <a:srgbClr val="FFFF00"/>
                </a:highlight>
              </a:rPr>
              <a:t>XXX</a:t>
            </a:r>
            <a:r>
              <a:rPr lang="fr-FR" b="1" i="0" u="none" strike="noStrike" cap="none" dirty="0"/>
              <a:t>€ la première année</a:t>
            </a:r>
          </a:p>
        </p:txBody>
      </p:sp>
      <p:sp>
        <p:nvSpPr>
          <p:cNvPr id="8" name="Espace réservé du texte 6">
            <a:extLst>
              <a:ext uri="{FF2B5EF4-FFF2-40B4-BE49-F238E27FC236}">
                <a16:creationId xmlns:a16="http://schemas.microsoft.com/office/drawing/2014/main" id="{34200A2D-2CDA-B463-0C25-477C2761EF6C}"/>
              </a:ext>
            </a:extLst>
          </p:cNvPr>
          <p:cNvSpPr>
            <a:spLocks noGrp="1"/>
          </p:cNvSpPr>
          <p:nvPr>
            <p:ph type="body" sz="quarter" idx="26"/>
          </p:nvPr>
        </p:nvSpPr>
        <p:spPr/>
        <p:txBody>
          <a:bodyPr/>
          <a:lstStyle/>
          <a:p>
            <a:r>
              <a:rPr lang="fr-FR" dirty="0" sz="2000"/>
              <a:t>Hébergement</a:t>
            </a:r>
          </a:p>
          <a:p>
            <a:r>
              <a:rPr lang="fr-FR" dirty="0" sz="2000"/>
              <a:t>Odoo.SH</a:t>
            </a:r>
          </a:p>
        </p:txBody>
      </p:sp>
      <p:sp>
        <p:nvSpPr>
          <p:cNvPr id="9" name="Espace réservé du texte 7">
            <a:extLst>
              <a:ext uri="{FF2B5EF4-FFF2-40B4-BE49-F238E27FC236}">
                <a16:creationId xmlns:a16="http://schemas.microsoft.com/office/drawing/2014/main" id="{842E97C9-EF89-FBC6-5F72-7CCCE9397FD7}"/>
              </a:ext>
            </a:extLst>
          </p:cNvPr>
          <p:cNvSpPr>
            <a:spLocks noGrp="1"/>
          </p:cNvSpPr>
          <p:nvPr>
            <p:ph type="body" sz="quarter" idx="27"/>
          </p:nvPr>
        </p:nvSpPr>
        <p:spPr/>
        <p:txBody>
          <a:bodyPr/>
          <a:lstStyle/>
          <a:p>
            <a:pPr lvl="0"/>
            <a:r>
              <a:rPr lang="fr-FR" b="1" i="0" u="none" strike="noStrike" cap="none" dirty="0">
                <a:highlight>
                  <a:srgbClr val="FFFF00"/>
                </a:highlight>
              </a:rPr>
              <a:t>29,90</a:t>
            </a:r>
            <a:r>
              <a:rPr lang="fr-FR" b="1" i="0" u="none" strike="noStrike" cap="none" dirty="0"/>
              <a:t>€ /mois</a:t>
            </a:r>
            <a:endParaRPr lang="fr-FR" b="0" i="0" u="none" strike="noStrike" cap="none" dirty="0"/>
          </a:p>
        </p:txBody>
      </p:sp>
      <p:grpSp>
        <p:nvGrpSpPr>
          <p:cNvPr id="11" name="Transplant"/>
          <p:cNvGrpSpPr/>
          <p:nvPr/>
        </p:nvGrpSpPr>
        <p:grpSpPr>
          <a:xfrm>
            <a:off x="8183879" y="557031"/>
            <a:ext cx="3749039" cy="1043921"/>
            <a:chOff x="8249404" y="553018"/>
            <a:chExt cx="3702423" cy="1030941"/>
          </a:xfrm>
        </p:grpSpPr>
        <p:sp>
          <p:nvSpPr>
            <p:cNvPr id="12" name="ZoneTexte 3">
              <a:extLst>
                <a:ext uri="{FF2B5EF4-FFF2-40B4-BE49-F238E27FC236}">
                  <a16:creationId xmlns:a16="http://schemas.microsoft.com/office/drawing/2014/main" id="{8C89CD86-F007-C879-DD59-A9E86F1B45A5}"/>
                </a:ext>
              </a:extLst>
            </p:cNvPr>
            <p:cNvSpPr txBox="1"/>
            <p:nvPr/>
          </p:nvSpPr>
          <p:spPr>
            <a:xfrm rot="732307">
              <a:off x="8249404" y="553018"/>
              <a:ext cx="3702423" cy="1030941"/>
            </a:xfrm>
            <a:prstGeom prst="rect">
              <a:avLst/>
            </a:prstGeom>
          </p:spPr>
          <p:style>
            <a:lnRef idx="2">
              <a:srgbClr val="CD5358">
                <a:shade val="15000"/>
              </a:srgbClr>
            </a:lnRef>
            <a:fillRef idx="1">
              <a:srgbClr val="CD5358"/>
            </a:fillRef>
            <a:effectRef idx="0">
              <a:srgbClr val="CD5358"/>
            </a:effectRef>
            <a:fontRef idx="minor">
              <a:schemeClr val="lt1"/>
            </a:fontRef>
          </p:style>
          <p:txBody>
            <a:bodyPr vert="horz" wrap="square" lIns="91440" tIns="45720" rIns="91440" bIns="45720"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dirty="0" err="1">
                  <a:ln>
                    <a:noFill/>
                  </a:ln>
                  <a:solidFill>
                    <a:prstClr val="white"/>
                  </a:solidFill>
                  <a:effectLst/>
                  <a:uLnTx/>
                  <a:uFillTx/>
                  <a:latin typeface="Aptos"/>
                  <a:ea typeface="+mn-ea"/>
                  <a:cs typeface="+mn-cs"/>
                </a:rPr>
                <a:t>Ask</a:t>
              </a:r>
              <a:r>
                <a:rPr kumimoji="0" lang="fr-FR" sz="1800" b="0" i="0" u="none" strike="noStrike" kern="1200" cap="none" spc="0" normalizeH="0" baseline="0" noProof="0" dirty="0">
                  <a:ln>
                    <a:noFill/>
                  </a:ln>
                  <a:solidFill>
                    <a:prstClr val="white"/>
                  </a:solidFill>
                  <a:effectLst/>
                  <a:uLnTx/>
                  <a:uFillTx/>
                  <a:latin typeface="Aptos"/>
                  <a:ea typeface="+mn-ea"/>
                  <a:cs typeface="+mn-cs"/>
                </a:rPr>
                <a:t> </a:t>
              </a:r>
              <a:r>
                <a:rPr kumimoji="0" lang="fr-FR" sz="1800" b="0" i="0" u="none" strike="noStrike" kern="1200" cap="none" spc="0" normalizeH="0" baseline="0" noProof="0" dirty="0" err="1">
                  <a:ln>
                    <a:noFill/>
                  </a:ln>
                  <a:solidFill>
                    <a:prstClr val="white"/>
                  </a:solidFill>
                  <a:effectLst/>
                  <a:uLnTx/>
                  <a:uFillTx/>
                  <a:latin typeface="Aptos"/>
                  <a:ea typeface="+mn-ea"/>
                  <a:cs typeface="+mn-cs"/>
                </a:rPr>
                <a:t>your</a:t>
              </a:r>
              <a:r>
                <a:rPr kumimoji="0" lang="fr-FR" sz="1800" b="0" i="0" u="none" strike="noStrike" kern="1200" cap="none" spc="0" normalizeH="0" baseline="0" noProof="0" dirty="0">
                  <a:ln>
                    <a:noFill/>
                  </a:ln>
                  <a:solidFill>
                    <a:prstClr val="white"/>
                  </a:solidFill>
                  <a:effectLst/>
                  <a:uLnTx/>
                  <a:uFillTx/>
                  <a:latin typeface="Aptos"/>
                  <a:ea typeface="+mn-ea"/>
                  <a:cs typeface="+mn-cs"/>
                </a:rPr>
                <a:t> Odoo </a:t>
              </a:r>
              <a:r>
                <a:rPr kumimoji="0" lang="fr-FR" sz="1800" b="0" i="0" u="none" strike="noStrike" kern="1200" cap="none" spc="0" normalizeH="0" baseline="0" noProof="0" dirty="0" err="1">
                  <a:ln>
                    <a:noFill/>
                  </a:ln>
                  <a:solidFill>
                    <a:prstClr val="white"/>
                  </a:solidFill>
                  <a:effectLst/>
                  <a:uLnTx/>
                  <a:uFillTx/>
                  <a:latin typeface="Aptos"/>
                  <a:ea typeface="+mn-ea"/>
                  <a:cs typeface="+mn-cs"/>
                </a:rPr>
                <a:t>Account</a:t>
              </a:r>
              <a:r>
                <a:rPr kumimoji="0" lang="fr-FR" sz="1800" b="0" i="0" u="none" strike="noStrike" kern="1200" cap="none" spc="0" normalizeH="0" baseline="0" noProof="0" dirty="0">
                  <a:ln>
                    <a:noFill/>
                  </a:ln>
                  <a:solidFill>
                    <a:prstClr val="white"/>
                  </a:solidFill>
                  <a:effectLst/>
                  <a:uLnTx/>
                  <a:uFillTx/>
                  <a:latin typeface="Aptos"/>
                  <a:ea typeface="+mn-ea"/>
                  <a:cs typeface="+mn-cs"/>
                </a:rPr>
                <a:t> Manager to </a:t>
              </a:r>
              <a:r>
                <a:rPr kumimoji="0" lang="fr-FR" sz="1800" b="0" i="0" u="none" strike="noStrike" kern="1200" cap="none" spc="0" normalizeH="0" baseline="0" noProof="0" dirty="0" err="1">
                  <a:ln>
                    <a:noFill/>
                  </a:ln>
                  <a:solidFill>
                    <a:prstClr val="white"/>
                  </a:solidFill>
                  <a:effectLst/>
                  <a:uLnTx/>
                  <a:uFillTx/>
                  <a:latin typeface="Aptos"/>
                  <a:ea typeface="+mn-ea"/>
                  <a:cs typeface="+mn-cs"/>
                </a:rPr>
                <a:t>be</a:t>
              </a:r>
              <a:r>
                <a:rPr kumimoji="0" lang="fr-FR" sz="1800" b="0" i="0" u="none" strike="noStrike" kern="1200" cap="none" spc="0" normalizeH="0" baseline="0" noProof="0" dirty="0">
                  <a:ln>
                    <a:noFill/>
                  </a:ln>
                  <a:solidFill>
                    <a:prstClr val="white"/>
                  </a:solidFill>
                  <a:effectLst/>
                  <a:uLnTx/>
                  <a:uFillTx/>
                  <a:latin typeface="Aptos"/>
                  <a:ea typeface="+mn-ea"/>
                  <a:cs typeface="+mn-cs"/>
                </a:rPr>
                <a:t> </a:t>
              </a:r>
              <a:r>
                <a:rPr kumimoji="0" lang="fr-FR" sz="1800" b="0" i="0" u="none" strike="noStrike" kern="1200" cap="none" spc="0" normalizeH="0" baseline="0" noProof="0" dirty="0" err="1">
                  <a:ln>
                    <a:noFill/>
                  </a:ln>
                  <a:solidFill>
                    <a:prstClr val="white"/>
                  </a:solidFill>
                  <a:effectLst/>
                  <a:uLnTx/>
                  <a:uFillTx/>
                  <a:latin typeface="Aptos"/>
                  <a:ea typeface="+mn-ea"/>
                  <a:cs typeface="+mn-cs"/>
                </a:rPr>
                <a:t>here</a:t>
              </a:r>
              <a:r>
                <a:rPr kumimoji="0" lang="fr-FR" sz="1800" b="0" i="0" u="none" strike="noStrike" kern="1200" cap="none" spc="0" normalizeH="0" baseline="0" noProof="0" dirty="0">
                  <a:ln>
                    <a:noFill/>
                  </a:ln>
                  <a:solidFill>
                    <a:prstClr val="white"/>
                  </a:solidFill>
                  <a:effectLst/>
                  <a:uLnTx/>
                  <a:uFillTx/>
                  <a:latin typeface="Aptos"/>
                  <a:ea typeface="+mn-ea"/>
                  <a:cs typeface="+mn-cs"/>
                </a:rPr>
                <a:t> and to </a:t>
              </a:r>
              <a:r>
                <a:rPr kumimoji="0" lang="fr-FR" sz="1800" b="0" i="0" u="none" strike="noStrike" kern="1200" cap="none" spc="0" normalizeH="0" baseline="0" noProof="0" dirty="0" err="1">
                  <a:ln>
                    <a:noFill/>
                  </a:ln>
                  <a:solidFill>
                    <a:prstClr val="white"/>
                  </a:solidFill>
                  <a:effectLst/>
                  <a:uLnTx/>
                  <a:uFillTx/>
                  <a:latin typeface="Aptos"/>
                  <a:ea typeface="+mn-ea"/>
                  <a:cs typeface="+mn-cs"/>
                </a:rPr>
                <a:t>present</a:t>
              </a:r>
              <a:r>
                <a:rPr kumimoji="0" lang="fr-FR" sz="1800" b="0" i="0" u="none" strike="noStrike" kern="1200" cap="none" spc="0" normalizeH="0" baseline="0" noProof="0" dirty="0">
                  <a:ln>
                    <a:noFill/>
                  </a:ln>
                  <a:solidFill>
                    <a:prstClr val="white"/>
                  </a:solidFill>
                  <a:effectLst/>
                  <a:uLnTx/>
                  <a:uFillTx/>
                  <a:latin typeface="Aptos"/>
                  <a:ea typeface="+mn-ea"/>
                  <a:cs typeface="+mn-cs"/>
                </a:rPr>
                <a:t> </a:t>
              </a:r>
              <a:r>
                <a:rPr kumimoji="0" lang="fr-FR" sz="1800" b="0" i="0" u="none" strike="noStrike" kern="1200" cap="none" spc="0" normalizeH="0" baseline="0" noProof="0" dirty="0" err="1">
                  <a:ln>
                    <a:noFill/>
                  </a:ln>
                  <a:solidFill>
                    <a:prstClr val="white"/>
                  </a:solidFill>
                  <a:effectLst/>
                  <a:uLnTx/>
                  <a:uFillTx/>
                  <a:latin typeface="Aptos"/>
                  <a:ea typeface="+mn-ea"/>
                  <a:cs typeface="+mn-cs"/>
                </a:rPr>
                <a:t>different</a:t>
              </a:r>
              <a:r>
                <a:rPr kumimoji="0" lang="fr-FR" sz="1800" b="0" i="0" u="none" strike="noStrike" kern="1200" cap="none" spc="0" normalizeH="0" baseline="0" noProof="0" dirty="0">
                  <a:ln>
                    <a:noFill/>
                  </a:ln>
                  <a:solidFill>
                    <a:prstClr val="white"/>
                  </a:solidFill>
                  <a:effectLst/>
                  <a:uLnTx/>
                  <a:uFillTx/>
                  <a:latin typeface="Aptos"/>
                  <a:ea typeface="+mn-ea"/>
                  <a:cs typeface="+mn-cs"/>
                </a:rPr>
                <a:t> Options 3 </a:t>
              </a:r>
              <a:r>
                <a:rPr kumimoji="0" lang="fr-FR" sz="1800" b="0" i="0" u="none" strike="noStrike" kern="1200" cap="none" spc="0" normalizeH="0" baseline="0" noProof="0" dirty="0" err="1">
                  <a:ln>
                    <a:noFill/>
                  </a:ln>
                  <a:solidFill>
                    <a:prstClr val="white"/>
                  </a:solidFill>
                  <a:effectLst/>
                  <a:uLnTx/>
                  <a:uFillTx/>
                  <a:latin typeface="Aptos"/>
                  <a:ea typeface="+mn-ea"/>
                  <a:cs typeface="+mn-cs"/>
                </a:rPr>
                <a:t>years</a:t>
              </a:r>
              <a:r>
                <a:rPr kumimoji="0" lang="fr-FR" sz="1800" b="0" i="0" u="none" strike="noStrike" kern="1200" cap="none" spc="0" normalizeH="0" baseline="0" noProof="0" dirty="0">
                  <a:ln>
                    <a:noFill/>
                  </a:ln>
                  <a:solidFill>
                    <a:prstClr val="white"/>
                  </a:solidFill>
                  <a:effectLst/>
                  <a:uLnTx/>
                  <a:uFillTx/>
                  <a:latin typeface="Aptos"/>
                  <a:ea typeface="+mn-ea"/>
                  <a:cs typeface="+mn-cs"/>
                </a:rPr>
                <a:t>, 5 </a:t>
              </a:r>
              <a:r>
                <a:rPr kumimoji="0" lang="fr-FR" sz="1800" b="0" i="0" u="none" strike="noStrike" kern="1200" cap="none" spc="0" normalizeH="0" baseline="0" noProof="0" dirty="0" err="1">
                  <a:ln>
                    <a:noFill/>
                  </a:ln>
                  <a:solidFill>
                    <a:prstClr val="white"/>
                  </a:solidFill>
                  <a:effectLst/>
                  <a:uLnTx/>
                  <a:uFillTx/>
                  <a:latin typeface="Aptos"/>
                  <a:ea typeface="+mn-ea"/>
                  <a:cs typeface="+mn-cs"/>
                </a:rPr>
                <a:t>years</a:t>
              </a:r>
              <a:endParaRPr kumimoji="0" lang="fr-FR" sz="1800" b="0" i="0" u="none" strike="noStrike" kern="1200" cap="none" spc="0" normalizeH="0" baseline="0" noProof="0" dirty="0">
                <a:ln>
                  <a:noFill/>
                </a:ln>
                <a:solidFill>
                  <a:prstClr val="white"/>
                </a:solidFill>
                <a:effectLst/>
                <a:uLnTx/>
                <a:uFillTx/>
                <a:latin typeface="Aptos"/>
                <a:ea typeface="+mn-ea"/>
                <a:cs typeface="+mn-cs"/>
              </a:endParaRPr>
            </a:p>
          </p:txBody>
        </p:sp>
      </p:gr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itre 1">
            <a:extLst>
              <a:ext uri="{FF2B5EF4-FFF2-40B4-BE49-F238E27FC236}">
                <a16:creationId xmlns:a16="http://schemas.microsoft.com/office/drawing/2014/main" id="{ED82E5AB-0793-AE16-00C7-225B5CF6A4A5}"/>
              </a:ext>
            </a:extLst>
          </p:cNvPr>
          <p:cNvSpPr>
            <a:spLocks noGrp="1"/>
          </p:cNvSpPr>
          <p:nvPr>
            <p:ph type="title"/>
          </p:nvPr>
        </p:nvSpPr>
        <p:spPr/>
        <p:txBody>
          <a:bodyPr/>
          <a:lstStyle/>
          <a:p>
            <a:pPr/>
            <a:r>
              <a:t>NOS NIVEAUX D’EXPERTISE - FRANCE</a:t>
            </a:r>
          </a:p>
        </p:txBody>
      </p:sp>
      <p:sp>
        <p:nvSpPr>
          <p:cNvPr id="4" name="Espace réservé du texte 2">
            <a:extLst>
              <a:ext uri="{FF2B5EF4-FFF2-40B4-BE49-F238E27FC236}">
                <a16:creationId xmlns:a16="http://schemas.microsoft.com/office/drawing/2014/main" id="{7CC710F8-A662-A45D-F2AC-8D86A7F85224}"/>
              </a:ext>
            </a:extLst>
          </p:cNvPr>
          <p:cNvSpPr>
            <a:spLocks noGrp="1"/>
          </p:cNvSpPr>
          <p:nvPr>
            <p:ph type="body" sz="quarter" idx="13"/>
          </p:nvPr>
        </p:nvSpPr>
        <p:spPr/>
        <p:txBody>
          <a:bodyPr/>
          <a:lstStyle/>
          <a:p>
            <a:pPr/>
            <a:r>
              <a:t>APPROCHE BUDGÉTAIRE</a:t>
            </a:r>
            <a:endParaRPr lang="en-US"/>
          </a:p>
        </p:txBody>
      </p:sp>
      <p:sp>
        <p:nvSpPr>
          <p:cNvPr id="5" name="Espace réservé du texte 3">
            <a:extLst>
              <a:ext uri="{FF2B5EF4-FFF2-40B4-BE49-F238E27FC236}">
                <a16:creationId xmlns:a16="http://schemas.microsoft.com/office/drawing/2014/main" id="{D49EEC0A-10E9-4488-739A-29D956D6040A}"/>
              </a:ext>
            </a:extLst>
          </p:cNvPr>
          <p:cNvSpPr>
            <a:spLocks noGrp="1"/>
          </p:cNvSpPr>
          <p:nvPr>
            <p:ph type="body" sz="quarter" idx="23"/>
          </p:nvPr>
        </p:nvSpPr>
        <p:spPr/>
        <p:txBody>
          <a:bodyPr/>
          <a:lstStyle/>
          <a:p>
            <a:pPr/>
            <a:r>
              <a:t>​</a:t>
            </a:r>
            <a:endParaRPr lang="en-US"/>
          </a:p>
        </p:txBody>
      </p:sp>
      <p:sp>
        <p:nvSpPr>
          <p:cNvPr id="6" name="Espace réservé du texte 4">
            <a:extLst>
              <a:ext uri="{FF2B5EF4-FFF2-40B4-BE49-F238E27FC236}">
                <a16:creationId xmlns:a16="http://schemas.microsoft.com/office/drawing/2014/main" id="{602D769C-3C8F-3002-9BC2-510C6182A502}"/>
              </a:ext>
            </a:extLst>
          </p:cNvPr>
          <p:cNvSpPr>
            <a:spLocks noGrp="1"/>
          </p:cNvSpPr>
          <p:nvPr>
            <p:ph type="body" sz="quarter" idx="24"/>
          </p:nvPr>
        </p:nvSpPr>
        <p:spPr/>
        <p:txBody>
          <a:bodyPr/>
          <a:lstStyle/>
          <a:p>
            <a:pPr/>
            <a:r>
              <a:t>Consultant / Développeur Odoo</a:t>
            </a:r>
            <a:endParaRPr lang="en-US"/>
          </a:p>
        </p:txBody>
      </p:sp>
      <p:sp>
        <p:nvSpPr>
          <p:cNvPr id="7" name="Espace réservé du texte 5">
            <a:extLst>
              <a:ext uri="{FF2B5EF4-FFF2-40B4-BE49-F238E27FC236}">
                <a16:creationId xmlns:a16="http://schemas.microsoft.com/office/drawing/2014/main" id="{BA8AD015-F5BB-94BA-EAFD-BAC07F68F5BD}"/>
              </a:ext>
            </a:extLst>
          </p:cNvPr>
          <p:cNvSpPr>
            <a:spLocks noGrp="1"/>
          </p:cNvSpPr>
          <p:nvPr>
            <p:ph type="body" sz="quarter" idx="25"/>
          </p:nvPr>
        </p:nvSpPr>
        <p:spPr/>
        <p:txBody>
          <a:bodyPr/>
          <a:lstStyle/>
          <a:p>
            <a:pPr/>
            <a:r>
              <a:t>110.00 EUR/h HT</a:t>
            </a:r>
            <a:endParaRPr lang="en-US"/>
          </a:p>
        </p:txBody>
      </p:sp>
      <p:sp>
        <p:nvSpPr>
          <p:cNvPr id="8" name="Espace réservé du texte 6">
            <a:extLst>
              <a:ext uri="{FF2B5EF4-FFF2-40B4-BE49-F238E27FC236}">
                <a16:creationId xmlns:a16="http://schemas.microsoft.com/office/drawing/2014/main" id="{C4A6AC82-185F-5FC3-5836-A141F0F205B5}"/>
              </a:ext>
            </a:extLst>
          </p:cNvPr>
          <p:cNvSpPr>
            <a:spLocks noGrp="1"/>
          </p:cNvSpPr>
          <p:nvPr>
            <p:ph type="body" sz="quarter" idx="26"/>
          </p:nvPr>
        </p:nvSpPr>
        <p:spPr/>
        <p:txBody>
          <a:bodyPr/>
          <a:lstStyle/>
          <a:p>
            <a:pPr/>
            <a:r>
              <a:t>​</a:t>
            </a:r>
            <a:endParaRPr lang="en-US"/>
          </a:p>
        </p:txBody>
      </p:sp>
      <p:sp>
        <p:nvSpPr>
          <p:cNvPr id="9" name="Espace réservé du texte 7">
            <a:extLst>
              <a:ext uri="{FF2B5EF4-FFF2-40B4-BE49-F238E27FC236}">
                <a16:creationId xmlns:a16="http://schemas.microsoft.com/office/drawing/2014/main" id="{6ED4DDE7-B913-B202-738B-D95058C6F2A6}"/>
              </a:ext>
            </a:extLst>
          </p:cNvPr>
          <p:cNvSpPr>
            <a:spLocks noGrp="1"/>
          </p:cNvSpPr>
          <p:nvPr>
            <p:ph type="body" sz="quarter" idx="27"/>
          </p:nvPr>
        </p:nvSpPr>
        <p:spPr/>
        <p:txBody>
          <a:bodyPr/>
          <a:lstStyle/>
          <a:p>
            <a:pPr/>
            <a:r>
              <a:t>Consultant / Développeur Odoo Legend</a:t>
            </a:r>
            <a:endParaRPr lang="en-US"/>
          </a:p>
        </p:txBody>
      </p:sp>
      <p:sp>
        <p:nvSpPr>
          <p:cNvPr id="10" name="Espace réservé du texte 8">
            <a:extLst>
              <a:ext uri="{FF2B5EF4-FFF2-40B4-BE49-F238E27FC236}">
                <a16:creationId xmlns:a16="http://schemas.microsoft.com/office/drawing/2014/main" id="{FC261694-395B-13EF-D462-14E94E5475C1}"/>
              </a:ext>
            </a:extLst>
          </p:cNvPr>
          <p:cNvSpPr>
            <a:spLocks noGrp="1"/>
          </p:cNvSpPr>
          <p:nvPr>
            <p:ph type="body" sz="quarter" idx="28"/>
          </p:nvPr>
        </p:nvSpPr>
        <p:spPr/>
        <p:txBody>
          <a:bodyPr/>
          <a:lstStyle/>
          <a:p>
            <a:pPr/>
            <a:r>
              <a:t>180.00 EUR/h HT</a:t>
            </a:r>
            <a:endParaRPr lang="en-US"/>
          </a:p>
        </p:txBody>
      </p:sp>
      <p:sp>
        <p:nvSpPr>
          <p:cNvPr id="11" name="Espace réservé du texte 9">
            <a:extLst>
              <a:ext uri="{FF2B5EF4-FFF2-40B4-BE49-F238E27FC236}">
                <a16:creationId xmlns:a16="http://schemas.microsoft.com/office/drawing/2014/main" id="{5CDE30D1-7868-FCB4-464E-DA917B641226}"/>
              </a:ext>
            </a:extLst>
          </p:cNvPr>
          <p:cNvSpPr>
            <a:spLocks noGrp="1"/>
          </p:cNvSpPr>
          <p:nvPr>
            <p:ph type="body" sz="quarter" idx="29"/>
          </p:nvPr>
        </p:nvSpPr>
        <p:spPr/>
        <p:txBody>
          <a:bodyPr/>
          <a:lstStyle/>
          <a:p>
            <a:pPr/>
            <a:r>
              <a:t>​</a:t>
            </a:r>
            <a:endParaRPr lang="en-US"/>
          </a:p>
        </p:txBody>
      </p:sp>
      <p:sp>
        <p:nvSpPr>
          <p:cNvPr id="12" name="Espace réservé du texte 10">
            <a:extLst>
              <a:ext uri="{FF2B5EF4-FFF2-40B4-BE49-F238E27FC236}">
                <a16:creationId xmlns:a16="http://schemas.microsoft.com/office/drawing/2014/main" id="{6B7BE612-E5BE-26DF-3A0A-A6E534DE73FC}"/>
              </a:ext>
            </a:extLst>
          </p:cNvPr>
          <p:cNvSpPr>
            <a:spLocks noGrp="1"/>
          </p:cNvSpPr>
          <p:nvPr>
            <p:ph type="body" sz="quarter" idx="30"/>
          </p:nvPr>
        </p:nvSpPr>
        <p:spPr/>
        <p:txBody>
          <a:bodyPr/>
          <a:lstStyle/>
          <a:p>
            <a:pPr/>
            <a:r>
              <a:t>Consultant / Développeur Odoo Certifié</a:t>
            </a:r>
            <a:endParaRPr lang="en-US"/>
          </a:p>
        </p:txBody>
      </p:sp>
      <p:sp>
        <p:nvSpPr>
          <p:cNvPr id="13" name="Espace réservé du texte 11">
            <a:extLst>
              <a:ext uri="{FF2B5EF4-FFF2-40B4-BE49-F238E27FC236}">
                <a16:creationId xmlns:a16="http://schemas.microsoft.com/office/drawing/2014/main" id="{75DD32EC-8B76-04BF-2117-AE980B9279B5}"/>
              </a:ext>
            </a:extLst>
          </p:cNvPr>
          <p:cNvSpPr>
            <a:spLocks noGrp="1"/>
          </p:cNvSpPr>
          <p:nvPr>
            <p:ph type="body" sz="quarter" idx="31"/>
          </p:nvPr>
        </p:nvSpPr>
        <p:spPr/>
        <p:txBody>
          <a:bodyPr/>
          <a:lstStyle/>
          <a:p>
            <a:pPr/>
            <a:r>
              <a:t>130.00 EUR/h HT</a:t>
            </a:r>
            <a:endParaRPr lang="en-US"/>
          </a:p>
        </p:txBody>
      </p:sp>
      <p:sp>
        <p:nvSpPr>
          <p:cNvPr id="14" name="Espace réservé du texte 12">
            <a:extLst>
              <a:ext uri="{FF2B5EF4-FFF2-40B4-BE49-F238E27FC236}">
                <a16:creationId xmlns:a16="http://schemas.microsoft.com/office/drawing/2014/main" id="{9152BC73-1DDA-9E5D-C710-EED3E9E28BDF}"/>
              </a:ext>
            </a:extLst>
          </p:cNvPr>
          <p:cNvSpPr>
            <a:spLocks noGrp="1"/>
          </p:cNvSpPr>
          <p:nvPr>
            <p:ph type="body" sz="quarter" idx="32"/>
          </p:nvPr>
        </p:nvSpPr>
        <p:spPr/>
        <p:txBody>
          <a:bodyPr/>
          <a:lstStyle/>
          <a:p>
            <a:pPr/>
            <a:r>
              <a:t>​</a:t>
            </a:r>
            <a:endParaRPr lang="en-US"/>
          </a:p>
        </p:txBody>
      </p:sp>
      <p:sp>
        <p:nvSpPr>
          <p:cNvPr id="15" name="Espace réservé du texte 13">
            <a:extLst>
              <a:ext uri="{FF2B5EF4-FFF2-40B4-BE49-F238E27FC236}">
                <a16:creationId xmlns:a16="http://schemas.microsoft.com/office/drawing/2014/main" id="{E043F1B4-355E-87F3-612E-5F73C5189707}"/>
              </a:ext>
            </a:extLst>
          </p:cNvPr>
          <p:cNvSpPr>
            <a:spLocks noGrp="1"/>
          </p:cNvSpPr>
          <p:nvPr>
            <p:ph type="body" sz="quarter" idx="33"/>
          </p:nvPr>
        </p:nvSpPr>
        <p:spPr/>
        <p:txBody>
          <a:bodyPr/>
          <a:lstStyle/>
          <a:p>
            <a:pPr/>
            <a:r>
              <a:t>Consultant / Développeur Odoo Master</a:t>
            </a:r>
            <a:endParaRPr lang="en-US"/>
          </a:p>
        </p:txBody>
      </p:sp>
      <p:sp>
        <p:nvSpPr>
          <p:cNvPr id="16" name="Espace réservé du texte 14">
            <a:extLst>
              <a:ext uri="{FF2B5EF4-FFF2-40B4-BE49-F238E27FC236}">
                <a16:creationId xmlns:a16="http://schemas.microsoft.com/office/drawing/2014/main" id="{BC1DB44F-6829-8F89-20E4-8BE3D5AF30AB}"/>
              </a:ext>
            </a:extLst>
          </p:cNvPr>
          <p:cNvSpPr>
            <a:spLocks noGrp="1"/>
          </p:cNvSpPr>
          <p:nvPr>
            <p:ph type="body" sz="quarter" idx="34"/>
          </p:nvPr>
        </p:nvSpPr>
        <p:spPr/>
        <p:txBody>
          <a:bodyPr/>
          <a:lstStyle/>
          <a:p>
            <a:pPr/>
            <a:r>
              <a:t>150.00 EUR/h HT</a:t>
            </a:r>
            <a:endParaRPr lang="en-US"/>
          </a:p>
        </p:txBody>
      </p:sp>
      <p:grpSp>
        <p:nvGrpSpPr>
          <p:cNvPr id="17" name="Transplant"/>
          <p:cNvGrpSpPr/>
          <p:nvPr/>
        </p:nvGrpSpPr>
        <p:grpSpPr>
          <a:xfrm>
            <a:off x="1266444" y="2964822"/>
            <a:ext cx="1371600" cy="1010652"/>
            <a:chOff x="1029030" y="2242973"/>
            <a:chExt cx="1628775" cy="1200150"/>
          </a:xfrm>
        </p:grpSpPr>
        <p:pic>
          <p:nvPicPr>
            <p:cNvPr id="18" name="Graphique 15">
              <a:extLst>
                <a:ext uri="{FF2B5EF4-FFF2-40B4-BE49-F238E27FC236}">
                  <a16:creationId xmlns:a16="http://schemas.microsoft.com/office/drawing/2014/main" id="{FB003DBA-7B59-E773-5E3B-D9D3C9E33FC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29030" y="2242973"/>
              <a:ext cx="1628775" cy="1200150"/>
            </a:xfrm>
            <a:prstGeom prst="rect">
              <a:avLst/>
            </a:prstGeom>
          </p:spPr>
        </p:pic>
      </p:grpSp>
      <p:grpSp>
        <p:nvGrpSpPr>
          <p:cNvPr id="19" name="Transplant"/>
          <p:cNvGrpSpPr/>
          <p:nvPr/>
        </p:nvGrpSpPr>
        <p:grpSpPr>
          <a:xfrm>
            <a:off x="4037076" y="2928727"/>
            <a:ext cx="1371600" cy="1082842"/>
            <a:chOff x="3954462" y="2143125"/>
            <a:chExt cx="1628775" cy="1285875"/>
          </a:xfrm>
        </p:grpSpPr>
        <p:pic>
          <p:nvPicPr>
            <p:cNvPr id="20" name="Graphique 21">
              <a:extLst>
                <a:ext uri="{FF2B5EF4-FFF2-40B4-BE49-F238E27FC236}">
                  <a16:creationId xmlns:a16="http://schemas.microsoft.com/office/drawing/2014/main" id="{D8629E81-FEC0-0907-53B4-EABE725EC8E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954462" y="2143125"/>
              <a:ext cx="1628775" cy="1285875"/>
            </a:xfrm>
            <a:prstGeom prst="rect">
              <a:avLst/>
            </a:prstGeom>
          </p:spPr>
        </p:pic>
      </p:grpSp>
      <p:grpSp>
        <p:nvGrpSpPr>
          <p:cNvPr id="21" name="Transplant"/>
          <p:cNvGrpSpPr/>
          <p:nvPr/>
        </p:nvGrpSpPr>
        <p:grpSpPr>
          <a:xfrm>
            <a:off x="6789420" y="2888622"/>
            <a:ext cx="1371600" cy="1163052"/>
            <a:chOff x="6576683" y="2047875"/>
            <a:chExt cx="1628775" cy="1381125"/>
          </a:xfrm>
        </p:grpSpPr>
        <p:pic>
          <p:nvPicPr>
            <p:cNvPr id="22" name="Graphique 17">
              <a:extLst>
                <a:ext uri="{FF2B5EF4-FFF2-40B4-BE49-F238E27FC236}">
                  <a16:creationId xmlns:a16="http://schemas.microsoft.com/office/drawing/2014/main" id="{5142898A-08A1-31A2-9566-FA78DBC4707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576683" y="2047875"/>
              <a:ext cx="1628775" cy="1381125"/>
            </a:xfrm>
            <a:prstGeom prst="rect">
              <a:avLst/>
            </a:prstGeom>
          </p:spPr>
        </p:pic>
      </p:grpSp>
      <p:grpSp>
        <p:nvGrpSpPr>
          <p:cNvPr id="23" name="Transplant"/>
          <p:cNvGrpSpPr/>
          <p:nvPr/>
        </p:nvGrpSpPr>
        <p:grpSpPr>
          <a:xfrm>
            <a:off x="9550908" y="2936748"/>
            <a:ext cx="1371600" cy="1066800"/>
            <a:chOff x="9198905" y="2179089"/>
            <a:chExt cx="1628775" cy="1266825"/>
          </a:xfrm>
        </p:grpSpPr>
        <p:pic>
          <p:nvPicPr>
            <p:cNvPr id="24" name="Graphique 19">
              <a:extLst>
                <a:ext uri="{FF2B5EF4-FFF2-40B4-BE49-F238E27FC236}">
                  <a16:creationId xmlns:a16="http://schemas.microsoft.com/office/drawing/2014/main" id="{95C416FA-6F2F-57B8-BB67-8A7A98F0317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198905" y="2179089"/>
              <a:ext cx="1628775" cy="1266825"/>
            </a:xfrm>
            <a:prstGeom prst="rect">
              <a:avLst/>
            </a:prstGeom>
          </p:spPr>
        </p:pic>
      </p:gr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show="0">
  <p:cSld>
    <p:spTree>
      <p:nvGrpSpPr>
        <p:cNvPr id="2" name=""/>
        <p:cNvGrpSpPr/>
        <p:nvPr/>
      </p:nvGrpSpPr>
      <p:grpSpPr/>
      <p:sp>
        <p:nvSpPr>
          <p:cNvPr id="3" name="Titre 1">
            <a:extLst>
              <a:ext uri="{FF2B5EF4-FFF2-40B4-BE49-F238E27FC236}">
                <a16:creationId xmlns:a16="http://schemas.microsoft.com/office/drawing/2014/main" id="{ED82E5AB-0793-AE16-00C7-225B5CF6A4A5}"/>
              </a:ext>
            </a:extLst>
          </p:cNvPr>
          <p:cNvSpPr>
            <a:spLocks noGrp="1"/>
          </p:cNvSpPr>
          <p:nvPr>
            <p:ph type="title"/>
          </p:nvPr>
        </p:nvSpPr>
        <p:spPr/>
        <p:txBody>
          <a:bodyPr/>
          <a:lstStyle/>
          <a:p>
            <a:pPr/>
            <a:r>
              <a:t>NOS NIVEAUX D’EXPERTISE - LUXEMBOURG</a:t>
            </a:r>
          </a:p>
        </p:txBody>
      </p:sp>
      <p:sp>
        <p:nvSpPr>
          <p:cNvPr id="4" name="Espace réservé du texte 2">
            <a:extLst>
              <a:ext uri="{FF2B5EF4-FFF2-40B4-BE49-F238E27FC236}">
                <a16:creationId xmlns:a16="http://schemas.microsoft.com/office/drawing/2014/main" id="{7CC710F8-A662-A45D-F2AC-8D86A7F85224}"/>
              </a:ext>
            </a:extLst>
          </p:cNvPr>
          <p:cNvSpPr>
            <a:spLocks noGrp="1"/>
          </p:cNvSpPr>
          <p:nvPr>
            <p:ph type="body" sz="quarter" idx="13"/>
          </p:nvPr>
        </p:nvSpPr>
        <p:spPr/>
        <p:txBody>
          <a:bodyPr/>
          <a:lstStyle/>
          <a:p>
            <a:pPr/>
            <a:r>
              <a:t>APPROCHE BUDGÉTAIRE</a:t>
            </a:r>
            <a:endParaRPr lang="en-US"/>
          </a:p>
        </p:txBody>
      </p:sp>
      <p:sp>
        <p:nvSpPr>
          <p:cNvPr id="5" name="Espace réservé du texte 3">
            <a:extLst>
              <a:ext uri="{FF2B5EF4-FFF2-40B4-BE49-F238E27FC236}">
                <a16:creationId xmlns:a16="http://schemas.microsoft.com/office/drawing/2014/main" id="{D49EEC0A-10E9-4488-739A-29D956D6040A}"/>
              </a:ext>
            </a:extLst>
          </p:cNvPr>
          <p:cNvSpPr>
            <a:spLocks noGrp="1"/>
          </p:cNvSpPr>
          <p:nvPr>
            <p:ph type="body" sz="quarter" idx="23"/>
          </p:nvPr>
        </p:nvSpPr>
        <p:spPr/>
        <p:txBody>
          <a:bodyPr/>
          <a:lstStyle/>
          <a:p>
            <a:pPr/>
            <a:r>
              <a:t>​</a:t>
            </a:r>
            <a:endParaRPr lang="en-US"/>
          </a:p>
        </p:txBody>
      </p:sp>
      <p:sp>
        <p:nvSpPr>
          <p:cNvPr id="6" name="Espace réservé du texte 4">
            <a:extLst>
              <a:ext uri="{FF2B5EF4-FFF2-40B4-BE49-F238E27FC236}">
                <a16:creationId xmlns:a16="http://schemas.microsoft.com/office/drawing/2014/main" id="{602D769C-3C8F-3002-9BC2-510C6182A502}"/>
              </a:ext>
            </a:extLst>
          </p:cNvPr>
          <p:cNvSpPr>
            <a:spLocks noGrp="1"/>
          </p:cNvSpPr>
          <p:nvPr>
            <p:ph type="body" sz="quarter" idx="24"/>
          </p:nvPr>
        </p:nvSpPr>
        <p:spPr/>
        <p:txBody>
          <a:bodyPr/>
          <a:lstStyle/>
          <a:p>
            <a:pPr/>
            <a:r>
              <a:t>Consultant / Développeur Odoo</a:t>
            </a:r>
            <a:endParaRPr lang="en-US"/>
          </a:p>
        </p:txBody>
      </p:sp>
      <p:sp>
        <p:nvSpPr>
          <p:cNvPr id="7" name="Espace réservé du texte 5">
            <a:extLst>
              <a:ext uri="{FF2B5EF4-FFF2-40B4-BE49-F238E27FC236}">
                <a16:creationId xmlns:a16="http://schemas.microsoft.com/office/drawing/2014/main" id="{BA8AD015-F5BB-94BA-EAFD-BAC07F68F5BD}"/>
              </a:ext>
            </a:extLst>
          </p:cNvPr>
          <p:cNvSpPr>
            <a:spLocks noGrp="1"/>
          </p:cNvSpPr>
          <p:nvPr>
            <p:ph type="body" sz="quarter" idx="25"/>
          </p:nvPr>
        </p:nvSpPr>
        <p:spPr/>
        <p:txBody>
          <a:bodyPr/>
          <a:lstStyle/>
          <a:p>
            <a:pPr/>
            <a:r>
              <a:t>120.00 EUR/h HT</a:t>
            </a:r>
            <a:endParaRPr lang="en-US"/>
          </a:p>
        </p:txBody>
      </p:sp>
      <p:sp>
        <p:nvSpPr>
          <p:cNvPr id="8" name="Espace réservé du texte 6">
            <a:extLst>
              <a:ext uri="{FF2B5EF4-FFF2-40B4-BE49-F238E27FC236}">
                <a16:creationId xmlns:a16="http://schemas.microsoft.com/office/drawing/2014/main" id="{C4A6AC82-185F-5FC3-5836-A141F0F205B5}"/>
              </a:ext>
            </a:extLst>
          </p:cNvPr>
          <p:cNvSpPr>
            <a:spLocks noGrp="1"/>
          </p:cNvSpPr>
          <p:nvPr>
            <p:ph type="body" sz="quarter" idx="26"/>
          </p:nvPr>
        </p:nvSpPr>
        <p:spPr/>
        <p:txBody>
          <a:bodyPr/>
          <a:lstStyle/>
          <a:p>
            <a:pPr/>
            <a:r>
              <a:t>​</a:t>
            </a:r>
            <a:endParaRPr lang="en-US"/>
          </a:p>
        </p:txBody>
      </p:sp>
      <p:sp>
        <p:nvSpPr>
          <p:cNvPr id="9" name="Espace réservé du texte 7">
            <a:extLst>
              <a:ext uri="{FF2B5EF4-FFF2-40B4-BE49-F238E27FC236}">
                <a16:creationId xmlns:a16="http://schemas.microsoft.com/office/drawing/2014/main" id="{6ED4DDE7-B913-B202-738B-D95058C6F2A6}"/>
              </a:ext>
            </a:extLst>
          </p:cNvPr>
          <p:cNvSpPr>
            <a:spLocks noGrp="1"/>
          </p:cNvSpPr>
          <p:nvPr>
            <p:ph type="body" sz="quarter" idx="27"/>
          </p:nvPr>
        </p:nvSpPr>
        <p:spPr/>
        <p:txBody>
          <a:bodyPr/>
          <a:lstStyle/>
          <a:p>
            <a:pPr/>
            <a:r>
              <a:t>Consultant / Développeur Odoo Legend</a:t>
            </a:r>
            <a:endParaRPr lang="en-US"/>
          </a:p>
        </p:txBody>
      </p:sp>
      <p:sp>
        <p:nvSpPr>
          <p:cNvPr id="10" name="Espace réservé du texte 8">
            <a:extLst>
              <a:ext uri="{FF2B5EF4-FFF2-40B4-BE49-F238E27FC236}">
                <a16:creationId xmlns:a16="http://schemas.microsoft.com/office/drawing/2014/main" id="{FC261694-395B-13EF-D462-14E94E5475C1}"/>
              </a:ext>
            </a:extLst>
          </p:cNvPr>
          <p:cNvSpPr>
            <a:spLocks noGrp="1"/>
          </p:cNvSpPr>
          <p:nvPr>
            <p:ph type="body" sz="quarter" idx="28"/>
          </p:nvPr>
        </p:nvSpPr>
        <p:spPr/>
        <p:txBody>
          <a:bodyPr/>
          <a:lstStyle/>
          <a:p>
            <a:pPr/>
            <a:r>
              <a:t>180.00 EUR/h HT</a:t>
            </a:r>
            <a:endParaRPr lang="en-US"/>
          </a:p>
        </p:txBody>
      </p:sp>
      <p:sp>
        <p:nvSpPr>
          <p:cNvPr id="11" name="Espace réservé du texte 9">
            <a:extLst>
              <a:ext uri="{FF2B5EF4-FFF2-40B4-BE49-F238E27FC236}">
                <a16:creationId xmlns:a16="http://schemas.microsoft.com/office/drawing/2014/main" id="{5CDE30D1-7868-FCB4-464E-DA917B641226}"/>
              </a:ext>
            </a:extLst>
          </p:cNvPr>
          <p:cNvSpPr>
            <a:spLocks noGrp="1"/>
          </p:cNvSpPr>
          <p:nvPr>
            <p:ph type="body" sz="quarter" idx="29"/>
          </p:nvPr>
        </p:nvSpPr>
        <p:spPr/>
        <p:txBody>
          <a:bodyPr/>
          <a:lstStyle/>
          <a:p>
            <a:pPr/>
            <a:r>
              <a:t>​</a:t>
            </a:r>
            <a:endParaRPr lang="en-US"/>
          </a:p>
        </p:txBody>
      </p:sp>
      <p:sp>
        <p:nvSpPr>
          <p:cNvPr id="12" name="Espace réservé du texte 10">
            <a:extLst>
              <a:ext uri="{FF2B5EF4-FFF2-40B4-BE49-F238E27FC236}">
                <a16:creationId xmlns:a16="http://schemas.microsoft.com/office/drawing/2014/main" id="{6B7BE612-E5BE-26DF-3A0A-A6E534DE73FC}"/>
              </a:ext>
            </a:extLst>
          </p:cNvPr>
          <p:cNvSpPr>
            <a:spLocks noGrp="1"/>
          </p:cNvSpPr>
          <p:nvPr>
            <p:ph type="body" sz="quarter" idx="30"/>
          </p:nvPr>
        </p:nvSpPr>
        <p:spPr/>
        <p:txBody>
          <a:bodyPr/>
          <a:lstStyle/>
          <a:p>
            <a:pPr/>
            <a:r>
              <a:t>Consultant / Développeur Odoo Certifié</a:t>
            </a:r>
            <a:endParaRPr lang="en-US"/>
          </a:p>
        </p:txBody>
      </p:sp>
      <p:sp>
        <p:nvSpPr>
          <p:cNvPr id="13" name="Espace réservé du texte 11">
            <a:extLst>
              <a:ext uri="{FF2B5EF4-FFF2-40B4-BE49-F238E27FC236}">
                <a16:creationId xmlns:a16="http://schemas.microsoft.com/office/drawing/2014/main" id="{75DD32EC-8B76-04BF-2117-AE980B9279B5}"/>
              </a:ext>
            </a:extLst>
          </p:cNvPr>
          <p:cNvSpPr>
            <a:spLocks noGrp="1"/>
          </p:cNvSpPr>
          <p:nvPr>
            <p:ph type="body" sz="quarter" idx="31"/>
          </p:nvPr>
        </p:nvSpPr>
        <p:spPr/>
        <p:txBody>
          <a:bodyPr/>
          <a:lstStyle/>
          <a:p>
            <a:pPr/>
            <a:r>
              <a:t>138.00 EUR/h HT</a:t>
            </a:r>
            <a:endParaRPr lang="en-US"/>
          </a:p>
        </p:txBody>
      </p:sp>
      <p:sp>
        <p:nvSpPr>
          <p:cNvPr id="14" name="Espace réservé du texte 12">
            <a:extLst>
              <a:ext uri="{FF2B5EF4-FFF2-40B4-BE49-F238E27FC236}">
                <a16:creationId xmlns:a16="http://schemas.microsoft.com/office/drawing/2014/main" id="{9152BC73-1DDA-9E5D-C710-EED3E9E28BDF}"/>
              </a:ext>
            </a:extLst>
          </p:cNvPr>
          <p:cNvSpPr>
            <a:spLocks noGrp="1"/>
          </p:cNvSpPr>
          <p:nvPr>
            <p:ph type="body" sz="quarter" idx="32"/>
          </p:nvPr>
        </p:nvSpPr>
        <p:spPr/>
        <p:txBody>
          <a:bodyPr/>
          <a:lstStyle/>
          <a:p>
            <a:pPr/>
            <a:r>
              <a:t>​</a:t>
            </a:r>
            <a:endParaRPr lang="en-US"/>
          </a:p>
        </p:txBody>
      </p:sp>
      <p:sp>
        <p:nvSpPr>
          <p:cNvPr id="15" name="Espace réservé du texte 13">
            <a:extLst>
              <a:ext uri="{FF2B5EF4-FFF2-40B4-BE49-F238E27FC236}">
                <a16:creationId xmlns:a16="http://schemas.microsoft.com/office/drawing/2014/main" id="{E043F1B4-355E-87F3-612E-5F73C5189707}"/>
              </a:ext>
            </a:extLst>
          </p:cNvPr>
          <p:cNvSpPr>
            <a:spLocks noGrp="1"/>
          </p:cNvSpPr>
          <p:nvPr>
            <p:ph type="body" sz="quarter" idx="33"/>
          </p:nvPr>
        </p:nvSpPr>
        <p:spPr/>
        <p:txBody>
          <a:bodyPr/>
          <a:lstStyle/>
          <a:p>
            <a:pPr/>
            <a:r>
              <a:t>Consultant / Développeur Odoo Master</a:t>
            </a:r>
            <a:endParaRPr lang="en-US"/>
          </a:p>
        </p:txBody>
      </p:sp>
      <p:sp>
        <p:nvSpPr>
          <p:cNvPr id="16" name="Espace réservé du texte 14">
            <a:extLst>
              <a:ext uri="{FF2B5EF4-FFF2-40B4-BE49-F238E27FC236}">
                <a16:creationId xmlns:a16="http://schemas.microsoft.com/office/drawing/2014/main" id="{BC1DB44F-6829-8F89-20E4-8BE3D5AF30AB}"/>
              </a:ext>
            </a:extLst>
          </p:cNvPr>
          <p:cNvSpPr>
            <a:spLocks noGrp="1"/>
          </p:cNvSpPr>
          <p:nvPr>
            <p:ph type="body" sz="quarter" idx="34"/>
          </p:nvPr>
        </p:nvSpPr>
        <p:spPr/>
        <p:txBody>
          <a:bodyPr/>
          <a:lstStyle/>
          <a:p>
            <a:pPr/>
            <a:r>
              <a:t>155.00 EUR/h HT</a:t>
            </a:r>
            <a:endParaRPr lang="en-US"/>
          </a:p>
        </p:txBody>
      </p:sp>
      <p:grpSp>
        <p:nvGrpSpPr>
          <p:cNvPr id="17" name="Transplant"/>
          <p:cNvGrpSpPr/>
          <p:nvPr/>
        </p:nvGrpSpPr>
        <p:grpSpPr>
          <a:xfrm>
            <a:off x="1266444" y="2964822"/>
            <a:ext cx="1371600" cy="1010652"/>
            <a:chOff x="1029030" y="2242973"/>
            <a:chExt cx="1628775" cy="1200150"/>
          </a:xfrm>
        </p:grpSpPr>
        <p:pic>
          <p:nvPicPr>
            <p:cNvPr id="18" name="Graphique 15">
              <a:extLst>
                <a:ext uri="{FF2B5EF4-FFF2-40B4-BE49-F238E27FC236}">
                  <a16:creationId xmlns:a16="http://schemas.microsoft.com/office/drawing/2014/main" id="{E8D590E7-2B96-409C-F556-F4F5FBE2BE4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29030" y="2242973"/>
              <a:ext cx="1628775" cy="1200150"/>
            </a:xfrm>
            <a:prstGeom prst="rect">
              <a:avLst/>
            </a:prstGeom>
          </p:spPr>
        </p:pic>
      </p:grpSp>
      <p:grpSp>
        <p:nvGrpSpPr>
          <p:cNvPr id="19" name="Transplant"/>
          <p:cNvGrpSpPr/>
          <p:nvPr/>
        </p:nvGrpSpPr>
        <p:grpSpPr>
          <a:xfrm>
            <a:off x="4037076" y="2928727"/>
            <a:ext cx="1371600" cy="1082842"/>
            <a:chOff x="3954462" y="2143125"/>
            <a:chExt cx="1628775" cy="1285875"/>
          </a:xfrm>
        </p:grpSpPr>
        <p:pic>
          <p:nvPicPr>
            <p:cNvPr id="20" name="Graphique 21">
              <a:extLst>
                <a:ext uri="{FF2B5EF4-FFF2-40B4-BE49-F238E27FC236}">
                  <a16:creationId xmlns:a16="http://schemas.microsoft.com/office/drawing/2014/main" id="{27D98445-C194-B3E0-B2CE-B8A2B810F48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954462" y="2143125"/>
              <a:ext cx="1628775" cy="1285875"/>
            </a:xfrm>
            <a:prstGeom prst="rect">
              <a:avLst/>
            </a:prstGeom>
          </p:spPr>
        </p:pic>
      </p:grpSp>
      <p:grpSp>
        <p:nvGrpSpPr>
          <p:cNvPr id="21" name="Transplant"/>
          <p:cNvGrpSpPr/>
          <p:nvPr/>
        </p:nvGrpSpPr>
        <p:grpSpPr>
          <a:xfrm>
            <a:off x="6789420" y="2888622"/>
            <a:ext cx="1371600" cy="1163052"/>
            <a:chOff x="6576683" y="2047875"/>
            <a:chExt cx="1628775" cy="1381125"/>
          </a:xfrm>
        </p:grpSpPr>
        <p:pic>
          <p:nvPicPr>
            <p:cNvPr id="22" name="Graphique 17">
              <a:extLst>
                <a:ext uri="{FF2B5EF4-FFF2-40B4-BE49-F238E27FC236}">
                  <a16:creationId xmlns:a16="http://schemas.microsoft.com/office/drawing/2014/main" id="{9B03F717-BF78-E19D-66A6-2EDAA886DB2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576683" y="2047875"/>
              <a:ext cx="1628775" cy="1381125"/>
            </a:xfrm>
            <a:prstGeom prst="rect">
              <a:avLst/>
            </a:prstGeom>
          </p:spPr>
        </p:pic>
      </p:grpSp>
      <p:grpSp>
        <p:nvGrpSpPr>
          <p:cNvPr id="23" name="Transplant"/>
          <p:cNvGrpSpPr/>
          <p:nvPr/>
        </p:nvGrpSpPr>
        <p:grpSpPr>
          <a:xfrm>
            <a:off x="9550908" y="2936748"/>
            <a:ext cx="1371600" cy="1066800"/>
            <a:chOff x="9198905" y="2179089"/>
            <a:chExt cx="1628775" cy="1266825"/>
          </a:xfrm>
        </p:grpSpPr>
        <p:pic>
          <p:nvPicPr>
            <p:cNvPr id="24" name="Graphique 19">
              <a:extLst>
                <a:ext uri="{FF2B5EF4-FFF2-40B4-BE49-F238E27FC236}">
                  <a16:creationId xmlns:a16="http://schemas.microsoft.com/office/drawing/2014/main" id="{84ABF439-BF5C-DAE8-17E9-CC37E33B206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198905" y="2179089"/>
              <a:ext cx="1628775" cy="1266825"/>
            </a:xfrm>
            <a:prstGeom prst="rect">
              <a:avLst/>
            </a:prstGeom>
          </p:spPr>
        </p:pic>
      </p:gr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show="0">
  <p:cSld>
    <p:spTree>
      <p:nvGrpSpPr>
        <p:cNvPr id="2" name=""/>
        <p:cNvGrpSpPr/>
        <p:nvPr/>
      </p:nvGrpSpPr>
      <p:grpSpPr/>
      <p:sp>
        <p:nvSpPr>
          <p:cNvPr id="3" name="Titre 1">
            <a:extLst>
              <a:ext uri="{FF2B5EF4-FFF2-40B4-BE49-F238E27FC236}">
                <a16:creationId xmlns:a16="http://schemas.microsoft.com/office/drawing/2014/main" id="{ED82E5AB-0793-AE16-00C7-225B5CF6A4A5}"/>
              </a:ext>
            </a:extLst>
          </p:cNvPr>
          <p:cNvSpPr>
            <a:spLocks noGrp="1"/>
          </p:cNvSpPr>
          <p:nvPr>
            <p:ph type="title"/>
          </p:nvPr>
        </p:nvSpPr>
        <p:spPr/>
        <p:txBody>
          <a:bodyPr/>
          <a:lstStyle/>
          <a:p>
            <a:pPr/>
            <a:r>
              <a:t>NOS NIVEAUX D’EXPERTISE - MADAGASCAR</a:t>
            </a:r>
          </a:p>
        </p:txBody>
      </p:sp>
      <p:sp>
        <p:nvSpPr>
          <p:cNvPr id="4" name="Espace réservé du texte 2">
            <a:extLst>
              <a:ext uri="{FF2B5EF4-FFF2-40B4-BE49-F238E27FC236}">
                <a16:creationId xmlns:a16="http://schemas.microsoft.com/office/drawing/2014/main" id="{7CC710F8-A662-A45D-F2AC-8D86A7F85224}"/>
              </a:ext>
            </a:extLst>
          </p:cNvPr>
          <p:cNvSpPr>
            <a:spLocks noGrp="1"/>
          </p:cNvSpPr>
          <p:nvPr>
            <p:ph type="body" sz="quarter" idx="13"/>
          </p:nvPr>
        </p:nvSpPr>
        <p:spPr/>
        <p:txBody>
          <a:bodyPr/>
          <a:lstStyle/>
          <a:p>
            <a:pPr/>
            <a:r>
              <a:t>APPROCHE BUDGÉTAIRE</a:t>
            </a:r>
            <a:endParaRPr lang="en-US"/>
          </a:p>
        </p:txBody>
      </p:sp>
      <p:sp>
        <p:nvSpPr>
          <p:cNvPr id="5" name="Espace réservé du texte 3">
            <a:extLst>
              <a:ext uri="{FF2B5EF4-FFF2-40B4-BE49-F238E27FC236}">
                <a16:creationId xmlns:a16="http://schemas.microsoft.com/office/drawing/2014/main" id="{D49EEC0A-10E9-4488-739A-29D956D6040A}"/>
              </a:ext>
            </a:extLst>
          </p:cNvPr>
          <p:cNvSpPr>
            <a:spLocks noGrp="1"/>
          </p:cNvSpPr>
          <p:nvPr>
            <p:ph type="body" sz="quarter" idx="23"/>
          </p:nvPr>
        </p:nvSpPr>
        <p:spPr/>
        <p:txBody>
          <a:bodyPr/>
          <a:lstStyle/>
          <a:p>
            <a:pPr/>
            <a:r>
              <a:t>​</a:t>
            </a:r>
            <a:endParaRPr lang="en-US"/>
          </a:p>
        </p:txBody>
      </p:sp>
      <p:sp>
        <p:nvSpPr>
          <p:cNvPr id="6" name="Espace réservé du texte 4">
            <a:extLst>
              <a:ext uri="{FF2B5EF4-FFF2-40B4-BE49-F238E27FC236}">
                <a16:creationId xmlns:a16="http://schemas.microsoft.com/office/drawing/2014/main" id="{602D769C-3C8F-3002-9BC2-510C6182A502}"/>
              </a:ext>
            </a:extLst>
          </p:cNvPr>
          <p:cNvSpPr>
            <a:spLocks noGrp="1"/>
          </p:cNvSpPr>
          <p:nvPr>
            <p:ph type="body" sz="quarter" idx="24"/>
          </p:nvPr>
        </p:nvSpPr>
        <p:spPr/>
        <p:txBody>
          <a:bodyPr/>
          <a:lstStyle/>
          <a:p>
            <a:pPr/>
            <a:r>
              <a:t>Consultant / Développeur Odoo</a:t>
            </a:r>
            <a:endParaRPr lang="en-US"/>
          </a:p>
        </p:txBody>
      </p:sp>
      <p:sp>
        <p:nvSpPr>
          <p:cNvPr id="7" name="Espace réservé du texte 5">
            <a:extLst>
              <a:ext uri="{FF2B5EF4-FFF2-40B4-BE49-F238E27FC236}">
                <a16:creationId xmlns:a16="http://schemas.microsoft.com/office/drawing/2014/main" id="{BA8AD015-F5BB-94BA-EAFD-BAC07F68F5BD}"/>
              </a:ext>
            </a:extLst>
          </p:cNvPr>
          <p:cNvSpPr>
            <a:spLocks noGrp="1"/>
          </p:cNvSpPr>
          <p:nvPr>
            <p:ph type="body" sz="quarter" idx="25"/>
          </p:nvPr>
        </p:nvSpPr>
        <p:spPr/>
        <p:txBody>
          <a:bodyPr/>
          <a:lstStyle/>
          <a:p>
            <a:pPr/>
            <a:r>
              <a:t>16.00 EUR /h HT</a:t>
            </a:r>
            <a:endParaRPr lang="en-US"/>
          </a:p>
          <a:p>
            <a:pPr/>
            <a:r>
              <a:t>80,000.00 MGA /h HT</a:t>
            </a:r>
          </a:p>
        </p:txBody>
      </p:sp>
      <p:sp>
        <p:nvSpPr>
          <p:cNvPr id="8" name="Espace réservé du texte 6">
            <a:extLst>
              <a:ext uri="{FF2B5EF4-FFF2-40B4-BE49-F238E27FC236}">
                <a16:creationId xmlns:a16="http://schemas.microsoft.com/office/drawing/2014/main" id="{C4A6AC82-185F-5FC3-5836-A141F0F205B5}"/>
              </a:ext>
            </a:extLst>
          </p:cNvPr>
          <p:cNvSpPr>
            <a:spLocks noGrp="1"/>
          </p:cNvSpPr>
          <p:nvPr>
            <p:ph type="body" sz="quarter" idx="26"/>
          </p:nvPr>
        </p:nvSpPr>
        <p:spPr/>
        <p:txBody>
          <a:bodyPr/>
          <a:lstStyle/>
          <a:p>
            <a:pPr/>
            <a:r>
              <a:t>​</a:t>
            </a:r>
            <a:endParaRPr lang="en-US"/>
          </a:p>
        </p:txBody>
      </p:sp>
      <p:sp>
        <p:nvSpPr>
          <p:cNvPr id="9" name="Espace réservé du texte 7">
            <a:extLst>
              <a:ext uri="{FF2B5EF4-FFF2-40B4-BE49-F238E27FC236}">
                <a16:creationId xmlns:a16="http://schemas.microsoft.com/office/drawing/2014/main" id="{6ED4DDE7-B913-B202-738B-D95058C6F2A6}"/>
              </a:ext>
            </a:extLst>
          </p:cNvPr>
          <p:cNvSpPr>
            <a:spLocks noGrp="1"/>
          </p:cNvSpPr>
          <p:nvPr>
            <p:ph type="body" sz="quarter" idx="27"/>
          </p:nvPr>
        </p:nvSpPr>
        <p:spPr/>
        <p:txBody>
          <a:bodyPr/>
          <a:lstStyle/>
          <a:p>
            <a:pPr/>
            <a:r>
              <a:t>Consultant / Développeur Odoo Legend</a:t>
            </a:r>
            <a:endParaRPr lang="en-US"/>
          </a:p>
        </p:txBody>
      </p:sp>
      <p:sp>
        <p:nvSpPr>
          <p:cNvPr id="10" name="Espace réservé du texte 8">
            <a:extLst>
              <a:ext uri="{FF2B5EF4-FFF2-40B4-BE49-F238E27FC236}">
                <a16:creationId xmlns:a16="http://schemas.microsoft.com/office/drawing/2014/main" id="{FC261694-395B-13EF-D462-14E94E5475C1}"/>
              </a:ext>
            </a:extLst>
          </p:cNvPr>
          <p:cNvSpPr>
            <a:spLocks noGrp="1"/>
          </p:cNvSpPr>
          <p:nvPr>
            <p:ph type="body" sz="quarter" idx="28"/>
          </p:nvPr>
        </p:nvSpPr>
        <p:spPr/>
        <p:txBody>
          <a:bodyPr/>
          <a:lstStyle/>
          <a:p>
            <a:pPr/>
            <a:r>
              <a:t>30.00 EUR/h HT</a:t>
            </a:r>
            <a:endParaRPr lang="en-US"/>
          </a:p>
          <a:p>
            <a:pPr/>
            <a:r>
              <a:t>150,000.00 MGA /h HT</a:t>
            </a:r>
          </a:p>
        </p:txBody>
      </p:sp>
      <p:sp>
        <p:nvSpPr>
          <p:cNvPr id="11" name="Espace réservé du texte 9">
            <a:extLst>
              <a:ext uri="{FF2B5EF4-FFF2-40B4-BE49-F238E27FC236}">
                <a16:creationId xmlns:a16="http://schemas.microsoft.com/office/drawing/2014/main" id="{5CDE30D1-7868-FCB4-464E-DA917B641226}"/>
              </a:ext>
            </a:extLst>
          </p:cNvPr>
          <p:cNvSpPr>
            <a:spLocks noGrp="1"/>
          </p:cNvSpPr>
          <p:nvPr>
            <p:ph type="body" sz="quarter" idx="29"/>
          </p:nvPr>
        </p:nvSpPr>
        <p:spPr/>
        <p:txBody>
          <a:bodyPr/>
          <a:lstStyle/>
          <a:p>
            <a:pPr/>
            <a:r>
              <a:t>​</a:t>
            </a:r>
            <a:endParaRPr lang="en-US"/>
          </a:p>
        </p:txBody>
      </p:sp>
      <p:sp>
        <p:nvSpPr>
          <p:cNvPr id="12" name="Espace réservé du texte 10">
            <a:extLst>
              <a:ext uri="{FF2B5EF4-FFF2-40B4-BE49-F238E27FC236}">
                <a16:creationId xmlns:a16="http://schemas.microsoft.com/office/drawing/2014/main" id="{6B7BE612-E5BE-26DF-3A0A-A6E534DE73FC}"/>
              </a:ext>
            </a:extLst>
          </p:cNvPr>
          <p:cNvSpPr>
            <a:spLocks noGrp="1"/>
          </p:cNvSpPr>
          <p:nvPr>
            <p:ph type="body" sz="quarter" idx="30"/>
          </p:nvPr>
        </p:nvSpPr>
        <p:spPr/>
        <p:txBody>
          <a:bodyPr/>
          <a:lstStyle/>
          <a:p>
            <a:pPr/>
            <a:r>
              <a:t>Consultant / Développeur Odoo Certifié</a:t>
            </a:r>
            <a:endParaRPr lang="en-US"/>
          </a:p>
        </p:txBody>
      </p:sp>
      <p:sp>
        <p:nvSpPr>
          <p:cNvPr id="13" name="Espace réservé du texte 11">
            <a:extLst>
              <a:ext uri="{FF2B5EF4-FFF2-40B4-BE49-F238E27FC236}">
                <a16:creationId xmlns:a16="http://schemas.microsoft.com/office/drawing/2014/main" id="{75DD32EC-8B76-04BF-2117-AE980B9279B5}"/>
              </a:ext>
            </a:extLst>
          </p:cNvPr>
          <p:cNvSpPr>
            <a:spLocks noGrp="1"/>
          </p:cNvSpPr>
          <p:nvPr>
            <p:ph type="body" sz="quarter" idx="31"/>
          </p:nvPr>
        </p:nvSpPr>
        <p:spPr/>
        <p:txBody>
          <a:bodyPr/>
          <a:lstStyle/>
          <a:p>
            <a:pPr/>
            <a:r>
              <a:t>24.00 EUR /h HT</a:t>
            </a:r>
            <a:endParaRPr lang="en-US"/>
          </a:p>
          <a:p>
            <a:pPr/>
            <a:r>
              <a:t>120,000.00 MGA /h HT</a:t>
            </a:r>
          </a:p>
        </p:txBody>
      </p:sp>
      <p:sp>
        <p:nvSpPr>
          <p:cNvPr id="14" name="Espace réservé du texte 12">
            <a:extLst>
              <a:ext uri="{FF2B5EF4-FFF2-40B4-BE49-F238E27FC236}">
                <a16:creationId xmlns:a16="http://schemas.microsoft.com/office/drawing/2014/main" id="{9152BC73-1DDA-9E5D-C710-EED3E9E28BDF}"/>
              </a:ext>
            </a:extLst>
          </p:cNvPr>
          <p:cNvSpPr>
            <a:spLocks noGrp="1"/>
          </p:cNvSpPr>
          <p:nvPr>
            <p:ph type="body" sz="quarter" idx="32"/>
          </p:nvPr>
        </p:nvSpPr>
        <p:spPr/>
        <p:txBody>
          <a:bodyPr/>
          <a:lstStyle/>
          <a:p>
            <a:pPr/>
            <a:r>
              <a:t>​</a:t>
            </a:r>
            <a:endParaRPr lang="en-US"/>
          </a:p>
        </p:txBody>
      </p:sp>
      <p:sp>
        <p:nvSpPr>
          <p:cNvPr id="15" name="Espace réservé du texte 13">
            <a:extLst>
              <a:ext uri="{FF2B5EF4-FFF2-40B4-BE49-F238E27FC236}">
                <a16:creationId xmlns:a16="http://schemas.microsoft.com/office/drawing/2014/main" id="{E043F1B4-355E-87F3-612E-5F73C5189707}"/>
              </a:ext>
            </a:extLst>
          </p:cNvPr>
          <p:cNvSpPr>
            <a:spLocks noGrp="1"/>
          </p:cNvSpPr>
          <p:nvPr>
            <p:ph type="body" sz="quarter" idx="33"/>
          </p:nvPr>
        </p:nvSpPr>
        <p:spPr/>
        <p:txBody>
          <a:bodyPr/>
          <a:lstStyle/>
          <a:p>
            <a:pPr/>
            <a:r>
              <a:t>Consultant / Développeur Odoo Master</a:t>
            </a:r>
            <a:endParaRPr lang="en-US"/>
          </a:p>
        </p:txBody>
      </p:sp>
      <p:sp>
        <p:nvSpPr>
          <p:cNvPr id="16" name="Espace réservé du texte 14">
            <a:extLst>
              <a:ext uri="{FF2B5EF4-FFF2-40B4-BE49-F238E27FC236}">
                <a16:creationId xmlns:a16="http://schemas.microsoft.com/office/drawing/2014/main" id="{BC1DB44F-6829-8F89-20E4-8BE3D5AF30AB}"/>
              </a:ext>
            </a:extLst>
          </p:cNvPr>
          <p:cNvSpPr>
            <a:spLocks noGrp="1"/>
          </p:cNvSpPr>
          <p:nvPr>
            <p:ph type="body" sz="quarter" idx="34"/>
          </p:nvPr>
        </p:nvSpPr>
        <p:spPr/>
        <p:txBody>
          <a:bodyPr/>
          <a:lstStyle/>
          <a:p>
            <a:pPr/>
            <a:r>
              <a:t>28.00 EUR /h HT</a:t>
            </a:r>
            <a:endParaRPr lang="en-US"/>
          </a:p>
          <a:p>
            <a:pPr/>
            <a:r>
              <a:t>140,000,00 MGA /h HT</a:t>
            </a:r>
          </a:p>
        </p:txBody>
      </p:sp>
      <p:grpSp>
        <p:nvGrpSpPr>
          <p:cNvPr id="17" name="Transplant"/>
          <p:cNvGrpSpPr/>
          <p:nvPr/>
        </p:nvGrpSpPr>
        <p:grpSpPr>
          <a:xfrm>
            <a:off x="1266444" y="2964822"/>
            <a:ext cx="1371600" cy="1010652"/>
            <a:chOff x="853145" y="2620344"/>
            <a:chExt cx="1628775" cy="1200150"/>
          </a:xfrm>
        </p:grpSpPr>
        <p:pic>
          <p:nvPicPr>
            <p:cNvPr id="18" name="Graphique 15">
              <a:extLst>
                <a:ext uri="{FF2B5EF4-FFF2-40B4-BE49-F238E27FC236}">
                  <a16:creationId xmlns:a16="http://schemas.microsoft.com/office/drawing/2014/main" id="{791B242F-9D7D-7A78-40A1-FF0910A5FFD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53145" y="2620344"/>
              <a:ext cx="1628775" cy="1200150"/>
            </a:xfrm>
            <a:prstGeom prst="rect">
              <a:avLst/>
            </a:prstGeom>
          </p:spPr>
        </p:pic>
      </p:grpSp>
      <p:grpSp>
        <p:nvGrpSpPr>
          <p:cNvPr id="19" name="Transplant"/>
          <p:cNvGrpSpPr/>
          <p:nvPr/>
        </p:nvGrpSpPr>
        <p:grpSpPr>
          <a:xfrm>
            <a:off x="4037076" y="2928727"/>
            <a:ext cx="1371600" cy="1082842"/>
            <a:chOff x="3805457" y="2520496"/>
            <a:chExt cx="1628775" cy="1285875"/>
          </a:xfrm>
        </p:grpSpPr>
        <p:pic>
          <p:nvPicPr>
            <p:cNvPr id="20" name="Graphique 21">
              <a:extLst>
                <a:ext uri="{FF2B5EF4-FFF2-40B4-BE49-F238E27FC236}">
                  <a16:creationId xmlns:a16="http://schemas.microsoft.com/office/drawing/2014/main" id="{BF329D5D-4413-06E5-BDF1-DF24ECEE585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805457" y="2520496"/>
              <a:ext cx="1628775" cy="1285875"/>
            </a:xfrm>
            <a:prstGeom prst="rect">
              <a:avLst/>
            </a:prstGeom>
          </p:spPr>
        </p:pic>
      </p:grpSp>
      <p:grpSp>
        <p:nvGrpSpPr>
          <p:cNvPr id="21" name="Transplant"/>
          <p:cNvGrpSpPr/>
          <p:nvPr/>
        </p:nvGrpSpPr>
        <p:grpSpPr>
          <a:xfrm>
            <a:off x="6789420" y="2888622"/>
            <a:ext cx="1371600" cy="1163052"/>
            <a:chOff x="6757769" y="2425246"/>
            <a:chExt cx="1628775" cy="1381125"/>
          </a:xfrm>
        </p:grpSpPr>
        <p:pic>
          <p:nvPicPr>
            <p:cNvPr id="22" name="Graphique 17">
              <a:extLst>
                <a:ext uri="{FF2B5EF4-FFF2-40B4-BE49-F238E27FC236}">
                  <a16:creationId xmlns:a16="http://schemas.microsoft.com/office/drawing/2014/main" id="{4C456DF1-3D8C-FA2E-BEA7-BA96103E3C8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757769" y="2425246"/>
              <a:ext cx="1628775" cy="1381125"/>
            </a:xfrm>
            <a:prstGeom prst="rect">
              <a:avLst/>
            </a:prstGeom>
          </p:spPr>
        </p:pic>
      </p:grpSp>
      <p:grpSp>
        <p:nvGrpSpPr>
          <p:cNvPr id="23" name="Transplant"/>
          <p:cNvGrpSpPr/>
          <p:nvPr/>
        </p:nvGrpSpPr>
        <p:grpSpPr>
          <a:xfrm>
            <a:off x="9550908" y="2936748"/>
            <a:ext cx="1371600" cy="1066800"/>
            <a:chOff x="9710081" y="2556460"/>
            <a:chExt cx="1628775" cy="1266825"/>
          </a:xfrm>
        </p:grpSpPr>
        <p:pic>
          <p:nvPicPr>
            <p:cNvPr id="24" name="Graphique 19">
              <a:extLst>
                <a:ext uri="{FF2B5EF4-FFF2-40B4-BE49-F238E27FC236}">
                  <a16:creationId xmlns:a16="http://schemas.microsoft.com/office/drawing/2014/main" id="{EF968B98-6AB3-2730-DD3B-79183C77D74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710081" y="2556460"/>
              <a:ext cx="1628775" cy="1266825"/>
            </a:xfrm>
            <a:prstGeom prst="rect">
              <a:avLst/>
            </a:prstGeom>
          </p:spPr>
        </p:pic>
      </p:gr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show="0">
  <p:cSld>
    <p:spTree>
      <p:nvGrpSpPr>
        <p:cNvPr id="2" name=""/>
        <p:cNvGrpSpPr/>
        <p:nvPr/>
      </p:nvGrpSpPr>
      <p:grpSpPr/>
      <p:sp>
        <p:nvSpPr>
          <p:cNvPr id="3" name="Titre 1">
            <a:extLst>
              <a:ext uri="{FF2B5EF4-FFF2-40B4-BE49-F238E27FC236}">
                <a16:creationId xmlns:a16="http://schemas.microsoft.com/office/drawing/2014/main" id="{ED82E5AB-0793-AE16-00C7-225B5CF6A4A5}"/>
              </a:ext>
            </a:extLst>
          </p:cNvPr>
          <p:cNvSpPr>
            <a:spLocks noGrp="1"/>
          </p:cNvSpPr>
          <p:nvPr>
            <p:ph type="title"/>
          </p:nvPr>
        </p:nvSpPr>
        <p:spPr/>
        <p:txBody>
          <a:bodyPr/>
          <a:lstStyle/>
          <a:p>
            <a:pPr/>
            <a:r>
              <a:t>NOS NIVEAUX D’EXPERTISE - CANADA</a:t>
            </a:r>
          </a:p>
        </p:txBody>
      </p:sp>
      <p:sp>
        <p:nvSpPr>
          <p:cNvPr id="4" name="Espace réservé du texte 2">
            <a:extLst>
              <a:ext uri="{FF2B5EF4-FFF2-40B4-BE49-F238E27FC236}">
                <a16:creationId xmlns:a16="http://schemas.microsoft.com/office/drawing/2014/main" id="{7CC710F8-A662-A45D-F2AC-8D86A7F85224}"/>
              </a:ext>
            </a:extLst>
          </p:cNvPr>
          <p:cNvSpPr>
            <a:spLocks noGrp="1"/>
          </p:cNvSpPr>
          <p:nvPr>
            <p:ph type="body" sz="quarter" idx="13"/>
          </p:nvPr>
        </p:nvSpPr>
        <p:spPr/>
        <p:txBody>
          <a:bodyPr/>
          <a:lstStyle/>
          <a:p>
            <a:pPr/>
            <a:r>
              <a:t>APPROCHE BUDGÉTAIRE</a:t>
            </a:r>
            <a:endParaRPr lang="en-US"/>
          </a:p>
        </p:txBody>
      </p:sp>
      <p:sp>
        <p:nvSpPr>
          <p:cNvPr id="5" name="Espace réservé du texte 3">
            <a:extLst>
              <a:ext uri="{FF2B5EF4-FFF2-40B4-BE49-F238E27FC236}">
                <a16:creationId xmlns:a16="http://schemas.microsoft.com/office/drawing/2014/main" id="{D49EEC0A-10E9-4488-739A-29D956D6040A}"/>
              </a:ext>
            </a:extLst>
          </p:cNvPr>
          <p:cNvSpPr>
            <a:spLocks noGrp="1"/>
          </p:cNvSpPr>
          <p:nvPr>
            <p:ph type="body" sz="quarter" idx="23"/>
          </p:nvPr>
        </p:nvSpPr>
        <p:spPr/>
        <p:txBody>
          <a:bodyPr/>
          <a:lstStyle/>
          <a:p>
            <a:pPr/>
            <a:r>
              <a:t>​</a:t>
            </a:r>
            <a:endParaRPr lang="en-US"/>
          </a:p>
        </p:txBody>
      </p:sp>
      <p:sp>
        <p:nvSpPr>
          <p:cNvPr id="6" name="Espace réservé du texte 4">
            <a:extLst>
              <a:ext uri="{FF2B5EF4-FFF2-40B4-BE49-F238E27FC236}">
                <a16:creationId xmlns:a16="http://schemas.microsoft.com/office/drawing/2014/main" id="{602D769C-3C8F-3002-9BC2-510C6182A502}"/>
              </a:ext>
            </a:extLst>
          </p:cNvPr>
          <p:cNvSpPr>
            <a:spLocks noGrp="1"/>
          </p:cNvSpPr>
          <p:nvPr>
            <p:ph type="body" sz="quarter" idx="24"/>
          </p:nvPr>
        </p:nvSpPr>
        <p:spPr/>
        <p:txBody>
          <a:bodyPr/>
          <a:lstStyle/>
          <a:p>
            <a:pPr/>
            <a:r>
              <a:t>Consultant / Développeur Odoo</a:t>
            </a:r>
            <a:endParaRPr lang="en-US"/>
          </a:p>
        </p:txBody>
      </p:sp>
      <p:sp>
        <p:nvSpPr>
          <p:cNvPr id="7" name="Espace réservé du texte 5">
            <a:extLst>
              <a:ext uri="{FF2B5EF4-FFF2-40B4-BE49-F238E27FC236}">
                <a16:creationId xmlns:a16="http://schemas.microsoft.com/office/drawing/2014/main" id="{BA8AD015-F5BB-94BA-EAFD-BAC07F68F5BD}"/>
              </a:ext>
            </a:extLst>
          </p:cNvPr>
          <p:cNvSpPr>
            <a:spLocks noGrp="1"/>
          </p:cNvSpPr>
          <p:nvPr>
            <p:ph type="body" sz="quarter" idx="25"/>
          </p:nvPr>
        </p:nvSpPr>
        <p:spPr/>
        <p:txBody>
          <a:bodyPr/>
          <a:lstStyle/>
          <a:p>
            <a:pPr/>
            <a:r>
              <a:t>140.00 CAD /H HT</a:t>
            </a:r>
            <a:endParaRPr lang="en-US"/>
          </a:p>
        </p:txBody>
      </p:sp>
      <p:sp>
        <p:nvSpPr>
          <p:cNvPr id="8" name="Espace réservé du texte 6">
            <a:extLst>
              <a:ext uri="{FF2B5EF4-FFF2-40B4-BE49-F238E27FC236}">
                <a16:creationId xmlns:a16="http://schemas.microsoft.com/office/drawing/2014/main" id="{C4A6AC82-185F-5FC3-5836-A141F0F205B5}"/>
              </a:ext>
            </a:extLst>
          </p:cNvPr>
          <p:cNvSpPr>
            <a:spLocks noGrp="1"/>
          </p:cNvSpPr>
          <p:nvPr>
            <p:ph type="body" sz="quarter" idx="26"/>
          </p:nvPr>
        </p:nvSpPr>
        <p:spPr/>
        <p:txBody>
          <a:bodyPr/>
          <a:lstStyle/>
          <a:p>
            <a:pPr/>
            <a:r>
              <a:t>​</a:t>
            </a:r>
            <a:endParaRPr lang="en-US"/>
          </a:p>
        </p:txBody>
      </p:sp>
      <p:sp>
        <p:nvSpPr>
          <p:cNvPr id="9" name="Espace réservé du texte 7">
            <a:extLst>
              <a:ext uri="{FF2B5EF4-FFF2-40B4-BE49-F238E27FC236}">
                <a16:creationId xmlns:a16="http://schemas.microsoft.com/office/drawing/2014/main" id="{6ED4DDE7-B913-B202-738B-D95058C6F2A6}"/>
              </a:ext>
            </a:extLst>
          </p:cNvPr>
          <p:cNvSpPr>
            <a:spLocks noGrp="1"/>
          </p:cNvSpPr>
          <p:nvPr>
            <p:ph type="body" sz="quarter" idx="27"/>
          </p:nvPr>
        </p:nvSpPr>
        <p:spPr/>
        <p:txBody>
          <a:bodyPr/>
          <a:lstStyle/>
          <a:p>
            <a:pPr/>
            <a:r>
              <a:t>Consultant / Développeur Odoo Legend</a:t>
            </a:r>
            <a:endParaRPr lang="en-US"/>
          </a:p>
        </p:txBody>
      </p:sp>
      <p:sp>
        <p:nvSpPr>
          <p:cNvPr id="10" name="Espace réservé du texte 8">
            <a:extLst>
              <a:ext uri="{FF2B5EF4-FFF2-40B4-BE49-F238E27FC236}">
                <a16:creationId xmlns:a16="http://schemas.microsoft.com/office/drawing/2014/main" id="{FC261694-395B-13EF-D462-14E94E5475C1}"/>
              </a:ext>
            </a:extLst>
          </p:cNvPr>
          <p:cNvSpPr>
            <a:spLocks noGrp="1"/>
          </p:cNvSpPr>
          <p:nvPr>
            <p:ph type="body" sz="quarter" idx="28"/>
          </p:nvPr>
        </p:nvSpPr>
        <p:spPr/>
        <p:txBody>
          <a:bodyPr/>
          <a:lstStyle/>
          <a:p>
            <a:pPr/>
            <a:r>
              <a:t>225.00 CAD /h HT</a:t>
            </a:r>
            <a:endParaRPr lang="en-US"/>
          </a:p>
        </p:txBody>
      </p:sp>
      <p:sp>
        <p:nvSpPr>
          <p:cNvPr id="11" name="Espace réservé du texte 9">
            <a:extLst>
              <a:ext uri="{FF2B5EF4-FFF2-40B4-BE49-F238E27FC236}">
                <a16:creationId xmlns:a16="http://schemas.microsoft.com/office/drawing/2014/main" id="{5CDE30D1-7868-FCB4-464E-DA917B641226}"/>
              </a:ext>
            </a:extLst>
          </p:cNvPr>
          <p:cNvSpPr>
            <a:spLocks noGrp="1"/>
          </p:cNvSpPr>
          <p:nvPr>
            <p:ph type="body" sz="quarter" idx="29"/>
          </p:nvPr>
        </p:nvSpPr>
        <p:spPr/>
        <p:txBody>
          <a:bodyPr/>
          <a:lstStyle/>
          <a:p>
            <a:pPr/>
            <a:r>
              <a:t>​</a:t>
            </a:r>
            <a:endParaRPr lang="en-US"/>
          </a:p>
        </p:txBody>
      </p:sp>
      <p:sp>
        <p:nvSpPr>
          <p:cNvPr id="12" name="Espace réservé du texte 10">
            <a:extLst>
              <a:ext uri="{FF2B5EF4-FFF2-40B4-BE49-F238E27FC236}">
                <a16:creationId xmlns:a16="http://schemas.microsoft.com/office/drawing/2014/main" id="{6B7BE612-E5BE-26DF-3A0A-A6E534DE73FC}"/>
              </a:ext>
            </a:extLst>
          </p:cNvPr>
          <p:cNvSpPr>
            <a:spLocks noGrp="1"/>
          </p:cNvSpPr>
          <p:nvPr>
            <p:ph type="body" sz="quarter" idx="30"/>
          </p:nvPr>
        </p:nvSpPr>
        <p:spPr/>
        <p:txBody>
          <a:bodyPr/>
          <a:lstStyle/>
          <a:p>
            <a:pPr/>
            <a:r>
              <a:t>Consultant / Développeur Odoo Certifié</a:t>
            </a:r>
            <a:endParaRPr lang="en-US"/>
          </a:p>
        </p:txBody>
      </p:sp>
      <p:sp>
        <p:nvSpPr>
          <p:cNvPr id="13" name="Espace réservé du texte 11">
            <a:extLst>
              <a:ext uri="{FF2B5EF4-FFF2-40B4-BE49-F238E27FC236}">
                <a16:creationId xmlns:a16="http://schemas.microsoft.com/office/drawing/2014/main" id="{75DD32EC-8B76-04BF-2117-AE980B9279B5}"/>
              </a:ext>
            </a:extLst>
          </p:cNvPr>
          <p:cNvSpPr>
            <a:spLocks noGrp="1"/>
          </p:cNvSpPr>
          <p:nvPr>
            <p:ph type="body" sz="quarter" idx="31"/>
          </p:nvPr>
        </p:nvSpPr>
        <p:spPr/>
        <p:txBody>
          <a:bodyPr/>
          <a:lstStyle/>
          <a:p>
            <a:pPr/>
            <a:r>
              <a:t>180.00 CAD /h HT</a:t>
            </a:r>
            <a:endParaRPr lang="en-US"/>
          </a:p>
        </p:txBody>
      </p:sp>
      <p:sp>
        <p:nvSpPr>
          <p:cNvPr id="14" name="Espace réservé du texte 12">
            <a:extLst>
              <a:ext uri="{FF2B5EF4-FFF2-40B4-BE49-F238E27FC236}">
                <a16:creationId xmlns:a16="http://schemas.microsoft.com/office/drawing/2014/main" id="{9152BC73-1DDA-9E5D-C710-EED3E9E28BDF}"/>
              </a:ext>
            </a:extLst>
          </p:cNvPr>
          <p:cNvSpPr>
            <a:spLocks noGrp="1"/>
          </p:cNvSpPr>
          <p:nvPr>
            <p:ph type="body" sz="quarter" idx="32"/>
          </p:nvPr>
        </p:nvSpPr>
        <p:spPr/>
        <p:txBody>
          <a:bodyPr/>
          <a:lstStyle/>
          <a:p>
            <a:pPr/>
            <a:r>
              <a:t>​</a:t>
            </a:r>
            <a:endParaRPr lang="en-US"/>
          </a:p>
        </p:txBody>
      </p:sp>
      <p:sp>
        <p:nvSpPr>
          <p:cNvPr id="15" name="Espace réservé du texte 13">
            <a:extLst>
              <a:ext uri="{FF2B5EF4-FFF2-40B4-BE49-F238E27FC236}">
                <a16:creationId xmlns:a16="http://schemas.microsoft.com/office/drawing/2014/main" id="{E043F1B4-355E-87F3-612E-5F73C5189707}"/>
              </a:ext>
            </a:extLst>
          </p:cNvPr>
          <p:cNvSpPr>
            <a:spLocks noGrp="1"/>
          </p:cNvSpPr>
          <p:nvPr>
            <p:ph type="body" sz="quarter" idx="33"/>
          </p:nvPr>
        </p:nvSpPr>
        <p:spPr/>
        <p:txBody>
          <a:bodyPr/>
          <a:lstStyle/>
          <a:p>
            <a:pPr/>
            <a:r>
              <a:t>Consultant / Développeur Odoo Master</a:t>
            </a:r>
            <a:endParaRPr lang="en-US"/>
          </a:p>
        </p:txBody>
      </p:sp>
      <p:sp>
        <p:nvSpPr>
          <p:cNvPr id="16" name="Espace réservé du texte 14">
            <a:extLst>
              <a:ext uri="{FF2B5EF4-FFF2-40B4-BE49-F238E27FC236}">
                <a16:creationId xmlns:a16="http://schemas.microsoft.com/office/drawing/2014/main" id="{BC1DB44F-6829-8F89-20E4-8BE3D5AF30AB}"/>
              </a:ext>
            </a:extLst>
          </p:cNvPr>
          <p:cNvSpPr>
            <a:spLocks noGrp="1"/>
          </p:cNvSpPr>
          <p:nvPr>
            <p:ph type="body" sz="quarter" idx="34"/>
          </p:nvPr>
        </p:nvSpPr>
        <p:spPr/>
        <p:txBody>
          <a:bodyPr/>
          <a:lstStyle/>
          <a:p>
            <a:pPr/>
            <a:r>
              <a:t>200.00 CAD /h HT</a:t>
            </a:r>
            <a:endParaRPr lang="en-US"/>
          </a:p>
        </p:txBody>
      </p:sp>
      <p:grpSp>
        <p:nvGrpSpPr>
          <p:cNvPr id="17" name="Transplant"/>
          <p:cNvGrpSpPr/>
          <p:nvPr/>
        </p:nvGrpSpPr>
        <p:grpSpPr>
          <a:xfrm>
            <a:off x="1266444" y="2964822"/>
            <a:ext cx="1371600" cy="1010652"/>
            <a:chOff x="853145" y="2620344"/>
            <a:chExt cx="1628775" cy="1200150"/>
          </a:xfrm>
        </p:grpSpPr>
        <p:pic>
          <p:nvPicPr>
            <p:cNvPr id="18" name="Graphique 15">
              <a:extLst>
                <a:ext uri="{FF2B5EF4-FFF2-40B4-BE49-F238E27FC236}">
                  <a16:creationId xmlns:a16="http://schemas.microsoft.com/office/drawing/2014/main" id="{924994CA-1DA1-7614-3814-4677C868C18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53145" y="2620344"/>
              <a:ext cx="1628775" cy="1200150"/>
            </a:xfrm>
            <a:prstGeom prst="rect">
              <a:avLst/>
            </a:prstGeom>
          </p:spPr>
        </p:pic>
      </p:grpSp>
      <p:grpSp>
        <p:nvGrpSpPr>
          <p:cNvPr id="19" name="Transplant"/>
          <p:cNvGrpSpPr/>
          <p:nvPr/>
        </p:nvGrpSpPr>
        <p:grpSpPr>
          <a:xfrm>
            <a:off x="4037076" y="2928727"/>
            <a:ext cx="1371600" cy="1082842"/>
            <a:chOff x="3954462" y="2143125"/>
            <a:chExt cx="1628775" cy="1285875"/>
          </a:xfrm>
        </p:grpSpPr>
        <p:pic>
          <p:nvPicPr>
            <p:cNvPr id="20" name="Graphique 21">
              <a:extLst>
                <a:ext uri="{FF2B5EF4-FFF2-40B4-BE49-F238E27FC236}">
                  <a16:creationId xmlns:a16="http://schemas.microsoft.com/office/drawing/2014/main" id="{F109D93D-A9E5-5908-3893-8C1600928A6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954462" y="2143125"/>
              <a:ext cx="1628775" cy="1285875"/>
            </a:xfrm>
            <a:prstGeom prst="rect">
              <a:avLst/>
            </a:prstGeom>
          </p:spPr>
        </p:pic>
      </p:grpSp>
      <p:grpSp>
        <p:nvGrpSpPr>
          <p:cNvPr id="21" name="Transplant"/>
          <p:cNvGrpSpPr/>
          <p:nvPr/>
        </p:nvGrpSpPr>
        <p:grpSpPr>
          <a:xfrm>
            <a:off x="6789420" y="2888622"/>
            <a:ext cx="1371600" cy="1163052"/>
            <a:chOff x="6576683" y="2047875"/>
            <a:chExt cx="1628775" cy="1381125"/>
          </a:xfrm>
        </p:grpSpPr>
        <p:pic>
          <p:nvPicPr>
            <p:cNvPr id="22" name="Graphique 17">
              <a:extLst>
                <a:ext uri="{FF2B5EF4-FFF2-40B4-BE49-F238E27FC236}">
                  <a16:creationId xmlns:a16="http://schemas.microsoft.com/office/drawing/2014/main" id="{124506A4-526C-A86E-A50E-F9E53B9FD10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576683" y="2047875"/>
              <a:ext cx="1628775" cy="1381125"/>
            </a:xfrm>
            <a:prstGeom prst="rect">
              <a:avLst/>
            </a:prstGeom>
          </p:spPr>
        </p:pic>
      </p:grpSp>
      <p:grpSp>
        <p:nvGrpSpPr>
          <p:cNvPr id="23" name="Transplant"/>
          <p:cNvGrpSpPr/>
          <p:nvPr/>
        </p:nvGrpSpPr>
        <p:grpSpPr>
          <a:xfrm>
            <a:off x="9550908" y="2936748"/>
            <a:ext cx="1371600" cy="1066800"/>
            <a:chOff x="9198905" y="2179089"/>
            <a:chExt cx="1628775" cy="1266825"/>
          </a:xfrm>
        </p:grpSpPr>
        <p:pic>
          <p:nvPicPr>
            <p:cNvPr id="24" name="Graphique 19">
              <a:extLst>
                <a:ext uri="{FF2B5EF4-FFF2-40B4-BE49-F238E27FC236}">
                  <a16:creationId xmlns:a16="http://schemas.microsoft.com/office/drawing/2014/main" id="{1F7033AE-BE48-84A4-19CE-F2AA84BB002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198905" y="2179089"/>
              <a:ext cx="1628775" cy="1266825"/>
            </a:xfrm>
            <a:prstGeom prst="rect">
              <a:avLst/>
            </a:prstGeom>
          </p:spPr>
        </p:pic>
      </p:gr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itre 1">
            <a:extLst>
              <a:ext uri="{FF2B5EF4-FFF2-40B4-BE49-F238E27FC236}">
                <a16:creationId xmlns:a16="http://schemas.microsoft.com/office/drawing/2014/main" id="{AD7B5FC6-1046-C9BA-47F8-D704F190152D}"/>
              </a:ext>
            </a:extLst>
          </p:cNvPr>
          <p:cNvSpPr>
            <a:spLocks noGrp="1"/>
          </p:cNvSpPr>
          <p:nvPr>
            <p:ph type="title"/>
          </p:nvPr>
        </p:nvSpPr>
        <p:spPr/>
        <p:txBody>
          <a:bodyPr/>
          <a:lstStyle/>
          <a:p>
            <a:pPr/>
            <a:r>
              <a:t>Phase 1 (MVP)</a:t>
            </a:r>
          </a:p>
        </p:txBody>
      </p:sp>
      <p:sp>
        <p:nvSpPr>
          <p:cNvPr id="4" name="Espace réservé du contenu 2">
            <a:extLst>
              <a:ext uri="{FF2B5EF4-FFF2-40B4-BE49-F238E27FC236}">
                <a16:creationId xmlns:a16="http://schemas.microsoft.com/office/drawing/2014/main" id="{245F0AA7-469F-38DF-887E-D6CA4E99E528}"/>
              </a:ext>
            </a:extLst>
          </p:cNvPr>
          <p:cNvSpPr>
            <a:spLocks noGrp="1"/>
          </p:cNvSpPr>
          <p:nvPr>
            <p:ph sz="half" idx="1"/>
          </p:nvPr>
        </p:nvSpPr>
        <p:spPr/>
        <p:txBody>
          <a:bodyPr anchor="t"/>
          <a:lstStyle/>
          <a:p>
            <a:pPr marL="0" indent="0">
              <a:spcBef>
                <a:spcPts val="0"/>
              </a:spcBef>
              <a:buNone/>
            </a:pPr>
            <a:r>
              <a:rPr lang="fr-FR" b="1" dirty="0" sz="1600">
                <a:solidFill>
                  <a:srgbClr val="BA131A"/>
                </a:solidFill>
              </a:rPr>
              <a:t>VOS BESOINS COUVERTS</a:t>
            </a:r>
          </a:p>
          <a:p>
            <a:pPr>
              <a:spcBef>
                <a:spcPts val="200"/>
              </a:spcBef>
            </a:pPr>
            <a:r>
              <a:rPr lang="fr-FR" dirty="0" sz="1300"/>
              <a:t>Insérer les besoins couverts en quelques points, ex : </a:t>
            </a:r>
          </a:p>
          <a:p>
            <a:pPr>
              <a:spcBef>
                <a:spcPts val="200"/>
              </a:spcBef>
            </a:pPr>
            <a:r>
              <a:rPr lang="fr-FR" dirty="0" sz="1300"/>
              <a:t>Chaine de facturation</a:t>
            </a:r>
          </a:p>
          <a:p>
            <a:pPr>
              <a:spcBef>
                <a:spcPts val="200"/>
              </a:spcBef>
            </a:pPr>
            <a:r>
              <a:rPr lang="fr-FR" dirty="0" sz="1300"/>
              <a:t>Gestion de votre entrepôt</a:t>
            </a:r>
          </a:p>
          <a:p>
            <a:pPr>
              <a:spcBef>
                <a:spcPts val="200"/>
              </a:spcBef>
            </a:pPr>
            <a:r>
              <a:rPr lang="fr-FR" dirty="0" sz="1300"/>
              <a:t>Données actuelles et nécessaire pour le fonctionnement seulement</a:t>
            </a:r>
          </a:p>
          <a:p>
            <a:pPr marL="0" indent="0">
              <a:spcBef>
                <a:spcPts val="900"/>
              </a:spcBef>
              <a:buNone/>
            </a:pPr>
            <a:r>
              <a:rPr lang="fr-FR" b="1" dirty="0" sz="1600">
                <a:solidFill>
                  <a:srgbClr val="BA131A"/>
                </a:solidFill>
              </a:rPr>
              <a:t>CHIFFRES CLÉS</a:t>
            </a:r>
          </a:p>
          <a:p>
            <a:pPr>
              <a:spcBef>
                <a:spcPts val="200"/>
              </a:spcBef>
            </a:pPr>
            <a:r>
              <a:rPr lang="fr-FR" dirty="0" sz="1300"/>
              <a:t>Nombre d’heures : </a:t>
            </a:r>
            <a:r>
              <a:rPr lang="fr-FR" dirty="0" sz="1300"/>
              <a:t>XXXh</a:t>
            </a:r>
            <a:endParaRPr lang="fr-FR" dirty="0"/>
          </a:p>
          <a:p>
            <a:pPr>
              <a:spcBef>
                <a:spcPts val="200"/>
              </a:spcBef>
            </a:pPr>
            <a:r>
              <a:rPr lang="fr-FR" dirty="0" sz="1300"/>
              <a:t>Durée de la phase : </a:t>
            </a:r>
            <a:r>
              <a:rPr lang="fr-FR" dirty="0" sz="1300"/>
              <a:t>Xmois</a:t>
            </a:r>
            <a:endParaRPr lang="fr-FR" dirty="0"/>
          </a:p>
          <a:p>
            <a:pPr>
              <a:spcBef>
                <a:spcPts val="200"/>
              </a:spcBef>
            </a:pPr>
            <a:r>
              <a:rPr lang="fr-FR" dirty="0" sz="1300"/>
              <a:t>Date de go live estimée : DATE</a:t>
            </a:r>
          </a:p>
        </p:txBody>
      </p:sp>
      <p:sp>
        <p:nvSpPr>
          <p:cNvPr id="5" name="Espace réservé du contenu 3">
            <a:extLst>
              <a:ext uri="{FF2B5EF4-FFF2-40B4-BE49-F238E27FC236}">
                <a16:creationId xmlns:a16="http://schemas.microsoft.com/office/drawing/2014/main" id="{117A26A2-DF8C-9E99-CB6E-CDAB9A9815C8}"/>
              </a:ext>
            </a:extLst>
          </p:cNvPr>
          <p:cNvSpPr>
            <a:spLocks noGrp="1"/>
          </p:cNvSpPr>
          <p:nvPr>
            <p:ph sz="half" idx="2"/>
          </p:nvPr>
        </p:nvSpPr>
        <p:spPr/>
        <p:txBody>
          <a:bodyPr anchor="t"/>
          <a:lstStyle/>
          <a:p>
            <a:pPr marL="0" indent="0">
              <a:spcBef>
                <a:spcPts val="0"/>
              </a:spcBef>
              <a:buNone/>
            </a:pPr>
            <a:r>
              <a:rPr lang="fr-FR" dirty="0" sz="1600" b="1">
                <a:solidFill>
                  <a:srgbClr val="BA131A"/>
                </a:solidFill>
              </a:rPr>
              <a:t>TEMPS PAR CONSULTANTS</a:t>
            </a:r>
          </a:p>
          <a:p>
            <a:pPr>
              <a:spcBef>
                <a:spcPts val="200"/>
              </a:spcBef>
            </a:pPr>
            <a:r>
              <a:rPr lang="fr-FR" dirty="0" sz="1300"/>
              <a:t>Consultant / Développeur Odoo : </a:t>
            </a:r>
            <a:r>
              <a:rPr lang="fr-FR" dirty="0" sz="1300">
                <a:highlight>
                  <a:srgbClr val="FFFF00"/>
                </a:highlight>
              </a:rPr>
              <a:t>0h</a:t>
            </a:r>
          </a:p>
          <a:p>
            <a:pPr>
              <a:spcBef>
                <a:spcPts val="200"/>
              </a:spcBef>
            </a:pPr>
            <a:r>
              <a:rPr lang="fr-FR" dirty="0" sz="1300"/>
              <a:t>Consultant / Développeur Odoo Certifié : </a:t>
            </a:r>
            <a:r>
              <a:rPr lang="fr-FR" dirty="0" sz="1300">
                <a:highlight>
                  <a:srgbClr val="FFFF00"/>
                </a:highlight>
              </a:rPr>
              <a:t>57h</a:t>
            </a:r>
          </a:p>
          <a:p>
            <a:pPr>
              <a:spcBef>
                <a:spcPts val="200"/>
              </a:spcBef>
            </a:pPr>
            <a:r>
              <a:rPr lang="fr-FR" dirty="0" sz="1300"/>
              <a:t>Consultant / Développeur Odoo Master : </a:t>
            </a:r>
            <a:r>
              <a:rPr lang="fr-FR" dirty="0" sz="1300">
                <a:highlight>
                  <a:srgbClr val="FFFF00"/>
                </a:highlight>
              </a:rPr>
              <a:t>0h</a:t>
            </a:r>
          </a:p>
          <a:p>
            <a:pPr>
              <a:spcBef>
                <a:spcPts val="200"/>
              </a:spcBef>
            </a:pPr>
            <a:r>
              <a:rPr lang="fr-FR" dirty="0" sz="1300"/>
              <a:t>Consultant / Développeur Odoo </a:t>
            </a:r>
            <a:r>
              <a:rPr lang="fr-FR" dirty="0" sz="1300"/>
              <a:t>Legend</a:t>
            </a:r>
            <a:r>
              <a:rPr lang="fr-FR" dirty="0" sz="1300"/>
              <a:t> : </a:t>
            </a:r>
            <a:r>
              <a:rPr lang="fr-FR" dirty="0" sz="1300">
                <a:highlight>
                  <a:srgbClr val="FFFF00"/>
                </a:highlight>
              </a:rPr>
              <a:t>0h</a:t>
            </a:r>
          </a:p>
          <a:p>
            <a:pPr>
              <a:spcBef>
                <a:spcPts val="200"/>
              </a:spcBef>
            </a:pPr>
            <a:r>
              <a:rPr lang="fr-FR" dirty="0" sz="1300"/>
              <a:t>Frais de déplacement : </a:t>
            </a:r>
            <a:r>
              <a:rPr lang="fr-FR" dirty="0" sz="1300">
                <a:highlight>
                  <a:srgbClr val="FFFF00"/>
                </a:highlight>
              </a:rPr>
              <a:t>0€</a:t>
            </a:r>
          </a:p>
        </p:txBody>
      </p:sp>
      <p:sp>
        <p:nvSpPr>
          <p:cNvPr id="6" name="Espace réservé du texte 4">
            <a:extLst>
              <a:ext uri="{FF2B5EF4-FFF2-40B4-BE49-F238E27FC236}">
                <a16:creationId xmlns:a16="http://schemas.microsoft.com/office/drawing/2014/main" id="{7EBE218E-7A37-AEA6-E2B7-61EB1C2CE601}"/>
              </a:ext>
            </a:extLst>
          </p:cNvPr>
          <p:cNvSpPr>
            <a:spLocks noGrp="1"/>
          </p:cNvSpPr>
          <p:nvPr>
            <p:ph type="body" sz="quarter" idx="13"/>
          </p:nvPr>
        </p:nvSpPr>
        <p:spPr/>
        <p:txBody>
          <a:bodyPr/>
          <a:lstStyle/>
          <a:p>
            <a:pPr/>
            <a:r>
              <a:t>OFFRE</a:t>
            </a:r>
            <a:endParaRPr lang="en-US"/>
          </a:p>
        </p:txBody>
      </p:sp>
      <p:grpSp>
        <p:nvGrpSpPr>
          <p:cNvPr id="7" name="Transplant"/>
          <p:cNvGrpSpPr/>
          <p:nvPr/>
        </p:nvGrpSpPr>
        <p:grpSpPr>
          <a:xfrm>
            <a:off x="8183879" y="557031"/>
            <a:ext cx="3749039" cy="1043921"/>
            <a:chOff x="8249404" y="553018"/>
            <a:chExt cx="3702423" cy="1030941"/>
          </a:xfrm>
        </p:grpSpPr>
        <p:sp>
          <p:nvSpPr>
            <p:cNvPr id="8" name="ZoneTexte 3">
              <a:extLst>
                <a:ext uri="{FF2B5EF4-FFF2-40B4-BE49-F238E27FC236}">
                  <a16:creationId xmlns:a16="http://schemas.microsoft.com/office/drawing/2014/main" id="{7C2E5728-D822-2C58-C524-A7239922FA2A}"/>
                </a:ext>
              </a:extLst>
            </p:cNvPr>
            <p:cNvSpPr txBox="1"/>
            <p:nvPr/>
          </p:nvSpPr>
          <p:spPr>
            <a:xfrm rot="732307">
              <a:off x="8249404" y="553018"/>
              <a:ext cx="3702423" cy="1030941"/>
            </a:xfrm>
            <a:prstGeom prst="rect">
              <a:avLst/>
            </a:prstGeom>
          </p:spPr>
          <p:style>
            <a:lnRef idx="2">
              <a:srgbClr val="CD5358">
                <a:shade val="15000"/>
              </a:srgbClr>
            </a:lnRef>
            <a:fillRef idx="1">
              <a:srgbClr val="CD5358"/>
            </a:fillRef>
            <a:effectRef idx="0">
              <a:srgbClr val="CD5358"/>
            </a:effectRef>
            <a:fontRef idx="minor">
              <a:schemeClr val="lt1"/>
            </a:fontRef>
          </p:style>
          <p:txBody>
            <a:bodyPr vert="horz" wrap="square" lIns="91440" tIns="45720" rIns="91440" bIns="4572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dirty="0" err="1">
                  <a:ln>
                    <a:noFill/>
                  </a:ln>
                  <a:solidFill>
                    <a:prstClr val="white"/>
                  </a:solidFill>
                  <a:effectLst/>
                  <a:uLnTx/>
                  <a:uFillTx/>
                  <a:latin typeface="Aptos"/>
                  <a:ea typeface="+mn-ea"/>
                  <a:cs typeface="+mn-cs"/>
                </a:rPr>
                <a:t>Should</a:t>
              </a:r>
              <a:r>
                <a:rPr kumimoji="0" lang="fr-FR" sz="1800" b="0" i="0" u="none" strike="noStrike" kern="1200" cap="none" spc="0" normalizeH="0" baseline="0" noProof="0" dirty="0">
                  <a:ln>
                    <a:noFill/>
                  </a:ln>
                  <a:solidFill>
                    <a:prstClr val="white"/>
                  </a:solidFill>
                  <a:effectLst/>
                  <a:uLnTx/>
                  <a:uFillTx/>
                  <a:latin typeface="Aptos"/>
                  <a:ea typeface="+mn-ea"/>
                  <a:cs typeface="+mn-cs"/>
                </a:rPr>
                <a:t> </a:t>
              </a:r>
              <a:r>
                <a:rPr kumimoji="0" lang="fr-FR" sz="1800" b="0" i="0" u="none" strike="noStrike" kern="1200" cap="none" spc="0" normalizeH="0" baseline="0" noProof="0" dirty="0" err="1">
                  <a:ln>
                    <a:noFill/>
                  </a:ln>
                  <a:solidFill>
                    <a:prstClr val="white"/>
                  </a:solidFill>
                  <a:effectLst/>
                  <a:uLnTx/>
                  <a:uFillTx/>
                  <a:latin typeface="Aptos"/>
                  <a:ea typeface="+mn-ea"/>
                  <a:cs typeface="+mn-cs"/>
                </a:rPr>
                <a:t>be</a:t>
              </a:r>
              <a:r>
                <a:rPr kumimoji="0" lang="fr-FR" sz="1800" b="0" i="0" u="none" strike="noStrike" kern="1200" cap="none" spc="0" normalizeH="0" baseline="0" noProof="0" dirty="0">
                  <a:ln>
                    <a:noFill/>
                  </a:ln>
                  <a:solidFill>
                    <a:prstClr val="white"/>
                  </a:solidFill>
                  <a:effectLst/>
                  <a:uLnTx/>
                  <a:uFillTx/>
                  <a:latin typeface="Aptos"/>
                  <a:ea typeface="+mn-ea"/>
                  <a:cs typeface="+mn-cs"/>
                </a:rPr>
                <a:t> </a:t>
              </a:r>
              <a:r>
                <a:rPr kumimoji="0" lang="fr-FR" sz="1800" b="0" i="0" u="none" strike="noStrike" kern="1200" cap="none" spc="0" normalizeH="0" baseline="0" noProof="0" dirty="0" err="1">
                  <a:ln>
                    <a:noFill/>
                  </a:ln>
                  <a:solidFill>
                    <a:prstClr val="white"/>
                  </a:solidFill>
                  <a:effectLst/>
                  <a:uLnTx/>
                  <a:uFillTx/>
                  <a:latin typeface="Aptos"/>
                  <a:ea typeface="+mn-ea"/>
                  <a:cs typeface="+mn-cs"/>
                </a:rPr>
                <a:t>checked</a:t>
              </a:r>
              <a:r>
                <a:rPr kumimoji="0" lang="fr-FR" sz="1800" b="0" i="0" u="none" strike="noStrike" kern="1200" cap="none" spc="0" normalizeH="0" baseline="0" noProof="0" dirty="0">
                  <a:ln>
                    <a:noFill/>
                  </a:ln>
                  <a:solidFill>
                    <a:prstClr val="white"/>
                  </a:solidFill>
                  <a:effectLst/>
                  <a:uLnTx/>
                  <a:uFillTx/>
                  <a:latin typeface="Aptos"/>
                  <a:ea typeface="+mn-ea"/>
                  <a:cs typeface="+mn-cs"/>
                </a:rPr>
                <a:t> and </a:t>
              </a:r>
              <a:r>
                <a:rPr kumimoji="0" lang="fr-FR" sz="1800" b="0" i="0" u="none" strike="noStrike" kern="1200" cap="none" spc="0" normalizeH="0" baseline="0" noProof="0" dirty="0" err="1">
                  <a:ln>
                    <a:noFill/>
                  </a:ln>
                  <a:solidFill>
                    <a:prstClr val="white"/>
                  </a:solidFill>
                  <a:effectLst/>
                  <a:uLnTx/>
                  <a:uFillTx/>
                  <a:latin typeface="Aptos"/>
                  <a:ea typeface="+mn-ea"/>
                  <a:cs typeface="+mn-cs"/>
                </a:rPr>
                <a:t>validated</a:t>
              </a:r>
              <a:r>
                <a:rPr kumimoji="0" lang="fr-FR" sz="1800" b="0" i="0" u="none" strike="noStrike" kern="1200" cap="none" spc="0" normalizeH="0" baseline="0" noProof="0" dirty="0">
                  <a:ln>
                    <a:noFill/>
                  </a:ln>
                  <a:solidFill>
                    <a:prstClr val="white"/>
                  </a:solidFill>
                  <a:effectLst/>
                  <a:uLnTx/>
                  <a:uFillTx/>
                  <a:latin typeface="Aptos"/>
                  <a:ea typeface="+mn-ea"/>
                  <a:cs typeface="+mn-cs"/>
                </a:rPr>
                <a:t> by the sale – Sale </a:t>
              </a:r>
              <a:r>
                <a:rPr kumimoji="0" lang="fr-FR" sz="1800" b="0" i="0" u="none" strike="noStrike" kern="1200" cap="none" spc="0" normalizeH="0" baseline="0" noProof="0" dirty="0" err="1">
                  <a:ln>
                    <a:noFill/>
                  </a:ln>
                  <a:solidFill>
                    <a:prstClr val="white"/>
                  </a:solidFill>
                  <a:effectLst/>
                  <a:uLnTx/>
                  <a:uFillTx/>
                  <a:latin typeface="Aptos"/>
                  <a:ea typeface="+mn-ea"/>
                  <a:cs typeface="+mn-cs"/>
                </a:rPr>
                <a:t>speaking</a:t>
              </a:r>
              <a:r>
                <a:rPr kumimoji="0" lang="fr-FR" sz="1800" b="0" i="0" u="none" strike="noStrike" kern="1200" cap="none" spc="0" normalizeH="0" baseline="0" noProof="0" dirty="0">
                  <a:ln>
                    <a:noFill/>
                  </a:ln>
                  <a:solidFill>
                    <a:prstClr val="white"/>
                  </a:solidFill>
                  <a:effectLst/>
                  <a:uLnTx/>
                  <a:uFillTx/>
                  <a:latin typeface="Aptos"/>
                  <a:ea typeface="+mn-ea"/>
                  <a:cs typeface="+mn-cs"/>
                </a:rPr>
                <a:t> from </a:t>
              </a:r>
              <a:r>
                <a:rPr kumimoji="0" lang="fr-FR" sz="1800" b="0" i="0" u="none" strike="noStrike" kern="1200" cap="none" spc="0" normalizeH="0" baseline="0" noProof="0" dirty="0" err="1">
                  <a:ln>
                    <a:noFill/>
                  </a:ln>
                  <a:solidFill>
                    <a:prstClr val="white"/>
                  </a:solidFill>
                  <a:effectLst/>
                  <a:uLnTx/>
                  <a:uFillTx/>
                  <a:latin typeface="Aptos"/>
                  <a:ea typeface="+mn-ea"/>
                  <a:cs typeface="+mn-cs"/>
                </a:rPr>
                <a:t>there</a:t>
              </a:r>
              <a:endParaRPr kumimoji="0" lang="fr-FR" sz="1800" b="0" i="0" u="none" strike="noStrike" kern="1200" cap="none" spc="0" normalizeH="0" baseline="0" noProof="0" dirty="0">
                <a:ln>
                  <a:noFill/>
                </a:ln>
                <a:solidFill>
                  <a:prstClr val="white"/>
                </a:solidFill>
                <a:effectLst/>
                <a:uLnTx/>
                <a:uFillTx/>
                <a:latin typeface="Aptos"/>
                <a:ea typeface="+mn-ea"/>
                <a:cs typeface="+mn-cs"/>
              </a:endParaRPr>
            </a:p>
          </p:txBody>
        </p:sp>
      </p:grpSp>
      <p:grpSp>
        <p:nvGrpSpPr>
          <p:cNvPr id="9" name="Transplant"/>
          <p:cNvGrpSpPr/>
          <p:nvPr/>
        </p:nvGrpSpPr>
        <p:grpSpPr>
          <a:xfrm>
            <a:off x="8001000" y="4444384"/>
            <a:ext cx="1691640" cy="1672551"/>
            <a:chOff x="7841158" y="4226896"/>
            <a:chExt cx="2173254" cy="2148731"/>
          </a:xfrm>
        </p:grpSpPr>
        <p:sp>
          <p:nvSpPr>
            <p:cNvPr id="10" name="Espace réservé du texte 15">
              <a:extLst>
                <a:ext uri="{FF2B5EF4-FFF2-40B4-BE49-F238E27FC236}">
                  <a16:creationId xmlns:a16="http://schemas.microsoft.com/office/drawing/2014/main" id="{3A039C59-02CB-1C44-413D-940F42195132}"/>
                </a:ext>
              </a:extLst>
            </p:cNvPr>
            <p:cNvSpPr txBox="1">
              <a:spLocks/>
            </p:cNvSpPr>
            <p:nvPr/>
          </p:nvSpPr>
          <p:spPr>
            <a:xfrm>
              <a:off x="7841158" y="4226896"/>
              <a:ext cx="2173254" cy="2148731"/>
            </a:xfrm>
            <a:prstGeom prst="ellipse">
              <a:avLst/>
            </a:prstGeom>
            <a:gradFill rotWithShape="1">
              <a:gsLst>
                <a:gs pos="0">
                  <a:srgbClr val="BA131A"/>
                </a:gs>
                <a:gs pos="100000">
                  <a:srgbClr val="E2575D"/>
                </a:gs>
              </a:gsLst>
              <a:lin ang="2700000" scaled="1"/>
            </a:gradFill>
          </p:spPr>
          <p:txBody>
            <a:bodyPr vert="horz" lIns="91440" tIns="45720" rIns="91440" bIns="45720" rtlCol="0" anchor="ctr">
              <a:normAutofit/>
            </a:bodyPr>
            <a:lstStyle>
              <a:defPPr>
                <a:defRPr lang="en-US"/>
              </a:defPPr>
              <a:lvl1pPr marL="0" indent="0" algn="ctr" defTabSz="914400" rtl="0" eaLnBrk="1" latinLnBrk="0" hangingPunct="1">
                <a:buNone/>
                <a:defRPr sz="2802" b="1" kern="1200">
                  <a:solidFill>
                    <a:schemeClr val="bg1"/>
                  </a:solidFill>
                  <a:latin typeface="+mn-lt"/>
                  <a:ea typeface="+mn-ea"/>
                  <a:cs typeface="+mn-cs"/>
                </a:defRPr>
              </a:lvl1pPr>
              <a:lvl2pPr marL="457200" algn="l" defTabSz="914400" rtl="0" eaLnBrk="1" latinLnBrk="0" hangingPunct="1">
                <a:defRPr sz="1401" kern="1200">
                  <a:solidFill>
                    <a:schemeClr val="tx1"/>
                  </a:solidFill>
                  <a:latin typeface="+mn-lt"/>
                  <a:ea typeface="+mn-ea"/>
                  <a:cs typeface="+mn-cs"/>
                </a:defRPr>
              </a:lvl2pPr>
              <a:lvl3pPr marL="914400" algn="l" defTabSz="914400" rtl="0" eaLnBrk="1" latinLnBrk="0" hangingPunct="1">
                <a:defRPr sz="1401" kern="1200">
                  <a:solidFill>
                    <a:schemeClr val="tx1"/>
                  </a:solidFill>
                  <a:latin typeface="+mn-lt"/>
                  <a:ea typeface="+mn-ea"/>
                  <a:cs typeface="+mn-cs"/>
                </a:defRPr>
              </a:lvl3pPr>
              <a:lvl4pPr marL="1371600" algn="l" defTabSz="914400" rtl="0" eaLnBrk="1" latinLnBrk="0" hangingPunct="1">
                <a:defRPr sz="1401" kern="1200">
                  <a:solidFill>
                    <a:schemeClr val="tx1"/>
                  </a:solidFill>
                  <a:latin typeface="+mn-lt"/>
                  <a:ea typeface="+mn-ea"/>
                  <a:cs typeface="+mn-cs"/>
                </a:defRPr>
              </a:lvl4pPr>
              <a:lvl5pPr marL="1828800" algn="l" defTabSz="914400" rtl="0" eaLnBrk="1" latinLnBrk="0" hangingPunct="1">
                <a:defRPr sz="1401" kern="1200">
                  <a:solidFill>
                    <a:schemeClr val="tx1"/>
                  </a:solidFill>
                  <a:latin typeface="+mn-lt"/>
                  <a:ea typeface="+mn-ea"/>
                  <a:cs typeface="+mn-cs"/>
                </a:defRPr>
              </a:lvl5pPr>
              <a:lvl6pPr marL="2286000" algn="l" defTabSz="914400" rtl="0" eaLnBrk="1" latinLnBrk="0" hangingPunct="1">
                <a:defRPr sz="1401" kern="1200">
                  <a:solidFill>
                    <a:schemeClr val="tx1"/>
                  </a:solidFill>
                  <a:latin typeface="+mn-lt"/>
                  <a:ea typeface="+mn-ea"/>
                  <a:cs typeface="+mn-cs"/>
                </a:defRPr>
              </a:lvl6pPr>
              <a:lvl7pPr marL="2743200" algn="l" defTabSz="914400" rtl="0" eaLnBrk="1" latinLnBrk="0" hangingPunct="1">
                <a:defRPr sz="1401" kern="1200">
                  <a:solidFill>
                    <a:schemeClr val="tx1"/>
                  </a:solidFill>
                  <a:latin typeface="+mn-lt"/>
                  <a:ea typeface="+mn-ea"/>
                  <a:cs typeface="+mn-cs"/>
                </a:defRPr>
              </a:lvl7pPr>
              <a:lvl8pPr marL="3200400" algn="l" defTabSz="914400" rtl="0" eaLnBrk="1" latinLnBrk="0" hangingPunct="1">
                <a:defRPr sz="1401" kern="1200">
                  <a:solidFill>
                    <a:schemeClr val="tx1"/>
                  </a:solidFill>
                  <a:latin typeface="+mn-lt"/>
                  <a:ea typeface="+mn-ea"/>
                  <a:cs typeface="+mn-cs"/>
                </a:defRPr>
              </a:lvl8pPr>
              <a:lvl9pPr marL="3657600" algn="l" defTabSz="914400" rtl="0" eaLnBrk="1" latinLnBrk="0" hangingPunct="1">
                <a:defRPr sz="1401"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3736" b="1" i="0" u="none" strike="noStrike" kern="1200" cap="none" spc="0" normalizeH="0" baseline="0" noProof="0" dirty="0">
                  <a:ln>
                    <a:noFill/>
                  </a:ln>
                  <a:solidFill>
                    <a:prstClr val="white"/>
                  </a:solidFill>
                  <a:effectLst/>
                  <a:uLnTx/>
                  <a:uFillTx/>
                  <a:latin typeface="Aptos"/>
                  <a:ea typeface="+mn-ea"/>
                  <a:cs typeface="+mn-cs"/>
                </a:rPr>
                <a:t>57h</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2802" b="1" i="0" u="none" strike="noStrike" kern="1200" cap="none" spc="0" normalizeH="0" baseline="0" noProof="0" dirty="0">
                  <a:ln>
                    <a:noFill/>
                  </a:ln>
                  <a:solidFill>
                    <a:prstClr val="white"/>
                  </a:solidFill>
                  <a:effectLst/>
                  <a:uLnTx/>
                  <a:uFillTx/>
                  <a:latin typeface="Aptos"/>
                  <a:ea typeface="+mn-ea"/>
                  <a:cs typeface="+mn-cs"/>
                </a:rPr>
                <a:t>7410€</a:t>
              </a:r>
            </a:p>
          </p:txBody>
        </p:sp>
      </p:gr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itre 1">
            <a:extLst>
              <a:ext uri="{FF2B5EF4-FFF2-40B4-BE49-F238E27FC236}">
                <a16:creationId xmlns:a16="http://schemas.microsoft.com/office/drawing/2014/main" id="{AD7B5FC6-1046-C9BA-47F8-D704F190152D}"/>
              </a:ext>
            </a:extLst>
          </p:cNvPr>
          <p:cNvSpPr>
            <a:spLocks noGrp="1"/>
          </p:cNvSpPr>
          <p:nvPr>
            <p:ph type="title"/>
          </p:nvPr>
        </p:nvSpPr>
        <p:spPr/>
        <p:txBody>
          <a:bodyPr/>
          <a:lstStyle/>
          <a:p>
            <a:pPr/>
            <a:r>
              <a:t>Phase 2</a:t>
            </a:r>
          </a:p>
        </p:txBody>
      </p:sp>
      <p:sp>
        <p:nvSpPr>
          <p:cNvPr id="4" name="Espace réservé du contenu 2">
            <a:extLst>
              <a:ext uri="{FF2B5EF4-FFF2-40B4-BE49-F238E27FC236}">
                <a16:creationId xmlns:a16="http://schemas.microsoft.com/office/drawing/2014/main" id="{245F0AA7-469F-38DF-887E-D6CA4E99E528}"/>
              </a:ext>
            </a:extLst>
          </p:cNvPr>
          <p:cNvSpPr>
            <a:spLocks noGrp="1"/>
          </p:cNvSpPr>
          <p:nvPr>
            <p:ph sz="half" idx="1"/>
          </p:nvPr>
        </p:nvSpPr>
        <p:spPr/>
        <p:txBody>
          <a:bodyPr anchor="t"/>
          <a:lstStyle/>
          <a:p>
            <a:pPr marL="0" indent="0">
              <a:spcBef>
                <a:spcPts val="0"/>
              </a:spcBef>
              <a:buNone/>
            </a:pPr>
            <a:r>
              <a:rPr lang="fr-FR" b="1" dirty="0" sz="1600">
                <a:solidFill>
                  <a:srgbClr val="BA131A"/>
                </a:solidFill>
              </a:rPr>
              <a:t>VOS BESOINS COUVERTS</a:t>
            </a:r>
          </a:p>
          <a:p>
            <a:pPr>
              <a:spcBef>
                <a:spcPts val="200"/>
              </a:spcBef>
            </a:pPr>
            <a:r>
              <a:rPr lang="fr-FR" dirty="0" sz="1300"/>
              <a:t>Insérer les besoins couverts en quelques points, ex : </a:t>
            </a:r>
          </a:p>
          <a:p>
            <a:pPr>
              <a:spcBef>
                <a:spcPts val="200"/>
              </a:spcBef>
            </a:pPr>
            <a:r>
              <a:rPr lang="fr-FR" dirty="0" sz="1300"/>
              <a:t>Chaine de facturation</a:t>
            </a:r>
          </a:p>
          <a:p>
            <a:pPr>
              <a:spcBef>
                <a:spcPts val="200"/>
              </a:spcBef>
            </a:pPr>
            <a:r>
              <a:rPr lang="fr-FR" dirty="0" sz="1300"/>
              <a:t>Gestion de votre entrepôt</a:t>
            </a:r>
          </a:p>
          <a:p>
            <a:pPr>
              <a:spcBef>
                <a:spcPts val="200"/>
              </a:spcBef>
            </a:pPr>
            <a:r>
              <a:rPr lang="fr-FR" dirty="0" sz="1300"/>
              <a:t>Données actuelles et nécessaire pour le fonctionnement seulement</a:t>
            </a:r>
          </a:p>
          <a:p>
            <a:pPr marL="0" indent="0">
              <a:spcBef>
                <a:spcPts val="900"/>
              </a:spcBef>
              <a:buNone/>
            </a:pPr>
            <a:r>
              <a:rPr lang="fr-FR" b="1" dirty="0" sz="1600">
                <a:solidFill>
                  <a:srgbClr val="BA131A"/>
                </a:solidFill>
              </a:rPr>
              <a:t>CHIFFRES CLÉS</a:t>
            </a:r>
          </a:p>
          <a:p>
            <a:pPr>
              <a:spcBef>
                <a:spcPts val="200"/>
              </a:spcBef>
            </a:pPr>
            <a:r>
              <a:rPr lang="fr-FR" dirty="0" sz="1300"/>
              <a:t>Nombre d’heures : </a:t>
            </a:r>
            <a:r>
              <a:rPr lang="fr-FR" dirty="0" sz="1300"/>
              <a:t>XXXh</a:t>
            </a:r>
            <a:endParaRPr lang="fr-FR" dirty="0"/>
          </a:p>
          <a:p>
            <a:pPr>
              <a:spcBef>
                <a:spcPts val="200"/>
              </a:spcBef>
            </a:pPr>
            <a:r>
              <a:rPr lang="fr-FR" dirty="0" sz="1300"/>
              <a:t>Durée de la phase : </a:t>
            </a:r>
            <a:r>
              <a:rPr lang="fr-FR" dirty="0" sz="1300"/>
              <a:t>Xmois</a:t>
            </a:r>
            <a:endParaRPr lang="fr-FR" dirty="0"/>
          </a:p>
          <a:p>
            <a:pPr>
              <a:spcBef>
                <a:spcPts val="200"/>
              </a:spcBef>
            </a:pPr>
            <a:r>
              <a:rPr lang="fr-FR" dirty="0" sz="1300"/>
              <a:t>Date de go live estimée : DATE</a:t>
            </a:r>
          </a:p>
        </p:txBody>
      </p:sp>
      <p:sp>
        <p:nvSpPr>
          <p:cNvPr id="5" name="Espace réservé du contenu 3">
            <a:extLst>
              <a:ext uri="{FF2B5EF4-FFF2-40B4-BE49-F238E27FC236}">
                <a16:creationId xmlns:a16="http://schemas.microsoft.com/office/drawing/2014/main" id="{117A26A2-DF8C-9E99-CB6E-CDAB9A9815C8}"/>
              </a:ext>
            </a:extLst>
          </p:cNvPr>
          <p:cNvSpPr>
            <a:spLocks noGrp="1"/>
          </p:cNvSpPr>
          <p:nvPr>
            <p:ph sz="half" idx="2"/>
          </p:nvPr>
        </p:nvSpPr>
        <p:spPr/>
        <p:txBody>
          <a:bodyPr anchor="t"/>
          <a:lstStyle/>
          <a:p>
            <a:pPr marL="0" indent="0">
              <a:spcBef>
                <a:spcPts val="0"/>
              </a:spcBef>
              <a:buNone/>
            </a:pPr>
            <a:r>
              <a:rPr lang="fr-FR" dirty="0" sz="1600" b="1">
                <a:solidFill>
                  <a:srgbClr val="BA131A"/>
                </a:solidFill>
              </a:rPr>
              <a:t>TEMPS PAR CONSULTANTS</a:t>
            </a:r>
          </a:p>
          <a:p>
            <a:pPr>
              <a:spcBef>
                <a:spcPts val="200"/>
              </a:spcBef>
            </a:pPr>
            <a:r>
              <a:rPr lang="fr-FR" dirty="0" sz="1300"/>
              <a:t>Consultant / Développeur Odoo : </a:t>
            </a:r>
            <a:r>
              <a:rPr lang="fr-FR" dirty="0" sz="1300">
                <a:highlight>
                  <a:srgbClr val="FFFF00"/>
                </a:highlight>
              </a:rPr>
              <a:t>0h</a:t>
            </a:r>
          </a:p>
          <a:p>
            <a:pPr>
              <a:spcBef>
                <a:spcPts val="200"/>
              </a:spcBef>
            </a:pPr>
            <a:r>
              <a:rPr lang="fr-FR" dirty="0" sz="1300"/>
              <a:t>Consultant / Développeur Odoo Certifié : </a:t>
            </a:r>
            <a:r>
              <a:rPr lang="fr-FR" dirty="0" sz="1300">
                <a:highlight>
                  <a:srgbClr val="FFFF00"/>
                </a:highlight>
              </a:rPr>
              <a:t>57h</a:t>
            </a:r>
          </a:p>
          <a:p>
            <a:pPr>
              <a:spcBef>
                <a:spcPts val="200"/>
              </a:spcBef>
            </a:pPr>
            <a:r>
              <a:rPr lang="fr-FR" dirty="0" sz="1300"/>
              <a:t>Consultant / Développeur Odoo Master : </a:t>
            </a:r>
            <a:r>
              <a:rPr lang="fr-FR" dirty="0" sz="1300">
                <a:highlight>
                  <a:srgbClr val="FFFF00"/>
                </a:highlight>
              </a:rPr>
              <a:t>0h</a:t>
            </a:r>
          </a:p>
          <a:p>
            <a:pPr>
              <a:spcBef>
                <a:spcPts val="200"/>
              </a:spcBef>
            </a:pPr>
            <a:r>
              <a:rPr lang="fr-FR" dirty="0" sz="1300"/>
              <a:t>Consultant / Développeur Odoo </a:t>
            </a:r>
            <a:r>
              <a:rPr lang="fr-FR" dirty="0" sz="1300"/>
              <a:t>Legend</a:t>
            </a:r>
            <a:r>
              <a:rPr lang="fr-FR" dirty="0" sz="1300"/>
              <a:t> : </a:t>
            </a:r>
            <a:r>
              <a:rPr lang="fr-FR" dirty="0" sz="1300">
                <a:highlight>
                  <a:srgbClr val="FFFF00"/>
                </a:highlight>
              </a:rPr>
              <a:t>0h</a:t>
            </a:r>
          </a:p>
          <a:p>
            <a:pPr>
              <a:spcBef>
                <a:spcPts val="200"/>
              </a:spcBef>
            </a:pPr>
            <a:r>
              <a:rPr lang="fr-FR" dirty="0" sz="1300"/>
              <a:t>Frais de déplacement : </a:t>
            </a:r>
            <a:r>
              <a:rPr lang="fr-FR" dirty="0" sz="1300">
                <a:highlight>
                  <a:srgbClr val="FFFF00"/>
                </a:highlight>
              </a:rPr>
              <a:t>0€</a:t>
            </a:r>
          </a:p>
        </p:txBody>
      </p:sp>
      <p:sp>
        <p:nvSpPr>
          <p:cNvPr id="6" name="Espace réservé du texte 4">
            <a:extLst>
              <a:ext uri="{FF2B5EF4-FFF2-40B4-BE49-F238E27FC236}">
                <a16:creationId xmlns:a16="http://schemas.microsoft.com/office/drawing/2014/main" id="{7EBE218E-7A37-AEA6-E2B7-61EB1C2CE601}"/>
              </a:ext>
            </a:extLst>
          </p:cNvPr>
          <p:cNvSpPr>
            <a:spLocks noGrp="1"/>
          </p:cNvSpPr>
          <p:nvPr>
            <p:ph type="body" sz="quarter" idx="13"/>
          </p:nvPr>
        </p:nvSpPr>
        <p:spPr/>
        <p:txBody>
          <a:bodyPr/>
          <a:lstStyle/>
          <a:p>
            <a:pPr/>
            <a:r>
              <a:t>OFFRE</a:t>
            </a:r>
            <a:endParaRPr lang="en-US"/>
          </a:p>
        </p:txBody>
      </p:sp>
      <p:grpSp>
        <p:nvGrpSpPr>
          <p:cNvPr id="7" name="Transplant"/>
          <p:cNvGrpSpPr/>
          <p:nvPr/>
        </p:nvGrpSpPr>
        <p:grpSpPr>
          <a:xfrm>
            <a:off x="8183879" y="557031"/>
            <a:ext cx="3749039" cy="1043921"/>
            <a:chOff x="8249404" y="553018"/>
            <a:chExt cx="3702423" cy="1030941"/>
          </a:xfrm>
        </p:grpSpPr>
        <p:sp>
          <p:nvSpPr>
            <p:cNvPr id="8" name="ZoneTexte 3">
              <a:extLst>
                <a:ext uri="{FF2B5EF4-FFF2-40B4-BE49-F238E27FC236}">
                  <a16:creationId xmlns:a16="http://schemas.microsoft.com/office/drawing/2014/main" id="{2FC26801-5BEF-724F-A4F0-01E1B75DDF02}"/>
                </a:ext>
              </a:extLst>
            </p:cNvPr>
            <p:cNvSpPr txBox="1"/>
            <p:nvPr/>
          </p:nvSpPr>
          <p:spPr>
            <a:xfrm rot="732307">
              <a:off x="8249404" y="553018"/>
              <a:ext cx="3702423" cy="1030941"/>
            </a:xfrm>
            <a:prstGeom prst="rect">
              <a:avLst/>
            </a:prstGeom>
          </p:spPr>
          <p:style>
            <a:lnRef idx="2">
              <a:srgbClr val="CD5358">
                <a:shade val="15000"/>
              </a:srgbClr>
            </a:lnRef>
            <a:fillRef idx="1">
              <a:srgbClr val="CD5358"/>
            </a:fillRef>
            <a:effectRef idx="0">
              <a:srgbClr val="CD5358"/>
            </a:effectRef>
            <a:fontRef idx="minor">
              <a:schemeClr val="lt1"/>
            </a:fontRef>
          </p:style>
          <p:txBody>
            <a:bodyPr vert="horz" wrap="square" lIns="91440" tIns="45720" rIns="91440" bIns="4572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dirty="0" err="1">
                  <a:ln>
                    <a:noFill/>
                  </a:ln>
                  <a:solidFill>
                    <a:prstClr val="white"/>
                  </a:solidFill>
                  <a:effectLst/>
                  <a:uLnTx/>
                  <a:uFillTx/>
                  <a:latin typeface="Aptos"/>
                  <a:ea typeface="+mn-ea"/>
                  <a:cs typeface="+mn-cs"/>
                </a:rPr>
                <a:t>Should</a:t>
              </a:r>
              <a:r>
                <a:rPr kumimoji="0" lang="fr-FR" sz="1800" b="0" i="0" u="none" strike="noStrike" kern="1200" cap="none" spc="0" normalizeH="0" baseline="0" noProof="0" dirty="0">
                  <a:ln>
                    <a:noFill/>
                  </a:ln>
                  <a:solidFill>
                    <a:prstClr val="white"/>
                  </a:solidFill>
                  <a:effectLst/>
                  <a:uLnTx/>
                  <a:uFillTx/>
                  <a:latin typeface="Aptos"/>
                  <a:ea typeface="+mn-ea"/>
                  <a:cs typeface="+mn-cs"/>
                </a:rPr>
                <a:t> </a:t>
              </a:r>
              <a:r>
                <a:rPr kumimoji="0" lang="fr-FR" sz="1800" b="0" i="0" u="none" strike="noStrike" kern="1200" cap="none" spc="0" normalizeH="0" baseline="0" noProof="0" dirty="0" err="1">
                  <a:ln>
                    <a:noFill/>
                  </a:ln>
                  <a:solidFill>
                    <a:prstClr val="white"/>
                  </a:solidFill>
                  <a:effectLst/>
                  <a:uLnTx/>
                  <a:uFillTx/>
                  <a:latin typeface="Aptos"/>
                  <a:ea typeface="+mn-ea"/>
                  <a:cs typeface="+mn-cs"/>
                </a:rPr>
                <a:t>be</a:t>
              </a:r>
              <a:r>
                <a:rPr kumimoji="0" lang="fr-FR" sz="1800" b="0" i="0" u="none" strike="noStrike" kern="1200" cap="none" spc="0" normalizeH="0" baseline="0" noProof="0" dirty="0">
                  <a:ln>
                    <a:noFill/>
                  </a:ln>
                  <a:solidFill>
                    <a:prstClr val="white"/>
                  </a:solidFill>
                  <a:effectLst/>
                  <a:uLnTx/>
                  <a:uFillTx/>
                  <a:latin typeface="Aptos"/>
                  <a:ea typeface="+mn-ea"/>
                  <a:cs typeface="+mn-cs"/>
                </a:rPr>
                <a:t> </a:t>
              </a:r>
              <a:r>
                <a:rPr kumimoji="0" lang="fr-FR" sz="1800" b="0" i="0" u="none" strike="noStrike" kern="1200" cap="none" spc="0" normalizeH="0" baseline="0" noProof="0" dirty="0" err="1">
                  <a:ln>
                    <a:noFill/>
                  </a:ln>
                  <a:solidFill>
                    <a:prstClr val="white"/>
                  </a:solidFill>
                  <a:effectLst/>
                  <a:uLnTx/>
                  <a:uFillTx/>
                  <a:latin typeface="Aptos"/>
                  <a:ea typeface="+mn-ea"/>
                  <a:cs typeface="+mn-cs"/>
                </a:rPr>
                <a:t>checked</a:t>
              </a:r>
              <a:r>
                <a:rPr kumimoji="0" lang="fr-FR" sz="1800" b="0" i="0" u="none" strike="noStrike" kern="1200" cap="none" spc="0" normalizeH="0" baseline="0" noProof="0" dirty="0">
                  <a:ln>
                    <a:noFill/>
                  </a:ln>
                  <a:solidFill>
                    <a:prstClr val="white"/>
                  </a:solidFill>
                  <a:effectLst/>
                  <a:uLnTx/>
                  <a:uFillTx/>
                  <a:latin typeface="Aptos"/>
                  <a:ea typeface="+mn-ea"/>
                  <a:cs typeface="+mn-cs"/>
                </a:rPr>
                <a:t> and </a:t>
              </a:r>
              <a:r>
                <a:rPr kumimoji="0" lang="fr-FR" sz="1800" b="0" i="0" u="none" strike="noStrike" kern="1200" cap="none" spc="0" normalizeH="0" baseline="0" noProof="0" dirty="0" err="1">
                  <a:ln>
                    <a:noFill/>
                  </a:ln>
                  <a:solidFill>
                    <a:prstClr val="white"/>
                  </a:solidFill>
                  <a:effectLst/>
                  <a:uLnTx/>
                  <a:uFillTx/>
                  <a:latin typeface="Aptos"/>
                  <a:ea typeface="+mn-ea"/>
                  <a:cs typeface="+mn-cs"/>
                </a:rPr>
                <a:t>validated</a:t>
              </a:r>
              <a:r>
                <a:rPr kumimoji="0" lang="fr-FR" sz="1800" b="0" i="0" u="none" strike="noStrike" kern="1200" cap="none" spc="0" normalizeH="0" baseline="0" noProof="0" dirty="0">
                  <a:ln>
                    <a:noFill/>
                  </a:ln>
                  <a:solidFill>
                    <a:prstClr val="white"/>
                  </a:solidFill>
                  <a:effectLst/>
                  <a:uLnTx/>
                  <a:uFillTx/>
                  <a:latin typeface="Aptos"/>
                  <a:ea typeface="+mn-ea"/>
                  <a:cs typeface="+mn-cs"/>
                </a:rPr>
                <a:t> by the sale – Sale </a:t>
              </a:r>
              <a:r>
                <a:rPr kumimoji="0" lang="fr-FR" sz="1800" b="0" i="0" u="none" strike="noStrike" kern="1200" cap="none" spc="0" normalizeH="0" baseline="0" noProof="0" dirty="0" err="1">
                  <a:ln>
                    <a:noFill/>
                  </a:ln>
                  <a:solidFill>
                    <a:prstClr val="white"/>
                  </a:solidFill>
                  <a:effectLst/>
                  <a:uLnTx/>
                  <a:uFillTx/>
                  <a:latin typeface="Aptos"/>
                  <a:ea typeface="+mn-ea"/>
                  <a:cs typeface="+mn-cs"/>
                </a:rPr>
                <a:t>speaking</a:t>
              </a:r>
              <a:r>
                <a:rPr kumimoji="0" lang="fr-FR" sz="1800" b="0" i="0" u="none" strike="noStrike" kern="1200" cap="none" spc="0" normalizeH="0" baseline="0" noProof="0" dirty="0">
                  <a:ln>
                    <a:noFill/>
                  </a:ln>
                  <a:solidFill>
                    <a:prstClr val="white"/>
                  </a:solidFill>
                  <a:effectLst/>
                  <a:uLnTx/>
                  <a:uFillTx/>
                  <a:latin typeface="Aptos"/>
                  <a:ea typeface="+mn-ea"/>
                  <a:cs typeface="+mn-cs"/>
                </a:rPr>
                <a:t> from </a:t>
              </a:r>
              <a:r>
                <a:rPr kumimoji="0" lang="fr-FR" sz="1800" b="0" i="0" u="none" strike="noStrike" kern="1200" cap="none" spc="0" normalizeH="0" baseline="0" noProof="0" dirty="0" err="1">
                  <a:ln>
                    <a:noFill/>
                  </a:ln>
                  <a:solidFill>
                    <a:prstClr val="white"/>
                  </a:solidFill>
                  <a:effectLst/>
                  <a:uLnTx/>
                  <a:uFillTx/>
                  <a:latin typeface="Aptos"/>
                  <a:ea typeface="+mn-ea"/>
                  <a:cs typeface="+mn-cs"/>
                </a:rPr>
                <a:t>there</a:t>
              </a:r>
              <a:endParaRPr kumimoji="0" lang="fr-FR" sz="1800" b="0" i="0" u="none" strike="noStrike" kern="1200" cap="none" spc="0" normalizeH="0" baseline="0" noProof="0" dirty="0">
                <a:ln>
                  <a:noFill/>
                </a:ln>
                <a:solidFill>
                  <a:prstClr val="white"/>
                </a:solidFill>
                <a:effectLst/>
                <a:uLnTx/>
                <a:uFillTx/>
                <a:latin typeface="Aptos"/>
                <a:ea typeface="+mn-ea"/>
                <a:cs typeface="+mn-cs"/>
              </a:endParaRPr>
            </a:p>
          </p:txBody>
        </p:sp>
      </p:grpSp>
      <p:grpSp>
        <p:nvGrpSpPr>
          <p:cNvPr id="9" name="Transplant"/>
          <p:cNvGrpSpPr/>
          <p:nvPr/>
        </p:nvGrpSpPr>
        <p:grpSpPr>
          <a:xfrm>
            <a:off x="8001000" y="4444384"/>
            <a:ext cx="1691640" cy="1672551"/>
            <a:chOff x="7841158" y="4226896"/>
            <a:chExt cx="2173254" cy="2148731"/>
          </a:xfrm>
        </p:grpSpPr>
        <p:sp>
          <p:nvSpPr>
            <p:cNvPr id="10" name="Espace réservé du texte 15">
              <a:extLst>
                <a:ext uri="{FF2B5EF4-FFF2-40B4-BE49-F238E27FC236}">
                  <a16:creationId xmlns:a16="http://schemas.microsoft.com/office/drawing/2014/main" id="{879012F3-E8D5-4B24-FF47-017E0F545CB7}"/>
                </a:ext>
              </a:extLst>
            </p:cNvPr>
            <p:cNvSpPr txBox="1">
              <a:spLocks/>
            </p:cNvSpPr>
            <p:nvPr/>
          </p:nvSpPr>
          <p:spPr>
            <a:xfrm>
              <a:off x="7841158" y="4226896"/>
              <a:ext cx="2173254" cy="2148731"/>
            </a:xfrm>
            <a:prstGeom prst="ellipse">
              <a:avLst/>
            </a:prstGeom>
            <a:gradFill rotWithShape="1">
              <a:gsLst>
                <a:gs pos="0">
                  <a:srgbClr val="BA131A"/>
                </a:gs>
                <a:gs pos="100000">
                  <a:srgbClr val="E2575D"/>
                </a:gs>
              </a:gsLst>
              <a:lin ang="2700000" scaled="1"/>
            </a:gradFill>
          </p:spPr>
          <p:txBody>
            <a:bodyPr vert="horz" lIns="91440" tIns="45720" rIns="91440" bIns="45720" rtlCol="0" anchor="ctr">
              <a:normAutofit/>
            </a:bodyPr>
            <a:lstStyle>
              <a:defPPr>
                <a:defRPr lang="en-US"/>
              </a:defPPr>
              <a:lvl1pPr marL="0" indent="0" algn="ctr" defTabSz="914400" rtl="0" eaLnBrk="1" latinLnBrk="0" hangingPunct="1">
                <a:buNone/>
                <a:defRPr sz="2802" b="1" kern="1200">
                  <a:solidFill>
                    <a:schemeClr val="bg1"/>
                  </a:solidFill>
                  <a:latin typeface="+mn-lt"/>
                  <a:ea typeface="+mn-ea"/>
                  <a:cs typeface="+mn-cs"/>
                </a:defRPr>
              </a:lvl1pPr>
              <a:lvl2pPr marL="457200" algn="l" defTabSz="914400" rtl="0" eaLnBrk="1" latinLnBrk="0" hangingPunct="1">
                <a:defRPr sz="1401" kern="1200">
                  <a:solidFill>
                    <a:schemeClr val="tx1"/>
                  </a:solidFill>
                  <a:latin typeface="+mn-lt"/>
                  <a:ea typeface="+mn-ea"/>
                  <a:cs typeface="+mn-cs"/>
                </a:defRPr>
              </a:lvl2pPr>
              <a:lvl3pPr marL="914400" algn="l" defTabSz="914400" rtl="0" eaLnBrk="1" latinLnBrk="0" hangingPunct="1">
                <a:defRPr sz="1401" kern="1200">
                  <a:solidFill>
                    <a:schemeClr val="tx1"/>
                  </a:solidFill>
                  <a:latin typeface="+mn-lt"/>
                  <a:ea typeface="+mn-ea"/>
                  <a:cs typeface="+mn-cs"/>
                </a:defRPr>
              </a:lvl3pPr>
              <a:lvl4pPr marL="1371600" algn="l" defTabSz="914400" rtl="0" eaLnBrk="1" latinLnBrk="0" hangingPunct="1">
                <a:defRPr sz="1401" kern="1200">
                  <a:solidFill>
                    <a:schemeClr val="tx1"/>
                  </a:solidFill>
                  <a:latin typeface="+mn-lt"/>
                  <a:ea typeface="+mn-ea"/>
                  <a:cs typeface="+mn-cs"/>
                </a:defRPr>
              </a:lvl4pPr>
              <a:lvl5pPr marL="1828800" algn="l" defTabSz="914400" rtl="0" eaLnBrk="1" latinLnBrk="0" hangingPunct="1">
                <a:defRPr sz="1401" kern="1200">
                  <a:solidFill>
                    <a:schemeClr val="tx1"/>
                  </a:solidFill>
                  <a:latin typeface="+mn-lt"/>
                  <a:ea typeface="+mn-ea"/>
                  <a:cs typeface="+mn-cs"/>
                </a:defRPr>
              </a:lvl5pPr>
              <a:lvl6pPr marL="2286000" algn="l" defTabSz="914400" rtl="0" eaLnBrk="1" latinLnBrk="0" hangingPunct="1">
                <a:defRPr sz="1401" kern="1200">
                  <a:solidFill>
                    <a:schemeClr val="tx1"/>
                  </a:solidFill>
                  <a:latin typeface="+mn-lt"/>
                  <a:ea typeface="+mn-ea"/>
                  <a:cs typeface="+mn-cs"/>
                </a:defRPr>
              </a:lvl6pPr>
              <a:lvl7pPr marL="2743200" algn="l" defTabSz="914400" rtl="0" eaLnBrk="1" latinLnBrk="0" hangingPunct="1">
                <a:defRPr sz="1401" kern="1200">
                  <a:solidFill>
                    <a:schemeClr val="tx1"/>
                  </a:solidFill>
                  <a:latin typeface="+mn-lt"/>
                  <a:ea typeface="+mn-ea"/>
                  <a:cs typeface="+mn-cs"/>
                </a:defRPr>
              </a:lvl7pPr>
              <a:lvl8pPr marL="3200400" algn="l" defTabSz="914400" rtl="0" eaLnBrk="1" latinLnBrk="0" hangingPunct="1">
                <a:defRPr sz="1401" kern="1200">
                  <a:solidFill>
                    <a:schemeClr val="tx1"/>
                  </a:solidFill>
                  <a:latin typeface="+mn-lt"/>
                  <a:ea typeface="+mn-ea"/>
                  <a:cs typeface="+mn-cs"/>
                </a:defRPr>
              </a:lvl8pPr>
              <a:lvl9pPr marL="3657600" algn="l" defTabSz="914400" rtl="0" eaLnBrk="1" latinLnBrk="0" hangingPunct="1">
                <a:defRPr sz="1401"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3736" b="1" i="0" u="none" strike="noStrike" kern="1200" cap="none" spc="0" normalizeH="0" baseline="0" noProof="0" dirty="0">
                  <a:ln>
                    <a:noFill/>
                  </a:ln>
                  <a:solidFill>
                    <a:prstClr val="white"/>
                  </a:solidFill>
                  <a:effectLst/>
                  <a:uLnTx/>
                  <a:uFillTx/>
                  <a:latin typeface="Aptos"/>
                  <a:ea typeface="+mn-ea"/>
                  <a:cs typeface="+mn-cs"/>
                </a:rPr>
                <a:t>57h</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2802" b="1" i="0" u="none" strike="noStrike" kern="1200" cap="none" spc="0" normalizeH="0" baseline="0" noProof="0" dirty="0">
                  <a:ln>
                    <a:noFill/>
                  </a:ln>
                  <a:solidFill>
                    <a:prstClr val="white"/>
                  </a:solidFill>
                  <a:effectLst/>
                  <a:uLnTx/>
                  <a:uFillTx/>
                  <a:latin typeface="Aptos"/>
                  <a:ea typeface="+mn-ea"/>
                  <a:cs typeface="+mn-cs"/>
                </a:rPr>
                <a:t>7410€</a:t>
              </a:r>
            </a:p>
          </p:txBody>
        </p:sp>
      </p:gr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space réservé du contenu 1">
            <a:extLst>
              <a:ext uri="{FF2B5EF4-FFF2-40B4-BE49-F238E27FC236}">
                <a16:creationId xmlns:a16="http://schemas.microsoft.com/office/drawing/2014/main" id="{0A5657A9-CF1F-01C4-4C0C-3F4405FBA315}"/>
              </a:ext>
            </a:extLst>
          </p:cNvPr>
          <p:cNvSpPr>
            <a:spLocks noGrp="1"/>
          </p:cNvSpPr>
          <p:nvPr>
            <p:ph idx="1"/>
          </p:nvPr>
        </p:nvSpPr>
        <p:spPr/>
        <p:txBody>
          <a:bodyPr anchor="t"/>
          <a:lstStyle/>
          <a:p>
            <a:r>
              <a:rPr lang="fr-FR" dirty="0" sz="1500"/>
              <a:t>Projet</a:t>
            </a:r>
          </a:p>
          <a:p>
            <a:pPr lvl="1"/>
            <a:r>
              <a:rPr lang="fr-FR" dirty="0" sz="1500"/>
              <a:t>Acompte facturé à la commande correspondant à 1 mois de prestations</a:t>
            </a:r>
          </a:p>
          <a:p>
            <a:pPr lvl="2"/>
            <a:r>
              <a:rPr lang="fr-FR" dirty="0" sz="1500"/>
              <a:t>45 644€</a:t>
            </a:r>
          </a:p>
          <a:p>
            <a:pPr lvl="1"/>
            <a:r>
              <a:rPr lang="fr-FR" dirty="0" sz="1500"/>
              <a:t>F</a:t>
            </a:r>
            <a:r>
              <a:rPr lang="fr-FR" dirty="0" sz="1500"/>
              <a:t>acturation</a:t>
            </a:r>
            <a:r>
              <a:rPr lang="fr-FR" dirty="0" sz="1500"/>
              <a:t> en régie au temps effectif passé chaque mois en fonction de notre tarif horaire par collaborateur et selon le décompte d’heures joint à la chaque facture</a:t>
            </a:r>
          </a:p>
          <a:p>
            <a:pPr lvl="1"/>
            <a:r>
              <a:rPr lang="fr-FR" dirty="0" sz="1500"/>
              <a:t>D</a:t>
            </a:r>
            <a:r>
              <a:rPr lang="fr-FR" dirty="0" sz="1500"/>
              <a:t>éduction/restitution de l’acompte à la fin du projet</a:t>
            </a:r>
          </a:p>
          <a:p>
            <a:pPr lvl="1"/>
            <a:endParaRPr lang="fr-FR" dirty="0" sz="1500"/>
          </a:p>
          <a:p>
            <a:r>
              <a:rPr lang="fr-FR" dirty="0" sz="1500"/>
              <a:t>Support and Maintenance</a:t>
            </a:r>
          </a:p>
          <a:p>
            <a:pPr lvl="1"/>
            <a:r>
              <a:rPr lang="fr-FR" dirty="0" sz="1500"/>
              <a:t>125h </a:t>
            </a:r>
            <a:r>
              <a:rPr lang="fr-FR" dirty="0" sz="1500"/>
              <a:t>incluses dans projet</a:t>
            </a:r>
          </a:p>
          <a:p>
            <a:pPr lvl="1"/>
            <a:r>
              <a:rPr lang="fr-FR" dirty="0" sz="1500"/>
              <a:t>Puis facturation chaque mois selon vos besoins au temps </a:t>
            </a:r>
            <a:r>
              <a:rPr lang="fr-FR" dirty="0" sz="1500"/>
              <a:t>sur la base de nos tarifs horaires au temps effectif passé</a:t>
            </a:r>
            <a:endParaRPr lang="fr-FR" dirty="0" sz="1500"/>
          </a:p>
          <a:p>
            <a:pPr lvl="1"/>
            <a:endParaRPr lang="fr-FR" dirty="0" sz="1500"/>
          </a:p>
          <a:p>
            <a:pPr/>
            <a:r>
              <a:rPr lang="fr-FR" dirty="0" sz="1500"/>
              <a:t>Délais de paiement : 15 jours net date de facture hormis pour l’acompte projet (paiement à réception de notre facture dans ce cas)</a:t>
            </a:r>
            <a:r>
              <a:rPr lang="en-US" dirty="0" sz="1500"/>
              <a:t>​</a:t>
            </a:r>
          </a:p>
        </p:txBody>
      </p:sp>
      <p:sp>
        <p:nvSpPr>
          <p:cNvPr id="3" name="Titre 2">
            <a:extLst>
              <a:ext uri="{FF2B5EF4-FFF2-40B4-BE49-F238E27FC236}">
                <a16:creationId xmlns:a16="http://schemas.microsoft.com/office/drawing/2014/main" id="{618815FA-3CAE-65F3-B971-C63D5E259378}"/>
              </a:ext>
            </a:extLst>
          </p:cNvPr>
          <p:cNvSpPr>
            <a:spLocks noGrp="1"/>
          </p:cNvSpPr>
          <p:nvPr>
            <p:ph type="title"/>
          </p:nvPr>
        </p:nvSpPr>
        <p:spPr/>
        <p:txBody>
          <a:bodyPr/>
          <a:lstStyle/>
          <a:p>
            <a:pPr/>
            <a:r>
              <a:t>Conditions</a:t>
            </a:r>
          </a:p>
        </p:txBody>
      </p:sp>
      <p:sp>
        <p:nvSpPr>
          <p:cNvPr id="4" name="Espace réservé du texte 3">
            <a:extLst>
              <a:ext uri="{FF2B5EF4-FFF2-40B4-BE49-F238E27FC236}">
                <a16:creationId xmlns:a16="http://schemas.microsoft.com/office/drawing/2014/main" id="{6BB8E998-5BC1-3D30-5A40-7A17CB479142}"/>
              </a:ext>
            </a:extLst>
          </p:cNvPr>
          <p:cNvSpPr>
            <a:spLocks noGrp="1"/>
          </p:cNvSpPr>
          <p:nvPr>
            <p:ph type="body" sz="quarter" idx="13"/>
          </p:nvPr>
        </p:nvSpPr>
        <p:spPr/>
        <p:txBody>
          <a:bodyPr/>
          <a:lstStyle/>
          <a:p>
            <a:pPr/>
            <a:r>
              <a:t>OFFRE</a:t>
            </a:r>
            <a:endParaRPr lang="en-US"/>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space réservé du contenu 1">
            <a:extLst>
              <a:ext uri="{FF2B5EF4-FFF2-40B4-BE49-F238E27FC236}">
                <a16:creationId xmlns:a16="http://schemas.microsoft.com/office/drawing/2014/main" id="{0A5657A9-CF1F-01C4-4C0C-3F4405FBA315}"/>
              </a:ext>
            </a:extLst>
          </p:cNvPr>
          <p:cNvSpPr>
            <a:spLocks noGrp="1"/>
          </p:cNvSpPr>
          <p:nvPr>
            <p:ph idx="1"/>
          </p:nvPr>
        </p:nvSpPr>
        <p:spPr/>
        <p:txBody>
          <a:bodyPr anchor="t"/>
          <a:lstStyle/>
          <a:p>
            <a:r>
              <a:rPr lang="fr-FR" dirty="0" sz="1500"/>
              <a:t>Signature des bon de commandes</a:t>
            </a:r>
          </a:p>
          <a:p>
            <a:pPr lvl="1"/>
            <a:r>
              <a:rPr lang="fr-FR" dirty="0" sz="1500"/>
              <a:t>Pour Captivea</a:t>
            </a:r>
          </a:p>
          <a:p>
            <a:pPr lvl="1"/>
            <a:r>
              <a:rPr lang="fr-FR" dirty="0" sz="1500"/>
              <a:t>Commande des licences auprès de Odoo</a:t>
            </a:r>
            <a:endParaRPr lang="fr-FR" dirty="0" sz="1500"/>
          </a:p>
          <a:p>
            <a:pPr lvl="1"/>
            <a:endParaRPr lang="fr-FR" dirty="0" sz="1500"/>
          </a:p>
          <a:p>
            <a:r>
              <a:rPr lang="fr-FR" dirty="0" sz="1500"/>
              <a:t>Project Kick-off</a:t>
            </a:r>
          </a:p>
        </p:txBody>
      </p:sp>
      <p:sp>
        <p:nvSpPr>
          <p:cNvPr id="3" name="Titre 2">
            <a:extLst>
              <a:ext uri="{FF2B5EF4-FFF2-40B4-BE49-F238E27FC236}">
                <a16:creationId xmlns:a16="http://schemas.microsoft.com/office/drawing/2014/main" id="{618815FA-3CAE-65F3-B971-C63D5E259378}"/>
              </a:ext>
            </a:extLst>
          </p:cNvPr>
          <p:cNvSpPr>
            <a:spLocks noGrp="1"/>
          </p:cNvSpPr>
          <p:nvPr>
            <p:ph type="title"/>
          </p:nvPr>
        </p:nvSpPr>
        <p:spPr/>
        <p:txBody>
          <a:bodyPr/>
          <a:lstStyle/>
          <a:p>
            <a:pPr/>
            <a:r>
              <a:t>Prochaines étapes</a:t>
            </a:r>
          </a:p>
        </p:txBody>
      </p:sp>
      <p:sp>
        <p:nvSpPr>
          <p:cNvPr id="4" name="Espace réservé du texte 3">
            <a:extLst>
              <a:ext uri="{FF2B5EF4-FFF2-40B4-BE49-F238E27FC236}">
                <a16:creationId xmlns:a16="http://schemas.microsoft.com/office/drawing/2014/main" id="{6BB8E998-5BC1-3D30-5A40-7A17CB479142}"/>
              </a:ext>
            </a:extLst>
          </p:cNvPr>
          <p:cNvSpPr>
            <a:spLocks noGrp="1"/>
          </p:cNvSpPr>
          <p:nvPr>
            <p:ph type="body" sz="quarter" idx="13"/>
          </p:nvPr>
        </p:nvSpPr>
        <p:spPr/>
        <p:txBody>
          <a:bodyPr/>
          <a:lstStyle/>
          <a:p>
            <a:pPr/>
            <a:r>
              <a:t>OFFRE</a:t>
            </a:r>
            <a:endParaRPr lang="en-US"/>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re 1">
            <a:extLst>
              <a:ext uri="{FF2B5EF4-FFF2-40B4-BE49-F238E27FC236}">
                <a16:creationId xmlns:a16="http://schemas.microsoft.com/office/drawing/2014/main" id="{776693BB-AA83-4072-9715-AA9BC0D4E25C}"/>
              </a:ext>
            </a:extLst>
          </p:cNvPr>
          <p:cNvSpPr>
            <a:spLocks noGrp="1"/>
          </p:cNvSpPr>
          <p:nvPr>
            <p:ph type="title"/>
          </p:nvPr>
        </p:nvSpPr>
        <p:spPr/>
        <p:txBody>
          <a:bodyPr/>
          <a:lstStyle/>
          <a:p>
            <a:pPr/>
            <a:r>
              <a:t>VOTRE PROJET</a:t>
            </a:r>
          </a:p>
        </p:txBody>
      </p:sp>
      <p:sp>
        <p:nvSpPr>
          <p:cNvPr id="3" name="Espace réservé du texte 2">
            <a:extLst>
              <a:ext uri="{FF2B5EF4-FFF2-40B4-BE49-F238E27FC236}">
                <a16:creationId xmlns:a16="http://schemas.microsoft.com/office/drawing/2014/main" id="{AA14A04B-EBD5-902B-4F33-B256D611E2F1}"/>
              </a:ext>
            </a:extLst>
          </p:cNvPr>
          <p:cNvSpPr>
            <a:spLocks noGrp="1"/>
          </p:cNvSpPr>
          <p:nvPr>
            <p:ph type="body" idx="1"/>
          </p:nvPr>
        </p:nvSpPr>
        <p:spPr/>
        <p:txBody>
          <a:bodyPr/>
          <a:lstStyle/>
          <a:p>
            <a:pPr/>
            <a:r>
              <a:t>05</a:t>
            </a:r>
            <a:endParaRPr lang="en-US"/>
          </a:p>
        </p:txBody>
      </p:sp>
      <p:sp>
        <p:nvSpPr>
          <p:cNvPr id="5" name="Espace réservé du texte 4">
            <a:extLst>
              <a:ext uri="{FF2B5EF4-FFF2-40B4-BE49-F238E27FC236}">
                <a16:creationId xmlns:a16="http://schemas.microsoft.com/office/drawing/2014/main" id="{2A347D23-6373-2C86-5BFE-EAFA7C15BEE8}"/>
              </a:ext>
            </a:extLst>
          </p:cNvPr>
          <p:cNvSpPr>
            <a:spLocks noGrp="1"/>
          </p:cNvSpPr>
          <p:nvPr>
            <p:ph type="body" sz="quarter" idx="13"/>
          </p:nvPr>
        </p:nvSpPr>
        <p:spPr/>
        <p:txBody>
          <a:bodyPr/>
          <a:lstStyle/>
          <a:p>
            <a:pPr/>
            <a:r>
              <a:t>ORGANISATION PROJET</a:t>
            </a:r>
            <a:endParaRPr lang="en-US"/>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itre 3">
            <a:extLst>
              <a:ext uri="{FF2B5EF4-FFF2-40B4-BE49-F238E27FC236}">
                <a16:creationId xmlns:a16="http://schemas.microsoft.com/office/drawing/2014/main" id="{8BD760E0-1C2E-B527-7AEB-5989C44CA2B1}"/>
              </a:ext>
            </a:extLst>
          </p:cNvPr>
          <p:cNvSpPr>
            <a:spLocks noGrp="1"/>
          </p:cNvSpPr>
          <p:nvPr>
            <p:ph type="title"/>
          </p:nvPr>
        </p:nvSpPr>
        <p:spPr/>
        <p:txBody>
          <a:bodyPr/>
          <a:lstStyle/>
          <a:p>
            <a:pPr/>
            <a:r>
              <a:t>L’ÉQUIPE PROJET</a:t>
            </a:r>
            <a:endParaRPr lang="en-US"/>
          </a:p>
        </p:txBody>
      </p:sp>
      <p:sp>
        <p:nvSpPr>
          <p:cNvPr id="4" name="Espace réservé du texte 4">
            <a:extLst>
              <a:ext uri="{FF2B5EF4-FFF2-40B4-BE49-F238E27FC236}">
                <a16:creationId xmlns:a16="http://schemas.microsoft.com/office/drawing/2014/main" id="{9708AD2C-B952-9123-1A4E-8B4A44593D7A}"/>
              </a:ext>
            </a:extLst>
          </p:cNvPr>
          <p:cNvSpPr>
            <a:spLocks noGrp="1"/>
          </p:cNvSpPr>
          <p:nvPr>
            <p:ph type="body" sz="quarter" idx="13"/>
          </p:nvPr>
        </p:nvSpPr>
        <p:spPr/>
        <p:txBody>
          <a:bodyPr/>
          <a:lstStyle/>
          <a:p>
            <a:pPr/>
            <a:r>
              <a:t>ÉQUIPE</a:t>
            </a:r>
            <a:endParaRPr lang="en-US"/>
          </a:p>
        </p:txBody>
      </p:sp>
      <p:grpSp>
        <p:nvGrpSpPr>
          <p:cNvPr id="5" name="Transplant"/>
          <p:cNvGrpSpPr/>
          <p:nvPr/>
        </p:nvGrpSpPr>
        <p:grpSpPr>
          <a:xfrm>
            <a:off x="2272033" y="1508760"/>
            <a:ext cx="7644886" cy="4754880"/>
            <a:chOff x="2903166" y="628026"/>
            <a:chExt cx="9006801" cy="5601948"/>
          </a:xfrm>
        </p:grpSpPr>
        <p:pic>
          <p:nvPicPr>
            <p:cNvPr id="6" name="Graphique 77">
              <a:extLst>
                <a:ext uri="{FF2B5EF4-FFF2-40B4-BE49-F238E27FC236}">
                  <a16:creationId xmlns:a16="http://schemas.microsoft.com/office/drawing/2014/main" id="{90C3A627-2BBE-933F-C495-EB976B29023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903166" y="628026"/>
              <a:ext cx="9006801" cy="5601948"/>
            </a:xfrm>
            <a:prstGeom prst="rect">
              <a:avLst/>
            </a:prstGeom>
          </p:spPr>
        </p:pic>
      </p:gr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show="0">
  <p:cSld>
    <p:spTree>
      <p:nvGrpSpPr>
        <p:cNvPr id="2" name=""/>
        <p:cNvGrpSpPr/>
        <p:nvPr/>
      </p:nvGrpSpPr>
      <p:grpSpPr/>
      <p:sp>
        <p:nvSpPr>
          <p:cNvPr id="3" name="Titre 3">
            <a:extLst>
              <a:ext uri="{FF2B5EF4-FFF2-40B4-BE49-F238E27FC236}">
                <a16:creationId xmlns:a16="http://schemas.microsoft.com/office/drawing/2014/main" id="{8BD760E0-1C2E-B527-7AEB-5989C44CA2B1}"/>
              </a:ext>
            </a:extLst>
          </p:cNvPr>
          <p:cNvSpPr>
            <a:spLocks noGrp="1"/>
          </p:cNvSpPr>
          <p:nvPr>
            <p:ph type="title"/>
          </p:nvPr>
        </p:nvSpPr>
        <p:spPr/>
        <p:txBody>
          <a:bodyPr/>
          <a:lstStyle/>
          <a:p>
            <a:pPr/>
            <a:r>
              <a:t>DÉFINITION DES RÔLES</a:t>
            </a:r>
            <a:endParaRPr lang="en-US"/>
          </a:p>
        </p:txBody>
      </p:sp>
      <p:sp>
        <p:nvSpPr>
          <p:cNvPr id="4" name="Espace réservé du texte 4">
            <a:extLst>
              <a:ext uri="{FF2B5EF4-FFF2-40B4-BE49-F238E27FC236}">
                <a16:creationId xmlns:a16="http://schemas.microsoft.com/office/drawing/2014/main" id="{9708AD2C-B952-9123-1A4E-8B4A44593D7A}"/>
              </a:ext>
            </a:extLst>
          </p:cNvPr>
          <p:cNvSpPr>
            <a:spLocks noGrp="1"/>
          </p:cNvSpPr>
          <p:nvPr>
            <p:ph type="body" sz="quarter" idx="13"/>
          </p:nvPr>
        </p:nvSpPr>
        <p:spPr/>
        <p:txBody>
          <a:bodyPr/>
          <a:lstStyle/>
          <a:p>
            <a:pPr/>
            <a:r>
              <a:t>ÉQUIPE PROJET</a:t>
            </a:r>
            <a:endParaRPr lang="en-US"/>
          </a:p>
        </p:txBody>
      </p:sp>
      <p:grpSp>
        <p:nvGrpSpPr>
          <p:cNvPr id="5" name="Transplant"/>
          <p:cNvGrpSpPr/>
          <p:nvPr/>
        </p:nvGrpSpPr>
        <p:grpSpPr>
          <a:xfrm>
            <a:off x="694944" y="1596126"/>
            <a:ext cx="10799064" cy="4580148"/>
            <a:chOff x="223376" y="1801800"/>
            <a:chExt cx="11727501" cy="4973921"/>
          </a:xfrm>
        </p:grpSpPr>
        <p:grpSp>
          <p:nvGrpSpPr>
            <p:cNvPr id="6" name="Group 131">
              <a:extLst>
                <a:ext uri="{FF2B5EF4-FFF2-40B4-BE49-F238E27FC236}">
                  <a16:creationId xmlns:a16="http://schemas.microsoft.com/office/drawing/2014/main" id="{5FB11755-435F-1B39-BF56-9EB652EDEE42}"/>
                </a:ext>
              </a:extLst>
            </p:cNvPr>
            <p:cNvGrpSpPr/>
            <p:nvPr/>
          </p:nvGrpSpPr>
          <p:grpSpPr>
            <a:xfrm>
              <a:off x="241983" y="1801800"/>
              <a:ext cx="11708894" cy="4973921"/>
              <a:chOff x="235683" y="1740535"/>
              <a:chExt cx="11708894" cy="4752337"/>
            </a:xfrm>
          </p:grpSpPr>
          <p:sp>
            <p:nvSpPr>
              <p:cNvPr id="7" name="Rectangle: Single Corner Rounded 39">
                <a:extLst>
                  <a:ext uri="{FF2B5EF4-FFF2-40B4-BE49-F238E27FC236}">
                    <a16:creationId xmlns:a16="http://schemas.microsoft.com/office/drawing/2014/main" id="{2A998228-785A-C1ED-D4C5-38D4D148FA9A}"/>
                  </a:ext>
                </a:extLst>
              </p:cNvPr>
              <p:cNvSpPr/>
              <p:nvPr/>
            </p:nvSpPr>
            <p:spPr>
              <a:xfrm flipV="1">
                <a:off x="2046254" y="2264446"/>
                <a:ext cx="9876780" cy="4209951"/>
              </a:xfrm>
              <a:prstGeom prst="round1Rect">
                <a:avLst>
                  <a:gd name="adj" fmla="val 6108"/>
                </a:avLst>
              </a:prstGeom>
              <a:noFill/>
              <a:ln w="25400">
                <a:gradFill>
                  <a:gsLst>
                    <a:gs pos="0">
                      <a:srgbClr val="BA131A"/>
                    </a:gs>
                    <a:gs pos="100000">
                      <a:srgbClr val="CD5358"/>
                    </a:gs>
                  </a:gsLst>
                  <a:lin ang="4800000" scaled="0"/>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657" b="0" i="0" u="none" strike="noStrike" kern="1200" cap="none" spc="0" normalizeH="0" baseline="0" noProof="0" dirty="0">
                  <a:ln>
                    <a:noFill/>
                  </a:ln>
                  <a:solidFill>
                    <a:prstClr val="white"/>
                  </a:solidFill>
                  <a:effectLst/>
                  <a:uLnTx/>
                  <a:uFillTx/>
                  <a:latin typeface="Aptos"/>
                  <a:ea typeface="+mn-ea"/>
                  <a:cs typeface="+mn-cs"/>
                </a:endParaRPr>
              </a:p>
            </p:txBody>
          </p:sp>
          <p:sp>
            <p:nvSpPr>
              <p:cNvPr id="8" name="Rectangle: Top Corners Rounded 16">
                <a:extLst>
                  <a:ext uri="{FF2B5EF4-FFF2-40B4-BE49-F238E27FC236}">
                    <a16:creationId xmlns:a16="http://schemas.microsoft.com/office/drawing/2014/main" id="{D5D02760-BD9B-9E45-A522-BF24F22DF60A}"/>
                  </a:ext>
                </a:extLst>
              </p:cNvPr>
              <p:cNvSpPr/>
              <p:nvPr/>
            </p:nvSpPr>
            <p:spPr>
              <a:xfrm>
                <a:off x="2045587" y="1865326"/>
                <a:ext cx="9898990" cy="412605"/>
              </a:xfrm>
              <a:prstGeom prst="round2SameRect">
                <a:avLst>
                  <a:gd name="adj1" fmla="val 20679"/>
                  <a:gd name="adj2" fmla="val 0"/>
                </a:avLst>
              </a:prstGeom>
              <a:gradFill>
                <a:gsLst>
                  <a:gs pos="0">
                    <a:srgbClr val="BA131A"/>
                  </a:gs>
                  <a:gs pos="100000">
                    <a:srgbClr val="CD5358"/>
                  </a:gs>
                </a:gsLst>
                <a:lin ang="1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657" b="0" i="0" u="none" strike="noStrike" kern="1200" cap="none" spc="0" normalizeH="0" baseline="0" noProof="0" dirty="0">
                  <a:ln>
                    <a:noFill/>
                  </a:ln>
                  <a:solidFill>
                    <a:prstClr val="white"/>
                  </a:solidFill>
                  <a:effectLst/>
                  <a:uLnTx/>
                  <a:uFillTx/>
                  <a:latin typeface="Aptos"/>
                  <a:ea typeface="+mn-ea"/>
                  <a:cs typeface="+mn-cs"/>
                </a:endParaRPr>
              </a:p>
            </p:txBody>
          </p:sp>
          <p:sp>
            <p:nvSpPr>
              <p:cNvPr id="9" name="Rectangle: Top Corners Rounded 17">
                <a:extLst>
                  <a:ext uri="{FF2B5EF4-FFF2-40B4-BE49-F238E27FC236}">
                    <a16:creationId xmlns:a16="http://schemas.microsoft.com/office/drawing/2014/main" id="{7A5DCB43-2941-C501-005D-D8C7020EC7B1}"/>
                  </a:ext>
                </a:extLst>
              </p:cNvPr>
              <p:cNvSpPr/>
              <p:nvPr/>
            </p:nvSpPr>
            <p:spPr>
              <a:xfrm rot="16200000">
                <a:off x="-969291" y="3478661"/>
                <a:ext cx="4228422" cy="1800000"/>
              </a:xfrm>
              <a:prstGeom prst="round2SameRect">
                <a:avLst>
                  <a:gd name="adj1" fmla="val 9917"/>
                  <a:gd name="adj2" fmla="val 0"/>
                </a:avLst>
              </a:prstGeom>
              <a:gradFill>
                <a:gsLst>
                  <a:gs pos="0">
                    <a:srgbClr val="BA131A"/>
                  </a:gs>
                  <a:gs pos="100000">
                    <a:srgbClr val="CD5358"/>
                  </a:gs>
                </a:gsLst>
                <a:lin ang="1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657" b="0" i="0" u="none" strike="noStrike" kern="1200" cap="none" spc="0" normalizeH="0" baseline="0" noProof="0" dirty="0">
                  <a:ln>
                    <a:noFill/>
                  </a:ln>
                  <a:solidFill>
                    <a:prstClr val="white"/>
                  </a:solidFill>
                  <a:effectLst/>
                  <a:uLnTx/>
                  <a:uFillTx/>
                  <a:latin typeface="Aptos"/>
                  <a:ea typeface="+mn-ea"/>
                  <a:cs typeface="+mn-cs"/>
                </a:endParaRPr>
              </a:p>
            </p:txBody>
          </p:sp>
          <p:grpSp>
            <p:nvGrpSpPr>
              <p:cNvPr id="10" name="Group 33">
                <a:extLst>
                  <a:ext uri="{FF2B5EF4-FFF2-40B4-BE49-F238E27FC236}">
                    <a16:creationId xmlns:a16="http://schemas.microsoft.com/office/drawing/2014/main" id="{ADBD8617-1FD0-D1B2-DAC5-1147644D1E49}"/>
                  </a:ext>
                </a:extLst>
              </p:cNvPr>
              <p:cNvGrpSpPr/>
              <p:nvPr/>
            </p:nvGrpSpPr>
            <p:grpSpPr>
              <a:xfrm>
                <a:off x="235683" y="3602181"/>
                <a:ext cx="11700000" cy="0"/>
                <a:chOff x="235683" y="3870036"/>
                <a:chExt cx="11700000" cy="0"/>
              </a:xfrm>
            </p:grpSpPr>
            <p:cxnSp>
              <p:nvCxnSpPr>
                <p:cNvPr id="11" name="Straight Connector 20">
                  <a:extLst>
                    <a:ext uri="{FF2B5EF4-FFF2-40B4-BE49-F238E27FC236}">
                      <a16:creationId xmlns:a16="http://schemas.microsoft.com/office/drawing/2014/main" id="{6B5F8591-4177-5961-6121-3F9D94873ABA}"/>
                    </a:ext>
                  </a:extLst>
                </p:cNvPr>
                <p:cNvCxnSpPr>
                  <a:cxnSpLocks/>
                </p:cNvCxnSpPr>
                <p:nvPr/>
              </p:nvCxnSpPr>
              <p:spPr>
                <a:xfrm>
                  <a:off x="235683" y="3870036"/>
                  <a:ext cx="1800000"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Straight Connector 31">
                  <a:extLst>
                    <a:ext uri="{FF2B5EF4-FFF2-40B4-BE49-F238E27FC236}">
                      <a16:creationId xmlns:a16="http://schemas.microsoft.com/office/drawing/2014/main" id="{2B5F28A9-76A2-FD14-490D-2C51B5AA44A8}"/>
                    </a:ext>
                  </a:extLst>
                </p:cNvPr>
                <p:cNvCxnSpPr>
                  <a:cxnSpLocks/>
                </p:cNvCxnSpPr>
                <p:nvPr/>
              </p:nvCxnSpPr>
              <p:spPr>
                <a:xfrm>
                  <a:off x="2035683" y="3870036"/>
                  <a:ext cx="9900000" cy="0"/>
                </a:xfrm>
                <a:prstGeom prst="line">
                  <a:avLst/>
                </a:prstGeom>
                <a:ln w="25400">
                  <a:gradFill>
                    <a:gsLst>
                      <a:gs pos="0">
                        <a:srgbClr val="CD5358"/>
                      </a:gs>
                      <a:gs pos="100000">
                        <a:srgbClr val="BA131A"/>
                      </a:gs>
                    </a:gsLst>
                    <a:lin ang="8400000" scaled="0"/>
                  </a:gradFill>
                </a:ln>
              </p:spPr>
              <p:style>
                <a:lnRef idx="1">
                  <a:schemeClr val="accent1"/>
                </a:lnRef>
                <a:fillRef idx="0">
                  <a:schemeClr val="accent1"/>
                </a:fillRef>
                <a:effectRef idx="0">
                  <a:schemeClr val="accent1"/>
                </a:effectRef>
                <a:fontRef idx="minor">
                  <a:schemeClr val="tx1"/>
                </a:fontRef>
              </p:style>
            </p:cxnSp>
          </p:grpSp>
          <p:grpSp>
            <p:nvGrpSpPr>
              <p:cNvPr id="13" name="Group 34">
                <a:extLst>
                  <a:ext uri="{FF2B5EF4-FFF2-40B4-BE49-F238E27FC236}">
                    <a16:creationId xmlns:a16="http://schemas.microsoft.com/office/drawing/2014/main" id="{2B501693-529C-6851-D39D-BD11135B48AA}"/>
                  </a:ext>
                </a:extLst>
              </p:cNvPr>
              <p:cNvGrpSpPr/>
              <p:nvPr/>
            </p:nvGrpSpPr>
            <p:grpSpPr>
              <a:xfrm>
                <a:off x="235683" y="4068618"/>
                <a:ext cx="11690763" cy="0"/>
                <a:chOff x="244920" y="4548909"/>
                <a:chExt cx="11690763" cy="0"/>
              </a:xfrm>
            </p:grpSpPr>
            <p:cxnSp>
              <p:nvCxnSpPr>
                <p:cNvPr id="14" name="Straight Connector 22">
                  <a:extLst>
                    <a:ext uri="{FF2B5EF4-FFF2-40B4-BE49-F238E27FC236}">
                      <a16:creationId xmlns:a16="http://schemas.microsoft.com/office/drawing/2014/main" id="{9486C7DA-54A3-5BC1-E116-4E9A4FC48344}"/>
                    </a:ext>
                  </a:extLst>
                </p:cNvPr>
                <p:cNvCxnSpPr>
                  <a:cxnSpLocks/>
                </p:cNvCxnSpPr>
                <p:nvPr/>
              </p:nvCxnSpPr>
              <p:spPr>
                <a:xfrm>
                  <a:off x="244920" y="4548909"/>
                  <a:ext cx="1800000"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 name="Straight Connector 32">
                  <a:extLst>
                    <a:ext uri="{FF2B5EF4-FFF2-40B4-BE49-F238E27FC236}">
                      <a16:creationId xmlns:a16="http://schemas.microsoft.com/office/drawing/2014/main" id="{514904B4-1BD5-15CB-D775-DD0C14DFE63F}"/>
                    </a:ext>
                  </a:extLst>
                </p:cNvPr>
                <p:cNvCxnSpPr>
                  <a:cxnSpLocks/>
                </p:cNvCxnSpPr>
                <p:nvPr/>
              </p:nvCxnSpPr>
              <p:spPr>
                <a:xfrm>
                  <a:off x="2035683" y="4548909"/>
                  <a:ext cx="9900000" cy="0"/>
                </a:xfrm>
                <a:prstGeom prst="line">
                  <a:avLst/>
                </a:prstGeom>
                <a:ln w="25400">
                  <a:gradFill>
                    <a:gsLst>
                      <a:gs pos="0">
                        <a:srgbClr val="CD5358"/>
                      </a:gs>
                      <a:gs pos="100000">
                        <a:srgbClr val="BA131A"/>
                      </a:gs>
                    </a:gsLst>
                    <a:lin ang="8400000" scaled="0"/>
                  </a:gradFill>
                </a:ln>
              </p:spPr>
              <p:style>
                <a:lnRef idx="1">
                  <a:schemeClr val="accent1"/>
                </a:lnRef>
                <a:fillRef idx="0">
                  <a:schemeClr val="accent1"/>
                </a:fillRef>
                <a:effectRef idx="0">
                  <a:schemeClr val="accent1"/>
                </a:effectRef>
                <a:fontRef idx="minor">
                  <a:schemeClr val="tx1"/>
                </a:fontRef>
              </p:style>
            </p:cxnSp>
          </p:grpSp>
          <p:grpSp>
            <p:nvGrpSpPr>
              <p:cNvPr id="16" name="Group 130">
                <a:extLst>
                  <a:ext uri="{FF2B5EF4-FFF2-40B4-BE49-F238E27FC236}">
                    <a16:creationId xmlns:a16="http://schemas.microsoft.com/office/drawing/2014/main" id="{536E94CB-8A9E-7EF8-13AC-15D77D79A637}"/>
                  </a:ext>
                </a:extLst>
              </p:cNvPr>
              <p:cNvGrpSpPr/>
              <p:nvPr/>
            </p:nvGrpSpPr>
            <p:grpSpPr>
              <a:xfrm>
                <a:off x="3888510" y="1740535"/>
                <a:ext cx="0" cy="4733863"/>
                <a:chOff x="3888510" y="1740535"/>
                <a:chExt cx="0" cy="4733863"/>
              </a:xfrm>
            </p:grpSpPr>
            <p:cxnSp>
              <p:nvCxnSpPr>
                <p:cNvPr id="17" name="Straight Connector 24">
                  <a:extLst>
                    <a:ext uri="{FF2B5EF4-FFF2-40B4-BE49-F238E27FC236}">
                      <a16:creationId xmlns:a16="http://schemas.microsoft.com/office/drawing/2014/main" id="{6F89EC30-F9A2-DA1A-AA0D-5B5FB5BF0089}"/>
                    </a:ext>
                  </a:extLst>
                </p:cNvPr>
                <p:cNvCxnSpPr>
                  <a:cxnSpLocks/>
                </p:cNvCxnSpPr>
                <p:nvPr/>
              </p:nvCxnSpPr>
              <p:spPr>
                <a:xfrm>
                  <a:off x="3888510" y="1740535"/>
                  <a:ext cx="0" cy="54000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8" name="Straight Connector 41">
                  <a:extLst>
                    <a:ext uri="{FF2B5EF4-FFF2-40B4-BE49-F238E27FC236}">
                      <a16:creationId xmlns:a16="http://schemas.microsoft.com/office/drawing/2014/main" id="{21C7B5AF-D83F-F84D-1E58-FAB34D8304C0}"/>
                    </a:ext>
                  </a:extLst>
                </p:cNvPr>
                <p:cNvCxnSpPr>
                  <a:cxnSpLocks/>
                </p:cNvCxnSpPr>
                <p:nvPr/>
              </p:nvCxnSpPr>
              <p:spPr>
                <a:xfrm>
                  <a:off x="3888510" y="2268696"/>
                  <a:ext cx="0" cy="4205702"/>
                </a:xfrm>
                <a:prstGeom prst="line">
                  <a:avLst/>
                </a:prstGeom>
                <a:ln w="25400">
                  <a:gradFill>
                    <a:gsLst>
                      <a:gs pos="0">
                        <a:srgbClr val="CD5358"/>
                      </a:gs>
                      <a:gs pos="100000">
                        <a:srgbClr val="BA131A"/>
                      </a:gs>
                    </a:gsLst>
                    <a:lin ang="5400000" scaled="1"/>
                  </a:gradFill>
                </a:ln>
              </p:spPr>
              <p:style>
                <a:lnRef idx="1">
                  <a:schemeClr val="accent1"/>
                </a:lnRef>
                <a:fillRef idx="0">
                  <a:schemeClr val="accent1"/>
                </a:fillRef>
                <a:effectRef idx="0">
                  <a:schemeClr val="accent1"/>
                </a:effectRef>
                <a:fontRef idx="minor">
                  <a:schemeClr val="tx1"/>
                </a:fontRef>
              </p:style>
            </p:cxnSp>
          </p:grpSp>
          <p:grpSp>
            <p:nvGrpSpPr>
              <p:cNvPr id="19" name="Group 129">
                <a:extLst>
                  <a:ext uri="{FF2B5EF4-FFF2-40B4-BE49-F238E27FC236}">
                    <a16:creationId xmlns:a16="http://schemas.microsoft.com/office/drawing/2014/main" id="{9960C587-9A50-71D1-75E8-476AA076559C}"/>
                  </a:ext>
                </a:extLst>
              </p:cNvPr>
              <p:cNvGrpSpPr/>
              <p:nvPr/>
            </p:nvGrpSpPr>
            <p:grpSpPr>
              <a:xfrm>
                <a:off x="5938131" y="1740535"/>
                <a:ext cx="0" cy="4733863"/>
                <a:chOff x="5938131" y="1740535"/>
                <a:chExt cx="0" cy="4733863"/>
              </a:xfrm>
            </p:grpSpPr>
            <p:cxnSp>
              <p:nvCxnSpPr>
                <p:cNvPr id="20" name="Straight Connector 25">
                  <a:extLst>
                    <a:ext uri="{FF2B5EF4-FFF2-40B4-BE49-F238E27FC236}">
                      <a16:creationId xmlns:a16="http://schemas.microsoft.com/office/drawing/2014/main" id="{635E5082-2952-2FFC-4971-33C8334BB549}"/>
                    </a:ext>
                  </a:extLst>
                </p:cNvPr>
                <p:cNvCxnSpPr>
                  <a:cxnSpLocks/>
                </p:cNvCxnSpPr>
                <p:nvPr/>
              </p:nvCxnSpPr>
              <p:spPr>
                <a:xfrm>
                  <a:off x="5938131" y="1740535"/>
                  <a:ext cx="0" cy="54000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1" name="Straight Connector 44">
                  <a:extLst>
                    <a:ext uri="{FF2B5EF4-FFF2-40B4-BE49-F238E27FC236}">
                      <a16:creationId xmlns:a16="http://schemas.microsoft.com/office/drawing/2014/main" id="{0614BADA-6DFE-3F1A-3122-7C9F63EAA9C5}"/>
                    </a:ext>
                  </a:extLst>
                </p:cNvPr>
                <p:cNvCxnSpPr>
                  <a:cxnSpLocks/>
                </p:cNvCxnSpPr>
                <p:nvPr/>
              </p:nvCxnSpPr>
              <p:spPr>
                <a:xfrm>
                  <a:off x="5938131" y="2268696"/>
                  <a:ext cx="0" cy="4205702"/>
                </a:xfrm>
                <a:prstGeom prst="line">
                  <a:avLst/>
                </a:prstGeom>
                <a:ln w="25400">
                  <a:gradFill>
                    <a:gsLst>
                      <a:gs pos="0">
                        <a:srgbClr val="CD5358"/>
                      </a:gs>
                      <a:gs pos="100000">
                        <a:srgbClr val="BA131A"/>
                      </a:gs>
                    </a:gsLst>
                    <a:lin ang="5400000" scaled="1"/>
                  </a:gradFill>
                </a:ln>
              </p:spPr>
              <p:style>
                <a:lnRef idx="1">
                  <a:schemeClr val="accent1"/>
                </a:lnRef>
                <a:fillRef idx="0">
                  <a:schemeClr val="accent1"/>
                </a:fillRef>
                <a:effectRef idx="0">
                  <a:schemeClr val="accent1"/>
                </a:effectRef>
                <a:fontRef idx="minor">
                  <a:schemeClr val="tx1"/>
                </a:fontRef>
              </p:style>
            </p:cxnSp>
          </p:grpSp>
          <p:grpSp>
            <p:nvGrpSpPr>
              <p:cNvPr id="22" name="Group 128">
                <a:extLst>
                  <a:ext uri="{FF2B5EF4-FFF2-40B4-BE49-F238E27FC236}">
                    <a16:creationId xmlns:a16="http://schemas.microsoft.com/office/drawing/2014/main" id="{FAD1C23F-35F8-EF3E-6FDF-59E1B13A033A}"/>
                  </a:ext>
                </a:extLst>
              </p:cNvPr>
              <p:cNvGrpSpPr/>
              <p:nvPr/>
            </p:nvGrpSpPr>
            <p:grpSpPr>
              <a:xfrm>
                <a:off x="7989635" y="1740535"/>
                <a:ext cx="0" cy="4733863"/>
                <a:chOff x="7989635" y="1740535"/>
                <a:chExt cx="0" cy="4733863"/>
              </a:xfrm>
            </p:grpSpPr>
            <p:cxnSp>
              <p:nvCxnSpPr>
                <p:cNvPr id="23" name="Straight Connector 26">
                  <a:extLst>
                    <a:ext uri="{FF2B5EF4-FFF2-40B4-BE49-F238E27FC236}">
                      <a16:creationId xmlns:a16="http://schemas.microsoft.com/office/drawing/2014/main" id="{D7953742-D7D9-9E24-1B19-9D10B29E9768}"/>
                    </a:ext>
                  </a:extLst>
                </p:cNvPr>
                <p:cNvCxnSpPr>
                  <a:cxnSpLocks/>
                </p:cNvCxnSpPr>
                <p:nvPr/>
              </p:nvCxnSpPr>
              <p:spPr>
                <a:xfrm>
                  <a:off x="7989635" y="1740535"/>
                  <a:ext cx="0" cy="54000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4" name="Straight Connector 45">
                  <a:extLst>
                    <a:ext uri="{FF2B5EF4-FFF2-40B4-BE49-F238E27FC236}">
                      <a16:creationId xmlns:a16="http://schemas.microsoft.com/office/drawing/2014/main" id="{CDCAA906-DC08-1FA6-C70F-2274FA619F71}"/>
                    </a:ext>
                  </a:extLst>
                </p:cNvPr>
                <p:cNvCxnSpPr>
                  <a:cxnSpLocks/>
                </p:cNvCxnSpPr>
                <p:nvPr/>
              </p:nvCxnSpPr>
              <p:spPr>
                <a:xfrm>
                  <a:off x="7989635" y="2268696"/>
                  <a:ext cx="0" cy="4205702"/>
                </a:xfrm>
                <a:prstGeom prst="line">
                  <a:avLst/>
                </a:prstGeom>
                <a:ln w="25400">
                  <a:gradFill>
                    <a:gsLst>
                      <a:gs pos="0">
                        <a:srgbClr val="CD5358"/>
                      </a:gs>
                      <a:gs pos="100000">
                        <a:srgbClr val="BA131A"/>
                      </a:gs>
                    </a:gsLst>
                    <a:lin ang="5400000" scaled="1"/>
                  </a:gradFill>
                </a:ln>
              </p:spPr>
              <p:style>
                <a:lnRef idx="1">
                  <a:schemeClr val="accent1"/>
                </a:lnRef>
                <a:fillRef idx="0">
                  <a:schemeClr val="accent1"/>
                </a:fillRef>
                <a:effectRef idx="0">
                  <a:schemeClr val="accent1"/>
                </a:effectRef>
                <a:fontRef idx="minor">
                  <a:schemeClr val="tx1"/>
                </a:fontRef>
              </p:style>
            </p:cxnSp>
          </p:grpSp>
          <p:grpSp>
            <p:nvGrpSpPr>
              <p:cNvPr id="25" name="Group 127">
                <a:extLst>
                  <a:ext uri="{FF2B5EF4-FFF2-40B4-BE49-F238E27FC236}">
                    <a16:creationId xmlns:a16="http://schemas.microsoft.com/office/drawing/2014/main" id="{CDDD269F-F86E-4C22-690A-2A08D7B6CF60}"/>
                  </a:ext>
                </a:extLst>
              </p:cNvPr>
              <p:cNvGrpSpPr/>
              <p:nvPr/>
            </p:nvGrpSpPr>
            <p:grpSpPr>
              <a:xfrm>
                <a:off x="10037373" y="1740535"/>
                <a:ext cx="0" cy="4733863"/>
                <a:chOff x="10037373" y="1740535"/>
                <a:chExt cx="0" cy="4733863"/>
              </a:xfrm>
            </p:grpSpPr>
            <p:cxnSp>
              <p:nvCxnSpPr>
                <p:cNvPr id="26" name="Straight Connector 27">
                  <a:extLst>
                    <a:ext uri="{FF2B5EF4-FFF2-40B4-BE49-F238E27FC236}">
                      <a16:creationId xmlns:a16="http://schemas.microsoft.com/office/drawing/2014/main" id="{EBE7E06C-AA84-E8CD-6388-7C35F2457D3E}"/>
                    </a:ext>
                  </a:extLst>
                </p:cNvPr>
                <p:cNvCxnSpPr>
                  <a:cxnSpLocks/>
                </p:cNvCxnSpPr>
                <p:nvPr/>
              </p:nvCxnSpPr>
              <p:spPr>
                <a:xfrm>
                  <a:off x="10037373" y="1740535"/>
                  <a:ext cx="0" cy="54000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7" name="Straight Connector 46">
                  <a:extLst>
                    <a:ext uri="{FF2B5EF4-FFF2-40B4-BE49-F238E27FC236}">
                      <a16:creationId xmlns:a16="http://schemas.microsoft.com/office/drawing/2014/main" id="{FC8E956A-768E-1937-FC14-1D0CA5819DEC}"/>
                    </a:ext>
                  </a:extLst>
                </p:cNvPr>
                <p:cNvCxnSpPr>
                  <a:cxnSpLocks/>
                </p:cNvCxnSpPr>
                <p:nvPr/>
              </p:nvCxnSpPr>
              <p:spPr>
                <a:xfrm>
                  <a:off x="10037373" y="2268696"/>
                  <a:ext cx="0" cy="4205702"/>
                </a:xfrm>
                <a:prstGeom prst="line">
                  <a:avLst/>
                </a:prstGeom>
                <a:ln w="25400">
                  <a:gradFill>
                    <a:gsLst>
                      <a:gs pos="0">
                        <a:srgbClr val="CD5358"/>
                      </a:gs>
                      <a:gs pos="100000">
                        <a:srgbClr val="BA131A"/>
                      </a:gs>
                    </a:gsLst>
                    <a:lin ang="5400000" scaled="1"/>
                  </a:gradFill>
                </a:ln>
              </p:spPr>
              <p:style>
                <a:lnRef idx="1">
                  <a:schemeClr val="accent1"/>
                </a:lnRef>
                <a:fillRef idx="0">
                  <a:schemeClr val="accent1"/>
                </a:fillRef>
                <a:effectRef idx="0">
                  <a:schemeClr val="accent1"/>
                </a:effectRef>
                <a:fontRef idx="minor">
                  <a:schemeClr val="tx1"/>
                </a:fontRef>
              </p:style>
            </p:cxnSp>
          </p:grpSp>
        </p:grpSp>
        <p:sp>
          <p:nvSpPr>
            <p:cNvPr id="28" name="TextBox 51">
              <a:extLst>
                <a:ext uri="{FF2B5EF4-FFF2-40B4-BE49-F238E27FC236}">
                  <a16:creationId xmlns:a16="http://schemas.microsoft.com/office/drawing/2014/main" id="{64FBED34-F024-9913-B467-C1B5EF452F09}"/>
                </a:ext>
              </a:extLst>
            </p:cNvPr>
            <p:cNvSpPr txBox="1"/>
            <p:nvPr/>
          </p:nvSpPr>
          <p:spPr>
            <a:xfrm>
              <a:off x="268966" y="2803598"/>
              <a:ext cx="1733535" cy="387068"/>
            </a:xfrm>
            <a:prstGeom prst="rect">
              <a:avLst/>
            </a:prstGeom>
          </p:spPr>
          <p:txBody>
            <a:bodyPr vert="horz" wrap="none" lIns="91440" tIns="45720" rIns="91440" bIns="4572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657" b="0" i="0" u="none" strike="noStrike" kern="1200" cap="none" spc="0" normalizeH="0" baseline="0" noProof="0" dirty="0">
                <a:ln>
                  <a:noFill/>
                </a:ln>
                <a:solidFill>
                  <a:srgbClr val="212529"/>
                </a:solidFill>
                <a:effectLst/>
                <a:uLnTx/>
                <a:uFillTx/>
                <a:latin typeface="Aptos"/>
                <a:ea typeface="+mn-ea"/>
                <a:cs typeface="+mn-cs"/>
              </a:endParaRPr>
            </a:p>
          </p:txBody>
        </p:sp>
        <p:sp>
          <p:nvSpPr>
            <p:cNvPr id="29" name="TextBox 53">
              <a:extLst>
                <a:ext uri="{FF2B5EF4-FFF2-40B4-BE49-F238E27FC236}">
                  <a16:creationId xmlns:a16="http://schemas.microsoft.com/office/drawing/2014/main" id="{74EC9DFD-8593-45CF-928F-5AD928E099EC}"/>
                </a:ext>
              </a:extLst>
            </p:cNvPr>
            <p:cNvSpPr txBox="1"/>
            <p:nvPr/>
          </p:nvSpPr>
          <p:spPr>
            <a:xfrm>
              <a:off x="236052" y="2946158"/>
              <a:ext cx="1807592" cy="487619"/>
            </a:xfrm>
            <a:prstGeom prst="rect">
              <a:avLst/>
            </a:prstGeom>
          </p:spPr>
          <p:txBody>
            <a:bodyPr vert="horz" wrap="none" lIns="91440" tIns="45720" rIns="91440" bIns="45720"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381" b="0" i="0" u="none" strike="noStrike" kern="1200" cap="none" spc="0" normalizeH="0" baseline="0" noProof="0" dirty="0">
                  <a:ln>
                    <a:noFill/>
                  </a:ln>
                  <a:solidFill>
                    <a:prstClr val="white"/>
                  </a:solidFill>
                  <a:effectLst/>
                  <a:uLnTx/>
                  <a:uFillTx/>
                  <a:latin typeface="Aptos"/>
                  <a:ea typeface="+mn-ea"/>
                  <a:cs typeface="+mn-cs"/>
                </a:rPr>
                <a:t>Phase d’analyse</a:t>
              </a:r>
            </a:p>
          </p:txBody>
        </p:sp>
        <p:sp>
          <p:nvSpPr>
            <p:cNvPr id="30" name="TextBox 54">
              <a:extLst>
                <a:ext uri="{FF2B5EF4-FFF2-40B4-BE49-F238E27FC236}">
                  <a16:creationId xmlns:a16="http://schemas.microsoft.com/office/drawing/2014/main" id="{FEFCDB6E-FE82-D464-315E-91DA19673FB6}"/>
                </a:ext>
              </a:extLst>
            </p:cNvPr>
            <p:cNvSpPr txBox="1"/>
            <p:nvPr/>
          </p:nvSpPr>
          <p:spPr>
            <a:xfrm>
              <a:off x="223376" y="3772629"/>
              <a:ext cx="1807592" cy="487619"/>
            </a:xfrm>
            <a:prstGeom prst="rect">
              <a:avLst/>
            </a:prstGeom>
          </p:spPr>
          <p:txBody>
            <a:bodyPr vert="horz" wrap="none" lIns="91440" tIns="45720" rIns="91440" bIns="45720"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381" b="0" i="0" u="none" strike="noStrike" kern="1200" cap="none" spc="0" normalizeH="0" baseline="0" noProof="0" dirty="0">
                  <a:ln>
                    <a:noFill/>
                  </a:ln>
                  <a:solidFill>
                    <a:prstClr val="white"/>
                  </a:solidFill>
                  <a:effectLst/>
                  <a:uLnTx/>
                  <a:uFillTx/>
                  <a:latin typeface="Aptos"/>
                  <a:ea typeface="+mn-ea"/>
                  <a:cs typeface="+mn-cs"/>
                </a:rPr>
                <a:t>Phase de lancement</a:t>
              </a:r>
            </a:p>
          </p:txBody>
        </p:sp>
        <p:sp>
          <p:nvSpPr>
            <p:cNvPr id="31" name="TextBox 57">
              <a:extLst>
                <a:ext uri="{FF2B5EF4-FFF2-40B4-BE49-F238E27FC236}">
                  <a16:creationId xmlns:a16="http://schemas.microsoft.com/office/drawing/2014/main" id="{9A53E0E0-0417-31A5-EC9F-B545BF1AA51A}"/>
                </a:ext>
              </a:extLst>
            </p:cNvPr>
            <p:cNvSpPr txBox="1"/>
            <p:nvPr/>
          </p:nvSpPr>
          <p:spPr>
            <a:xfrm>
              <a:off x="241123" y="4830717"/>
              <a:ext cx="1807592" cy="819602"/>
            </a:xfrm>
            <a:prstGeom prst="rect">
              <a:avLst/>
            </a:prstGeom>
          </p:spPr>
          <p:txBody>
            <a:bodyPr vert="horz" wrap="none" lIns="91440" tIns="45720" rIns="91440" bIns="45720"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381" b="0" i="0" u="none" strike="noStrike" kern="1200" cap="none" spc="0" normalizeH="0" baseline="0" noProof="0" dirty="0">
                  <a:ln>
                    <a:noFill/>
                  </a:ln>
                  <a:solidFill>
                    <a:prstClr val="white"/>
                  </a:solidFill>
                  <a:effectLst/>
                  <a:uLnTx/>
                  <a:uFillTx/>
                  <a:latin typeface="Aptos"/>
                  <a:ea typeface="+mn-ea"/>
                  <a:cs typeface="+mn-cs"/>
                </a:rPr>
                <a:t>Phase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381" b="0" i="0" u="none" strike="noStrike" kern="1200" cap="none" spc="0" normalizeH="0" baseline="0" noProof="0" dirty="0">
                  <a:ln>
                    <a:noFill/>
                  </a:ln>
                  <a:solidFill>
                    <a:prstClr val="white"/>
                  </a:solidFill>
                  <a:effectLst/>
                  <a:uLnTx/>
                  <a:uFillTx/>
                  <a:latin typeface="Aptos"/>
                  <a:ea typeface="+mn-ea"/>
                  <a:cs typeface="+mn-cs"/>
                </a:rPr>
                <a:t>d’</a:t>
              </a:r>
              <a:r>
                <a:rPr kumimoji="0" lang="fr-FR" sz="1381" b="0" i="0" u="none" strike="noStrike" kern="1200" cap="none" spc="0" normalizeH="0" baseline="0" noProof="0" dirty="0" err="1">
                  <a:ln>
                    <a:noFill/>
                  </a:ln>
                  <a:solidFill>
                    <a:prstClr val="white"/>
                  </a:solidFill>
                  <a:effectLst/>
                  <a:uLnTx/>
                  <a:uFillTx/>
                  <a:latin typeface="Aptos"/>
                  <a:ea typeface="+mn-ea"/>
                  <a:cs typeface="+mn-cs"/>
                </a:rPr>
                <a:t>implementation</a:t>
              </a:r>
              <a:endParaRPr kumimoji="0" lang="fr-FR" sz="1381" b="0" i="0" u="none" strike="noStrike" kern="1200" cap="none" spc="0" normalizeH="0" baseline="0" noProof="0" dirty="0">
                <a:ln>
                  <a:noFill/>
                </a:ln>
                <a:solidFill>
                  <a:prstClr val="white"/>
                </a:solidFill>
                <a:effectLst/>
                <a:uLnTx/>
                <a:uFillTx/>
                <a:latin typeface="Aptos"/>
                <a:ea typeface="+mn-ea"/>
                <a:cs typeface="+mn-cs"/>
              </a:endParaRPr>
            </a:p>
          </p:txBody>
        </p:sp>
        <p:sp>
          <p:nvSpPr>
            <p:cNvPr id="32" name="TextBox 58">
              <a:extLst>
                <a:ext uri="{FF2B5EF4-FFF2-40B4-BE49-F238E27FC236}">
                  <a16:creationId xmlns:a16="http://schemas.microsoft.com/office/drawing/2014/main" id="{5A3F7CEA-09CF-B407-F105-0A94557A9699}"/>
                </a:ext>
              </a:extLst>
            </p:cNvPr>
            <p:cNvSpPr txBox="1"/>
            <p:nvPr/>
          </p:nvSpPr>
          <p:spPr>
            <a:xfrm>
              <a:off x="2070180" y="1949116"/>
              <a:ext cx="1807592" cy="388803"/>
            </a:xfrm>
            <a:prstGeom prst="rect">
              <a:avLst/>
            </a:prstGeom>
          </p:spPr>
          <p:txBody>
            <a:bodyPr vert="horz" wrap="none" lIns="91440" tIns="45720" rIns="91440" bIns="45720"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381" b="0" i="0" u="none" strike="noStrike" kern="1200" cap="none" spc="0" normalizeH="0" baseline="0" noProof="0" dirty="0">
                  <a:ln>
                    <a:noFill/>
                  </a:ln>
                  <a:solidFill>
                    <a:prstClr val="white"/>
                  </a:solidFill>
                  <a:effectLst/>
                  <a:uLnTx/>
                  <a:uFillTx/>
                  <a:latin typeface="Aptos"/>
                  <a:ea typeface="+mn-ea"/>
                  <a:cs typeface="+mn-cs"/>
                </a:rPr>
                <a:t>Chef de projet</a:t>
              </a:r>
            </a:p>
          </p:txBody>
        </p:sp>
        <p:sp>
          <p:nvSpPr>
            <p:cNvPr id="33" name="TextBox 59">
              <a:extLst>
                <a:ext uri="{FF2B5EF4-FFF2-40B4-BE49-F238E27FC236}">
                  <a16:creationId xmlns:a16="http://schemas.microsoft.com/office/drawing/2014/main" id="{55BF1076-D8A9-795B-D2D3-6A6361C01AE4}"/>
                </a:ext>
              </a:extLst>
            </p:cNvPr>
            <p:cNvSpPr txBox="1"/>
            <p:nvPr/>
          </p:nvSpPr>
          <p:spPr>
            <a:xfrm>
              <a:off x="4027425" y="1949116"/>
              <a:ext cx="1807592" cy="388803"/>
            </a:xfrm>
            <a:prstGeom prst="rect">
              <a:avLst/>
            </a:prstGeom>
          </p:spPr>
          <p:txBody>
            <a:bodyPr vert="horz" wrap="none" lIns="91440" tIns="45720" rIns="91440" bIns="45720"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381" b="0" i="0" u="none" strike="noStrike" kern="1200" cap="none" spc="0" normalizeH="0" baseline="0" noProof="0" dirty="0">
                  <a:ln>
                    <a:noFill/>
                  </a:ln>
                  <a:solidFill>
                    <a:prstClr val="white"/>
                  </a:solidFill>
                  <a:effectLst/>
                  <a:uLnTx/>
                  <a:uFillTx/>
                  <a:latin typeface="Aptos"/>
                  <a:ea typeface="+mn-ea"/>
                  <a:cs typeface="+mn-cs"/>
                </a:rPr>
                <a:t>Analyste d'affaires</a:t>
              </a:r>
            </a:p>
          </p:txBody>
        </p:sp>
        <p:sp>
          <p:nvSpPr>
            <p:cNvPr id="34" name="TextBox 60">
              <a:extLst>
                <a:ext uri="{FF2B5EF4-FFF2-40B4-BE49-F238E27FC236}">
                  <a16:creationId xmlns:a16="http://schemas.microsoft.com/office/drawing/2014/main" id="{2B90F0D7-7C1C-3ECC-F5EB-87C82E77CD88}"/>
                </a:ext>
              </a:extLst>
            </p:cNvPr>
            <p:cNvSpPr txBox="1"/>
            <p:nvPr/>
          </p:nvSpPr>
          <p:spPr>
            <a:xfrm>
              <a:off x="6075162" y="1949116"/>
              <a:ext cx="1807592" cy="388803"/>
            </a:xfrm>
            <a:prstGeom prst="rect">
              <a:avLst/>
            </a:prstGeom>
          </p:spPr>
          <p:txBody>
            <a:bodyPr vert="horz" wrap="none" lIns="91440" tIns="45720" rIns="91440" bIns="45720"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381" b="0" i="0" u="none" strike="noStrike" kern="1200" cap="none" spc="0" normalizeH="0" baseline="0" noProof="0" dirty="0">
                  <a:ln>
                    <a:noFill/>
                  </a:ln>
                  <a:solidFill>
                    <a:prstClr val="white"/>
                  </a:solidFill>
                  <a:effectLst/>
                  <a:uLnTx/>
                  <a:uFillTx/>
                  <a:latin typeface="Aptos"/>
                  <a:ea typeface="+mn-ea"/>
                  <a:cs typeface="+mn-cs"/>
                </a:rPr>
                <a:t>Configurateur</a:t>
              </a:r>
            </a:p>
          </p:txBody>
        </p:sp>
        <p:sp>
          <p:nvSpPr>
            <p:cNvPr id="35" name="TextBox 61">
              <a:extLst>
                <a:ext uri="{FF2B5EF4-FFF2-40B4-BE49-F238E27FC236}">
                  <a16:creationId xmlns:a16="http://schemas.microsoft.com/office/drawing/2014/main" id="{DE62E9DA-5A6E-39FD-D45B-58F48D31BDCF}"/>
                </a:ext>
              </a:extLst>
            </p:cNvPr>
            <p:cNvSpPr txBox="1"/>
            <p:nvPr/>
          </p:nvSpPr>
          <p:spPr>
            <a:xfrm>
              <a:off x="8130539" y="1949116"/>
              <a:ext cx="1807592" cy="388803"/>
            </a:xfrm>
            <a:prstGeom prst="rect">
              <a:avLst/>
            </a:prstGeom>
          </p:spPr>
          <p:txBody>
            <a:bodyPr vert="horz" wrap="none" lIns="91440" tIns="45720" rIns="91440" bIns="45720"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381" b="0" i="0" u="none" strike="noStrike" kern="1200" cap="none" spc="0" normalizeH="0" baseline="0" noProof="0" dirty="0">
                  <a:ln>
                    <a:noFill/>
                  </a:ln>
                  <a:solidFill>
                    <a:prstClr val="white"/>
                  </a:solidFill>
                  <a:effectLst/>
                  <a:uLnTx/>
                  <a:uFillTx/>
                  <a:latin typeface="Aptos"/>
                  <a:ea typeface="+mn-ea"/>
                  <a:cs typeface="+mn-cs"/>
                </a:rPr>
                <a:t>Développeur</a:t>
              </a:r>
            </a:p>
          </p:txBody>
        </p:sp>
        <p:sp>
          <p:nvSpPr>
            <p:cNvPr id="36" name="TextBox 63">
              <a:extLst>
                <a:ext uri="{FF2B5EF4-FFF2-40B4-BE49-F238E27FC236}">
                  <a16:creationId xmlns:a16="http://schemas.microsoft.com/office/drawing/2014/main" id="{3C275B32-2CA8-2B1F-8F65-77E1896E6C9A}"/>
                </a:ext>
              </a:extLst>
            </p:cNvPr>
            <p:cNvSpPr txBox="1"/>
            <p:nvPr/>
          </p:nvSpPr>
          <p:spPr>
            <a:xfrm>
              <a:off x="10107855" y="1949116"/>
              <a:ext cx="1807592" cy="388803"/>
            </a:xfrm>
            <a:prstGeom prst="rect">
              <a:avLst/>
            </a:prstGeom>
          </p:spPr>
          <p:txBody>
            <a:bodyPr vert="horz" wrap="none" lIns="91440" tIns="45720" rIns="91440" bIns="45720"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381" b="0" i="0" u="none" strike="noStrike" kern="1200" cap="none" spc="0" normalizeH="0" baseline="0" noProof="0" dirty="0">
                  <a:ln>
                    <a:noFill/>
                  </a:ln>
                  <a:solidFill>
                    <a:prstClr val="white"/>
                  </a:solidFill>
                  <a:effectLst/>
                  <a:uLnTx/>
                  <a:uFillTx/>
                  <a:latin typeface="Aptos"/>
                  <a:ea typeface="+mn-ea"/>
                  <a:cs typeface="+mn-cs"/>
                </a:rPr>
                <a:t>Architecte</a:t>
              </a:r>
            </a:p>
          </p:txBody>
        </p:sp>
        <p:sp>
          <p:nvSpPr>
            <p:cNvPr id="37" name="TextBox 65">
              <a:extLst>
                <a:ext uri="{FF2B5EF4-FFF2-40B4-BE49-F238E27FC236}">
                  <a16:creationId xmlns:a16="http://schemas.microsoft.com/office/drawing/2014/main" id="{B088B5FA-D37E-7CC3-654B-BC3343595E0E}"/>
                </a:ext>
              </a:extLst>
            </p:cNvPr>
            <p:cNvSpPr txBox="1"/>
            <p:nvPr/>
          </p:nvSpPr>
          <p:spPr>
            <a:xfrm>
              <a:off x="2102755" y="2370283"/>
              <a:ext cx="1765401" cy="1449051"/>
            </a:xfrm>
            <a:prstGeom prst="rect">
              <a:avLst/>
            </a:prstGeom>
            <a:noFill/>
          </p:spPr>
          <p:txBody>
            <a:bodyPr wrap="square">
              <a:spAutoFit/>
            </a:bodyPr>
            <a:lstStyle/>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920" b="0" i="0" u="none" strike="noStrike" kern="1200" cap="none" spc="0" normalizeH="0" baseline="0" noProof="0" dirty="0">
                  <a:ln>
                    <a:noFill/>
                  </a:ln>
                  <a:solidFill>
                    <a:srgbClr val="223843"/>
                  </a:solidFill>
                  <a:effectLst/>
                  <a:uLnTx/>
                  <a:uFillTx/>
                  <a:latin typeface="Aptos"/>
                  <a:ea typeface="+mn-ea"/>
                  <a:cs typeface="+mn-cs"/>
                </a:rPr>
                <a:t>Initiation et coordination</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920" b="0" i="0" u="none" strike="noStrike" kern="1200" cap="none" spc="0" normalizeH="0" baseline="0" noProof="0" dirty="0">
                  <a:ln>
                    <a:noFill/>
                  </a:ln>
                  <a:solidFill>
                    <a:srgbClr val="223843"/>
                  </a:solidFill>
                  <a:effectLst/>
                  <a:uLnTx/>
                  <a:uFillTx/>
                  <a:latin typeface="Aptos"/>
                  <a:ea typeface="+mn-ea"/>
                  <a:cs typeface="+mn-cs"/>
                </a:rPr>
                <a:t>Documentation et communication</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920" b="0" i="0" u="none" strike="noStrike" kern="1200" cap="none" spc="0" normalizeH="0" baseline="0" noProof="0" dirty="0">
                  <a:ln>
                    <a:noFill/>
                  </a:ln>
                  <a:solidFill>
                    <a:srgbClr val="223843"/>
                  </a:solidFill>
                  <a:effectLst/>
                  <a:uLnTx/>
                  <a:uFillTx/>
                  <a:latin typeface="Aptos"/>
                  <a:ea typeface="+mn-ea"/>
                  <a:cs typeface="+mn-cs"/>
                </a:rPr>
                <a:t>Planification et estimation</a:t>
              </a:r>
            </a:p>
          </p:txBody>
        </p:sp>
        <p:sp>
          <p:nvSpPr>
            <p:cNvPr id="38" name="TextBox 67">
              <a:extLst>
                <a:ext uri="{FF2B5EF4-FFF2-40B4-BE49-F238E27FC236}">
                  <a16:creationId xmlns:a16="http://schemas.microsoft.com/office/drawing/2014/main" id="{9FB6BF71-383B-14BD-129A-5DF7DEAA030C}"/>
                </a:ext>
              </a:extLst>
            </p:cNvPr>
            <p:cNvSpPr txBox="1"/>
            <p:nvPr/>
          </p:nvSpPr>
          <p:spPr>
            <a:xfrm>
              <a:off x="2101897" y="3711680"/>
              <a:ext cx="1743801" cy="577081"/>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966" b="0" i="0" u="none" strike="noStrike" kern="1200" cap="none" spc="0" normalizeH="0" baseline="0" noProof="0" dirty="0">
                  <a:ln>
                    <a:noFill/>
                  </a:ln>
                  <a:solidFill>
                    <a:srgbClr val="223843"/>
                  </a:solidFill>
                  <a:effectLst/>
                  <a:uLnTx/>
                  <a:uFillTx/>
                  <a:latin typeface="Aptos"/>
                  <a:ea typeface="+mn-ea"/>
                  <a:cs typeface="+mn-cs"/>
                </a:rPr>
                <a:t>Planification et coordination des tâches</a:t>
              </a:r>
            </a:p>
          </p:txBody>
        </p:sp>
        <p:sp>
          <p:nvSpPr>
            <p:cNvPr id="39" name="TextBox 68">
              <a:extLst>
                <a:ext uri="{FF2B5EF4-FFF2-40B4-BE49-F238E27FC236}">
                  <a16:creationId xmlns:a16="http://schemas.microsoft.com/office/drawing/2014/main" id="{77773CCA-CD93-430C-C444-D3DFF0EF94F5}"/>
                </a:ext>
              </a:extLst>
            </p:cNvPr>
            <p:cNvSpPr txBox="1"/>
            <p:nvPr/>
          </p:nvSpPr>
          <p:spPr>
            <a:xfrm>
              <a:off x="2146715" y="4177057"/>
              <a:ext cx="1750845" cy="2240742"/>
            </a:xfrm>
            <a:prstGeom prst="rect">
              <a:avLst/>
            </a:prstGeom>
            <a:noFill/>
          </p:spPr>
          <p:txBody>
            <a:bodyPr wrap="square">
              <a:spAutoFit/>
            </a:bodyPr>
            <a:lstStyle/>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966" b="0" i="0" u="none" strike="noStrike" kern="1200" cap="none" spc="0" normalizeH="0" baseline="0" noProof="0" dirty="0">
                  <a:ln>
                    <a:noFill/>
                  </a:ln>
                  <a:solidFill>
                    <a:srgbClr val="223843"/>
                  </a:solidFill>
                  <a:effectLst/>
                  <a:uLnTx/>
                  <a:uFillTx/>
                  <a:latin typeface="Aptos"/>
                  <a:ea typeface="+mn-ea"/>
                  <a:cs typeface="+mn-cs"/>
                </a:rPr>
                <a:t>Surveillance et réunions de projet</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966" b="0" i="0" u="none" strike="noStrike" kern="1200" cap="none" spc="0" normalizeH="0" baseline="0" noProof="0" dirty="0">
                  <a:ln>
                    <a:noFill/>
                  </a:ln>
                  <a:solidFill>
                    <a:srgbClr val="223843"/>
                  </a:solidFill>
                  <a:effectLst/>
                  <a:uLnTx/>
                  <a:uFillTx/>
                  <a:latin typeface="Aptos"/>
                  <a:ea typeface="+mn-ea"/>
                  <a:cs typeface="+mn-cs"/>
                </a:rPr>
                <a:t>Gestion des délais</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966" b="0" i="0" u="none" strike="noStrike" kern="1200" cap="none" spc="0" normalizeH="0" baseline="0" noProof="0" dirty="0">
                  <a:ln>
                    <a:noFill/>
                  </a:ln>
                  <a:solidFill>
                    <a:srgbClr val="223843"/>
                  </a:solidFill>
                  <a:effectLst/>
                  <a:uLnTx/>
                  <a:uFillTx/>
                  <a:latin typeface="Aptos"/>
                  <a:ea typeface="+mn-ea"/>
                  <a:cs typeface="+mn-cs"/>
                </a:rPr>
                <a:t>Réunions et validation</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966" b="0" i="0" u="none" strike="noStrike" kern="1200" cap="none" spc="0" normalizeH="0" baseline="0" noProof="0" dirty="0">
                  <a:ln>
                    <a:noFill/>
                  </a:ln>
                  <a:solidFill>
                    <a:srgbClr val="223843"/>
                  </a:solidFill>
                  <a:effectLst/>
                  <a:uLnTx/>
                  <a:uFillTx/>
                  <a:latin typeface="Aptos"/>
                  <a:ea typeface="+mn-ea"/>
                  <a:cs typeface="+mn-cs"/>
                </a:rPr>
                <a:t>Support et communication</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966" b="0" i="0" u="none" strike="noStrike" kern="1200" cap="none" spc="0" normalizeH="0" baseline="0" noProof="0" dirty="0">
                  <a:ln>
                    <a:noFill/>
                  </a:ln>
                  <a:solidFill>
                    <a:srgbClr val="223843"/>
                  </a:solidFill>
                  <a:effectLst/>
                  <a:uLnTx/>
                  <a:uFillTx/>
                  <a:latin typeface="Aptos"/>
                  <a:ea typeface="+mn-ea"/>
                  <a:cs typeface="+mn-cs"/>
                </a:rPr>
                <a:t>Tests et rapports</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966" b="0" i="0" u="none" strike="noStrike" kern="1200" cap="none" spc="0" normalizeH="0" baseline="0" noProof="0" dirty="0">
                  <a:ln>
                    <a:noFill/>
                  </a:ln>
                  <a:solidFill>
                    <a:srgbClr val="223843"/>
                  </a:solidFill>
                  <a:effectLst/>
                  <a:uLnTx/>
                  <a:uFillTx/>
                  <a:latin typeface="Aptos"/>
                  <a:ea typeface="+mn-ea"/>
                  <a:cs typeface="+mn-cs"/>
                </a:rPr>
                <a:t>Implication dans le comité de pilotage</a:t>
              </a:r>
            </a:p>
          </p:txBody>
        </p:sp>
        <p:sp>
          <p:nvSpPr>
            <p:cNvPr id="40" name="TextBox 118">
              <a:extLst>
                <a:ext uri="{FF2B5EF4-FFF2-40B4-BE49-F238E27FC236}">
                  <a16:creationId xmlns:a16="http://schemas.microsoft.com/office/drawing/2014/main" id="{400C9838-ECB1-9F7E-E4B6-8A4B1917DB3B}"/>
                </a:ext>
              </a:extLst>
            </p:cNvPr>
            <p:cNvSpPr txBox="1"/>
            <p:nvPr/>
          </p:nvSpPr>
          <p:spPr>
            <a:xfrm>
              <a:off x="3981304" y="2370283"/>
              <a:ext cx="1927423" cy="1274580"/>
            </a:xfrm>
            <a:prstGeom prst="rect">
              <a:avLst/>
            </a:prstGeom>
            <a:noFill/>
          </p:spPr>
          <p:txBody>
            <a:bodyPr wrap="square">
              <a:spAutoFit/>
            </a:bodyPr>
            <a:lstStyle/>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966" b="0" i="0" u="none" strike="noStrike" kern="1200" cap="none" spc="0" normalizeH="0" baseline="0" noProof="0" dirty="0">
                  <a:ln>
                    <a:noFill/>
                  </a:ln>
                  <a:solidFill>
                    <a:srgbClr val="223843"/>
                  </a:solidFill>
                  <a:effectLst/>
                  <a:uLnTx/>
                  <a:uFillTx/>
                  <a:latin typeface="Aptos"/>
                  <a:ea typeface="+mn-ea"/>
                  <a:cs typeface="+mn-cs"/>
                </a:rPr>
                <a:t>Découverte et analyse</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966" b="0" i="0" u="none" strike="noStrike" kern="1200" cap="none" spc="0" normalizeH="0" baseline="0" noProof="0" dirty="0">
                  <a:ln>
                    <a:noFill/>
                  </a:ln>
                  <a:solidFill>
                    <a:srgbClr val="223843"/>
                  </a:solidFill>
                  <a:effectLst/>
                  <a:uLnTx/>
                  <a:uFillTx/>
                  <a:latin typeface="Aptos"/>
                  <a:ea typeface="+mn-ea"/>
                  <a:cs typeface="+mn-cs"/>
                </a:rPr>
                <a:t>Architecture fonctionnelle</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966" b="0" i="0" u="none" strike="noStrike" kern="1200" cap="none" spc="0" normalizeH="0" baseline="0" noProof="0" dirty="0">
                  <a:ln>
                    <a:noFill/>
                  </a:ln>
                  <a:solidFill>
                    <a:srgbClr val="223843"/>
                  </a:solidFill>
                  <a:effectLst/>
                  <a:uLnTx/>
                  <a:uFillTx/>
                  <a:latin typeface="Aptos"/>
                  <a:ea typeface="+mn-ea"/>
                  <a:cs typeface="+mn-cs"/>
                </a:rPr>
                <a:t>Communication et planification</a:t>
              </a:r>
            </a:p>
          </p:txBody>
        </p:sp>
        <p:sp>
          <p:nvSpPr>
            <p:cNvPr id="41" name="TextBox 119">
              <a:extLst>
                <a:ext uri="{FF2B5EF4-FFF2-40B4-BE49-F238E27FC236}">
                  <a16:creationId xmlns:a16="http://schemas.microsoft.com/office/drawing/2014/main" id="{66828F41-6DB0-1E6D-AC3D-FACD83932196}"/>
                </a:ext>
              </a:extLst>
            </p:cNvPr>
            <p:cNvSpPr txBox="1"/>
            <p:nvPr/>
          </p:nvSpPr>
          <p:spPr>
            <a:xfrm>
              <a:off x="4031698" y="3711680"/>
              <a:ext cx="1893784" cy="415498"/>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966" b="0" i="0" u="none" strike="noStrike" kern="1200" cap="none" spc="0" normalizeH="0" baseline="0" noProof="0" dirty="0">
                  <a:ln>
                    <a:noFill/>
                  </a:ln>
                  <a:solidFill>
                    <a:srgbClr val="223843"/>
                  </a:solidFill>
                  <a:effectLst/>
                  <a:uLnTx/>
                  <a:uFillTx/>
                  <a:latin typeface="Aptos"/>
                  <a:ea typeface="+mn-ea"/>
                  <a:cs typeface="+mn-cs"/>
                </a:rPr>
                <a:t>Description des tâches et délégation</a:t>
              </a:r>
            </a:p>
          </p:txBody>
        </p:sp>
        <p:sp>
          <p:nvSpPr>
            <p:cNvPr id="42" name="TextBox 120">
              <a:extLst>
                <a:ext uri="{FF2B5EF4-FFF2-40B4-BE49-F238E27FC236}">
                  <a16:creationId xmlns:a16="http://schemas.microsoft.com/office/drawing/2014/main" id="{6171AF88-94A6-31F5-A858-A6E2F1D8C245}"/>
                </a:ext>
              </a:extLst>
            </p:cNvPr>
            <p:cNvSpPr txBox="1"/>
            <p:nvPr/>
          </p:nvSpPr>
          <p:spPr>
            <a:xfrm>
              <a:off x="3981303" y="4177057"/>
              <a:ext cx="2044325" cy="1755994"/>
            </a:xfrm>
            <a:prstGeom prst="rect">
              <a:avLst/>
            </a:prstGeom>
            <a:noFill/>
          </p:spPr>
          <p:txBody>
            <a:bodyPr wrap="square">
              <a:spAutoFit/>
            </a:bodyPr>
            <a:lstStyle/>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966" b="0" i="0" u="none" strike="noStrike" kern="1200" cap="none" spc="0" normalizeH="0" baseline="0" noProof="0" dirty="0">
                  <a:ln>
                    <a:noFill/>
                  </a:ln>
                  <a:solidFill>
                    <a:srgbClr val="223843"/>
                  </a:solidFill>
                  <a:effectLst/>
                  <a:uLnTx/>
                  <a:uFillTx/>
                  <a:latin typeface="Aptos"/>
                  <a:ea typeface="+mn-ea"/>
                  <a:cs typeface="+mn-cs"/>
                </a:rPr>
                <a:t>Spécification et développement</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966" b="0" i="0" u="none" strike="noStrike" kern="1200" cap="none" spc="0" normalizeH="0" baseline="0" noProof="0" dirty="0">
                  <a:ln>
                    <a:noFill/>
                  </a:ln>
                  <a:solidFill>
                    <a:srgbClr val="223843"/>
                  </a:solidFill>
                  <a:effectLst/>
                  <a:uLnTx/>
                  <a:uFillTx/>
                  <a:latin typeface="Aptos"/>
                  <a:ea typeface="+mn-ea"/>
                  <a:cs typeface="+mn-cs"/>
                </a:rPr>
                <a:t>Test et validation</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966" b="0" i="0" u="none" strike="noStrike" kern="1200" cap="none" spc="0" normalizeH="0" baseline="0" noProof="0" dirty="0">
                  <a:ln>
                    <a:noFill/>
                  </a:ln>
                  <a:solidFill>
                    <a:srgbClr val="223843"/>
                  </a:solidFill>
                  <a:effectLst/>
                  <a:uLnTx/>
                  <a:uFillTx/>
                  <a:latin typeface="Aptos"/>
                  <a:ea typeface="+mn-ea"/>
                  <a:cs typeface="+mn-cs"/>
                </a:rPr>
                <a:t>Réunions et communication</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966" b="0" i="0" u="none" strike="noStrike" kern="1200" cap="none" spc="0" normalizeH="0" baseline="0" noProof="0" dirty="0">
                  <a:ln>
                    <a:noFill/>
                  </a:ln>
                  <a:solidFill>
                    <a:srgbClr val="223843"/>
                  </a:solidFill>
                  <a:effectLst/>
                  <a:uLnTx/>
                  <a:uFillTx/>
                  <a:latin typeface="Aptos"/>
                  <a:ea typeface="+mn-ea"/>
                  <a:cs typeface="+mn-cs"/>
                </a:rPr>
                <a:t>Gestion des retours</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966" b="0" i="0" u="none" strike="noStrike" kern="1200" cap="none" spc="0" normalizeH="0" baseline="0" noProof="0" dirty="0">
                  <a:ln>
                    <a:noFill/>
                  </a:ln>
                  <a:solidFill>
                    <a:srgbClr val="223843"/>
                  </a:solidFill>
                  <a:effectLst/>
                  <a:uLnTx/>
                  <a:uFillTx/>
                  <a:latin typeface="Aptos"/>
                  <a:ea typeface="+mn-ea"/>
                  <a:cs typeface="+mn-cs"/>
                </a:rPr>
                <a:t>Formation et support</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966" b="0" i="0" u="none" strike="noStrike" kern="1200" cap="none" spc="0" normalizeH="0" baseline="0" noProof="0" dirty="0">
                  <a:ln>
                    <a:noFill/>
                  </a:ln>
                  <a:solidFill>
                    <a:srgbClr val="223843"/>
                  </a:solidFill>
                  <a:effectLst/>
                  <a:uLnTx/>
                  <a:uFillTx/>
                  <a:latin typeface="Aptos"/>
                  <a:ea typeface="+mn-ea"/>
                  <a:cs typeface="+mn-cs"/>
                </a:rPr>
                <a:t>Plan de test</a:t>
              </a:r>
            </a:p>
          </p:txBody>
        </p:sp>
        <p:sp>
          <p:nvSpPr>
            <p:cNvPr id="43" name="TextBox 121">
              <a:extLst>
                <a:ext uri="{FF2B5EF4-FFF2-40B4-BE49-F238E27FC236}">
                  <a16:creationId xmlns:a16="http://schemas.microsoft.com/office/drawing/2014/main" id="{90023310-EE00-1512-7631-8F80C75A3AEB}"/>
                </a:ext>
              </a:extLst>
            </p:cNvPr>
            <p:cNvSpPr txBox="1"/>
            <p:nvPr/>
          </p:nvSpPr>
          <p:spPr>
            <a:xfrm>
              <a:off x="6029041" y="2370283"/>
              <a:ext cx="1927421" cy="786497"/>
            </a:xfrm>
            <a:prstGeom prst="rect">
              <a:avLst/>
            </a:prstGeom>
            <a:noFill/>
          </p:spPr>
          <p:txBody>
            <a:bodyPr wrap="square">
              <a:spAutoFit/>
            </a:bodyPr>
            <a:lstStyle/>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966" b="0" i="0" u="none" strike="noStrike" kern="1200" cap="none" spc="0" normalizeH="0" baseline="0" noProof="0" dirty="0">
                  <a:ln>
                    <a:noFill/>
                  </a:ln>
                  <a:solidFill>
                    <a:srgbClr val="223843"/>
                  </a:solidFill>
                  <a:effectLst/>
                  <a:uLnTx/>
                  <a:uFillTx/>
                  <a:latin typeface="Aptos"/>
                  <a:ea typeface="+mn-ea"/>
                  <a:cs typeface="+mn-cs"/>
                </a:rPr>
                <a:t>Support à l'initiation</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966" b="0" i="0" u="none" strike="noStrike" kern="1200" cap="none" spc="0" normalizeH="0" baseline="0" noProof="0" dirty="0">
                  <a:ln>
                    <a:noFill/>
                  </a:ln>
                  <a:solidFill>
                    <a:srgbClr val="223843"/>
                  </a:solidFill>
                  <a:effectLst/>
                  <a:uLnTx/>
                  <a:uFillTx/>
                  <a:latin typeface="Aptos"/>
                  <a:ea typeface="+mn-ea"/>
                  <a:cs typeface="+mn-cs"/>
                </a:rPr>
                <a:t>Collaboration sur l'emploi du temps</a:t>
              </a:r>
            </a:p>
          </p:txBody>
        </p:sp>
        <p:sp>
          <p:nvSpPr>
            <p:cNvPr id="44" name="TextBox 122">
              <a:extLst>
                <a:ext uri="{FF2B5EF4-FFF2-40B4-BE49-F238E27FC236}">
                  <a16:creationId xmlns:a16="http://schemas.microsoft.com/office/drawing/2014/main" id="{6C5C980C-A5E2-D09E-1C6E-278E610A183B}"/>
                </a:ext>
              </a:extLst>
            </p:cNvPr>
            <p:cNvSpPr txBox="1"/>
            <p:nvPr/>
          </p:nvSpPr>
          <p:spPr>
            <a:xfrm>
              <a:off x="8076778" y="2370283"/>
              <a:ext cx="1821441" cy="786497"/>
            </a:xfrm>
            <a:prstGeom prst="rect">
              <a:avLst/>
            </a:prstGeom>
            <a:noFill/>
          </p:spPr>
          <p:txBody>
            <a:bodyPr wrap="square">
              <a:spAutoFit/>
            </a:bodyPr>
            <a:lstStyle/>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966" b="0" i="0" u="none" strike="noStrike" kern="1200" cap="none" spc="0" normalizeH="0" baseline="0" noProof="0" dirty="0">
                  <a:ln>
                    <a:noFill/>
                  </a:ln>
                  <a:solidFill>
                    <a:srgbClr val="223843"/>
                  </a:solidFill>
                  <a:effectLst/>
                  <a:uLnTx/>
                  <a:uFillTx/>
                  <a:latin typeface="Aptos"/>
                  <a:ea typeface="+mn-ea"/>
                  <a:cs typeface="+mn-cs"/>
                </a:rPr>
                <a:t>Estimation des tâches</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966" b="0" i="0" u="none" strike="noStrike" kern="1200" cap="none" spc="0" normalizeH="0" baseline="0" noProof="0" dirty="0">
                  <a:ln>
                    <a:noFill/>
                  </a:ln>
                  <a:solidFill>
                    <a:srgbClr val="223843"/>
                  </a:solidFill>
                  <a:effectLst/>
                  <a:uLnTx/>
                  <a:uFillTx/>
                  <a:latin typeface="Aptos"/>
                  <a:ea typeface="+mn-ea"/>
                  <a:cs typeface="+mn-cs"/>
                </a:rPr>
                <a:t>Assistance dans la planification du projet</a:t>
              </a:r>
            </a:p>
          </p:txBody>
        </p:sp>
        <p:sp>
          <p:nvSpPr>
            <p:cNvPr id="45" name="TextBox 123">
              <a:extLst>
                <a:ext uri="{FF2B5EF4-FFF2-40B4-BE49-F238E27FC236}">
                  <a16:creationId xmlns:a16="http://schemas.microsoft.com/office/drawing/2014/main" id="{F3A4D539-4225-A0A7-9F2C-845464F93325}"/>
                </a:ext>
              </a:extLst>
            </p:cNvPr>
            <p:cNvSpPr txBox="1"/>
            <p:nvPr/>
          </p:nvSpPr>
          <p:spPr>
            <a:xfrm>
              <a:off x="10058917" y="2370283"/>
              <a:ext cx="1821441" cy="1271245"/>
            </a:xfrm>
            <a:prstGeom prst="rect">
              <a:avLst/>
            </a:prstGeom>
            <a:noFill/>
          </p:spPr>
          <p:txBody>
            <a:bodyPr wrap="square">
              <a:spAutoFit/>
            </a:bodyPr>
            <a:lstStyle/>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966" b="0" i="0" u="none" strike="noStrike" kern="1200" cap="none" spc="0" normalizeH="0" baseline="0" noProof="0" dirty="0">
                  <a:ln>
                    <a:noFill/>
                  </a:ln>
                  <a:solidFill>
                    <a:srgbClr val="223843"/>
                  </a:solidFill>
                  <a:effectLst/>
                  <a:uLnTx/>
                  <a:uFillTx/>
                  <a:latin typeface="Aptos"/>
                  <a:ea typeface="+mn-ea"/>
                  <a:cs typeface="+mn-cs"/>
                </a:rPr>
                <a:t>Conception de solution technique</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966" b="0" i="0" u="none" strike="noStrike" kern="1200" cap="none" spc="0" normalizeH="0" baseline="0" noProof="0" dirty="0">
                  <a:ln>
                    <a:noFill/>
                  </a:ln>
                  <a:solidFill>
                    <a:srgbClr val="223843"/>
                  </a:solidFill>
                  <a:effectLst/>
                  <a:uLnTx/>
                  <a:uFillTx/>
                  <a:latin typeface="Aptos"/>
                  <a:ea typeface="+mn-ea"/>
                  <a:cs typeface="+mn-cs"/>
                </a:rPr>
                <a:t>Évaluation des tâches</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966" b="0" i="0" u="none" strike="noStrike" kern="1200" cap="none" spc="0" normalizeH="0" baseline="0" noProof="0" dirty="0">
                  <a:ln>
                    <a:noFill/>
                  </a:ln>
                  <a:solidFill>
                    <a:srgbClr val="223843"/>
                  </a:solidFill>
                  <a:effectLst/>
                  <a:uLnTx/>
                  <a:uFillTx/>
                  <a:latin typeface="Aptos"/>
                  <a:ea typeface="+mn-ea"/>
                  <a:cs typeface="+mn-cs"/>
                </a:rPr>
                <a:t>Assistance dans la planification du projet</a:t>
              </a:r>
            </a:p>
          </p:txBody>
        </p:sp>
        <p:sp>
          <p:nvSpPr>
            <p:cNvPr id="46" name="TextBox 124">
              <a:extLst>
                <a:ext uri="{FF2B5EF4-FFF2-40B4-BE49-F238E27FC236}">
                  <a16:creationId xmlns:a16="http://schemas.microsoft.com/office/drawing/2014/main" id="{3D8C84C8-D414-E135-1A28-926ECCE6C54F}"/>
                </a:ext>
              </a:extLst>
            </p:cNvPr>
            <p:cNvSpPr txBox="1"/>
            <p:nvPr/>
          </p:nvSpPr>
          <p:spPr>
            <a:xfrm>
              <a:off x="6029040" y="4177057"/>
              <a:ext cx="1971699" cy="1271245"/>
            </a:xfrm>
            <a:prstGeom prst="rect">
              <a:avLst/>
            </a:prstGeom>
            <a:noFill/>
          </p:spPr>
          <p:txBody>
            <a:bodyPr wrap="square">
              <a:spAutoFit/>
            </a:bodyPr>
            <a:lstStyle/>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966" b="0" i="0" u="none" strike="noStrike" kern="1200" cap="none" spc="0" normalizeH="0" baseline="0" noProof="0" dirty="0">
                  <a:ln>
                    <a:noFill/>
                  </a:ln>
                  <a:solidFill>
                    <a:srgbClr val="223843"/>
                  </a:solidFill>
                  <a:effectLst/>
                  <a:uLnTx/>
                  <a:uFillTx/>
                  <a:latin typeface="Aptos"/>
                  <a:ea typeface="+mn-ea"/>
                  <a:cs typeface="+mn-cs"/>
                </a:rPr>
                <a:t>Configuration logicielle</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966" b="0" i="0" u="none" strike="noStrike" kern="1200" cap="none" spc="0" normalizeH="0" baseline="0" noProof="0" dirty="0">
                  <a:ln>
                    <a:noFill/>
                  </a:ln>
                  <a:solidFill>
                    <a:srgbClr val="223843"/>
                  </a:solidFill>
                  <a:effectLst/>
                  <a:uLnTx/>
                  <a:uFillTx/>
                  <a:latin typeface="Aptos"/>
                  <a:ea typeface="+mn-ea"/>
                  <a:cs typeface="+mn-cs"/>
                </a:rPr>
                <a:t>Gestion et support des données</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966" b="0" i="0" u="none" strike="noStrike" kern="1200" cap="none" spc="0" normalizeH="0" baseline="0" noProof="0" dirty="0">
                  <a:ln>
                    <a:noFill/>
                  </a:ln>
                  <a:solidFill>
                    <a:srgbClr val="223843"/>
                  </a:solidFill>
                  <a:effectLst/>
                  <a:uLnTx/>
                  <a:uFillTx/>
                  <a:latin typeface="Aptos"/>
                  <a:ea typeface="+mn-ea"/>
                  <a:cs typeface="+mn-cs"/>
                </a:rPr>
                <a:t>Assistance dans diverses tâches</a:t>
              </a:r>
            </a:p>
          </p:txBody>
        </p:sp>
        <p:sp>
          <p:nvSpPr>
            <p:cNvPr id="47" name="TextBox 125">
              <a:extLst>
                <a:ext uri="{FF2B5EF4-FFF2-40B4-BE49-F238E27FC236}">
                  <a16:creationId xmlns:a16="http://schemas.microsoft.com/office/drawing/2014/main" id="{01A01706-8043-7C94-E769-ECFE1C9BFCD6}"/>
                </a:ext>
              </a:extLst>
            </p:cNvPr>
            <p:cNvSpPr txBox="1"/>
            <p:nvPr/>
          </p:nvSpPr>
          <p:spPr>
            <a:xfrm>
              <a:off x="8076776" y="4177057"/>
              <a:ext cx="1960596" cy="1513619"/>
            </a:xfrm>
            <a:prstGeom prst="rect">
              <a:avLst/>
            </a:prstGeom>
            <a:noFill/>
          </p:spPr>
          <p:txBody>
            <a:bodyPr wrap="square">
              <a:spAutoFit/>
            </a:bodyPr>
            <a:lstStyle/>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966" b="0" i="0" u="none" strike="noStrike" kern="1200" cap="none" spc="0" normalizeH="0" baseline="0" noProof="0" dirty="0">
                  <a:ln>
                    <a:noFill/>
                  </a:ln>
                  <a:solidFill>
                    <a:srgbClr val="223843"/>
                  </a:solidFill>
                  <a:effectLst/>
                  <a:uLnTx/>
                  <a:uFillTx/>
                  <a:latin typeface="Aptos"/>
                  <a:ea typeface="+mn-ea"/>
                  <a:cs typeface="+mn-cs"/>
                </a:rPr>
                <a:t>Installation de logiciels</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966" b="0" i="0" u="none" strike="noStrike" kern="1200" cap="none" spc="0" normalizeH="0" baseline="0" noProof="0" dirty="0">
                  <a:ln>
                    <a:noFill/>
                  </a:ln>
                  <a:solidFill>
                    <a:srgbClr val="223843"/>
                  </a:solidFill>
                  <a:effectLst/>
                  <a:uLnTx/>
                  <a:uFillTx/>
                  <a:latin typeface="Aptos"/>
                  <a:ea typeface="+mn-ea"/>
                  <a:cs typeface="+mn-cs"/>
                </a:rPr>
                <a:t>Personnalisation et développement</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966" b="0" i="0" u="none" strike="noStrike" kern="1200" cap="none" spc="0" normalizeH="0" baseline="0" noProof="0" dirty="0">
                  <a:ln>
                    <a:noFill/>
                  </a:ln>
                  <a:solidFill>
                    <a:srgbClr val="223843"/>
                  </a:solidFill>
                  <a:effectLst/>
                  <a:uLnTx/>
                  <a:uFillTx/>
                  <a:latin typeface="Aptos"/>
                  <a:ea typeface="+mn-ea"/>
                  <a:cs typeface="+mn-cs"/>
                </a:rPr>
                <a:t>Gestion des données</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966" b="0" i="0" u="none" strike="noStrike" kern="1200" cap="none" spc="0" normalizeH="0" baseline="0" noProof="0" dirty="0">
                  <a:ln>
                    <a:noFill/>
                  </a:ln>
                  <a:solidFill>
                    <a:srgbClr val="223843"/>
                  </a:solidFill>
                  <a:effectLst/>
                  <a:uLnTx/>
                  <a:uFillTx/>
                  <a:latin typeface="Aptos"/>
                  <a:ea typeface="+mn-ea"/>
                  <a:cs typeface="+mn-cs"/>
                </a:rPr>
                <a:t>Support et formation</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966" b="0" i="0" u="none" strike="noStrike" kern="1200" cap="none" spc="0" normalizeH="0" baseline="0" noProof="0" dirty="0">
                  <a:ln>
                    <a:noFill/>
                  </a:ln>
                  <a:solidFill>
                    <a:srgbClr val="223843"/>
                  </a:solidFill>
                  <a:effectLst/>
                  <a:uLnTx/>
                  <a:uFillTx/>
                  <a:latin typeface="Aptos"/>
                  <a:ea typeface="+mn-ea"/>
                  <a:cs typeface="+mn-cs"/>
                </a:rPr>
                <a:t>Supervision technique</a:t>
              </a:r>
            </a:p>
          </p:txBody>
        </p:sp>
        <p:sp>
          <p:nvSpPr>
            <p:cNvPr id="48" name="TextBox 126">
              <a:extLst>
                <a:ext uri="{FF2B5EF4-FFF2-40B4-BE49-F238E27FC236}">
                  <a16:creationId xmlns:a16="http://schemas.microsoft.com/office/drawing/2014/main" id="{85F140A2-F52F-DA19-932A-82CD2E0E4D3D}"/>
                </a:ext>
              </a:extLst>
            </p:cNvPr>
            <p:cNvSpPr txBox="1"/>
            <p:nvPr/>
          </p:nvSpPr>
          <p:spPr>
            <a:xfrm>
              <a:off x="10113411" y="4177057"/>
              <a:ext cx="1821441" cy="1028871"/>
            </a:xfrm>
            <a:prstGeom prst="rect">
              <a:avLst/>
            </a:prstGeom>
            <a:noFill/>
          </p:spPr>
          <p:txBody>
            <a:bodyPr wrap="square">
              <a:spAutoFit/>
            </a:bodyPr>
            <a:lstStyle/>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966" b="0" i="0" u="none" strike="noStrike" kern="1200" cap="none" spc="0" normalizeH="0" baseline="0" noProof="0" dirty="0">
                  <a:ln>
                    <a:noFill/>
                  </a:ln>
                  <a:solidFill>
                    <a:srgbClr val="223843"/>
                  </a:solidFill>
                  <a:effectLst/>
                  <a:uLnTx/>
                  <a:uFillTx/>
                  <a:latin typeface="Aptos"/>
                  <a:ea typeface="+mn-ea"/>
                  <a:cs typeface="+mn-cs"/>
                </a:rPr>
                <a:t>Spécification technique</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966" b="0" i="0" u="none" strike="noStrike" kern="1200" cap="none" spc="0" normalizeH="0" baseline="0" noProof="0" dirty="0">
                  <a:ln>
                    <a:noFill/>
                  </a:ln>
                  <a:solidFill>
                    <a:srgbClr val="223843"/>
                  </a:solidFill>
                  <a:effectLst/>
                  <a:uLnTx/>
                  <a:uFillTx/>
                  <a:latin typeface="Aptos"/>
                  <a:ea typeface="+mn-ea"/>
                  <a:cs typeface="+mn-cs"/>
                </a:rPr>
                <a:t>Assistance lors des réunions avec les vous</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966" b="0" i="0" u="none" strike="noStrike" kern="1200" cap="none" spc="0" normalizeH="0" baseline="0" noProof="0" dirty="0">
                  <a:ln>
                    <a:noFill/>
                  </a:ln>
                  <a:solidFill>
                    <a:srgbClr val="223843"/>
                  </a:solidFill>
                  <a:effectLst/>
                  <a:uLnTx/>
                  <a:uFillTx/>
                  <a:latin typeface="Aptos"/>
                  <a:ea typeface="+mn-ea"/>
                  <a:cs typeface="+mn-cs"/>
                </a:rPr>
                <a:t>Support</a:t>
              </a:r>
            </a:p>
          </p:txBody>
        </p:sp>
      </p:gr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itre 1">
            <a:extLst>
              <a:ext uri="{FF2B5EF4-FFF2-40B4-BE49-F238E27FC236}">
                <a16:creationId xmlns:a16="http://schemas.microsoft.com/office/drawing/2014/main" id="{900E4526-073E-F120-3E1B-D31ADDF71B82}"/>
              </a:ext>
            </a:extLst>
          </p:cNvPr>
          <p:cNvSpPr>
            <a:spLocks noGrp="1"/>
          </p:cNvSpPr>
          <p:nvPr>
            <p:ph type="title"/>
          </p:nvPr>
        </p:nvSpPr>
        <p:spPr/>
        <p:txBody>
          <a:bodyPr/>
          <a:lstStyle/>
          <a:p>
            <a:pPr/>
            <a:r>
              <a:t>Rôles</a:t>
            </a:r>
          </a:p>
        </p:txBody>
      </p:sp>
      <p:sp>
        <p:nvSpPr>
          <p:cNvPr id="4" name="Espace réservé du texte 2">
            <a:extLst>
              <a:ext uri="{FF2B5EF4-FFF2-40B4-BE49-F238E27FC236}">
                <a16:creationId xmlns:a16="http://schemas.microsoft.com/office/drawing/2014/main" id="{F52B3274-36E0-9191-0A8E-58E717B42DAF}"/>
              </a:ext>
            </a:extLst>
          </p:cNvPr>
          <p:cNvSpPr>
            <a:spLocks noGrp="1"/>
          </p:cNvSpPr>
          <p:nvPr>
            <p:ph type="body" sz="quarter" idx="13"/>
          </p:nvPr>
        </p:nvSpPr>
        <p:spPr/>
        <p:txBody>
          <a:bodyPr/>
          <a:lstStyle/>
          <a:p>
            <a:pPr/>
            <a:r>
              <a:t>ORGANISATION PROJET</a:t>
            </a:r>
            <a:endParaRPr lang="en-US"/>
          </a:p>
        </p:txBody>
      </p:sp>
      <p:grpSp>
        <p:nvGrpSpPr>
          <p:cNvPr id="5" name="Transplant"/>
          <p:cNvGrpSpPr/>
          <p:nvPr/>
        </p:nvGrpSpPr>
        <p:grpSpPr>
          <a:xfrm>
            <a:off x="694944" y="3218403"/>
            <a:ext cx="10799064" cy="2158553"/>
            <a:chOff x="568151" y="2097088"/>
            <a:chExt cx="11055698" cy="2209850"/>
          </a:xfrm>
        </p:grpSpPr>
        <p:graphicFrame>
          <p:nvGraphicFramePr>
            <p:cNvPr id="6" name="Google Shape;2524;p14"/>
            <p:cNvGraphicFramePr/>
            <p:nvPr>
              <p:extLst>
                <p:ext uri="{D42A27DB-BD31-4B8C-83A1-F6EECF244321}">
                  <p14:modId xmlns:p14="http://schemas.microsoft.com/office/powerpoint/2010/main" val="2389622450"/>
                </p:ext>
              </p:extLst>
            </p:nvPr>
          </p:nvGraphicFramePr>
          <p:xfrm>
            <a:off x="568151" y="2097088"/>
            <a:ext cx="11055698" cy="2209850"/>
          </p:xfrm>
          <a:graphic>
            <a:graphicData uri="http://schemas.openxmlformats.org/drawingml/2006/table">
              <a:tbl>
                <a:tblPr firstRow="1" bandRow="1">
                  <a:tableStyleId>{9DCAF9ED-07DC-4A11-8D7F-57B35C25682E}</a:tableStyleId>
                </a:tblPr>
                <a:tblGrid>
                  <a:gridCol w="2763925">
                    <a:extLst>
                      <a:ext uri="{9D8B030D-6E8A-4147-A177-3AD203B41FA5}">
                        <a16:colId xmlns:a16="http://schemas.microsoft.com/office/drawing/2014/main" val="20000"/>
                      </a:ext>
                    </a:extLst>
                  </a:gridCol>
                  <a:gridCol w="2118813">
                    <a:extLst>
                      <a:ext uri="{9D8B030D-6E8A-4147-A177-3AD203B41FA5}">
                        <a16:colId xmlns:a16="http://schemas.microsoft.com/office/drawing/2014/main" val="20001"/>
                      </a:ext>
                    </a:extLst>
                  </a:gridCol>
                  <a:gridCol w="2637157">
                    <a:extLst>
                      <a:ext uri="{9D8B030D-6E8A-4147-A177-3AD203B41FA5}">
                        <a16:colId xmlns:a16="http://schemas.microsoft.com/office/drawing/2014/main" val="20002"/>
                      </a:ext>
                    </a:extLst>
                  </a:gridCol>
                  <a:gridCol w="3535803">
                    <a:extLst>
                      <a:ext uri="{9D8B030D-6E8A-4147-A177-3AD203B41FA5}">
                        <a16:colId xmlns:a16="http://schemas.microsoft.com/office/drawing/2014/main" val="20003"/>
                      </a:ext>
                    </a:extLst>
                  </a:gridCol>
                </a:tblGrid>
                <a:tr h="370850">
                  <a:tc>
                    <a:txBody>
                      <a:bodyPr/>
                      <a:lstStyle/>
                      <a:p>
                        <a:pPr marL="0" marR="0" lvl="0" indent="0" algn="l" rtl="0">
                          <a:lnSpc>
                            <a:spcPct val="100000"/>
                          </a:lnSpc>
                          <a:spcBef>
                            <a:spcPts val="0"/>
                          </a:spcBef>
                          <a:spcAft>
                            <a:spcPts val="0"/>
                          </a:spcAft>
                          <a:buClr>
                            <a:srgbClr val="000000"/>
                          </a:buClr>
                          <a:buSzPts val="2400"/>
                          <a:buFont typeface="Arial"/>
                          <a:buNone/>
                        </a:pPr>
                        <a:r>
                          <a:rPr lang="fr-FR" sz="2400" u="none" strike="noStrike" cap="none" noProof="0" dirty="0"/>
                          <a:t>Nom</a:t>
                        </a:r>
                        <a:endParaRPr lang="fr-FR" sz="1400" u="none" strike="noStrike" cap="none" noProof="0" dirty="0"/>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r>
                          <a:rPr lang="fr-FR" sz="2400" u="none" strike="noStrike" cap="none" noProof="0" dirty="0"/>
                          <a:t>Rôle</a:t>
                        </a:r>
                        <a:endParaRPr lang="fr-FR" sz="1400" u="none" strike="noStrike" cap="none" noProof="0" dirty="0"/>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r>
                          <a:rPr lang="fr-FR" sz="2400" u="none" strike="noStrike" cap="none" noProof="0" dirty="0"/>
                          <a:t>Société</a:t>
                        </a:r>
                        <a:endParaRPr lang="fr-FR" sz="1400" u="none" strike="noStrike" cap="none" noProof="0" dirty="0"/>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r>
                          <a:rPr lang="fr-FR" sz="2400" u="none" strike="noStrike" cap="none" noProof="0" dirty="0"/>
                          <a:t>Email</a:t>
                        </a:r>
                        <a:endParaRPr lang="fr-FR" sz="1400" u="none" strike="noStrike" cap="none" noProof="0" dirty="0"/>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lnSpc>
                            <a:spcPct val="100000"/>
                          </a:lnSpc>
                          <a:spcBef>
                            <a:spcPts val="0"/>
                          </a:spcBef>
                          <a:spcAft>
                            <a:spcPts val="0"/>
                          </a:spcAft>
                          <a:buClr>
                            <a:srgbClr val="000000"/>
                          </a:buClr>
                          <a:buSzPts val="2400"/>
                          <a:buFont typeface="Arial"/>
                          <a:buNone/>
                        </a:pPr>
                        <a:r>
                          <a:rPr lang="fr-FR" sz="1800" u="none" strike="noStrike" cap="none" noProof="0" dirty="0"/>
                          <a:t>Client 1</a:t>
                        </a:r>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r>
                          <a:rPr lang="fr-FR" sz="1800" u="none" strike="noStrike" cap="none" noProof="0" dirty="0"/>
                          <a:t>Chef de projet / Validateur</a:t>
                        </a:r>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endParaRPr lang="fr-FR" sz="1800" u="none" strike="noStrike" cap="none" noProof="0" dirty="0"/>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endParaRPr lang="fr-FR" sz="1800" u="none" strike="noStrike" cap="none" noProof="0" dirty="0"/>
                      </a:p>
                    </a:txBody>
                    <a:tcPr marL="91450" marR="91450" marT="45725" marB="45725"/>
                  </a:tc>
                  <a:extLst>
                    <a:ext uri="{0D108BD9-81ED-4DB2-BD59-A6C34878D82A}">
                      <a16:rowId xmlns:a16="http://schemas.microsoft.com/office/drawing/2014/main" val="10001"/>
                    </a:ext>
                  </a:extLst>
                </a:tr>
                <a:tr h="370850">
                  <a:tc>
                    <a:txBody>
                      <a:bodyPr/>
                      <a:lstStyle/>
                      <a:p>
                        <a:pPr marL="0" marR="0" lvl="0" indent="0" algn="l" rtl="0">
                          <a:lnSpc>
                            <a:spcPct val="100000"/>
                          </a:lnSpc>
                          <a:spcBef>
                            <a:spcPts val="0"/>
                          </a:spcBef>
                          <a:spcAft>
                            <a:spcPts val="0"/>
                          </a:spcAft>
                          <a:buClr>
                            <a:srgbClr val="000000"/>
                          </a:buClr>
                          <a:buSzPts val="2400"/>
                          <a:buFont typeface="Arial"/>
                          <a:buNone/>
                        </a:pPr>
                        <a:r>
                          <a:rPr lang="fr-FR" sz="1800" u="none" strike="noStrike" cap="none" noProof="0" dirty="0"/>
                          <a:t>Client 2</a:t>
                        </a:r>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r>
                          <a:rPr lang="fr-FR" sz="1800" u="none" strike="noStrike" cap="none" noProof="0" dirty="0"/>
                          <a:t>Validateur</a:t>
                        </a:r>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endParaRPr lang="fr-FR" sz="1800" u="none" strike="noStrike" cap="none" noProof="0" dirty="0"/>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endParaRPr lang="fr-FR" sz="1800" u="none" strike="noStrike" cap="none" noProof="0" dirty="0"/>
                      </a:p>
                    </a:txBody>
                    <a:tcPr marL="91450" marR="91450" marT="45725" marB="45725"/>
                  </a:tc>
                  <a:extLst>
                    <a:ext uri="{0D108BD9-81ED-4DB2-BD59-A6C34878D82A}">
                      <a16:rowId xmlns:a16="http://schemas.microsoft.com/office/drawing/2014/main" val="10002"/>
                    </a:ext>
                  </a:extLst>
                </a:tr>
                <a:tr h="370850">
                  <a:tc>
                    <a:txBody>
                      <a:bodyPr/>
                      <a:lstStyle/>
                      <a:p>
                        <a:pPr marL="0" marR="0" lvl="0" indent="0" algn="l" rtl="0">
                          <a:lnSpc>
                            <a:spcPct val="100000"/>
                          </a:lnSpc>
                          <a:spcBef>
                            <a:spcPts val="0"/>
                          </a:spcBef>
                          <a:spcAft>
                            <a:spcPts val="0"/>
                          </a:spcAft>
                          <a:buClr>
                            <a:srgbClr val="000000"/>
                          </a:buClr>
                          <a:buSzPts val="2400"/>
                          <a:buFont typeface="Arial"/>
                          <a:buNone/>
                        </a:pPr>
                        <a:r>
                          <a:rPr lang="fr-FR" sz="1800" u="none" strike="noStrike" cap="none" noProof="0" dirty="0"/>
                          <a:t>Client 3</a:t>
                        </a:r>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r>
                          <a:rPr lang="fr-FR" sz="1800" u="none" strike="noStrike" cap="none" noProof="0" dirty="0"/>
                          <a:t>Key User</a:t>
                        </a:r>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endParaRPr lang="fr-FR" sz="1800" u="none" strike="noStrike" cap="none" noProof="0" dirty="0"/>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endParaRPr lang="fr-FR" sz="1800" u="none" strike="noStrike" cap="none" noProof="0" dirty="0"/>
                      </a:p>
                    </a:txBody>
                    <a:tcPr marL="91450" marR="91450" marT="45725" marB="45725"/>
                  </a:tc>
                  <a:extLst>
                    <a:ext uri="{0D108BD9-81ED-4DB2-BD59-A6C34878D82A}">
                      <a16:rowId xmlns:a16="http://schemas.microsoft.com/office/drawing/2014/main" val="10003"/>
                    </a:ext>
                  </a:extLst>
                </a:tr>
                <a:tr h="370850">
                  <a:tc>
                    <a:txBody>
                      <a:bodyPr/>
                      <a:lstStyle/>
                      <a:p>
                        <a:pPr marL="0" marR="0" lvl="0" indent="0" algn="l" rtl="0">
                          <a:lnSpc>
                            <a:spcPct val="100000"/>
                          </a:lnSpc>
                          <a:spcBef>
                            <a:spcPts val="0"/>
                          </a:spcBef>
                          <a:spcAft>
                            <a:spcPts val="0"/>
                          </a:spcAft>
                          <a:buClr>
                            <a:srgbClr val="000000"/>
                          </a:buClr>
                          <a:buSzPts val="2400"/>
                          <a:buFont typeface="Arial"/>
                          <a:buNone/>
                        </a:pPr>
                        <a:r>
                          <a:rPr lang="fr-FR" sz="1800" u="none" strike="noStrike" cap="none" noProof="0" dirty="0"/>
                          <a:t>Client 4</a:t>
                        </a:r>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r>
                          <a:rPr lang="fr-FR" sz="1800" u="none" strike="noStrike" cap="none" noProof="0" dirty="0"/>
                          <a:t>Key User</a:t>
                        </a:r>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endParaRPr lang="fr-FR" sz="1800" u="none" strike="noStrike" cap="none" noProof="0" dirty="0"/>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endParaRPr lang="fr-FR" sz="1800" u="none" strike="noStrike" cap="none" noProof="0" dirty="0"/>
                      </a:p>
                    </a:txBody>
                    <a:tcPr marL="91450" marR="91450" marT="45725" marB="45725"/>
                  </a:tc>
                  <a:extLst>
                    <a:ext uri="{0D108BD9-81ED-4DB2-BD59-A6C34878D82A}">
                      <a16:rowId xmlns:a16="http://schemas.microsoft.com/office/drawing/2014/main" val="10004"/>
                    </a:ext>
                  </a:extLst>
                </a:tr>
              </a:tbl>
            </a:graphicData>
          </a:graphic>
        </p:graphicFrame>
      </p:gr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itre 3">
            <a:extLst>
              <a:ext uri="{FF2B5EF4-FFF2-40B4-BE49-F238E27FC236}">
                <a16:creationId xmlns:a16="http://schemas.microsoft.com/office/drawing/2014/main" id="{8BD760E0-1C2E-B527-7AEB-5989C44CA2B1}"/>
              </a:ext>
            </a:extLst>
          </p:cNvPr>
          <p:cNvSpPr>
            <a:spLocks noGrp="1"/>
          </p:cNvSpPr>
          <p:nvPr>
            <p:ph type="title"/>
          </p:nvPr>
        </p:nvSpPr>
        <p:spPr/>
        <p:txBody>
          <a:bodyPr/>
          <a:lstStyle/>
          <a:p>
            <a:pPr/>
            <a:r>
              <a:t>PHASE D’IMPLEMENTATION</a:t>
            </a:r>
            <a:endParaRPr lang="en-US"/>
          </a:p>
        </p:txBody>
      </p:sp>
      <p:sp>
        <p:nvSpPr>
          <p:cNvPr id="4" name="Espace réservé du texte 4">
            <a:extLst>
              <a:ext uri="{FF2B5EF4-FFF2-40B4-BE49-F238E27FC236}">
                <a16:creationId xmlns:a16="http://schemas.microsoft.com/office/drawing/2014/main" id="{9708AD2C-B952-9123-1A4E-8B4A44593D7A}"/>
              </a:ext>
            </a:extLst>
          </p:cNvPr>
          <p:cNvSpPr>
            <a:spLocks noGrp="1"/>
          </p:cNvSpPr>
          <p:nvPr>
            <p:ph type="body" sz="quarter" idx="13"/>
          </p:nvPr>
        </p:nvSpPr>
        <p:spPr/>
        <p:txBody>
          <a:bodyPr/>
          <a:lstStyle/>
          <a:p>
            <a:pPr/>
            <a:r>
              <a:t>IMPLÉMENTATION</a:t>
            </a:r>
            <a:endParaRPr lang="en-US"/>
          </a:p>
        </p:txBody>
      </p:sp>
      <p:grpSp>
        <p:nvGrpSpPr>
          <p:cNvPr id="5" name="Transplant"/>
          <p:cNvGrpSpPr/>
          <p:nvPr/>
        </p:nvGrpSpPr>
        <p:grpSpPr>
          <a:xfrm>
            <a:off x="694944" y="2226128"/>
            <a:ext cx="10799064" cy="3320144"/>
            <a:chOff x="86858" y="2690651"/>
            <a:chExt cx="12139113" cy="3732139"/>
          </a:xfrm>
        </p:grpSpPr>
        <p:sp>
          <p:nvSpPr>
            <p:cNvPr id="6" name="Rectangle : coins arrondis 6">
              <a:extLst>
                <a:ext uri="{FF2B5EF4-FFF2-40B4-BE49-F238E27FC236}">
                  <a16:creationId xmlns:a16="http://schemas.microsoft.com/office/drawing/2014/main" id="{DE5F6242-3E44-D9AD-D0EC-28838DE753E0}"/>
                </a:ext>
              </a:extLst>
            </p:cNvPr>
            <p:cNvSpPr/>
            <p:nvPr/>
          </p:nvSpPr>
          <p:spPr>
            <a:xfrm>
              <a:off x="810205" y="2704777"/>
              <a:ext cx="2503095" cy="2777723"/>
            </a:xfrm>
            <a:prstGeom prst="roundRect">
              <a:avLst>
                <a:gd name="adj" fmla="val 10296"/>
              </a:avLst>
            </a:prstGeom>
            <a:gradFill>
              <a:gsLst>
                <a:gs pos="0">
                  <a:srgbClr val="CD5358"/>
                </a:gs>
                <a:gs pos="100000">
                  <a:srgbClr val="BA131A"/>
                </a:gs>
              </a:gsLst>
              <a:lin ang="81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noProof="0" dirty="0"/>
            </a:p>
          </p:txBody>
        </p:sp>
        <p:sp>
          <p:nvSpPr>
            <p:cNvPr id="7" name="ZoneTexte 7">
              <a:extLst>
                <a:ext uri="{FF2B5EF4-FFF2-40B4-BE49-F238E27FC236}">
                  <a16:creationId xmlns:a16="http://schemas.microsoft.com/office/drawing/2014/main" id="{CB78C2AF-BA3A-1254-A4AA-B3FC774E0080}"/>
                </a:ext>
              </a:extLst>
            </p:cNvPr>
            <p:cNvSpPr txBox="1"/>
            <p:nvPr/>
          </p:nvSpPr>
          <p:spPr>
            <a:xfrm>
              <a:off x="870278" y="3539640"/>
              <a:ext cx="2382949" cy="1107996"/>
            </a:xfrm>
            <a:prstGeom prst="rect">
              <a:avLst/>
            </a:prstGeom>
            <a:noFill/>
          </p:spPr>
          <p:txBody>
            <a:bodyPr wrap="square">
              <a:spAutoFit/>
            </a:bodyPr>
            <a:lstStyle/>
            <a:p>
              <a:pPr lvl="0" eaLnBrk="0" fontAlgn="base" hangingPunct="0">
                <a:spcBef>
                  <a:spcPct val="0"/>
                </a:spcBef>
                <a:spcAft>
                  <a:spcPct val="0"/>
                </a:spcAft>
              </a:pPr>
              <a:r>
                <a:rPr lang="fr-FR" b="1" noProof="0" dirty="0">
                  <a:solidFill>
                    <a:schemeClr val="bg1"/>
                  </a:solidFill>
                </a:rPr>
                <a:t>IMPLÉMENTATION</a:t>
              </a:r>
              <a:br>
                <a:rPr lang="fr-FR" b="1" noProof="0" dirty="0">
                  <a:solidFill>
                    <a:schemeClr val="bg1"/>
                  </a:solidFill>
                </a:rPr>
              </a:br>
              <a:r>
                <a:rPr lang="fr-FR" sz="1067" noProof="0" dirty="0">
                  <a:solidFill>
                    <a:schemeClr val="bg1"/>
                  </a:solidFill>
                </a:rPr>
                <a:t>Vous testez, validez les fonctionnalités et ajustez vos demandes lors des sessions suivis hebdomadaire du projet</a:t>
              </a:r>
              <a:endParaRPr kumimoji="0" lang="fr-FR" sz="1067" i="0" u="none" strike="noStrike" cap="none" normalizeH="0" baseline="0" noProof="0" dirty="0">
                <a:ln>
                  <a:noFill/>
                </a:ln>
                <a:solidFill>
                  <a:schemeClr val="bg1"/>
                </a:solidFill>
                <a:effectLst/>
              </a:endParaRPr>
            </a:p>
          </p:txBody>
        </p:sp>
        <p:sp>
          <p:nvSpPr>
            <p:cNvPr id="8" name="ZoneTexte 9">
              <a:extLst>
                <a:ext uri="{FF2B5EF4-FFF2-40B4-BE49-F238E27FC236}">
                  <a16:creationId xmlns:a16="http://schemas.microsoft.com/office/drawing/2014/main" id="{72649F12-4C4A-051B-728D-45170B412BC7}"/>
                </a:ext>
              </a:extLst>
            </p:cNvPr>
            <p:cNvSpPr txBox="1"/>
            <p:nvPr/>
          </p:nvSpPr>
          <p:spPr>
            <a:xfrm>
              <a:off x="3558593" y="3925860"/>
              <a:ext cx="1273757" cy="276999"/>
            </a:xfrm>
            <a:prstGeom prst="rect">
              <a:avLst/>
            </a:prstGeom>
            <a:noFill/>
          </p:spPr>
          <p:txBody>
            <a:bodyPr wrap="square" rtlCol="0">
              <a:spAutoFit/>
            </a:bodyPr>
            <a:lstStyle/>
            <a:p>
              <a:pPr lvl="0" algn="ctr" eaLnBrk="0" fontAlgn="base" hangingPunct="0">
                <a:spcAft>
                  <a:spcPct val="0"/>
                </a:spcAft>
              </a:pPr>
              <a:r>
                <a:rPr lang="fr-FR" sz="1067" b="1" noProof="0" dirty="0">
                  <a:solidFill>
                    <a:schemeClr val="accent2"/>
                  </a:solidFill>
                </a:rPr>
                <a:t>Sprint 1,2,n</a:t>
              </a:r>
              <a:endParaRPr kumimoji="0" lang="fr-FR" sz="1067" b="1" i="0" u="none" strike="noStrike" cap="none" normalizeH="0" baseline="0" noProof="0" dirty="0">
                <a:ln>
                  <a:noFill/>
                </a:ln>
                <a:solidFill>
                  <a:schemeClr val="accent2"/>
                </a:solidFill>
                <a:effectLst/>
              </a:endParaRPr>
            </a:p>
          </p:txBody>
        </p:sp>
        <p:grpSp>
          <p:nvGrpSpPr>
            <p:cNvPr id="9" name="Groupe 10">
              <a:extLst>
                <a:ext uri="{FF2B5EF4-FFF2-40B4-BE49-F238E27FC236}">
                  <a16:creationId xmlns:a16="http://schemas.microsoft.com/office/drawing/2014/main" id="{0D5C1805-02EC-665E-FDD7-5344EF5C50BD}"/>
                </a:ext>
              </a:extLst>
            </p:cNvPr>
            <p:cNvGrpSpPr/>
            <p:nvPr/>
          </p:nvGrpSpPr>
          <p:grpSpPr>
            <a:xfrm>
              <a:off x="3553095" y="3834602"/>
              <a:ext cx="1363325" cy="495822"/>
              <a:chOff x="3123241" y="2224058"/>
              <a:chExt cx="1358902" cy="495822"/>
            </a:xfrm>
          </p:grpSpPr>
          <p:grpSp>
            <p:nvGrpSpPr>
              <p:cNvPr id="10" name="Groupe 17">
                <a:extLst>
                  <a:ext uri="{FF2B5EF4-FFF2-40B4-BE49-F238E27FC236}">
                    <a16:creationId xmlns:a16="http://schemas.microsoft.com/office/drawing/2014/main" id="{5DBB33CB-2D83-EA9F-1A37-8D85AE75DA02}"/>
                  </a:ext>
                </a:extLst>
              </p:cNvPr>
              <p:cNvGrpSpPr/>
              <p:nvPr/>
            </p:nvGrpSpPr>
            <p:grpSpPr>
              <a:xfrm>
                <a:off x="3123241" y="2224058"/>
                <a:ext cx="1358902" cy="495822"/>
                <a:chOff x="3820905" y="5399804"/>
                <a:chExt cx="1358902" cy="495822"/>
              </a:xfrm>
            </p:grpSpPr>
            <p:sp>
              <p:nvSpPr>
                <p:cNvPr id="11" name="Rectangle : coins arrondis 20">
                  <a:extLst>
                    <a:ext uri="{FF2B5EF4-FFF2-40B4-BE49-F238E27FC236}">
                      <a16:creationId xmlns:a16="http://schemas.microsoft.com/office/drawing/2014/main" id="{8CCC0FED-0403-AE66-6735-B6CA9B1267E2}"/>
                    </a:ext>
                  </a:extLst>
                </p:cNvPr>
                <p:cNvSpPr/>
                <p:nvPr/>
              </p:nvSpPr>
              <p:spPr>
                <a:xfrm>
                  <a:off x="3820905" y="5399804"/>
                  <a:ext cx="1273757" cy="495822"/>
                </a:xfrm>
                <a:prstGeom prst="roundRect">
                  <a:avLst/>
                </a:prstGeom>
                <a:noFill/>
                <a:ln w="38100">
                  <a:solidFill>
                    <a:srgbClr val="CD53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b="1" noProof="0" dirty="0"/>
                </a:p>
              </p:txBody>
            </p:sp>
            <p:sp>
              <p:nvSpPr>
                <p:cNvPr id="12" name="Rectangle 21">
                  <a:extLst>
                    <a:ext uri="{FF2B5EF4-FFF2-40B4-BE49-F238E27FC236}">
                      <a16:creationId xmlns:a16="http://schemas.microsoft.com/office/drawing/2014/main" id="{90DB6E45-B163-BFC8-9118-59D4E0149D85}"/>
                    </a:ext>
                  </a:extLst>
                </p:cNvPr>
                <p:cNvSpPr/>
                <p:nvPr/>
              </p:nvSpPr>
              <p:spPr>
                <a:xfrm>
                  <a:off x="5002306" y="5579217"/>
                  <a:ext cx="177501" cy="13699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b="1" noProof="0" dirty="0"/>
                </a:p>
              </p:txBody>
            </p:sp>
          </p:grpSp>
          <p:sp>
            <p:nvSpPr>
              <p:cNvPr id="13" name="Ellipse 18">
                <a:extLst>
                  <a:ext uri="{FF2B5EF4-FFF2-40B4-BE49-F238E27FC236}">
                    <a16:creationId xmlns:a16="http://schemas.microsoft.com/office/drawing/2014/main" id="{4994823A-F4C7-FB78-96C9-5769226C8376}"/>
                  </a:ext>
                </a:extLst>
              </p:cNvPr>
              <p:cNvSpPr/>
              <p:nvPr/>
            </p:nvSpPr>
            <p:spPr>
              <a:xfrm>
                <a:off x="4354251" y="2361421"/>
                <a:ext cx="80659" cy="80659"/>
              </a:xfrm>
              <a:prstGeom prst="ellipse">
                <a:avLst/>
              </a:prstGeom>
              <a:solidFill>
                <a:srgbClr val="CD5358"/>
              </a:solidFill>
              <a:ln>
                <a:solidFill>
                  <a:srgbClr val="CD53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noProof="0" dirty="0"/>
              </a:p>
            </p:txBody>
          </p:sp>
          <p:sp>
            <p:nvSpPr>
              <p:cNvPr id="14" name="Triangle isocèle 19">
                <a:extLst>
                  <a:ext uri="{FF2B5EF4-FFF2-40B4-BE49-F238E27FC236}">
                    <a16:creationId xmlns:a16="http://schemas.microsoft.com/office/drawing/2014/main" id="{44F10A4E-DB43-134F-F68D-A29AC0C2AC6B}"/>
                  </a:ext>
                </a:extLst>
              </p:cNvPr>
              <p:cNvSpPr/>
              <p:nvPr/>
            </p:nvSpPr>
            <p:spPr>
              <a:xfrm>
                <a:off x="4336780" y="2479787"/>
                <a:ext cx="115600" cy="99656"/>
              </a:xfrm>
              <a:prstGeom prst="triangle">
                <a:avLst/>
              </a:prstGeom>
              <a:solidFill>
                <a:srgbClr val="CD53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noProof="0" dirty="0"/>
              </a:p>
            </p:txBody>
          </p:sp>
        </p:grpSp>
        <p:sp>
          <p:nvSpPr>
            <p:cNvPr id="15" name="Organigramme : Délai 11">
              <a:extLst>
                <a:ext uri="{FF2B5EF4-FFF2-40B4-BE49-F238E27FC236}">
                  <a16:creationId xmlns:a16="http://schemas.microsoft.com/office/drawing/2014/main" id="{3D28CDC9-3922-A414-3703-1D6449353F6A}"/>
                </a:ext>
              </a:extLst>
            </p:cNvPr>
            <p:cNvSpPr/>
            <p:nvPr/>
          </p:nvSpPr>
          <p:spPr>
            <a:xfrm>
              <a:off x="5044959" y="3875865"/>
              <a:ext cx="74574" cy="413296"/>
            </a:xfrm>
            <a:prstGeom prst="flowChartDelay">
              <a:avLst/>
            </a:prstGeom>
            <a:gradFill>
              <a:gsLst>
                <a:gs pos="35000">
                  <a:srgbClr val="CD5358"/>
                </a:gs>
                <a:gs pos="0">
                  <a:srgbClr val="CD5358"/>
                </a:gs>
                <a:gs pos="100000">
                  <a:srgbClr val="BA131A"/>
                </a:gs>
              </a:gsLst>
              <a:path path="rect">
                <a:fillToRect l="100000" t="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noProof="0" dirty="0"/>
            </a:p>
          </p:txBody>
        </p:sp>
        <p:sp>
          <p:nvSpPr>
            <p:cNvPr id="16" name="Organigramme : Délai 12">
              <a:extLst>
                <a:ext uri="{FF2B5EF4-FFF2-40B4-BE49-F238E27FC236}">
                  <a16:creationId xmlns:a16="http://schemas.microsoft.com/office/drawing/2014/main" id="{ED28FBED-F7C6-6A8E-92AB-31A39F996522}"/>
                </a:ext>
              </a:extLst>
            </p:cNvPr>
            <p:cNvSpPr/>
            <p:nvPr/>
          </p:nvSpPr>
          <p:spPr>
            <a:xfrm>
              <a:off x="6535346" y="3875865"/>
              <a:ext cx="73627" cy="413296"/>
            </a:xfrm>
            <a:prstGeom prst="flowChartDelay">
              <a:avLst/>
            </a:prstGeom>
            <a:gradFill>
              <a:gsLst>
                <a:gs pos="35000">
                  <a:schemeClr val="accent1"/>
                </a:gs>
                <a:gs pos="0">
                  <a:srgbClr val="CD5358"/>
                </a:gs>
                <a:gs pos="100000">
                  <a:srgbClr val="BA131A"/>
                </a:gs>
              </a:gsLst>
              <a:path path="rect">
                <a:fillToRect l="100000" t="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noProof="0" dirty="0"/>
            </a:p>
          </p:txBody>
        </p:sp>
        <p:sp>
          <p:nvSpPr>
            <p:cNvPr id="17" name="Organigramme : Délai 13">
              <a:extLst>
                <a:ext uri="{FF2B5EF4-FFF2-40B4-BE49-F238E27FC236}">
                  <a16:creationId xmlns:a16="http://schemas.microsoft.com/office/drawing/2014/main" id="{2667C6E6-2FEC-1DDF-3280-A85997692841}"/>
                </a:ext>
              </a:extLst>
            </p:cNvPr>
            <p:cNvSpPr/>
            <p:nvPr/>
          </p:nvSpPr>
          <p:spPr>
            <a:xfrm>
              <a:off x="8024786" y="3875865"/>
              <a:ext cx="73627" cy="413296"/>
            </a:xfrm>
            <a:prstGeom prst="flowChartDelay">
              <a:avLst/>
            </a:prstGeom>
            <a:gradFill>
              <a:gsLst>
                <a:gs pos="35000">
                  <a:schemeClr val="accent1"/>
                </a:gs>
                <a:gs pos="0">
                  <a:srgbClr val="CD5358"/>
                </a:gs>
                <a:gs pos="100000">
                  <a:srgbClr val="BA131A"/>
                </a:gs>
              </a:gsLst>
              <a:path path="rect">
                <a:fillToRect l="100000" t="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noProof="0" dirty="0"/>
            </a:p>
          </p:txBody>
        </p:sp>
        <p:sp>
          <p:nvSpPr>
            <p:cNvPr id="18" name="ZoneTexte 14">
              <a:extLst>
                <a:ext uri="{FF2B5EF4-FFF2-40B4-BE49-F238E27FC236}">
                  <a16:creationId xmlns:a16="http://schemas.microsoft.com/office/drawing/2014/main" id="{F786A528-6300-2375-9FFE-E94A05099EC2}"/>
                </a:ext>
              </a:extLst>
            </p:cNvPr>
            <p:cNvSpPr txBox="1"/>
            <p:nvPr/>
          </p:nvSpPr>
          <p:spPr>
            <a:xfrm>
              <a:off x="5104503" y="3897847"/>
              <a:ext cx="1497095" cy="369332"/>
            </a:xfrm>
            <a:prstGeom prst="rect">
              <a:avLst/>
            </a:prstGeom>
            <a:noFill/>
          </p:spPr>
          <p:txBody>
            <a:bodyPr wrap="square">
              <a:spAutoFit/>
            </a:bodyPr>
            <a:lstStyle/>
            <a:p>
              <a:pPr lvl="0" defTabSz="914400" eaLnBrk="0" fontAlgn="base" hangingPunct="0">
                <a:spcBef>
                  <a:spcPct val="0"/>
                </a:spcBef>
                <a:spcAft>
                  <a:spcPct val="0"/>
                </a:spcAft>
              </a:pPr>
              <a:r>
                <a:rPr lang="fr-FR" sz="800" b="1" noProof="0" dirty="0"/>
                <a:t>Analyse des besoins par domaine vs standard</a:t>
              </a:r>
            </a:p>
          </p:txBody>
        </p:sp>
        <p:sp>
          <p:nvSpPr>
            <p:cNvPr id="19" name="ZoneTexte 15">
              <a:extLst>
                <a:ext uri="{FF2B5EF4-FFF2-40B4-BE49-F238E27FC236}">
                  <a16:creationId xmlns:a16="http://schemas.microsoft.com/office/drawing/2014/main" id="{9A0B2B4E-05CF-7DDE-FAB7-B36FBCA4A82B}"/>
                </a:ext>
              </a:extLst>
            </p:cNvPr>
            <p:cNvSpPr txBox="1"/>
            <p:nvPr/>
          </p:nvSpPr>
          <p:spPr>
            <a:xfrm>
              <a:off x="6621418" y="3897847"/>
              <a:ext cx="1055486" cy="369332"/>
            </a:xfrm>
            <a:prstGeom prst="rect">
              <a:avLst/>
            </a:prstGeom>
            <a:noFill/>
          </p:spPr>
          <p:txBody>
            <a:bodyPr wrap="square">
              <a:spAutoFit/>
            </a:bodyPr>
            <a:lstStyle/>
            <a:p>
              <a:pPr lvl="0" defTabSz="914400" eaLnBrk="0" fontAlgn="base" hangingPunct="0">
                <a:spcBef>
                  <a:spcPct val="0"/>
                </a:spcBef>
                <a:spcAft>
                  <a:spcPct val="0"/>
                </a:spcAft>
              </a:pPr>
              <a:r>
                <a:rPr lang="fr-FR" sz="800" b="1" noProof="0" dirty="0"/>
                <a:t>Paramétrage de configuration</a:t>
              </a:r>
            </a:p>
          </p:txBody>
        </p:sp>
        <p:sp>
          <p:nvSpPr>
            <p:cNvPr id="20" name="ZoneTexte 16">
              <a:extLst>
                <a:ext uri="{FF2B5EF4-FFF2-40B4-BE49-F238E27FC236}">
                  <a16:creationId xmlns:a16="http://schemas.microsoft.com/office/drawing/2014/main" id="{B964F13E-757A-DE12-00C0-965300AC598B}"/>
                </a:ext>
              </a:extLst>
            </p:cNvPr>
            <p:cNvSpPr txBox="1"/>
            <p:nvPr/>
          </p:nvSpPr>
          <p:spPr>
            <a:xfrm>
              <a:off x="8098413" y="3828598"/>
              <a:ext cx="712595" cy="507831"/>
            </a:xfrm>
            <a:prstGeom prst="rect">
              <a:avLst/>
            </a:prstGeom>
            <a:noFill/>
          </p:spPr>
          <p:txBody>
            <a:bodyPr wrap="square">
              <a:spAutoFit/>
            </a:bodyPr>
            <a:lstStyle/>
            <a:p>
              <a:pPr lvl="0" defTabSz="914400" eaLnBrk="0" fontAlgn="base" hangingPunct="0">
                <a:spcBef>
                  <a:spcPct val="0"/>
                </a:spcBef>
                <a:spcAft>
                  <a:spcPct val="0"/>
                </a:spcAft>
              </a:pPr>
              <a:r>
                <a:rPr lang="fr-FR" sz="800" b="1" noProof="0" dirty="0"/>
                <a:t>Tests </a:t>
              </a:r>
            </a:p>
            <a:p>
              <a:pPr lvl="0" defTabSz="914400" eaLnBrk="0" fontAlgn="base" hangingPunct="0">
                <a:spcBef>
                  <a:spcPct val="0"/>
                </a:spcBef>
                <a:spcAft>
                  <a:spcPct val="0"/>
                </a:spcAft>
              </a:pPr>
              <a:r>
                <a:rPr lang="fr-FR" sz="800" b="1" noProof="0" dirty="0"/>
                <a:t>unitaires</a:t>
              </a:r>
            </a:p>
            <a:p>
              <a:pPr lvl="0" defTabSz="914400" eaLnBrk="0" fontAlgn="base" hangingPunct="0">
                <a:spcBef>
                  <a:spcPct val="0"/>
                </a:spcBef>
                <a:spcAft>
                  <a:spcPct val="0"/>
                </a:spcAft>
              </a:pPr>
              <a:r>
                <a:rPr lang="fr-FR" sz="800" b="1" noProof="0" dirty="0"/>
                <a:t>Captivea</a:t>
              </a:r>
            </a:p>
          </p:txBody>
        </p:sp>
        <p:sp>
          <p:nvSpPr>
            <p:cNvPr id="21" name="ZoneTexte 25">
              <a:extLst>
                <a:ext uri="{FF2B5EF4-FFF2-40B4-BE49-F238E27FC236}">
                  <a16:creationId xmlns:a16="http://schemas.microsoft.com/office/drawing/2014/main" id="{6AE8BBF9-DFFD-905E-9297-99DD6499B3C5}"/>
                </a:ext>
              </a:extLst>
            </p:cNvPr>
            <p:cNvSpPr txBox="1"/>
            <p:nvPr/>
          </p:nvSpPr>
          <p:spPr>
            <a:xfrm>
              <a:off x="9587853" y="3967097"/>
              <a:ext cx="720250" cy="230832"/>
            </a:xfrm>
            <a:prstGeom prst="rect">
              <a:avLst/>
            </a:prstGeom>
            <a:noFill/>
          </p:spPr>
          <p:txBody>
            <a:bodyPr wrap="square">
              <a:spAutoFit/>
            </a:bodyPr>
            <a:lstStyle/>
            <a:p>
              <a:pPr lvl="0" defTabSz="914400" eaLnBrk="0" fontAlgn="base" hangingPunct="0">
                <a:spcBef>
                  <a:spcPct val="0"/>
                </a:spcBef>
                <a:spcAft>
                  <a:spcPct val="0"/>
                </a:spcAft>
              </a:pPr>
              <a:r>
                <a:rPr lang="fr-FR" sz="800" b="1" noProof="0" dirty="0"/>
                <a:t>Démo</a:t>
              </a:r>
            </a:p>
          </p:txBody>
        </p:sp>
        <p:sp>
          <p:nvSpPr>
            <p:cNvPr id="22" name="Organigramme : Délai 26">
              <a:extLst>
                <a:ext uri="{FF2B5EF4-FFF2-40B4-BE49-F238E27FC236}">
                  <a16:creationId xmlns:a16="http://schemas.microsoft.com/office/drawing/2014/main" id="{A4F3A7B0-2965-DFEB-B1F3-6621A9CFD97E}"/>
                </a:ext>
              </a:extLst>
            </p:cNvPr>
            <p:cNvSpPr/>
            <p:nvPr/>
          </p:nvSpPr>
          <p:spPr>
            <a:xfrm>
              <a:off x="11003666" y="3875865"/>
              <a:ext cx="73627" cy="413296"/>
            </a:xfrm>
            <a:prstGeom prst="flowChartDelay">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noProof="0" dirty="0"/>
            </a:p>
          </p:txBody>
        </p:sp>
        <p:sp>
          <p:nvSpPr>
            <p:cNvPr id="23" name="ZoneTexte 27">
              <a:extLst>
                <a:ext uri="{FF2B5EF4-FFF2-40B4-BE49-F238E27FC236}">
                  <a16:creationId xmlns:a16="http://schemas.microsoft.com/office/drawing/2014/main" id="{C338C846-080B-DDBE-8D8A-7C594868EF27}"/>
                </a:ext>
              </a:extLst>
            </p:cNvPr>
            <p:cNvSpPr txBox="1"/>
            <p:nvPr/>
          </p:nvSpPr>
          <p:spPr>
            <a:xfrm>
              <a:off x="11077293" y="3828598"/>
              <a:ext cx="712595" cy="507831"/>
            </a:xfrm>
            <a:prstGeom prst="rect">
              <a:avLst/>
            </a:prstGeom>
            <a:noFill/>
          </p:spPr>
          <p:txBody>
            <a:bodyPr wrap="square">
              <a:spAutoFit/>
            </a:bodyPr>
            <a:lstStyle/>
            <a:p>
              <a:pPr lvl="0" eaLnBrk="0" fontAlgn="base" hangingPunct="0">
                <a:spcBef>
                  <a:spcPct val="0"/>
                </a:spcBef>
                <a:spcAft>
                  <a:spcPct val="0"/>
                </a:spcAft>
              </a:pPr>
              <a:r>
                <a:rPr lang="fr-FR" sz="800" b="1" noProof="0" dirty="0"/>
                <a:t>Tests </a:t>
              </a:r>
            </a:p>
            <a:p>
              <a:pPr lvl="0" eaLnBrk="0" fontAlgn="base" hangingPunct="0">
                <a:spcBef>
                  <a:spcPct val="0"/>
                </a:spcBef>
                <a:spcAft>
                  <a:spcPct val="0"/>
                </a:spcAft>
              </a:pPr>
              <a:r>
                <a:rPr lang="fr-FR" sz="800" b="1" noProof="0" dirty="0"/>
                <a:t>unitaires</a:t>
              </a:r>
            </a:p>
            <a:p>
              <a:pPr lvl="0" eaLnBrk="0" fontAlgn="base" hangingPunct="0">
                <a:spcBef>
                  <a:spcPct val="0"/>
                </a:spcBef>
                <a:spcAft>
                  <a:spcPct val="0"/>
                </a:spcAft>
              </a:pPr>
              <a:r>
                <a:rPr lang="fr-FR" sz="800" b="1" noProof="0" dirty="0"/>
                <a:t>Captivea</a:t>
              </a:r>
            </a:p>
          </p:txBody>
        </p:sp>
        <p:sp>
          <p:nvSpPr>
            <p:cNvPr id="24" name="ZoneTexte 28">
              <a:extLst>
                <a:ext uri="{FF2B5EF4-FFF2-40B4-BE49-F238E27FC236}">
                  <a16:creationId xmlns:a16="http://schemas.microsoft.com/office/drawing/2014/main" id="{3D452D5F-C7F6-BA5C-A83E-4146D71ED58A}"/>
                </a:ext>
              </a:extLst>
            </p:cNvPr>
            <p:cNvSpPr txBox="1"/>
            <p:nvPr/>
          </p:nvSpPr>
          <p:spPr>
            <a:xfrm>
              <a:off x="3558593" y="3152001"/>
              <a:ext cx="1273757" cy="461665"/>
            </a:xfrm>
            <a:prstGeom prst="rect">
              <a:avLst/>
            </a:prstGeom>
            <a:noFill/>
          </p:spPr>
          <p:txBody>
            <a:bodyPr wrap="square" rtlCol="0">
              <a:spAutoFit/>
            </a:bodyPr>
            <a:lstStyle/>
            <a:p>
              <a:pPr lvl="0" algn="ctr" eaLnBrk="0" fontAlgn="base" hangingPunct="0">
                <a:spcAft>
                  <a:spcPct val="0"/>
                </a:spcAft>
              </a:pPr>
              <a:r>
                <a:rPr lang="fr-FR" sz="1067" b="1" noProof="0" dirty="0">
                  <a:solidFill>
                    <a:schemeClr val="accent2"/>
                  </a:solidFill>
                </a:rPr>
                <a:t>Domaine</a:t>
              </a:r>
            </a:p>
            <a:p>
              <a:pPr lvl="0" algn="ctr" eaLnBrk="0" fontAlgn="base" hangingPunct="0">
                <a:spcAft>
                  <a:spcPct val="0"/>
                </a:spcAft>
              </a:pPr>
              <a:r>
                <a:rPr kumimoji="0" lang="fr-FR" sz="1067" b="1" i="0" u="none" strike="noStrike" cap="none" normalizeH="0" baseline="0" noProof="0" dirty="0">
                  <a:ln>
                    <a:noFill/>
                  </a:ln>
                  <a:solidFill>
                    <a:schemeClr val="accent2"/>
                  </a:solidFill>
                  <a:effectLst/>
                </a:rPr>
                <a:t>1, 2, </a:t>
              </a:r>
              <a:r>
                <a:rPr lang="fr-FR" sz="1067" b="1" noProof="0" dirty="0">
                  <a:solidFill>
                    <a:schemeClr val="accent2"/>
                  </a:solidFill>
                </a:rPr>
                <a:t>n</a:t>
              </a:r>
              <a:endParaRPr kumimoji="0" lang="fr-FR" sz="1067" b="1" i="0" u="none" strike="noStrike" cap="none" normalizeH="0" baseline="0" noProof="0" dirty="0">
                <a:ln>
                  <a:noFill/>
                </a:ln>
                <a:solidFill>
                  <a:schemeClr val="accent2"/>
                </a:solidFill>
                <a:effectLst/>
              </a:endParaRPr>
            </a:p>
          </p:txBody>
        </p:sp>
        <p:sp>
          <p:nvSpPr>
            <p:cNvPr id="25" name="ZoneTexte 31">
              <a:extLst>
                <a:ext uri="{FF2B5EF4-FFF2-40B4-BE49-F238E27FC236}">
                  <a16:creationId xmlns:a16="http://schemas.microsoft.com/office/drawing/2014/main" id="{0489E4CB-42E4-F5D2-78E3-63BA277C3077}"/>
                </a:ext>
              </a:extLst>
            </p:cNvPr>
            <p:cNvSpPr txBox="1"/>
            <p:nvPr/>
          </p:nvSpPr>
          <p:spPr>
            <a:xfrm>
              <a:off x="3554318" y="4496004"/>
              <a:ext cx="1282307" cy="461665"/>
            </a:xfrm>
            <a:prstGeom prst="rect">
              <a:avLst/>
            </a:prstGeom>
            <a:noFill/>
          </p:spPr>
          <p:txBody>
            <a:bodyPr wrap="square" rtlCol="0">
              <a:spAutoFit/>
            </a:bodyPr>
            <a:lstStyle/>
            <a:p>
              <a:pPr lvl="0" algn="ctr" eaLnBrk="0" fontAlgn="base" hangingPunct="0">
                <a:spcAft>
                  <a:spcPct val="0"/>
                </a:spcAft>
              </a:pPr>
              <a:r>
                <a:rPr lang="fr-FR" sz="1067" b="1" noProof="0" dirty="0">
                  <a:solidFill>
                    <a:schemeClr val="accent2"/>
                  </a:solidFill>
                </a:rPr>
                <a:t>Validation du domaine</a:t>
              </a:r>
              <a:endParaRPr kumimoji="0" lang="fr-FR" sz="1067" b="1" i="0" u="none" strike="noStrike" cap="none" normalizeH="0" baseline="0" noProof="0" dirty="0">
                <a:ln>
                  <a:noFill/>
                </a:ln>
                <a:solidFill>
                  <a:schemeClr val="accent2"/>
                </a:solidFill>
                <a:effectLst/>
              </a:endParaRPr>
            </a:p>
          </p:txBody>
        </p:sp>
        <p:sp>
          <p:nvSpPr>
            <p:cNvPr id="26" name="Rectangle : coins arrondis 46">
              <a:extLst>
                <a:ext uri="{FF2B5EF4-FFF2-40B4-BE49-F238E27FC236}">
                  <a16:creationId xmlns:a16="http://schemas.microsoft.com/office/drawing/2014/main" id="{844C6666-7015-6479-6594-AA8D7284C1F2}"/>
                </a:ext>
              </a:extLst>
            </p:cNvPr>
            <p:cNvSpPr/>
            <p:nvPr/>
          </p:nvSpPr>
          <p:spPr>
            <a:xfrm>
              <a:off x="3556520" y="4473791"/>
              <a:ext cx="1277903" cy="495822"/>
            </a:xfrm>
            <a:prstGeom prst="roundRect">
              <a:avLst/>
            </a:prstGeom>
            <a:noFill/>
            <a:ln w="19050">
              <a:solidFill>
                <a:srgbClr val="CD53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b="1" noProof="0" dirty="0"/>
            </a:p>
          </p:txBody>
        </p:sp>
        <p:sp>
          <p:nvSpPr>
            <p:cNvPr id="27" name="Organigramme : Délai 33">
              <a:extLst>
                <a:ext uri="{FF2B5EF4-FFF2-40B4-BE49-F238E27FC236}">
                  <a16:creationId xmlns:a16="http://schemas.microsoft.com/office/drawing/2014/main" id="{DD5566ED-9DB1-6A00-76B7-5609B7AE5E6F}"/>
                </a:ext>
              </a:extLst>
            </p:cNvPr>
            <p:cNvSpPr/>
            <p:nvPr/>
          </p:nvSpPr>
          <p:spPr>
            <a:xfrm>
              <a:off x="5044958" y="4515054"/>
              <a:ext cx="74574" cy="413296"/>
            </a:xfrm>
            <a:prstGeom prst="flowChartDelay">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noProof="0" dirty="0"/>
            </a:p>
          </p:txBody>
        </p:sp>
        <p:sp>
          <p:nvSpPr>
            <p:cNvPr id="28" name="Organigramme : Délai 34">
              <a:extLst>
                <a:ext uri="{FF2B5EF4-FFF2-40B4-BE49-F238E27FC236}">
                  <a16:creationId xmlns:a16="http://schemas.microsoft.com/office/drawing/2014/main" id="{BA42A84E-0800-0319-9E29-71F9A60E6446}"/>
                </a:ext>
              </a:extLst>
            </p:cNvPr>
            <p:cNvSpPr/>
            <p:nvPr/>
          </p:nvSpPr>
          <p:spPr>
            <a:xfrm>
              <a:off x="6535345" y="4515054"/>
              <a:ext cx="73627" cy="413296"/>
            </a:xfrm>
            <a:prstGeom prst="flowChartDelay">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noProof="0" dirty="0"/>
            </a:p>
          </p:txBody>
        </p:sp>
        <p:sp>
          <p:nvSpPr>
            <p:cNvPr id="29" name="Organigramme : Délai 35">
              <a:extLst>
                <a:ext uri="{FF2B5EF4-FFF2-40B4-BE49-F238E27FC236}">
                  <a16:creationId xmlns:a16="http://schemas.microsoft.com/office/drawing/2014/main" id="{B0291349-D401-6C1B-0BA1-936F8DA656D3}"/>
                </a:ext>
              </a:extLst>
            </p:cNvPr>
            <p:cNvSpPr/>
            <p:nvPr/>
          </p:nvSpPr>
          <p:spPr>
            <a:xfrm>
              <a:off x="8024785" y="4515054"/>
              <a:ext cx="73627" cy="413296"/>
            </a:xfrm>
            <a:prstGeom prst="flowChartDelay">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noProof="0" dirty="0"/>
            </a:p>
          </p:txBody>
        </p:sp>
        <p:sp>
          <p:nvSpPr>
            <p:cNvPr id="30" name="ZoneTexte 36">
              <a:extLst>
                <a:ext uri="{FF2B5EF4-FFF2-40B4-BE49-F238E27FC236}">
                  <a16:creationId xmlns:a16="http://schemas.microsoft.com/office/drawing/2014/main" id="{62B64F63-A1E0-8252-D825-061E1CEB0A37}"/>
                </a:ext>
              </a:extLst>
            </p:cNvPr>
            <p:cNvSpPr txBox="1"/>
            <p:nvPr/>
          </p:nvSpPr>
          <p:spPr>
            <a:xfrm>
              <a:off x="5111956" y="4537036"/>
              <a:ext cx="1335065" cy="369332"/>
            </a:xfrm>
            <a:prstGeom prst="rect">
              <a:avLst/>
            </a:prstGeom>
            <a:noFill/>
          </p:spPr>
          <p:txBody>
            <a:bodyPr wrap="square">
              <a:spAutoFit/>
            </a:bodyPr>
            <a:lstStyle/>
            <a:p>
              <a:pPr lvl="0" eaLnBrk="0" fontAlgn="base" hangingPunct="0">
                <a:spcBef>
                  <a:spcPct val="0"/>
                </a:spcBef>
                <a:spcAft>
                  <a:spcPct val="0"/>
                </a:spcAft>
              </a:pPr>
              <a:r>
                <a:rPr lang="fr-FR" sz="800" b="1" noProof="0" dirty="0"/>
                <a:t>Tests</a:t>
              </a:r>
            </a:p>
            <a:p>
              <a:pPr lvl="0" eaLnBrk="0" fontAlgn="base" hangingPunct="0">
                <a:spcBef>
                  <a:spcPct val="0"/>
                </a:spcBef>
                <a:spcAft>
                  <a:spcPct val="0"/>
                </a:spcAft>
              </a:pPr>
              <a:r>
                <a:rPr lang="fr-FR" sz="800" b="1" noProof="0" dirty="0"/>
                <a:t>d’implémentation</a:t>
              </a:r>
            </a:p>
          </p:txBody>
        </p:sp>
        <p:sp>
          <p:nvSpPr>
            <p:cNvPr id="31" name="ZoneTexte 37">
              <a:extLst>
                <a:ext uri="{FF2B5EF4-FFF2-40B4-BE49-F238E27FC236}">
                  <a16:creationId xmlns:a16="http://schemas.microsoft.com/office/drawing/2014/main" id="{04D7519E-A4D6-3F89-2054-A96B395DB8E0}"/>
                </a:ext>
              </a:extLst>
            </p:cNvPr>
            <p:cNvSpPr txBox="1"/>
            <p:nvPr/>
          </p:nvSpPr>
          <p:spPr>
            <a:xfrm>
              <a:off x="6621417" y="4537036"/>
              <a:ext cx="1055486" cy="369332"/>
            </a:xfrm>
            <a:prstGeom prst="rect">
              <a:avLst/>
            </a:prstGeom>
            <a:noFill/>
          </p:spPr>
          <p:txBody>
            <a:bodyPr wrap="square">
              <a:spAutoFit/>
            </a:bodyPr>
            <a:lstStyle/>
            <a:p>
              <a:pPr lvl="0" eaLnBrk="0" fontAlgn="base" hangingPunct="0">
                <a:spcBef>
                  <a:spcPct val="0"/>
                </a:spcBef>
                <a:spcAft>
                  <a:spcPct val="0"/>
                </a:spcAft>
              </a:pPr>
              <a:r>
                <a:rPr lang="fr-FR" sz="800" b="1" noProof="0" dirty="0"/>
                <a:t>Démo complète du domaine</a:t>
              </a:r>
            </a:p>
          </p:txBody>
        </p:sp>
        <p:sp>
          <p:nvSpPr>
            <p:cNvPr id="32" name="ZoneTexte 38">
              <a:extLst>
                <a:ext uri="{FF2B5EF4-FFF2-40B4-BE49-F238E27FC236}">
                  <a16:creationId xmlns:a16="http://schemas.microsoft.com/office/drawing/2014/main" id="{BCF7FCCC-9BE0-FE26-FFD6-052438E771FB}"/>
                </a:ext>
              </a:extLst>
            </p:cNvPr>
            <p:cNvSpPr txBox="1"/>
            <p:nvPr/>
          </p:nvSpPr>
          <p:spPr>
            <a:xfrm>
              <a:off x="8098412" y="4467787"/>
              <a:ext cx="1295933" cy="507831"/>
            </a:xfrm>
            <a:prstGeom prst="rect">
              <a:avLst/>
            </a:prstGeom>
            <a:noFill/>
          </p:spPr>
          <p:txBody>
            <a:bodyPr wrap="square">
              <a:spAutoFit/>
            </a:bodyPr>
            <a:lstStyle/>
            <a:p>
              <a:pPr lvl="0" eaLnBrk="0" fontAlgn="base" hangingPunct="0">
                <a:spcBef>
                  <a:spcPct val="0"/>
                </a:spcBef>
                <a:spcAft>
                  <a:spcPct val="0"/>
                </a:spcAft>
              </a:pPr>
              <a:r>
                <a:rPr lang="fr-FR" sz="800" b="1" noProof="0" dirty="0"/>
                <a:t>Tests implémentation &amp; feedback client</a:t>
              </a:r>
            </a:p>
          </p:txBody>
        </p:sp>
        <p:sp>
          <p:nvSpPr>
            <p:cNvPr id="33" name="Organigramme : Délai 39">
              <a:extLst>
                <a:ext uri="{FF2B5EF4-FFF2-40B4-BE49-F238E27FC236}">
                  <a16:creationId xmlns:a16="http://schemas.microsoft.com/office/drawing/2014/main" id="{FCF4055C-A446-2578-C7CC-E54ABA068026}"/>
                </a:ext>
              </a:extLst>
            </p:cNvPr>
            <p:cNvSpPr/>
            <p:nvPr/>
          </p:nvSpPr>
          <p:spPr>
            <a:xfrm>
              <a:off x="9514225" y="4515054"/>
              <a:ext cx="73627" cy="413296"/>
            </a:xfrm>
            <a:prstGeom prst="flowChartDelay">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noProof="0" dirty="0"/>
            </a:p>
          </p:txBody>
        </p:sp>
        <p:sp>
          <p:nvSpPr>
            <p:cNvPr id="34" name="ZoneTexte 40">
              <a:extLst>
                <a:ext uri="{FF2B5EF4-FFF2-40B4-BE49-F238E27FC236}">
                  <a16:creationId xmlns:a16="http://schemas.microsoft.com/office/drawing/2014/main" id="{DAF46907-FD27-C8AC-3E2D-44BB9C34AFC4}"/>
                </a:ext>
              </a:extLst>
            </p:cNvPr>
            <p:cNvSpPr txBox="1"/>
            <p:nvPr/>
          </p:nvSpPr>
          <p:spPr>
            <a:xfrm>
              <a:off x="9587852" y="4537036"/>
              <a:ext cx="1222306" cy="369332"/>
            </a:xfrm>
            <a:prstGeom prst="rect">
              <a:avLst/>
            </a:prstGeom>
            <a:noFill/>
          </p:spPr>
          <p:txBody>
            <a:bodyPr wrap="square">
              <a:spAutoFit/>
            </a:bodyPr>
            <a:lstStyle/>
            <a:p>
              <a:pPr lvl="0" eaLnBrk="0" fontAlgn="base" hangingPunct="0">
                <a:spcBef>
                  <a:spcPct val="0"/>
                </a:spcBef>
                <a:spcAft>
                  <a:spcPct val="0"/>
                </a:spcAft>
              </a:pPr>
              <a:r>
                <a:rPr lang="fr-FR" sz="800" b="1" noProof="0" dirty="0"/>
                <a:t>Gestion des feedbacks</a:t>
              </a:r>
            </a:p>
          </p:txBody>
        </p:sp>
        <p:sp>
          <p:nvSpPr>
            <p:cNvPr id="35" name="Organigramme : Délai 41">
              <a:extLst>
                <a:ext uri="{FF2B5EF4-FFF2-40B4-BE49-F238E27FC236}">
                  <a16:creationId xmlns:a16="http://schemas.microsoft.com/office/drawing/2014/main" id="{54C8C9DF-F57F-DFA2-0B7E-C799DD7678E4}"/>
                </a:ext>
              </a:extLst>
            </p:cNvPr>
            <p:cNvSpPr/>
            <p:nvPr/>
          </p:nvSpPr>
          <p:spPr>
            <a:xfrm>
              <a:off x="11003665" y="4515054"/>
              <a:ext cx="73627" cy="413296"/>
            </a:xfrm>
            <a:prstGeom prst="flowChartDelay">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noProof="0" dirty="0"/>
            </a:p>
          </p:txBody>
        </p:sp>
        <p:sp>
          <p:nvSpPr>
            <p:cNvPr id="36" name="ZoneTexte 42">
              <a:extLst>
                <a:ext uri="{FF2B5EF4-FFF2-40B4-BE49-F238E27FC236}">
                  <a16:creationId xmlns:a16="http://schemas.microsoft.com/office/drawing/2014/main" id="{8EA88C5E-8DA6-CDA4-973D-DC4C42A0E603}"/>
                </a:ext>
              </a:extLst>
            </p:cNvPr>
            <p:cNvSpPr txBox="1"/>
            <p:nvPr/>
          </p:nvSpPr>
          <p:spPr>
            <a:xfrm>
              <a:off x="11077292" y="4467787"/>
              <a:ext cx="1148679" cy="507831"/>
            </a:xfrm>
            <a:prstGeom prst="rect">
              <a:avLst/>
            </a:prstGeom>
            <a:noFill/>
          </p:spPr>
          <p:txBody>
            <a:bodyPr wrap="square">
              <a:spAutoFit/>
            </a:bodyPr>
            <a:lstStyle/>
            <a:p>
              <a:pPr lvl="0" eaLnBrk="0" fontAlgn="base" hangingPunct="0">
                <a:spcBef>
                  <a:spcPct val="0"/>
                </a:spcBef>
                <a:spcAft>
                  <a:spcPct val="0"/>
                </a:spcAft>
              </a:pPr>
              <a:r>
                <a:rPr lang="fr-FR" sz="800" b="1" noProof="0" dirty="0"/>
                <a:t>Validation du domaine &amp; </a:t>
              </a:r>
            </a:p>
            <a:p>
              <a:pPr lvl="0" eaLnBrk="0" fontAlgn="base" hangingPunct="0">
                <a:spcBef>
                  <a:spcPct val="0"/>
                </a:spcBef>
                <a:spcAft>
                  <a:spcPct val="0"/>
                </a:spcAft>
              </a:pPr>
              <a:r>
                <a:rPr lang="fr-FR" sz="800" b="1" noProof="0" dirty="0"/>
                <a:t>MEP domaine</a:t>
              </a:r>
            </a:p>
          </p:txBody>
        </p:sp>
        <p:sp>
          <p:nvSpPr>
            <p:cNvPr id="37" name="Organigramme : Délai 66">
              <a:extLst>
                <a:ext uri="{FF2B5EF4-FFF2-40B4-BE49-F238E27FC236}">
                  <a16:creationId xmlns:a16="http://schemas.microsoft.com/office/drawing/2014/main" id="{90E45CA2-A89E-E79B-C12D-F63F2B330B7A}"/>
                </a:ext>
              </a:extLst>
            </p:cNvPr>
            <p:cNvSpPr/>
            <p:nvPr/>
          </p:nvSpPr>
          <p:spPr>
            <a:xfrm>
              <a:off x="9513753" y="3875865"/>
              <a:ext cx="74574" cy="413296"/>
            </a:xfrm>
            <a:prstGeom prst="flowChartDelay">
              <a:avLst/>
            </a:prstGeom>
            <a:gradFill>
              <a:gsLst>
                <a:gs pos="35000">
                  <a:srgbClr val="CD5358"/>
                </a:gs>
                <a:gs pos="0">
                  <a:srgbClr val="CD5358"/>
                </a:gs>
                <a:gs pos="100000">
                  <a:srgbClr val="BA131A"/>
                </a:gs>
              </a:gsLst>
              <a:path path="rect">
                <a:fillToRect l="100000" t="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noProof="0" dirty="0"/>
            </a:p>
          </p:txBody>
        </p:sp>
        <p:grpSp>
          <p:nvGrpSpPr>
            <p:cNvPr id="38" name="Groupe 72">
              <a:extLst>
                <a:ext uri="{FF2B5EF4-FFF2-40B4-BE49-F238E27FC236}">
                  <a16:creationId xmlns:a16="http://schemas.microsoft.com/office/drawing/2014/main" id="{008AA4B5-CA48-6526-2A4F-AE4923A929F2}"/>
                </a:ext>
              </a:extLst>
            </p:cNvPr>
            <p:cNvGrpSpPr/>
            <p:nvPr/>
          </p:nvGrpSpPr>
          <p:grpSpPr>
            <a:xfrm>
              <a:off x="3445320" y="2690651"/>
              <a:ext cx="1578875" cy="2777722"/>
              <a:chOff x="3211532" y="2690651"/>
              <a:chExt cx="1810155" cy="2777722"/>
            </a:xfrm>
          </p:grpSpPr>
          <p:sp>
            <p:nvSpPr>
              <p:cNvPr id="39" name="Rectangle : coins arrondis 67">
                <a:extLst>
                  <a:ext uri="{FF2B5EF4-FFF2-40B4-BE49-F238E27FC236}">
                    <a16:creationId xmlns:a16="http://schemas.microsoft.com/office/drawing/2014/main" id="{AA287F23-1818-3DE0-8885-3F4F8AE8D6BA}"/>
                  </a:ext>
                </a:extLst>
              </p:cNvPr>
              <p:cNvSpPr/>
              <p:nvPr/>
            </p:nvSpPr>
            <p:spPr>
              <a:xfrm>
                <a:off x="3211532" y="2690651"/>
                <a:ext cx="1704945" cy="2777722"/>
              </a:xfrm>
              <a:prstGeom prst="roundRect">
                <a:avLst/>
              </a:prstGeom>
              <a:noFill/>
              <a:ln w="38100">
                <a:solidFill>
                  <a:srgbClr val="CD53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b="1" noProof="0" dirty="0"/>
              </a:p>
            </p:txBody>
          </p:sp>
          <p:sp>
            <p:nvSpPr>
              <p:cNvPr id="40" name="Rectangle 68">
                <a:extLst>
                  <a:ext uri="{FF2B5EF4-FFF2-40B4-BE49-F238E27FC236}">
                    <a16:creationId xmlns:a16="http://schemas.microsoft.com/office/drawing/2014/main" id="{10519021-2C74-B19A-F669-03663F0C8556}"/>
                  </a:ext>
                </a:extLst>
              </p:cNvPr>
              <p:cNvSpPr/>
              <p:nvPr/>
            </p:nvSpPr>
            <p:spPr>
              <a:xfrm>
                <a:off x="4796367" y="3179667"/>
                <a:ext cx="225320" cy="24933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41" name="Ellipse 70">
                <a:extLst>
                  <a:ext uri="{FF2B5EF4-FFF2-40B4-BE49-F238E27FC236}">
                    <a16:creationId xmlns:a16="http://schemas.microsoft.com/office/drawing/2014/main" id="{6A8D49C5-6ABA-594F-248F-635C39FBE557}"/>
                  </a:ext>
                </a:extLst>
              </p:cNvPr>
              <p:cNvSpPr/>
              <p:nvPr/>
            </p:nvSpPr>
            <p:spPr>
              <a:xfrm>
                <a:off x="4876016" y="3139337"/>
                <a:ext cx="80922" cy="80659"/>
              </a:xfrm>
              <a:prstGeom prst="ellipse">
                <a:avLst/>
              </a:prstGeom>
              <a:solidFill>
                <a:srgbClr val="CD5358"/>
              </a:solidFill>
              <a:ln>
                <a:solidFill>
                  <a:srgbClr val="CD53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noProof="0" dirty="0"/>
              </a:p>
            </p:txBody>
          </p:sp>
          <p:sp>
            <p:nvSpPr>
              <p:cNvPr id="42" name="Triangle isocèle 71">
                <a:extLst>
                  <a:ext uri="{FF2B5EF4-FFF2-40B4-BE49-F238E27FC236}">
                    <a16:creationId xmlns:a16="http://schemas.microsoft.com/office/drawing/2014/main" id="{53721D4D-6CAB-9F99-FE41-1BE0F72B5DB9}"/>
                  </a:ext>
                </a:extLst>
              </p:cNvPr>
              <p:cNvSpPr/>
              <p:nvPr/>
            </p:nvSpPr>
            <p:spPr>
              <a:xfrm>
                <a:off x="4856062" y="3354848"/>
                <a:ext cx="115976" cy="99656"/>
              </a:xfrm>
              <a:prstGeom prst="triangle">
                <a:avLst/>
              </a:prstGeom>
              <a:solidFill>
                <a:srgbClr val="CD53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noProof="0" dirty="0"/>
              </a:p>
            </p:txBody>
          </p:sp>
        </p:grpSp>
        <p:sp>
          <p:nvSpPr>
            <p:cNvPr id="43" name="Organigramme : Délai 73">
              <a:extLst>
                <a:ext uri="{FF2B5EF4-FFF2-40B4-BE49-F238E27FC236}">
                  <a16:creationId xmlns:a16="http://schemas.microsoft.com/office/drawing/2014/main" id="{960041BF-FB4C-E6EB-5689-91889D7B0977}"/>
                </a:ext>
              </a:extLst>
            </p:cNvPr>
            <p:cNvSpPr/>
            <p:nvPr/>
          </p:nvSpPr>
          <p:spPr>
            <a:xfrm>
              <a:off x="6554739" y="6055562"/>
              <a:ext cx="74923" cy="365125"/>
            </a:xfrm>
            <a:prstGeom prst="flowChartDelay">
              <a:avLst/>
            </a:prstGeom>
            <a:gradFill>
              <a:gsLst>
                <a:gs pos="35000">
                  <a:srgbClr val="CD5358"/>
                </a:gs>
                <a:gs pos="0">
                  <a:srgbClr val="CD5358"/>
                </a:gs>
                <a:gs pos="100000">
                  <a:srgbClr val="BA131A"/>
                </a:gs>
              </a:gsLst>
              <a:path path="rect">
                <a:fillToRect l="100000" t="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noProof="0" dirty="0"/>
            </a:p>
          </p:txBody>
        </p:sp>
        <p:sp>
          <p:nvSpPr>
            <p:cNvPr id="44" name="ZoneTexte 74">
              <a:extLst>
                <a:ext uri="{FF2B5EF4-FFF2-40B4-BE49-F238E27FC236}">
                  <a16:creationId xmlns:a16="http://schemas.microsoft.com/office/drawing/2014/main" id="{BA965752-52F7-E9BF-0F93-FE3CBB1E2844}"/>
                </a:ext>
              </a:extLst>
            </p:cNvPr>
            <p:cNvSpPr txBox="1"/>
            <p:nvPr/>
          </p:nvSpPr>
          <p:spPr>
            <a:xfrm>
              <a:off x="6616064" y="6053458"/>
              <a:ext cx="723149" cy="369332"/>
            </a:xfrm>
            <a:prstGeom prst="rect">
              <a:avLst/>
            </a:prstGeom>
            <a:noFill/>
          </p:spPr>
          <p:txBody>
            <a:bodyPr wrap="square">
              <a:spAutoFit/>
            </a:bodyPr>
            <a:lstStyle/>
            <a:p>
              <a:pPr lvl="0" defTabSz="914400" eaLnBrk="0" fontAlgn="base" hangingPunct="0">
                <a:spcBef>
                  <a:spcPct val="0"/>
                </a:spcBef>
                <a:spcAft>
                  <a:spcPct val="0"/>
                </a:spcAft>
              </a:pPr>
              <a:r>
                <a:rPr lang="fr-FR" sz="800" b="1" noProof="0" dirty="0"/>
                <a:t>Client &amp; Captivea</a:t>
              </a:r>
            </a:p>
          </p:txBody>
        </p:sp>
        <p:sp>
          <p:nvSpPr>
            <p:cNvPr id="45" name="Organigramme : Délai 75">
              <a:extLst>
                <a:ext uri="{FF2B5EF4-FFF2-40B4-BE49-F238E27FC236}">
                  <a16:creationId xmlns:a16="http://schemas.microsoft.com/office/drawing/2014/main" id="{32D39A0D-429C-A4E2-0D1A-EE0AEC4EF121}"/>
                </a:ext>
              </a:extLst>
            </p:cNvPr>
            <p:cNvSpPr/>
            <p:nvPr/>
          </p:nvSpPr>
          <p:spPr>
            <a:xfrm>
              <a:off x="8022683" y="6055562"/>
              <a:ext cx="74923" cy="365125"/>
            </a:xfrm>
            <a:prstGeom prst="flowChartDelay">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noProof="0" dirty="0"/>
            </a:p>
          </p:txBody>
        </p:sp>
        <p:sp>
          <p:nvSpPr>
            <p:cNvPr id="46" name="ZoneTexte 76">
              <a:extLst>
                <a:ext uri="{FF2B5EF4-FFF2-40B4-BE49-F238E27FC236}">
                  <a16:creationId xmlns:a16="http://schemas.microsoft.com/office/drawing/2014/main" id="{00BADBB4-BA79-6927-8409-F235F415FA5B}"/>
                </a:ext>
              </a:extLst>
            </p:cNvPr>
            <p:cNvSpPr txBox="1"/>
            <p:nvPr/>
          </p:nvSpPr>
          <p:spPr>
            <a:xfrm>
              <a:off x="8093135" y="6122708"/>
              <a:ext cx="723149" cy="230832"/>
            </a:xfrm>
            <a:prstGeom prst="rect">
              <a:avLst/>
            </a:prstGeom>
            <a:noFill/>
          </p:spPr>
          <p:txBody>
            <a:bodyPr wrap="square">
              <a:spAutoFit/>
            </a:bodyPr>
            <a:lstStyle/>
            <a:p>
              <a:pPr lvl="0" defTabSz="914400" eaLnBrk="0" fontAlgn="base" hangingPunct="0">
                <a:spcBef>
                  <a:spcPct val="0"/>
                </a:spcBef>
                <a:spcAft>
                  <a:spcPct val="0"/>
                </a:spcAft>
              </a:pPr>
              <a:r>
                <a:rPr lang="fr-FR" sz="800" b="1" noProof="0" dirty="0"/>
                <a:t>Client</a:t>
              </a:r>
            </a:p>
          </p:txBody>
        </p:sp>
        <p:sp>
          <p:nvSpPr>
            <p:cNvPr id="47" name="Organigramme : Délai 77">
              <a:extLst>
                <a:ext uri="{FF2B5EF4-FFF2-40B4-BE49-F238E27FC236}">
                  <a16:creationId xmlns:a16="http://schemas.microsoft.com/office/drawing/2014/main" id="{2A26EE66-664E-07D5-936C-33F3F9434CD8}"/>
                </a:ext>
              </a:extLst>
            </p:cNvPr>
            <p:cNvSpPr/>
            <p:nvPr/>
          </p:nvSpPr>
          <p:spPr>
            <a:xfrm>
              <a:off x="9513753" y="6055562"/>
              <a:ext cx="74924" cy="365125"/>
            </a:xfrm>
            <a:prstGeom prst="flowChartDelay">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noProof="0" dirty="0"/>
            </a:p>
          </p:txBody>
        </p:sp>
        <p:sp>
          <p:nvSpPr>
            <p:cNvPr id="48" name="ZoneTexte 78">
              <a:extLst>
                <a:ext uri="{FF2B5EF4-FFF2-40B4-BE49-F238E27FC236}">
                  <a16:creationId xmlns:a16="http://schemas.microsoft.com/office/drawing/2014/main" id="{A4EC44C8-7E59-CE59-CAFD-70766C513473}"/>
                </a:ext>
              </a:extLst>
            </p:cNvPr>
            <p:cNvSpPr txBox="1"/>
            <p:nvPr/>
          </p:nvSpPr>
          <p:spPr>
            <a:xfrm>
              <a:off x="9588677" y="6122708"/>
              <a:ext cx="723149" cy="230832"/>
            </a:xfrm>
            <a:prstGeom prst="rect">
              <a:avLst/>
            </a:prstGeom>
            <a:noFill/>
          </p:spPr>
          <p:txBody>
            <a:bodyPr wrap="square">
              <a:spAutoFit/>
            </a:bodyPr>
            <a:lstStyle/>
            <a:p>
              <a:pPr lvl="0" defTabSz="914400" eaLnBrk="0" fontAlgn="base" hangingPunct="0">
                <a:spcBef>
                  <a:spcPct val="0"/>
                </a:spcBef>
                <a:spcAft>
                  <a:spcPct val="0"/>
                </a:spcAft>
              </a:pPr>
              <a:r>
                <a:rPr lang="fr-FR" sz="800" b="1" noProof="0" dirty="0"/>
                <a:t>Captivea</a:t>
              </a:r>
            </a:p>
          </p:txBody>
        </p:sp>
        <p:sp>
          <p:nvSpPr>
            <p:cNvPr id="49" name="Ellipse 80">
              <a:extLst>
                <a:ext uri="{FF2B5EF4-FFF2-40B4-BE49-F238E27FC236}">
                  <a16:creationId xmlns:a16="http://schemas.microsoft.com/office/drawing/2014/main" id="{B8567788-99EA-BEE3-FC13-C2BB0CEC84AE}"/>
                </a:ext>
              </a:extLst>
            </p:cNvPr>
            <p:cNvSpPr/>
            <p:nvPr/>
          </p:nvSpPr>
          <p:spPr>
            <a:xfrm>
              <a:off x="86858" y="3905630"/>
              <a:ext cx="490762" cy="490762"/>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cxnSp>
          <p:nvCxnSpPr>
            <p:cNvPr id="50" name="Connecteur droit 84">
              <a:extLst>
                <a:ext uri="{FF2B5EF4-FFF2-40B4-BE49-F238E27FC236}">
                  <a16:creationId xmlns:a16="http://schemas.microsoft.com/office/drawing/2014/main" id="{48C81B33-160E-E805-756E-6C69EA5D242D}"/>
                </a:ext>
              </a:extLst>
            </p:cNvPr>
            <p:cNvCxnSpPr>
              <a:cxnSpLocks/>
              <a:stCxn id="81" idx="6"/>
            </p:cNvCxnSpPr>
            <p:nvPr/>
          </p:nvCxnSpPr>
          <p:spPr>
            <a:xfrm>
              <a:off x="577620" y="4151011"/>
              <a:ext cx="250244" cy="1"/>
            </a:xfrm>
            <a:prstGeom prst="line">
              <a:avLst/>
            </a:prstGeom>
            <a:ln w="28575"/>
          </p:spPr>
          <p:style>
            <a:lnRef idx="2">
              <a:schemeClr val="accent1"/>
            </a:lnRef>
            <a:fillRef idx="0">
              <a:schemeClr val="accent1"/>
            </a:fillRef>
            <a:effectRef idx="1">
              <a:schemeClr val="accent1"/>
            </a:effectRef>
            <a:fontRef idx="minor">
              <a:schemeClr val="tx1"/>
            </a:fontRef>
          </p:style>
        </p:cxnSp>
        <p:grpSp>
          <p:nvGrpSpPr>
            <p:cNvPr id="51" name="Google Shape;13526;p81">
              <a:extLst>
                <a:ext uri="{FF2B5EF4-FFF2-40B4-BE49-F238E27FC236}">
                  <a16:creationId xmlns:a16="http://schemas.microsoft.com/office/drawing/2014/main" id="{182B27D2-6842-9569-AD2A-B5E2DF38083A}"/>
                </a:ext>
              </a:extLst>
            </p:cNvPr>
            <p:cNvGrpSpPr/>
            <p:nvPr/>
          </p:nvGrpSpPr>
          <p:grpSpPr>
            <a:xfrm>
              <a:off x="176060" y="3992806"/>
              <a:ext cx="316433" cy="316409"/>
              <a:chOff x="-4478975" y="3251700"/>
              <a:chExt cx="293825" cy="293800"/>
            </a:xfrm>
            <a:solidFill>
              <a:schemeClr val="bg1"/>
            </a:solidFill>
          </p:grpSpPr>
          <p:sp>
            <p:nvSpPr>
              <p:cNvPr id="52" name="Google Shape;13527;p81">
                <a:extLst>
                  <a:ext uri="{FF2B5EF4-FFF2-40B4-BE49-F238E27FC236}">
                    <a16:creationId xmlns:a16="http://schemas.microsoft.com/office/drawing/2014/main" id="{924313FC-ADE1-7C3E-D044-9FFD98A0E169}"/>
                  </a:ext>
                </a:extLst>
              </p:cNvPr>
              <p:cNvSpPr/>
              <p:nvPr/>
            </p:nvSpPr>
            <p:spPr>
              <a:xfrm>
                <a:off x="-4375000" y="3365100"/>
                <a:ext cx="85075" cy="110900"/>
              </a:xfrm>
              <a:custGeom>
                <a:avLst/>
                <a:gdLst/>
                <a:ahLst/>
                <a:cxnLst/>
                <a:rect l="l" t="t" r="r" b="b"/>
                <a:pathLst>
                  <a:path w="3403" h="4436" extrusionOk="0">
                    <a:moveTo>
                      <a:pt x="662" y="1"/>
                    </a:moveTo>
                    <a:cubicBezTo>
                      <a:pt x="221" y="316"/>
                      <a:pt x="0" y="820"/>
                      <a:pt x="0" y="1387"/>
                    </a:cubicBezTo>
                    <a:cubicBezTo>
                      <a:pt x="0" y="2080"/>
                      <a:pt x="473" y="2773"/>
                      <a:pt x="1135" y="2994"/>
                    </a:cubicBezTo>
                    <a:cubicBezTo>
                      <a:pt x="1261" y="3025"/>
                      <a:pt x="1355" y="3183"/>
                      <a:pt x="1355" y="3309"/>
                    </a:cubicBezTo>
                    <a:lnTo>
                      <a:pt x="1355" y="4412"/>
                    </a:lnTo>
                    <a:cubicBezTo>
                      <a:pt x="1576" y="4427"/>
                      <a:pt x="1647" y="4435"/>
                      <a:pt x="1714" y="4435"/>
                    </a:cubicBezTo>
                    <a:cubicBezTo>
                      <a:pt x="1780" y="4435"/>
                      <a:pt x="1843" y="4427"/>
                      <a:pt x="2048" y="4412"/>
                    </a:cubicBezTo>
                    <a:lnTo>
                      <a:pt x="2048" y="3309"/>
                    </a:lnTo>
                    <a:cubicBezTo>
                      <a:pt x="2048" y="3151"/>
                      <a:pt x="2111" y="3025"/>
                      <a:pt x="2269" y="2994"/>
                    </a:cubicBezTo>
                    <a:cubicBezTo>
                      <a:pt x="2962" y="2710"/>
                      <a:pt x="3403" y="2080"/>
                      <a:pt x="3403" y="1387"/>
                    </a:cubicBezTo>
                    <a:cubicBezTo>
                      <a:pt x="3403" y="820"/>
                      <a:pt x="3119" y="316"/>
                      <a:pt x="2741" y="1"/>
                    </a:cubicBezTo>
                    <a:lnTo>
                      <a:pt x="2741" y="1387"/>
                    </a:lnTo>
                    <a:cubicBezTo>
                      <a:pt x="2741" y="1576"/>
                      <a:pt x="2584" y="1734"/>
                      <a:pt x="2395" y="1734"/>
                    </a:cubicBezTo>
                    <a:lnTo>
                      <a:pt x="1009" y="1734"/>
                    </a:lnTo>
                    <a:cubicBezTo>
                      <a:pt x="820" y="1734"/>
                      <a:pt x="662" y="1576"/>
                      <a:pt x="662" y="1387"/>
                    </a:cubicBezTo>
                    <a:lnTo>
                      <a:pt x="662" y="1"/>
                    </a:lnTo>
                    <a:close/>
                  </a:path>
                </a:pathLst>
              </a:custGeom>
              <a:grpFill/>
              <a:ln>
                <a:noFill/>
              </a:ln>
            </p:spPr>
            <p:txBody>
              <a:bodyPr spcFirstLastPara="1" wrap="square" lIns="121900" tIns="121900" rIns="121900" bIns="121900" anchor="ctr" anchorCtr="0">
                <a:noAutofit/>
              </a:bodyPr>
              <a:lstStyle/>
              <a:p>
                <a:endParaRPr lang="fr-FR" sz="2135" noProof="0" dirty="0"/>
              </a:p>
            </p:txBody>
          </p:sp>
          <p:sp>
            <p:nvSpPr>
              <p:cNvPr id="53" name="Google Shape;13528;p81">
                <a:extLst>
                  <a:ext uri="{FF2B5EF4-FFF2-40B4-BE49-F238E27FC236}">
                    <a16:creationId xmlns:a16="http://schemas.microsoft.com/office/drawing/2014/main" id="{56C38052-A23F-87E6-7A04-C8AF710B35C9}"/>
                  </a:ext>
                </a:extLst>
              </p:cNvPr>
              <p:cNvSpPr/>
              <p:nvPr/>
            </p:nvSpPr>
            <p:spPr>
              <a:xfrm>
                <a:off x="-4408875" y="3321800"/>
                <a:ext cx="154400" cy="148875"/>
              </a:xfrm>
              <a:custGeom>
                <a:avLst/>
                <a:gdLst/>
                <a:ahLst/>
                <a:cxnLst/>
                <a:rect l="l" t="t" r="r" b="b"/>
                <a:pathLst>
                  <a:path w="6176" h="5955" extrusionOk="0">
                    <a:moveTo>
                      <a:pt x="3057" y="0"/>
                    </a:moveTo>
                    <a:cubicBezTo>
                      <a:pt x="1387" y="0"/>
                      <a:pt x="1" y="1386"/>
                      <a:pt x="1" y="3088"/>
                    </a:cubicBezTo>
                    <a:cubicBezTo>
                      <a:pt x="1" y="4411"/>
                      <a:pt x="851" y="5545"/>
                      <a:pt x="2049" y="5954"/>
                    </a:cubicBezTo>
                    <a:lnTo>
                      <a:pt x="2049" y="5230"/>
                    </a:lnTo>
                    <a:cubicBezTo>
                      <a:pt x="1229" y="4852"/>
                      <a:pt x="662" y="4001"/>
                      <a:pt x="662" y="3088"/>
                    </a:cubicBezTo>
                    <a:cubicBezTo>
                      <a:pt x="662" y="2048"/>
                      <a:pt x="1292" y="1134"/>
                      <a:pt x="2269" y="819"/>
                    </a:cubicBezTo>
                    <a:cubicBezTo>
                      <a:pt x="2307" y="810"/>
                      <a:pt x="2344" y="805"/>
                      <a:pt x="2380" y="805"/>
                    </a:cubicBezTo>
                    <a:cubicBezTo>
                      <a:pt x="2583" y="805"/>
                      <a:pt x="2742" y="947"/>
                      <a:pt x="2742" y="1134"/>
                    </a:cubicBezTo>
                    <a:lnTo>
                      <a:pt x="2742" y="2710"/>
                    </a:lnTo>
                    <a:lnTo>
                      <a:pt x="3435" y="2710"/>
                    </a:lnTo>
                    <a:lnTo>
                      <a:pt x="3435" y="1134"/>
                    </a:lnTo>
                    <a:cubicBezTo>
                      <a:pt x="3435" y="947"/>
                      <a:pt x="3594" y="805"/>
                      <a:pt x="3796" y="805"/>
                    </a:cubicBezTo>
                    <a:cubicBezTo>
                      <a:pt x="3832" y="805"/>
                      <a:pt x="3869" y="810"/>
                      <a:pt x="3907" y="819"/>
                    </a:cubicBezTo>
                    <a:cubicBezTo>
                      <a:pt x="4852" y="1197"/>
                      <a:pt x="5514" y="2079"/>
                      <a:pt x="5514" y="3088"/>
                    </a:cubicBezTo>
                    <a:cubicBezTo>
                      <a:pt x="5514" y="4001"/>
                      <a:pt x="4947" y="4852"/>
                      <a:pt x="4128" y="5230"/>
                    </a:cubicBezTo>
                    <a:lnTo>
                      <a:pt x="4128" y="5954"/>
                    </a:lnTo>
                    <a:cubicBezTo>
                      <a:pt x="5325" y="5513"/>
                      <a:pt x="6176" y="4411"/>
                      <a:pt x="6176" y="3088"/>
                    </a:cubicBezTo>
                    <a:cubicBezTo>
                      <a:pt x="6144" y="1386"/>
                      <a:pt x="4758" y="0"/>
                      <a:pt x="3057" y="0"/>
                    </a:cubicBezTo>
                    <a:close/>
                  </a:path>
                </a:pathLst>
              </a:custGeom>
              <a:grpFill/>
              <a:ln>
                <a:noFill/>
              </a:ln>
            </p:spPr>
            <p:txBody>
              <a:bodyPr spcFirstLastPara="1" wrap="square" lIns="121900" tIns="121900" rIns="121900" bIns="121900" anchor="ctr" anchorCtr="0">
                <a:noAutofit/>
              </a:bodyPr>
              <a:lstStyle/>
              <a:p>
                <a:endParaRPr lang="fr-FR" sz="2135" noProof="0" dirty="0"/>
              </a:p>
            </p:txBody>
          </p:sp>
          <p:sp>
            <p:nvSpPr>
              <p:cNvPr id="54" name="Google Shape;13529;p81">
                <a:extLst>
                  <a:ext uri="{FF2B5EF4-FFF2-40B4-BE49-F238E27FC236}">
                    <a16:creationId xmlns:a16="http://schemas.microsoft.com/office/drawing/2014/main" id="{AFEB4270-4014-8BBF-9F26-19736D300474}"/>
                  </a:ext>
                </a:extLst>
              </p:cNvPr>
              <p:cNvSpPr/>
              <p:nvPr/>
            </p:nvSpPr>
            <p:spPr>
              <a:xfrm>
                <a:off x="-4478975" y="3251700"/>
                <a:ext cx="293825" cy="293800"/>
              </a:xfrm>
              <a:custGeom>
                <a:avLst/>
                <a:gdLst/>
                <a:ahLst/>
                <a:cxnLst/>
                <a:rect l="l" t="t" r="r" b="b"/>
                <a:pathLst>
                  <a:path w="11753" h="11752" extrusionOk="0">
                    <a:moveTo>
                      <a:pt x="5861" y="2111"/>
                    </a:moveTo>
                    <a:cubicBezTo>
                      <a:pt x="7972" y="2111"/>
                      <a:pt x="9641" y="3781"/>
                      <a:pt x="9641" y="5892"/>
                    </a:cubicBezTo>
                    <a:cubicBezTo>
                      <a:pt x="9610" y="7971"/>
                      <a:pt x="7909" y="9672"/>
                      <a:pt x="5861" y="9672"/>
                    </a:cubicBezTo>
                    <a:cubicBezTo>
                      <a:pt x="3781" y="9672"/>
                      <a:pt x="2080" y="7971"/>
                      <a:pt x="2080" y="5892"/>
                    </a:cubicBezTo>
                    <a:cubicBezTo>
                      <a:pt x="2080" y="3781"/>
                      <a:pt x="3781" y="2111"/>
                      <a:pt x="5861" y="2111"/>
                    </a:cubicBezTo>
                    <a:close/>
                    <a:moveTo>
                      <a:pt x="5168" y="0"/>
                    </a:moveTo>
                    <a:cubicBezTo>
                      <a:pt x="5010" y="0"/>
                      <a:pt x="4884" y="126"/>
                      <a:pt x="4853" y="284"/>
                    </a:cubicBezTo>
                    <a:lnTo>
                      <a:pt x="4695" y="882"/>
                    </a:lnTo>
                    <a:cubicBezTo>
                      <a:pt x="4128" y="1008"/>
                      <a:pt x="3624" y="1229"/>
                      <a:pt x="3120" y="1512"/>
                    </a:cubicBezTo>
                    <a:lnTo>
                      <a:pt x="2616" y="1197"/>
                    </a:lnTo>
                    <a:cubicBezTo>
                      <a:pt x="2557" y="1153"/>
                      <a:pt x="2485" y="1130"/>
                      <a:pt x="2412" y="1130"/>
                    </a:cubicBezTo>
                    <a:cubicBezTo>
                      <a:pt x="2328" y="1130"/>
                      <a:pt x="2242" y="1161"/>
                      <a:pt x="2175" y="1229"/>
                    </a:cubicBezTo>
                    <a:lnTo>
                      <a:pt x="1198" y="2205"/>
                    </a:lnTo>
                    <a:cubicBezTo>
                      <a:pt x="1072" y="2332"/>
                      <a:pt x="1072" y="2489"/>
                      <a:pt x="1135" y="2647"/>
                    </a:cubicBezTo>
                    <a:lnTo>
                      <a:pt x="1450" y="3151"/>
                    </a:lnTo>
                    <a:cubicBezTo>
                      <a:pt x="1135" y="3623"/>
                      <a:pt x="946" y="4190"/>
                      <a:pt x="820" y="4726"/>
                    </a:cubicBezTo>
                    <a:lnTo>
                      <a:pt x="284" y="4883"/>
                    </a:lnTo>
                    <a:cubicBezTo>
                      <a:pt x="127" y="4946"/>
                      <a:pt x="1" y="5041"/>
                      <a:pt x="1" y="5198"/>
                    </a:cubicBezTo>
                    <a:lnTo>
                      <a:pt x="1" y="6585"/>
                    </a:lnTo>
                    <a:cubicBezTo>
                      <a:pt x="1" y="6742"/>
                      <a:pt x="127" y="6868"/>
                      <a:pt x="284" y="6900"/>
                    </a:cubicBezTo>
                    <a:lnTo>
                      <a:pt x="820" y="7057"/>
                    </a:lnTo>
                    <a:cubicBezTo>
                      <a:pt x="946" y="7593"/>
                      <a:pt x="1198" y="8128"/>
                      <a:pt x="1450" y="8632"/>
                    </a:cubicBezTo>
                    <a:lnTo>
                      <a:pt x="1135" y="9137"/>
                    </a:lnTo>
                    <a:cubicBezTo>
                      <a:pt x="1072" y="9263"/>
                      <a:pt x="1072" y="9452"/>
                      <a:pt x="1198" y="9578"/>
                    </a:cubicBezTo>
                    <a:lnTo>
                      <a:pt x="2175" y="10554"/>
                    </a:lnTo>
                    <a:cubicBezTo>
                      <a:pt x="2248" y="10628"/>
                      <a:pt x="2333" y="10659"/>
                      <a:pt x="2422" y="10659"/>
                    </a:cubicBezTo>
                    <a:cubicBezTo>
                      <a:pt x="2485" y="10659"/>
                      <a:pt x="2550" y="10643"/>
                      <a:pt x="2616" y="10617"/>
                    </a:cubicBezTo>
                    <a:lnTo>
                      <a:pt x="3120" y="10302"/>
                    </a:lnTo>
                    <a:cubicBezTo>
                      <a:pt x="3592" y="10617"/>
                      <a:pt x="4128" y="10806"/>
                      <a:pt x="4695" y="10932"/>
                    </a:cubicBezTo>
                    <a:lnTo>
                      <a:pt x="4853" y="11468"/>
                    </a:lnTo>
                    <a:cubicBezTo>
                      <a:pt x="4884" y="11625"/>
                      <a:pt x="5010" y="11751"/>
                      <a:pt x="5168" y="11751"/>
                    </a:cubicBezTo>
                    <a:lnTo>
                      <a:pt x="6554" y="11751"/>
                    </a:lnTo>
                    <a:cubicBezTo>
                      <a:pt x="6711" y="11751"/>
                      <a:pt x="6806" y="11625"/>
                      <a:pt x="6869" y="11468"/>
                    </a:cubicBezTo>
                    <a:lnTo>
                      <a:pt x="7026" y="10932"/>
                    </a:lnTo>
                    <a:cubicBezTo>
                      <a:pt x="7562" y="10806"/>
                      <a:pt x="8066" y="10554"/>
                      <a:pt x="8602" y="10302"/>
                    </a:cubicBezTo>
                    <a:lnTo>
                      <a:pt x="9106" y="10617"/>
                    </a:lnTo>
                    <a:cubicBezTo>
                      <a:pt x="9158" y="10643"/>
                      <a:pt x="9221" y="10659"/>
                      <a:pt x="9286" y="10659"/>
                    </a:cubicBezTo>
                    <a:cubicBezTo>
                      <a:pt x="9378" y="10659"/>
                      <a:pt x="9473" y="10628"/>
                      <a:pt x="9547" y="10554"/>
                    </a:cubicBezTo>
                    <a:lnTo>
                      <a:pt x="10523" y="9578"/>
                    </a:lnTo>
                    <a:cubicBezTo>
                      <a:pt x="10649" y="9452"/>
                      <a:pt x="10649" y="9294"/>
                      <a:pt x="10555" y="9137"/>
                    </a:cubicBezTo>
                    <a:lnTo>
                      <a:pt x="10240" y="8632"/>
                    </a:lnTo>
                    <a:cubicBezTo>
                      <a:pt x="10555" y="8160"/>
                      <a:pt x="10744" y="7593"/>
                      <a:pt x="10870" y="7057"/>
                    </a:cubicBezTo>
                    <a:lnTo>
                      <a:pt x="11469" y="6900"/>
                    </a:lnTo>
                    <a:cubicBezTo>
                      <a:pt x="11626" y="6868"/>
                      <a:pt x="11752" y="6742"/>
                      <a:pt x="11752" y="6585"/>
                    </a:cubicBezTo>
                    <a:lnTo>
                      <a:pt x="11752" y="5198"/>
                    </a:lnTo>
                    <a:cubicBezTo>
                      <a:pt x="11752" y="5041"/>
                      <a:pt x="11626" y="4946"/>
                      <a:pt x="11469" y="4883"/>
                    </a:cubicBezTo>
                    <a:lnTo>
                      <a:pt x="10870" y="4726"/>
                    </a:lnTo>
                    <a:cubicBezTo>
                      <a:pt x="10744" y="4190"/>
                      <a:pt x="10523" y="3686"/>
                      <a:pt x="10240" y="3151"/>
                    </a:cubicBezTo>
                    <a:lnTo>
                      <a:pt x="10555" y="2647"/>
                    </a:lnTo>
                    <a:cubicBezTo>
                      <a:pt x="10649" y="2521"/>
                      <a:pt x="10649" y="2332"/>
                      <a:pt x="10523" y="2205"/>
                    </a:cubicBezTo>
                    <a:lnTo>
                      <a:pt x="9547" y="1229"/>
                    </a:lnTo>
                    <a:cubicBezTo>
                      <a:pt x="9479" y="1161"/>
                      <a:pt x="9403" y="1130"/>
                      <a:pt x="9322" y="1130"/>
                    </a:cubicBezTo>
                    <a:cubicBezTo>
                      <a:pt x="9252" y="1130"/>
                      <a:pt x="9179" y="1153"/>
                      <a:pt x="9106" y="1197"/>
                    </a:cubicBezTo>
                    <a:lnTo>
                      <a:pt x="8602" y="1512"/>
                    </a:lnTo>
                    <a:cubicBezTo>
                      <a:pt x="8129" y="1197"/>
                      <a:pt x="7562" y="1008"/>
                      <a:pt x="7026" y="882"/>
                    </a:cubicBezTo>
                    <a:lnTo>
                      <a:pt x="6869" y="284"/>
                    </a:lnTo>
                    <a:cubicBezTo>
                      <a:pt x="6806" y="126"/>
                      <a:pt x="6711" y="0"/>
                      <a:pt x="6554" y="0"/>
                    </a:cubicBezTo>
                    <a:close/>
                  </a:path>
                </a:pathLst>
              </a:custGeom>
              <a:grpFill/>
              <a:ln>
                <a:noFill/>
              </a:ln>
            </p:spPr>
            <p:txBody>
              <a:bodyPr spcFirstLastPara="1" wrap="square" lIns="121900" tIns="121900" rIns="121900" bIns="121900" anchor="ctr" anchorCtr="0">
                <a:noAutofit/>
              </a:bodyPr>
              <a:lstStyle/>
              <a:p>
                <a:endParaRPr lang="fr-FR" sz="2135" noProof="0" dirty="0"/>
              </a:p>
            </p:txBody>
          </p:sp>
        </p:grpSp>
      </p:gr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itre 3">
            <a:extLst>
              <a:ext uri="{FF2B5EF4-FFF2-40B4-BE49-F238E27FC236}">
                <a16:creationId xmlns:a16="http://schemas.microsoft.com/office/drawing/2014/main" id="{8BD760E0-1C2E-B527-7AEB-5989C44CA2B1}"/>
              </a:ext>
            </a:extLst>
          </p:cNvPr>
          <p:cNvSpPr>
            <a:spLocks noGrp="1"/>
          </p:cNvSpPr>
          <p:nvPr>
            <p:ph type="title"/>
          </p:nvPr>
        </p:nvSpPr>
        <p:spPr/>
        <p:txBody>
          <a:bodyPr/>
          <a:lstStyle/>
          <a:p>
            <a:pPr/>
            <a:r>
              <a:t>MISE EN PRODUCTION</a:t>
            </a:r>
            <a:endParaRPr lang="en-US"/>
          </a:p>
        </p:txBody>
      </p:sp>
      <p:sp>
        <p:nvSpPr>
          <p:cNvPr id="4" name="Espace réservé du texte 4">
            <a:extLst>
              <a:ext uri="{FF2B5EF4-FFF2-40B4-BE49-F238E27FC236}">
                <a16:creationId xmlns:a16="http://schemas.microsoft.com/office/drawing/2014/main" id="{9708AD2C-B952-9123-1A4E-8B4A44593D7A}"/>
              </a:ext>
            </a:extLst>
          </p:cNvPr>
          <p:cNvSpPr>
            <a:spLocks noGrp="1"/>
          </p:cNvSpPr>
          <p:nvPr>
            <p:ph type="body" sz="quarter" idx="13"/>
          </p:nvPr>
        </p:nvSpPr>
        <p:spPr/>
        <p:txBody>
          <a:bodyPr/>
          <a:lstStyle/>
          <a:p>
            <a:pPr/>
            <a:r>
              <a:t>IMPLÉMENTATION</a:t>
            </a:r>
            <a:endParaRPr lang="en-US"/>
          </a:p>
        </p:txBody>
      </p:sp>
      <p:grpSp>
        <p:nvGrpSpPr>
          <p:cNvPr id="5" name="Transplant"/>
          <p:cNvGrpSpPr/>
          <p:nvPr/>
        </p:nvGrpSpPr>
        <p:grpSpPr>
          <a:xfrm>
            <a:off x="694944" y="2162071"/>
            <a:ext cx="10799064" cy="3448257"/>
            <a:chOff x="86858" y="2698079"/>
            <a:chExt cx="11873630" cy="3791378"/>
          </a:xfrm>
        </p:grpSpPr>
        <p:sp>
          <p:nvSpPr>
            <p:cNvPr id="6" name="Rectangle : coins arrondis 6">
              <a:extLst>
                <a:ext uri="{FF2B5EF4-FFF2-40B4-BE49-F238E27FC236}">
                  <a16:creationId xmlns:a16="http://schemas.microsoft.com/office/drawing/2014/main" id="{7EF90D99-DB01-38FB-D860-9827B6A8F100}"/>
                </a:ext>
              </a:extLst>
            </p:cNvPr>
            <p:cNvSpPr/>
            <p:nvPr/>
          </p:nvSpPr>
          <p:spPr>
            <a:xfrm>
              <a:off x="819730" y="2698079"/>
              <a:ext cx="2503095" cy="3311003"/>
            </a:xfrm>
            <a:prstGeom prst="roundRect">
              <a:avLst>
                <a:gd name="adj" fmla="val 10296"/>
              </a:avLst>
            </a:prstGeom>
            <a:gradFill>
              <a:gsLst>
                <a:gs pos="0">
                  <a:srgbClr val="CD5358"/>
                </a:gs>
                <a:gs pos="100000">
                  <a:srgbClr val="BA131A"/>
                </a:gs>
              </a:gsLst>
              <a:lin ang="81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noProof="0" dirty="0"/>
            </a:p>
          </p:txBody>
        </p:sp>
        <p:sp>
          <p:nvSpPr>
            <p:cNvPr id="7" name="ZoneTexte 7">
              <a:extLst>
                <a:ext uri="{FF2B5EF4-FFF2-40B4-BE49-F238E27FC236}">
                  <a16:creationId xmlns:a16="http://schemas.microsoft.com/office/drawing/2014/main" id="{349F1F3A-1DF9-A3DF-A85D-6B741723CEB0}"/>
                </a:ext>
              </a:extLst>
            </p:cNvPr>
            <p:cNvSpPr txBox="1"/>
            <p:nvPr/>
          </p:nvSpPr>
          <p:spPr>
            <a:xfrm>
              <a:off x="925414" y="3661083"/>
              <a:ext cx="2291727" cy="1384995"/>
            </a:xfrm>
            <a:prstGeom prst="rect">
              <a:avLst/>
            </a:prstGeom>
            <a:noFill/>
          </p:spPr>
          <p:txBody>
            <a:bodyPr wrap="square">
              <a:spAutoFit/>
            </a:bodyPr>
            <a:lstStyle/>
            <a:p>
              <a:pPr lvl="0" eaLnBrk="0" fontAlgn="base" hangingPunct="0">
                <a:spcBef>
                  <a:spcPct val="0"/>
                </a:spcBef>
                <a:spcAft>
                  <a:spcPct val="0"/>
                </a:spcAft>
              </a:pPr>
              <a:r>
                <a:rPr lang="fr-FR" b="1" noProof="0" dirty="0">
                  <a:solidFill>
                    <a:schemeClr val="bg1"/>
                  </a:solidFill>
                </a:rPr>
                <a:t>MISE EN PRODUCTION</a:t>
              </a:r>
              <a:br>
                <a:rPr lang="fr-FR" b="1" noProof="0" dirty="0">
                  <a:solidFill>
                    <a:schemeClr val="bg1"/>
                  </a:solidFill>
                </a:rPr>
              </a:br>
              <a:r>
                <a:rPr lang="fr-FR" sz="1091" noProof="0" dirty="0">
                  <a:solidFill>
                    <a:schemeClr val="bg1"/>
                  </a:solidFill>
                </a:rPr>
                <a:t>Vous recevez une formation pour vos utilisateurs et validez toutes les fonctionnalités avant la mise en service</a:t>
              </a:r>
              <a:endParaRPr kumimoji="0" lang="fr-FR" sz="1091" i="0" u="none" strike="noStrike" cap="none" normalizeH="0" baseline="0" noProof="0" dirty="0">
                <a:ln>
                  <a:noFill/>
                </a:ln>
                <a:solidFill>
                  <a:schemeClr val="bg1"/>
                </a:solidFill>
                <a:effectLst/>
              </a:endParaRPr>
            </a:p>
          </p:txBody>
        </p:sp>
        <p:sp>
          <p:nvSpPr>
            <p:cNvPr id="8" name="ZoneTexte 9">
              <a:extLst>
                <a:ext uri="{FF2B5EF4-FFF2-40B4-BE49-F238E27FC236}">
                  <a16:creationId xmlns:a16="http://schemas.microsoft.com/office/drawing/2014/main" id="{0B8ABD72-6C7E-A050-DBB9-9ED86C231257}"/>
                </a:ext>
              </a:extLst>
            </p:cNvPr>
            <p:cNvSpPr txBox="1"/>
            <p:nvPr/>
          </p:nvSpPr>
          <p:spPr>
            <a:xfrm>
              <a:off x="3554381" y="4838066"/>
              <a:ext cx="1273757" cy="461665"/>
            </a:xfrm>
            <a:prstGeom prst="rect">
              <a:avLst/>
            </a:prstGeom>
            <a:noFill/>
          </p:spPr>
          <p:txBody>
            <a:bodyPr wrap="square" rtlCol="0">
              <a:spAutoFit/>
            </a:bodyPr>
            <a:lstStyle/>
            <a:p>
              <a:pPr lvl="0" algn="ctr" eaLnBrk="0" fontAlgn="base" hangingPunct="0">
                <a:spcAft>
                  <a:spcPct val="0"/>
                </a:spcAft>
              </a:pPr>
              <a:r>
                <a:rPr kumimoji="0" lang="fr-FR" sz="1091" b="1" i="0" u="none" strike="noStrike" cap="none" normalizeH="0" baseline="0" noProof="0" dirty="0">
                  <a:ln>
                    <a:noFill/>
                  </a:ln>
                  <a:solidFill>
                    <a:schemeClr val="accent2"/>
                  </a:solidFill>
                  <a:effectLst/>
                </a:rPr>
                <a:t>Mise en production</a:t>
              </a:r>
            </a:p>
          </p:txBody>
        </p:sp>
        <p:sp>
          <p:nvSpPr>
            <p:cNvPr id="9" name="Rectangle : coins arrondis 20">
              <a:extLst>
                <a:ext uri="{FF2B5EF4-FFF2-40B4-BE49-F238E27FC236}">
                  <a16:creationId xmlns:a16="http://schemas.microsoft.com/office/drawing/2014/main" id="{B578C57E-64F7-FB30-E043-DA15ED572FB1}"/>
                </a:ext>
              </a:extLst>
            </p:cNvPr>
            <p:cNvSpPr/>
            <p:nvPr/>
          </p:nvSpPr>
          <p:spPr>
            <a:xfrm>
              <a:off x="3537790" y="4820987"/>
              <a:ext cx="1277903" cy="495822"/>
            </a:xfrm>
            <a:prstGeom prst="roundRect">
              <a:avLst/>
            </a:prstGeom>
            <a:noFill/>
            <a:ln w="19050">
              <a:solidFill>
                <a:srgbClr val="CD53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b="1" noProof="0" dirty="0"/>
            </a:p>
          </p:txBody>
        </p:sp>
        <p:sp>
          <p:nvSpPr>
            <p:cNvPr id="10" name="Organigramme : Délai 11">
              <a:extLst>
                <a:ext uri="{FF2B5EF4-FFF2-40B4-BE49-F238E27FC236}">
                  <a16:creationId xmlns:a16="http://schemas.microsoft.com/office/drawing/2014/main" id="{DAE9A0F9-E420-5898-2DD1-6D40EB27F0C7}"/>
                </a:ext>
              </a:extLst>
            </p:cNvPr>
            <p:cNvSpPr/>
            <p:nvPr/>
          </p:nvSpPr>
          <p:spPr>
            <a:xfrm>
              <a:off x="5158490" y="4862250"/>
              <a:ext cx="74574" cy="413296"/>
            </a:xfrm>
            <a:prstGeom prst="flowChartDelay">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noProof="0" dirty="0"/>
            </a:p>
          </p:txBody>
        </p:sp>
        <p:sp>
          <p:nvSpPr>
            <p:cNvPr id="11" name="Organigramme : Délai 12">
              <a:extLst>
                <a:ext uri="{FF2B5EF4-FFF2-40B4-BE49-F238E27FC236}">
                  <a16:creationId xmlns:a16="http://schemas.microsoft.com/office/drawing/2014/main" id="{504651BE-0422-56A9-FBD7-3515FCDEAE85}"/>
                </a:ext>
              </a:extLst>
            </p:cNvPr>
            <p:cNvSpPr/>
            <p:nvPr/>
          </p:nvSpPr>
          <p:spPr>
            <a:xfrm>
              <a:off x="6648877" y="4862250"/>
              <a:ext cx="73627" cy="413296"/>
            </a:xfrm>
            <a:prstGeom prst="flowChartDelay">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noProof="0" dirty="0"/>
            </a:p>
          </p:txBody>
        </p:sp>
        <p:sp>
          <p:nvSpPr>
            <p:cNvPr id="12" name="ZoneTexte 14">
              <a:extLst>
                <a:ext uri="{FF2B5EF4-FFF2-40B4-BE49-F238E27FC236}">
                  <a16:creationId xmlns:a16="http://schemas.microsoft.com/office/drawing/2014/main" id="{97334724-6667-7C5E-8499-029B128809E0}"/>
                </a:ext>
              </a:extLst>
            </p:cNvPr>
            <p:cNvSpPr txBox="1"/>
            <p:nvPr/>
          </p:nvSpPr>
          <p:spPr>
            <a:xfrm>
              <a:off x="5221927" y="4884232"/>
              <a:ext cx="1335066" cy="369332"/>
            </a:xfrm>
            <a:prstGeom prst="rect">
              <a:avLst/>
            </a:prstGeom>
            <a:noFill/>
          </p:spPr>
          <p:txBody>
            <a:bodyPr wrap="square">
              <a:spAutoFit/>
            </a:bodyPr>
            <a:lstStyle/>
            <a:p>
              <a:pPr lvl="0" eaLnBrk="0" fontAlgn="base" hangingPunct="0">
                <a:spcBef>
                  <a:spcPct val="0"/>
                </a:spcBef>
                <a:spcAft>
                  <a:spcPct val="0"/>
                </a:spcAft>
              </a:pPr>
              <a:r>
                <a:rPr lang="fr-FR" sz="818" b="1" noProof="0" dirty="0"/>
                <a:t>MEP des </a:t>
              </a:r>
            </a:p>
            <a:p>
              <a:pPr lvl="0" eaLnBrk="0" fontAlgn="base" hangingPunct="0">
                <a:spcBef>
                  <a:spcPct val="0"/>
                </a:spcBef>
                <a:spcAft>
                  <a:spcPct val="0"/>
                </a:spcAft>
              </a:pPr>
              <a:r>
                <a:rPr lang="fr-FR" sz="818" b="1" noProof="0" dirty="0"/>
                <a:t>éléments</a:t>
              </a:r>
            </a:p>
          </p:txBody>
        </p:sp>
        <p:sp>
          <p:nvSpPr>
            <p:cNvPr id="13" name="ZoneTexte 15">
              <a:extLst>
                <a:ext uri="{FF2B5EF4-FFF2-40B4-BE49-F238E27FC236}">
                  <a16:creationId xmlns:a16="http://schemas.microsoft.com/office/drawing/2014/main" id="{2875B14E-42B6-5E0D-D17C-CB9D40EEBA43}"/>
                </a:ext>
              </a:extLst>
            </p:cNvPr>
            <p:cNvSpPr txBox="1"/>
            <p:nvPr/>
          </p:nvSpPr>
          <p:spPr>
            <a:xfrm>
              <a:off x="6734949" y="4889011"/>
              <a:ext cx="1055486" cy="369332"/>
            </a:xfrm>
            <a:prstGeom prst="rect">
              <a:avLst/>
            </a:prstGeom>
            <a:noFill/>
          </p:spPr>
          <p:txBody>
            <a:bodyPr wrap="square">
              <a:spAutoFit/>
            </a:bodyPr>
            <a:lstStyle/>
            <a:p>
              <a:pPr lvl="0" eaLnBrk="0" fontAlgn="base" hangingPunct="0">
                <a:spcBef>
                  <a:spcPct val="0"/>
                </a:spcBef>
                <a:spcAft>
                  <a:spcPct val="0"/>
                </a:spcAft>
              </a:pPr>
              <a:r>
                <a:rPr lang="fr-FR" sz="818" b="1" noProof="0" dirty="0"/>
                <a:t>Imports</a:t>
              </a:r>
            </a:p>
            <a:p>
              <a:pPr lvl="0" eaLnBrk="0" fontAlgn="base" hangingPunct="0">
                <a:spcBef>
                  <a:spcPct val="0"/>
                </a:spcBef>
                <a:spcAft>
                  <a:spcPct val="0"/>
                </a:spcAft>
              </a:pPr>
              <a:r>
                <a:rPr lang="fr-FR" sz="818" b="1" noProof="0" dirty="0"/>
                <a:t>finaux</a:t>
              </a:r>
            </a:p>
          </p:txBody>
        </p:sp>
        <p:sp>
          <p:nvSpPr>
            <p:cNvPr id="14" name="Organigramme : Délai 73">
              <a:extLst>
                <a:ext uri="{FF2B5EF4-FFF2-40B4-BE49-F238E27FC236}">
                  <a16:creationId xmlns:a16="http://schemas.microsoft.com/office/drawing/2014/main" id="{BA6C8E16-68E7-4075-01A5-6DC0F652C672}"/>
                </a:ext>
              </a:extLst>
            </p:cNvPr>
            <p:cNvSpPr/>
            <p:nvPr/>
          </p:nvSpPr>
          <p:spPr>
            <a:xfrm>
              <a:off x="6648877" y="6122229"/>
              <a:ext cx="74923" cy="365125"/>
            </a:xfrm>
            <a:prstGeom prst="flowChartDelay">
              <a:avLst/>
            </a:prstGeom>
            <a:gradFill>
              <a:gsLst>
                <a:gs pos="35000">
                  <a:srgbClr val="CD5358"/>
                </a:gs>
                <a:gs pos="0">
                  <a:srgbClr val="CD5358"/>
                </a:gs>
                <a:gs pos="100000">
                  <a:srgbClr val="BA131A"/>
                </a:gs>
              </a:gsLst>
              <a:path path="rect">
                <a:fillToRect l="100000" t="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noProof="0" dirty="0"/>
            </a:p>
          </p:txBody>
        </p:sp>
        <p:sp>
          <p:nvSpPr>
            <p:cNvPr id="15" name="ZoneTexte 74">
              <a:extLst>
                <a:ext uri="{FF2B5EF4-FFF2-40B4-BE49-F238E27FC236}">
                  <a16:creationId xmlns:a16="http://schemas.microsoft.com/office/drawing/2014/main" id="{4CB3E440-D3CB-0773-FD09-E8CFFA5EA39A}"/>
                </a:ext>
              </a:extLst>
            </p:cNvPr>
            <p:cNvSpPr txBox="1"/>
            <p:nvPr/>
          </p:nvSpPr>
          <p:spPr>
            <a:xfrm>
              <a:off x="6710202" y="6120125"/>
              <a:ext cx="723149" cy="369332"/>
            </a:xfrm>
            <a:prstGeom prst="rect">
              <a:avLst/>
            </a:prstGeom>
            <a:noFill/>
          </p:spPr>
          <p:txBody>
            <a:bodyPr wrap="square">
              <a:spAutoFit/>
            </a:bodyPr>
            <a:lstStyle/>
            <a:p>
              <a:pPr lvl="0" defTabSz="914400" eaLnBrk="0" fontAlgn="base" hangingPunct="0">
                <a:spcBef>
                  <a:spcPct val="0"/>
                </a:spcBef>
                <a:spcAft>
                  <a:spcPct val="0"/>
                </a:spcAft>
              </a:pPr>
              <a:r>
                <a:rPr lang="fr-FR" sz="818" b="1" noProof="0" dirty="0"/>
                <a:t>Client &amp; Captivea</a:t>
              </a:r>
            </a:p>
          </p:txBody>
        </p:sp>
        <p:sp>
          <p:nvSpPr>
            <p:cNvPr id="16" name="Organigramme : Délai 75">
              <a:extLst>
                <a:ext uri="{FF2B5EF4-FFF2-40B4-BE49-F238E27FC236}">
                  <a16:creationId xmlns:a16="http://schemas.microsoft.com/office/drawing/2014/main" id="{BCCF2185-E883-6153-8387-9182AB4CE19B}"/>
                </a:ext>
              </a:extLst>
            </p:cNvPr>
            <p:cNvSpPr/>
            <p:nvPr/>
          </p:nvSpPr>
          <p:spPr>
            <a:xfrm>
              <a:off x="8141492" y="6124332"/>
              <a:ext cx="74923" cy="365125"/>
            </a:xfrm>
            <a:prstGeom prst="flowChartDelay">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noProof="0" dirty="0"/>
            </a:p>
          </p:txBody>
        </p:sp>
        <p:sp>
          <p:nvSpPr>
            <p:cNvPr id="17" name="ZoneTexte 76">
              <a:extLst>
                <a:ext uri="{FF2B5EF4-FFF2-40B4-BE49-F238E27FC236}">
                  <a16:creationId xmlns:a16="http://schemas.microsoft.com/office/drawing/2014/main" id="{9557EBD5-2BC1-65C9-3670-AB4B7174315C}"/>
                </a:ext>
              </a:extLst>
            </p:cNvPr>
            <p:cNvSpPr txBox="1"/>
            <p:nvPr/>
          </p:nvSpPr>
          <p:spPr>
            <a:xfrm>
              <a:off x="8211944" y="6191478"/>
              <a:ext cx="723149" cy="230832"/>
            </a:xfrm>
            <a:prstGeom prst="rect">
              <a:avLst/>
            </a:prstGeom>
            <a:noFill/>
          </p:spPr>
          <p:txBody>
            <a:bodyPr wrap="square">
              <a:spAutoFit/>
            </a:bodyPr>
            <a:lstStyle/>
            <a:p>
              <a:pPr lvl="0" defTabSz="914400" eaLnBrk="0" fontAlgn="base" hangingPunct="0">
                <a:spcBef>
                  <a:spcPct val="0"/>
                </a:spcBef>
                <a:spcAft>
                  <a:spcPct val="0"/>
                </a:spcAft>
              </a:pPr>
              <a:r>
                <a:rPr lang="fr-FR" sz="818" b="1" noProof="0" dirty="0"/>
                <a:t>Client</a:t>
              </a:r>
            </a:p>
          </p:txBody>
        </p:sp>
        <p:sp>
          <p:nvSpPr>
            <p:cNvPr id="18" name="Organigramme : Délai 77">
              <a:extLst>
                <a:ext uri="{FF2B5EF4-FFF2-40B4-BE49-F238E27FC236}">
                  <a16:creationId xmlns:a16="http://schemas.microsoft.com/office/drawing/2014/main" id="{D9377BE2-E19C-44D0-88CD-2704700DC7C5}"/>
                </a:ext>
              </a:extLst>
            </p:cNvPr>
            <p:cNvSpPr/>
            <p:nvPr/>
          </p:nvSpPr>
          <p:spPr>
            <a:xfrm>
              <a:off x="9623561" y="6124332"/>
              <a:ext cx="74924" cy="365125"/>
            </a:xfrm>
            <a:prstGeom prst="flowChartDelay">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noProof="0" dirty="0"/>
            </a:p>
          </p:txBody>
        </p:sp>
        <p:sp>
          <p:nvSpPr>
            <p:cNvPr id="19" name="ZoneTexte 78">
              <a:extLst>
                <a:ext uri="{FF2B5EF4-FFF2-40B4-BE49-F238E27FC236}">
                  <a16:creationId xmlns:a16="http://schemas.microsoft.com/office/drawing/2014/main" id="{7061882A-5946-4C84-72E7-818FCC9ACFB9}"/>
                </a:ext>
              </a:extLst>
            </p:cNvPr>
            <p:cNvSpPr txBox="1"/>
            <p:nvPr/>
          </p:nvSpPr>
          <p:spPr>
            <a:xfrm>
              <a:off x="9698485" y="6191478"/>
              <a:ext cx="723149" cy="230832"/>
            </a:xfrm>
            <a:prstGeom prst="rect">
              <a:avLst/>
            </a:prstGeom>
            <a:noFill/>
          </p:spPr>
          <p:txBody>
            <a:bodyPr wrap="square">
              <a:spAutoFit/>
            </a:bodyPr>
            <a:lstStyle/>
            <a:p>
              <a:pPr lvl="0" defTabSz="914400" eaLnBrk="0" fontAlgn="base" hangingPunct="0">
                <a:spcBef>
                  <a:spcPct val="0"/>
                </a:spcBef>
                <a:spcAft>
                  <a:spcPct val="0"/>
                </a:spcAft>
              </a:pPr>
              <a:r>
                <a:rPr lang="fr-FR" sz="818" b="1" noProof="0" dirty="0"/>
                <a:t>Captivea</a:t>
              </a:r>
            </a:p>
          </p:txBody>
        </p:sp>
        <p:sp>
          <p:nvSpPr>
            <p:cNvPr id="20" name="ZoneTexte 8">
              <a:extLst>
                <a:ext uri="{FF2B5EF4-FFF2-40B4-BE49-F238E27FC236}">
                  <a16:creationId xmlns:a16="http://schemas.microsoft.com/office/drawing/2014/main" id="{CB68D6DF-ADC1-A9DD-C3D5-D1C93B564091}"/>
                </a:ext>
              </a:extLst>
            </p:cNvPr>
            <p:cNvSpPr txBox="1"/>
            <p:nvPr/>
          </p:nvSpPr>
          <p:spPr>
            <a:xfrm>
              <a:off x="3539861" y="2721162"/>
              <a:ext cx="1273757" cy="461665"/>
            </a:xfrm>
            <a:prstGeom prst="rect">
              <a:avLst/>
            </a:prstGeom>
            <a:noFill/>
          </p:spPr>
          <p:txBody>
            <a:bodyPr wrap="square" rtlCol="0">
              <a:spAutoFit/>
            </a:bodyPr>
            <a:lstStyle/>
            <a:p>
              <a:pPr lvl="0" algn="ctr" eaLnBrk="0" fontAlgn="base" hangingPunct="0">
                <a:spcAft>
                  <a:spcPct val="0"/>
                </a:spcAft>
              </a:pPr>
              <a:r>
                <a:rPr lang="fr-FR" sz="1091" b="1" noProof="0" dirty="0">
                  <a:solidFill>
                    <a:schemeClr val="accent2"/>
                  </a:solidFill>
                  <a:latin typeface="+mj-lt"/>
                </a:rPr>
                <a:t>UAT Key </a:t>
              </a:r>
            </a:p>
            <a:p>
              <a:pPr lvl="0" algn="ctr" eaLnBrk="0" fontAlgn="base" hangingPunct="0">
                <a:spcAft>
                  <a:spcPct val="0"/>
                </a:spcAft>
              </a:pPr>
              <a:r>
                <a:rPr lang="fr-FR" sz="1091" b="1" noProof="0" dirty="0" err="1">
                  <a:solidFill>
                    <a:schemeClr val="accent2"/>
                  </a:solidFill>
                  <a:latin typeface="+mj-lt"/>
                </a:rPr>
                <a:t>users</a:t>
              </a:r>
              <a:endParaRPr kumimoji="0" lang="fr-FR" sz="1091" b="1" i="0" u="none" strike="noStrike" cap="none" normalizeH="0" baseline="0" noProof="0" dirty="0">
                <a:ln>
                  <a:noFill/>
                </a:ln>
                <a:solidFill>
                  <a:schemeClr val="accent2"/>
                </a:solidFill>
                <a:effectLst/>
                <a:latin typeface="+mj-lt"/>
              </a:endParaRPr>
            </a:p>
          </p:txBody>
        </p:sp>
        <p:sp>
          <p:nvSpPr>
            <p:cNvPr id="21" name="Rectangle : coins arrondis 22">
              <a:extLst>
                <a:ext uri="{FF2B5EF4-FFF2-40B4-BE49-F238E27FC236}">
                  <a16:creationId xmlns:a16="http://schemas.microsoft.com/office/drawing/2014/main" id="{48AE1D95-78B3-49DD-0C2E-AED70BBABB2A}"/>
                </a:ext>
              </a:extLst>
            </p:cNvPr>
            <p:cNvSpPr/>
            <p:nvPr/>
          </p:nvSpPr>
          <p:spPr>
            <a:xfrm>
              <a:off x="3537790" y="2704083"/>
              <a:ext cx="1277903" cy="495822"/>
            </a:xfrm>
            <a:prstGeom prst="roundRect">
              <a:avLst/>
            </a:prstGeom>
            <a:noFill/>
            <a:ln w="19050">
              <a:solidFill>
                <a:srgbClr val="CD53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b="1" noProof="0" dirty="0"/>
            </a:p>
          </p:txBody>
        </p:sp>
        <p:sp>
          <p:nvSpPr>
            <p:cNvPr id="22" name="Organigramme : Délai 23">
              <a:extLst>
                <a:ext uri="{FF2B5EF4-FFF2-40B4-BE49-F238E27FC236}">
                  <a16:creationId xmlns:a16="http://schemas.microsoft.com/office/drawing/2014/main" id="{F7E108E6-FA57-3E32-8B44-25777084267F}"/>
                </a:ext>
              </a:extLst>
            </p:cNvPr>
            <p:cNvSpPr/>
            <p:nvPr/>
          </p:nvSpPr>
          <p:spPr>
            <a:xfrm>
              <a:off x="5158490" y="2745346"/>
              <a:ext cx="74574" cy="413296"/>
            </a:xfrm>
            <a:prstGeom prst="flowChartDelay">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noProof="0" dirty="0"/>
            </a:p>
          </p:txBody>
        </p:sp>
        <p:sp>
          <p:nvSpPr>
            <p:cNvPr id="23" name="Organigramme : Délai 24">
              <a:extLst>
                <a:ext uri="{FF2B5EF4-FFF2-40B4-BE49-F238E27FC236}">
                  <a16:creationId xmlns:a16="http://schemas.microsoft.com/office/drawing/2014/main" id="{FAE5222D-ECB8-A5AF-F992-8C0DF6BE2EE8}"/>
                </a:ext>
              </a:extLst>
            </p:cNvPr>
            <p:cNvSpPr/>
            <p:nvPr/>
          </p:nvSpPr>
          <p:spPr>
            <a:xfrm>
              <a:off x="6648877" y="2745346"/>
              <a:ext cx="73627" cy="413296"/>
            </a:xfrm>
            <a:prstGeom prst="flowChartDelay">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noProof="0" dirty="0"/>
            </a:p>
          </p:txBody>
        </p:sp>
        <p:sp>
          <p:nvSpPr>
            <p:cNvPr id="24" name="Organigramme : Délai 29">
              <a:extLst>
                <a:ext uri="{FF2B5EF4-FFF2-40B4-BE49-F238E27FC236}">
                  <a16:creationId xmlns:a16="http://schemas.microsoft.com/office/drawing/2014/main" id="{B14B6C66-F211-1D68-40D8-029C0B0A47E0}"/>
                </a:ext>
              </a:extLst>
            </p:cNvPr>
            <p:cNvSpPr/>
            <p:nvPr/>
          </p:nvSpPr>
          <p:spPr>
            <a:xfrm>
              <a:off x="8138317" y="2745346"/>
              <a:ext cx="73627" cy="413296"/>
            </a:xfrm>
            <a:prstGeom prst="flowChartDelay">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noProof="0" dirty="0"/>
            </a:p>
          </p:txBody>
        </p:sp>
        <p:sp>
          <p:nvSpPr>
            <p:cNvPr id="25" name="ZoneTexte 30">
              <a:extLst>
                <a:ext uri="{FF2B5EF4-FFF2-40B4-BE49-F238E27FC236}">
                  <a16:creationId xmlns:a16="http://schemas.microsoft.com/office/drawing/2014/main" id="{8D840808-3805-3A4D-CCB7-8DEB94A88FC7}"/>
                </a:ext>
              </a:extLst>
            </p:cNvPr>
            <p:cNvSpPr txBox="1"/>
            <p:nvPr/>
          </p:nvSpPr>
          <p:spPr>
            <a:xfrm>
              <a:off x="5221927" y="2767328"/>
              <a:ext cx="1335066" cy="369332"/>
            </a:xfrm>
            <a:prstGeom prst="rect">
              <a:avLst/>
            </a:prstGeom>
            <a:noFill/>
          </p:spPr>
          <p:txBody>
            <a:bodyPr wrap="square">
              <a:spAutoFit/>
            </a:bodyPr>
            <a:lstStyle/>
            <a:p>
              <a:pPr lvl="0" eaLnBrk="0" fontAlgn="base" hangingPunct="0">
                <a:spcBef>
                  <a:spcPct val="0"/>
                </a:spcBef>
                <a:spcAft>
                  <a:spcPct val="0"/>
                </a:spcAft>
              </a:pPr>
              <a:r>
                <a:rPr lang="fr-FR" sz="818" b="1" noProof="0" dirty="0"/>
                <a:t>Tests de bout en bout</a:t>
              </a:r>
            </a:p>
          </p:txBody>
        </p:sp>
        <p:sp>
          <p:nvSpPr>
            <p:cNvPr id="26" name="ZoneTexte 32">
              <a:extLst>
                <a:ext uri="{FF2B5EF4-FFF2-40B4-BE49-F238E27FC236}">
                  <a16:creationId xmlns:a16="http://schemas.microsoft.com/office/drawing/2014/main" id="{D660B9DF-67C1-0965-FEF8-9A2A59F59F12}"/>
                </a:ext>
              </a:extLst>
            </p:cNvPr>
            <p:cNvSpPr txBox="1"/>
            <p:nvPr/>
          </p:nvSpPr>
          <p:spPr>
            <a:xfrm>
              <a:off x="6734949" y="2767328"/>
              <a:ext cx="1129112" cy="369332"/>
            </a:xfrm>
            <a:prstGeom prst="rect">
              <a:avLst/>
            </a:prstGeom>
            <a:noFill/>
          </p:spPr>
          <p:txBody>
            <a:bodyPr wrap="square">
              <a:spAutoFit/>
            </a:bodyPr>
            <a:lstStyle/>
            <a:p>
              <a:pPr lvl="0" eaLnBrk="0" fontAlgn="base" hangingPunct="0">
                <a:spcBef>
                  <a:spcPct val="0"/>
                </a:spcBef>
                <a:spcAft>
                  <a:spcPct val="0"/>
                </a:spcAft>
              </a:pPr>
              <a:r>
                <a:rPr lang="fr-FR" sz="818" b="1" noProof="0" dirty="0"/>
                <a:t>Tests connexions app tierces</a:t>
              </a:r>
            </a:p>
          </p:txBody>
        </p:sp>
        <p:sp>
          <p:nvSpPr>
            <p:cNvPr id="27" name="ZoneTexte 43">
              <a:extLst>
                <a:ext uri="{FF2B5EF4-FFF2-40B4-BE49-F238E27FC236}">
                  <a16:creationId xmlns:a16="http://schemas.microsoft.com/office/drawing/2014/main" id="{038D9880-5082-00DD-C053-A01229CAD953}"/>
                </a:ext>
              </a:extLst>
            </p:cNvPr>
            <p:cNvSpPr txBox="1"/>
            <p:nvPr/>
          </p:nvSpPr>
          <p:spPr>
            <a:xfrm>
              <a:off x="8211944" y="2767328"/>
              <a:ext cx="1067457" cy="369332"/>
            </a:xfrm>
            <a:prstGeom prst="rect">
              <a:avLst/>
            </a:prstGeom>
            <a:noFill/>
          </p:spPr>
          <p:txBody>
            <a:bodyPr wrap="square">
              <a:spAutoFit/>
            </a:bodyPr>
            <a:lstStyle/>
            <a:p>
              <a:pPr lvl="0" eaLnBrk="0" fontAlgn="base" hangingPunct="0">
                <a:spcBef>
                  <a:spcPct val="0"/>
                </a:spcBef>
                <a:spcAft>
                  <a:spcPct val="0"/>
                </a:spcAft>
              </a:pPr>
              <a:r>
                <a:rPr lang="fr-FR" sz="818" b="1" noProof="0" dirty="0"/>
                <a:t>Tests imports complets</a:t>
              </a:r>
            </a:p>
          </p:txBody>
        </p:sp>
        <p:sp>
          <p:nvSpPr>
            <p:cNvPr id="28" name="ZoneTexte 44">
              <a:extLst>
                <a:ext uri="{FF2B5EF4-FFF2-40B4-BE49-F238E27FC236}">
                  <a16:creationId xmlns:a16="http://schemas.microsoft.com/office/drawing/2014/main" id="{1E696D20-66C0-2744-7010-2675D7CFC6E6}"/>
                </a:ext>
              </a:extLst>
            </p:cNvPr>
            <p:cNvSpPr txBox="1"/>
            <p:nvPr/>
          </p:nvSpPr>
          <p:spPr>
            <a:xfrm>
              <a:off x="9726091" y="2698079"/>
              <a:ext cx="720250" cy="507831"/>
            </a:xfrm>
            <a:prstGeom prst="rect">
              <a:avLst/>
            </a:prstGeom>
            <a:noFill/>
          </p:spPr>
          <p:txBody>
            <a:bodyPr wrap="square">
              <a:spAutoFit/>
            </a:bodyPr>
            <a:lstStyle/>
            <a:p>
              <a:pPr lvl="0" eaLnBrk="0" fontAlgn="base" hangingPunct="0">
                <a:spcBef>
                  <a:spcPct val="0"/>
                </a:spcBef>
                <a:spcAft>
                  <a:spcPct val="0"/>
                </a:spcAft>
              </a:pPr>
              <a:r>
                <a:rPr lang="fr-FR" sz="818" b="1" noProof="0" dirty="0"/>
                <a:t>Tests des droits d’accès</a:t>
              </a:r>
            </a:p>
          </p:txBody>
        </p:sp>
        <p:sp>
          <p:nvSpPr>
            <p:cNvPr id="29" name="Organigramme : Délai 45">
              <a:extLst>
                <a:ext uri="{FF2B5EF4-FFF2-40B4-BE49-F238E27FC236}">
                  <a16:creationId xmlns:a16="http://schemas.microsoft.com/office/drawing/2014/main" id="{B5D430BB-1412-F6FB-32AE-E0F9BCD8AE4B}"/>
                </a:ext>
              </a:extLst>
            </p:cNvPr>
            <p:cNvSpPr/>
            <p:nvPr/>
          </p:nvSpPr>
          <p:spPr>
            <a:xfrm>
              <a:off x="11117197" y="2745346"/>
              <a:ext cx="73627" cy="413296"/>
            </a:xfrm>
            <a:prstGeom prst="flowChartDelay">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noProof="0" dirty="0"/>
            </a:p>
          </p:txBody>
        </p:sp>
        <p:sp>
          <p:nvSpPr>
            <p:cNvPr id="30" name="ZoneTexte 47">
              <a:extLst>
                <a:ext uri="{FF2B5EF4-FFF2-40B4-BE49-F238E27FC236}">
                  <a16:creationId xmlns:a16="http://schemas.microsoft.com/office/drawing/2014/main" id="{5A5B88B7-7BDB-FDDE-B16F-9DDEA0ADEAAB}"/>
                </a:ext>
              </a:extLst>
            </p:cNvPr>
            <p:cNvSpPr txBox="1"/>
            <p:nvPr/>
          </p:nvSpPr>
          <p:spPr>
            <a:xfrm>
              <a:off x="11190824" y="2698079"/>
              <a:ext cx="769664" cy="507831"/>
            </a:xfrm>
            <a:prstGeom prst="rect">
              <a:avLst/>
            </a:prstGeom>
            <a:noFill/>
          </p:spPr>
          <p:txBody>
            <a:bodyPr wrap="square">
              <a:spAutoFit/>
            </a:bodyPr>
            <a:lstStyle/>
            <a:p>
              <a:pPr lvl="0" eaLnBrk="0" fontAlgn="base" hangingPunct="0">
                <a:spcBef>
                  <a:spcPct val="0"/>
                </a:spcBef>
                <a:spcAft>
                  <a:spcPct val="0"/>
                </a:spcAft>
              </a:pPr>
              <a:r>
                <a:rPr lang="fr-FR" sz="818" b="1" noProof="0" dirty="0"/>
                <a:t>Gestion des feedbacks</a:t>
              </a:r>
            </a:p>
          </p:txBody>
        </p:sp>
        <p:sp>
          <p:nvSpPr>
            <p:cNvPr id="31" name="Organigramme : Délai 48">
              <a:extLst>
                <a:ext uri="{FF2B5EF4-FFF2-40B4-BE49-F238E27FC236}">
                  <a16:creationId xmlns:a16="http://schemas.microsoft.com/office/drawing/2014/main" id="{2E08486F-1F2A-47F5-A696-2DB295684245}"/>
                </a:ext>
              </a:extLst>
            </p:cNvPr>
            <p:cNvSpPr/>
            <p:nvPr/>
          </p:nvSpPr>
          <p:spPr>
            <a:xfrm>
              <a:off x="9627284" y="2745346"/>
              <a:ext cx="74574" cy="413296"/>
            </a:xfrm>
            <a:prstGeom prst="flowChartDelay">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noProof="0" dirty="0"/>
            </a:p>
          </p:txBody>
        </p:sp>
        <p:sp>
          <p:nvSpPr>
            <p:cNvPr id="32" name="ZoneTexte 50">
              <a:extLst>
                <a:ext uri="{FF2B5EF4-FFF2-40B4-BE49-F238E27FC236}">
                  <a16:creationId xmlns:a16="http://schemas.microsoft.com/office/drawing/2014/main" id="{94194F57-8B9F-C556-34CC-C98E468AA184}"/>
                </a:ext>
              </a:extLst>
            </p:cNvPr>
            <p:cNvSpPr txBox="1"/>
            <p:nvPr/>
          </p:nvSpPr>
          <p:spPr>
            <a:xfrm>
              <a:off x="3539862" y="4150437"/>
              <a:ext cx="1273757" cy="461665"/>
            </a:xfrm>
            <a:prstGeom prst="rect">
              <a:avLst/>
            </a:prstGeom>
            <a:noFill/>
          </p:spPr>
          <p:txBody>
            <a:bodyPr wrap="square" rtlCol="0">
              <a:spAutoFit/>
            </a:bodyPr>
            <a:lstStyle/>
            <a:p>
              <a:pPr lvl="0" algn="ctr" eaLnBrk="0" fontAlgn="base" hangingPunct="0">
                <a:spcAft>
                  <a:spcPct val="0"/>
                </a:spcAft>
              </a:pPr>
              <a:r>
                <a:rPr lang="fr-FR" sz="1091" b="1" noProof="0" dirty="0">
                  <a:solidFill>
                    <a:schemeClr val="accent2"/>
                  </a:solidFill>
                </a:rPr>
                <a:t>UAT All </a:t>
              </a:r>
            </a:p>
            <a:p>
              <a:pPr lvl="0" algn="ctr" eaLnBrk="0" fontAlgn="base" hangingPunct="0">
                <a:spcAft>
                  <a:spcPct val="0"/>
                </a:spcAft>
              </a:pPr>
              <a:r>
                <a:rPr lang="fr-FR" sz="1091" b="1" noProof="0" dirty="0" err="1">
                  <a:solidFill>
                    <a:schemeClr val="accent2"/>
                  </a:solidFill>
                </a:rPr>
                <a:t>users</a:t>
              </a:r>
              <a:endParaRPr kumimoji="0" lang="fr-FR" sz="1091" b="1" i="0" u="none" strike="noStrike" cap="none" normalizeH="0" baseline="0" noProof="0" dirty="0">
                <a:ln>
                  <a:noFill/>
                </a:ln>
                <a:solidFill>
                  <a:schemeClr val="accent2"/>
                </a:solidFill>
                <a:effectLst/>
              </a:endParaRPr>
            </a:p>
          </p:txBody>
        </p:sp>
        <p:sp>
          <p:nvSpPr>
            <p:cNvPr id="33" name="Rectangle : coins arrondis 51">
              <a:extLst>
                <a:ext uri="{FF2B5EF4-FFF2-40B4-BE49-F238E27FC236}">
                  <a16:creationId xmlns:a16="http://schemas.microsoft.com/office/drawing/2014/main" id="{612B274C-8F48-CF39-0B61-7300FE3B7214}"/>
                </a:ext>
              </a:extLst>
            </p:cNvPr>
            <p:cNvSpPr/>
            <p:nvPr/>
          </p:nvSpPr>
          <p:spPr>
            <a:xfrm>
              <a:off x="3537790" y="4133358"/>
              <a:ext cx="1277903" cy="495822"/>
            </a:xfrm>
            <a:prstGeom prst="roundRect">
              <a:avLst/>
            </a:prstGeom>
            <a:noFill/>
            <a:ln w="19050">
              <a:solidFill>
                <a:srgbClr val="CD53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b="1" noProof="0" dirty="0"/>
            </a:p>
          </p:txBody>
        </p:sp>
        <p:sp>
          <p:nvSpPr>
            <p:cNvPr id="34" name="Organigramme : Délai 52">
              <a:extLst>
                <a:ext uri="{FF2B5EF4-FFF2-40B4-BE49-F238E27FC236}">
                  <a16:creationId xmlns:a16="http://schemas.microsoft.com/office/drawing/2014/main" id="{D480EB6C-6C95-7117-25E6-5F380F537A60}"/>
                </a:ext>
              </a:extLst>
            </p:cNvPr>
            <p:cNvSpPr/>
            <p:nvPr/>
          </p:nvSpPr>
          <p:spPr>
            <a:xfrm>
              <a:off x="5158490" y="4174621"/>
              <a:ext cx="74574" cy="413296"/>
            </a:xfrm>
            <a:prstGeom prst="flowChartDelay">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noProof="0" dirty="0"/>
            </a:p>
          </p:txBody>
        </p:sp>
        <p:sp>
          <p:nvSpPr>
            <p:cNvPr id="35" name="Organigramme : Délai 53">
              <a:extLst>
                <a:ext uri="{FF2B5EF4-FFF2-40B4-BE49-F238E27FC236}">
                  <a16:creationId xmlns:a16="http://schemas.microsoft.com/office/drawing/2014/main" id="{EB2CBF25-4767-B2EC-1834-B1FDCD2B4936}"/>
                </a:ext>
              </a:extLst>
            </p:cNvPr>
            <p:cNvSpPr/>
            <p:nvPr/>
          </p:nvSpPr>
          <p:spPr>
            <a:xfrm>
              <a:off x="6648877" y="4174621"/>
              <a:ext cx="73627" cy="413296"/>
            </a:xfrm>
            <a:prstGeom prst="flowChartDelay">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noProof="0" dirty="0"/>
            </a:p>
          </p:txBody>
        </p:sp>
        <p:sp>
          <p:nvSpPr>
            <p:cNvPr id="36" name="Organigramme : Délai 54">
              <a:extLst>
                <a:ext uri="{FF2B5EF4-FFF2-40B4-BE49-F238E27FC236}">
                  <a16:creationId xmlns:a16="http://schemas.microsoft.com/office/drawing/2014/main" id="{DCB814DD-7D96-5C3D-F8A1-788AFC0E580B}"/>
                </a:ext>
              </a:extLst>
            </p:cNvPr>
            <p:cNvSpPr/>
            <p:nvPr/>
          </p:nvSpPr>
          <p:spPr>
            <a:xfrm>
              <a:off x="8138317" y="4174621"/>
              <a:ext cx="73627" cy="413296"/>
            </a:xfrm>
            <a:prstGeom prst="flowChartDelay">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noProof="0" dirty="0"/>
            </a:p>
          </p:txBody>
        </p:sp>
        <p:sp>
          <p:nvSpPr>
            <p:cNvPr id="37" name="ZoneTexte 55">
              <a:extLst>
                <a:ext uri="{FF2B5EF4-FFF2-40B4-BE49-F238E27FC236}">
                  <a16:creationId xmlns:a16="http://schemas.microsoft.com/office/drawing/2014/main" id="{DDE7FB96-CBB8-7FD6-9188-852372A593DC}"/>
                </a:ext>
              </a:extLst>
            </p:cNvPr>
            <p:cNvSpPr txBox="1"/>
            <p:nvPr/>
          </p:nvSpPr>
          <p:spPr>
            <a:xfrm>
              <a:off x="5221927" y="4265853"/>
              <a:ext cx="1335066" cy="230832"/>
            </a:xfrm>
            <a:prstGeom prst="rect">
              <a:avLst/>
            </a:prstGeom>
            <a:noFill/>
          </p:spPr>
          <p:txBody>
            <a:bodyPr wrap="square">
              <a:spAutoFit/>
            </a:bodyPr>
            <a:lstStyle/>
            <a:p>
              <a:pPr lvl="0" eaLnBrk="0" fontAlgn="base" hangingPunct="0">
                <a:spcBef>
                  <a:spcPct val="0"/>
                </a:spcBef>
                <a:spcAft>
                  <a:spcPct val="0"/>
                </a:spcAft>
              </a:pPr>
              <a:r>
                <a:rPr lang="fr-FR" sz="818" b="1" noProof="0" dirty="0"/>
                <a:t>Tests libres</a:t>
              </a:r>
            </a:p>
          </p:txBody>
        </p:sp>
        <p:sp>
          <p:nvSpPr>
            <p:cNvPr id="38" name="ZoneTexte 56">
              <a:extLst>
                <a:ext uri="{FF2B5EF4-FFF2-40B4-BE49-F238E27FC236}">
                  <a16:creationId xmlns:a16="http://schemas.microsoft.com/office/drawing/2014/main" id="{604D9D9D-DF15-8BFF-9951-0484917E8592}"/>
                </a:ext>
              </a:extLst>
            </p:cNvPr>
            <p:cNvSpPr txBox="1"/>
            <p:nvPr/>
          </p:nvSpPr>
          <p:spPr>
            <a:xfrm>
              <a:off x="6734949" y="4196603"/>
              <a:ext cx="1055486" cy="369332"/>
            </a:xfrm>
            <a:prstGeom prst="rect">
              <a:avLst/>
            </a:prstGeom>
            <a:noFill/>
          </p:spPr>
          <p:txBody>
            <a:bodyPr wrap="square">
              <a:spAutoFit/>
            </a:bodyPr>
            <a:lstStyle/>
            <a:p>
              <a:pPr lvl="0" eaLnBrk="0" fontAlgn="base" hangingPunct="0">
                <a:spcBef>
                  <a:spcPct val="0"/>
                </a:spcBef>
                <a:spcAft>
                  <a:spcPct val="0"/>
                </a:spcAft>
              </a:pPr>
              <a:r>
                <a:rPr lang="fr-FR" sz="818" b="1" noProof="0" dirty="0"/>
                <a:t>Tests des actions</a:t>
              </a:r>
            </a:p>
          </p:txBody>
        </p:sp>
        <p:sp>
          <p:nvSpPr>
            <p:cNvPr id="39" name="ZoneTexte 57">
              <a:extLst>
                <a:ext uri="{FF2B5EF4-FFF2-40B4-BE49-F238E27FC236}">
                  <a16:creationId xmlns:a16="http://schemas.microsoft.com/office/drawing/2014/main" id="{D62561EA-EA57-2A8D-B075-6727524C9830}"/>
                </a:ext>
              </a:extLst>
            </p:cNvPr>
            <p:cNvSpPr txBox="1"/>
            <p:nvPr/>
          </p:nvSpPr>
          <p:spPr>
            <a:xfrm>
              <a:off x="8211944" y="4196603"/>
              <a:ext cx="1237580" cy="369332"/>
            </a:xfrm>
            <a:prstGeom prst="rect">
              <a:avLst/>
            </a:prstGeom>
            <a:noFill/>
          </p:spPr>
          <p:txBody>
            <a:bodyPr wrap="square">
              <a:spAutoFit/>
            </a:bodyPr>
            <a:lstStyle/>
            <a:p>
              <a:pPr lvl="0" eaLnBrk="0" fontAlgn="base" hangingPunct="0">
                <a:spcBef>
                  <a:spcPct val="0"/>
                </a:spcBef>
                <a:spcAft>
                  <a:spcPct val="0"/>
                </a:spcAft>
              </a:pPr>
              <a:r>
                <a:rPr lang="fr-FR" sz="818" b="1" noProof="0" dirty="0"/>
                <a:t>Tests des droits d’accès</a:t>
              </a:r>
            </a:p>
          </p:txBody>
        </p:sp>
        <p:sp>
          <p:nvSpPr>
            <p:cNvPr id="40" name="ZoneTexte 58">
              <a:extLst>
                <a:ext uri="{FF2B5EF4-FFF2-40B4-BE49-F238E27FC236}">
                  <a16:creationId xmlns:a16="http://schemas.microsoft.com/office/drawing/2014/main" id="{7A846AD7-A462-4033-32F4-9A7C732176A0}"/>
                </a:ext>
              </a:extLst>
            </p:cNvPr>
            <p:cNvSpPr txBox="1"/>
            <p:nvPr/>
          </p:nvSpPr>
          <p:spPr>
            <a:xfrm>
              <a:off x="9701384" y="4127354"/>
              <a:ext cx="720250" cy="507831"/>
            </a:xfrm>
            <a:prstGeom prst="rect">
              <a:avLst/>
            </a:prstGeom>
            <a:noFill/>
          </p:spPr>
          <p:txBody>
            <a:bodyPr wrap="square">
              <a:spAutoFit/>
            </a:bodyPr>
            <a:lstStyle/>
            <a:p>
              <a:pPr lvl="0" eaLnBrk="0" fontAlgn="base" hangingPunct="0">
                <a:spcBef>
                  <a:spcPct val="0"/>
                </a:spcBef>
                <a:spcAft>
                  <a:spcPct val="0"/>
                </a:spcAft>
              </a:pPr>
              <a:r>
                <a:rPr lang="fr-FR" sz="818" b="1" noProof="0" dirty="0"/>
                <a:t>Gestion des feedbacks</a:t>
              </a:r>
            </a:p>
          </p:txBody>
        </p:sp>
        <p:sp>
          <p:nvSpPr>
            <p:cNvPr id="41" name="Organigramme : Délai 61">
              <a:extLst>
                <a:ext uri="{FF2B5EF4-FFF2-40B4-BE49-F238E27FC236}">
                  <a16:creationId xmlns:a16="http://schemas.microsoft.com/office/drawing/2014/main" id="{DC21A13F-71FF-AAA2-2B78-99EF3781394B}"/>
                </a:ext>
              </a:extLst>
            </p:cNvPr>
            <p:cNvSpPr/>
            <p:nvPr/>
          </p:nvSpPr>
          <p:spPr>
            <a:xfrm>
              <a:off x="9627284" y="4174621"/>
              <a:ext cx="74574" cy="413296"/>
            </a:xfrm>
            <a:prstGeom prst="flowChartDelay">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noProof="0" dirty="0"/>
            </a:p>
          </p:txBody>
        </p:sp>
        <p:sp>
          <p:nvSpPr>
            <p:cNvPr id="42" name="ZoneTexte 63">
              <a:extLst>
                <a:ext uri="{FF2B5EF4-FFF2-40B4-BE49-F238E27FC236}">
                  <a16:creationId xmlns:a16="http://schemas.microsoft.com/office/drawing/2014/main" id="{C012DBA2-5B35-3DA8-2409-79008A22163C}"/>
                </a:ext>
              </a:extLst>
            </p:cNvPr>
            <p:cNvSpPr txBox="1"/>
            <p:nvPr/>
          </p:nvSpPr>
          <p:spPr>
            <a:xfrm>
              <a:off x="3562695" y="3429750"/>
              <a:ext cx="1252998" cy="461665"/>
            </a:xfrm>
            <a:prstGeom prst="rect">
              <a:avLst/>
            </a:prstGeom>
            <a:noFill/>
          </p:spPr>
          <p:txBody>
            <a:bodyPr wrap="square" rtlCol="0">
              <a:spAutoFit/>
            </a:bodyPr>
            <a:lstStyle/>
            <a:p>
              <a:pPr lvl="0" algn="ctr" eaLnBrk="0" fontAlgn="base" hangingPunct="0">
                <a:spcAft>
                  <a:spcPct val="0"/>
                </a:spcAft>
              </a:pPr>
              <a:r>
                <a:rPr lang="fr-FR" sz="1091" b="1" noProof="0" dirty="0">
                  <a:solidFill>
                    <a:schemeClr val="accent2"/>
                  </a:solidFill>
                </a:rPr>
                <a:t>Formation end </a:t>
              </a:r>
              <a:r>
                <a:rPr lang="fr-FR" sz="1091" b="1" noProof="0" dirty="0" err="1">
                  <a:solidFill>
                    <a:schemeClr val="accent2"/>
                  </a:solidFill>
                </a:rPr>
                <a:t>users</a:t>
              </a:r>
              <a:endParaRPr kumimoji="0" lang="fr-FR" sz="1091" b="1" i="0" u="none" strike="noStrike" cap="none" normalizeH="0" baseline="0" noProof="0" dirty="0">
                <a:ln>
                  <a:noFill/>
                </a:ln>
                <a:solidFill>
                  <a:schemeClr val="accent2"/>
                </a:solidFill>
                <a:effectLst/>
              </a:endParaRPr>
            </a:p>
          </p:txBody>
        </p:sp>
        <p:sp>
          <p:nvSpPr>
            <p:cNvPr id="43" name="Rectangle : coins arrondis 64">
              <a:extLst>
                <a:ext uri="{FF2B5EF4-FFF2-40B4-BE49-F238E27FC236}">
                  <a16:creationId xmlns:a16="http://schemas.microsoft.com/office/drawing/2014/main" id="{6A819306-DA33-79A5-FDE8-AF30B09DD88E}"/>
                </a:ext>
              </a:extLst>
            </p:cNvPr>
            <p:cNvSpPr/>
            <p:nvPr/>
          </p:nvSpPr>
          <p:spPr>
            <a:xfrm>
              <a:off x="3537790" y="3411311"/>
              <a:ext cx="1277903" cy="495822"/>
            </a:xfrm>
            <a:prstGeom prst="roundRect">
              <a:avLst/>
            </a:prstGeom>
            <a:noFill/>
            <a:ln w="19050">
              <a:solidFill>
                <a:srgbClr val="CD53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b="1" noProof="0" dirty="0"/>
            </a:p>
          </p:txBody>
        </p:sp>
        <p:sp>
          <p:nvSpPr>
            <p:cNvPr id="44" name="ZoneTexte 87">
              <a:extLst>
                <a:ext uri="{FF2B5EF4-FFF2-40B4-BE49-F238E27FC236}">
                  <a16:creationId xmlns:a16="http://schemas.microsoft.com/office/drawing/2014/main" id="{C17C4808-5C06-681D-094A-7E7FEFBE9707}"/>
                </a:ext>
              </a:extLst>
            </p:cNvPr>
            <p:cNvSpPr txBox="1"/>
            <p:nvPr/>
          </p:nvSpPr>
          <p:spPr>
            <a:xfrm>
              <a:off x="3554381" y="5622672"/>
              <a:ext cx="1273757" cy="276999"/>
            </a:xfrm>
            <a:prstGeom prst="rect">
              <a:avLst/>
            </a:prstGeom>
            <a:noFill/>
          </p:spPr>
          <p:txBody>
            <a:bodyPr wrap="square" rtlCol="0">
              <a:spAutoFit/>
            </a:bodyPr>
            <a:lstStyle/>
            <a:p>
              <a:pPr lvl="0" algn="ctr" eaLnBrk="0" fontAlgn="base" hangingPunct="0">
                <a:spcAft>
                  <a:spcPct val="0"/>
                </a:spcAft>
              </a:pPr>
              <a:r>
                <a:rPr kumimoji="0" lang="fr-FR" sz="1091" b="1" i="0" u="none" strike="noStrike" cap="none" normalizeH="0" baseline="0" noProof="0" dirty="0" err="1">
                  <a:ln>
                    <a:noFill/>
                  </a:ln>
                  <a:solidFill>
                    <a:schemeClr val="accent2"/>
                  </a:solidFill>
                  <a:effectLst/>
                </a:rPr>
                <a:t>Hypercare</a:t>
              </a:r>
              <a:endParaRPr kumimoji="0" lang="fr-FR" sz="1091" b="1" i="0" u="none" strike="noStrike" cap="none" normalizeH="0" baseline="0" noProof="0" dirty="0">
                <a:ln>
                  <a:noFill/>
                </a:ln>
                <a:solidFill>
                  <a:schemeClr val="accent2"/>
                </a:solidFill>
                <a:effectLst/>
              </a:endParaRPr>
            </a:p>
          </p:txBody>
        </p:sp>
        <p:sp>
          <p:nvSpPr>
            <p:cNvPr id="45" name="Rectangle : coins arrondis 88">
              <a:extLst>
                <a:ext uri="{FF2B5EF4-FFF2-40B4-BE49-F238E27FC236}">
                  <a16:creationId xmlns:a16="http://schemas.microsoft.com/office/drawing/2014/main" id="{511FFAE4-7F1B-569E-F336-DD31FA94E265}"/>
                </a:ext>
              </a:extLst>
            </p:cNvPr>
            <p:cNvSpPr/>
            <p:nvPr/>
          </p:nvSpPr>
          <p:spPr>
            <a:xfrm>
              <a:off x="3537790" y="5513260"/>
              <a:ext cx="1277903" cy="495822"/>
            </a:xfrm>
            <a:prstGeom prst="roundRect">
              <a:avLst/>
            </a:prstGeom>
            <a:noFill/>
            <a:ln w="19050">
              <a:solidFill>
                <a:srgbClr val="CD53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b="1" noProof="0" dirty="0"/>
            </a:p>
          </p:txBody>
        </p:sp>
        <p:sp>
          <p:nvSpPr>
            <p:cNvPr id="46" name="Ellipse 103">
              <a:extLst>
                <a:ext uri="{FF2B5EF4-FFF2-40B4-BE49-F238E27FC236}">
                  <a16:creationId xmlns:a16="http://schemas.microsoft.com/office/drawing/2014/main" id="{78531FF0-B388-7624-CB45-3CEEDA2ABDF5}"/>
                </a:ext>
              </a:extLst>
            </p:cNvPr>
            <p:cNvSpPr/>
            <p:nvPr/>
          </p:nvSpPr>
          <p:spPr>
            <a:xfrm>
              <a:off x="86858" y="4108199"/>
              <a:ext cx="490762" cy="490762"/>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cxnSp>
          <p:nvCxnSpPr>
            <p:cNvPr id="47" name="Connecteur droit 107">
              <a:extLst>
                <a:ext uri="{FF2B5EF4-FFF2-40B4-BE49-F238E27FC236}">
                  <a16:creationId xmlns:a16="http://schemas.microsoft.com/office/drawing/2014/main" id="{22A5666A-7B6B-73AE-CF2F-5C67061A7E6F}"/>
                </a:ext>
              </a:extLst>
            </p:cNvPr>
            <p:cNvCxnSpPr>
              <a:cxnSpLocks/>
              <a:stCxn id="104" idx="6"/>
            </p:cNvCxnSpPr>
            <p:nvPr/>
          </p:nvCxnSpPr>
          <p:spPr>
            <a:xfrm>
              <a:off x="577620" y="4353580"/>
              <a:ext cx="250244" cy="1"/>
            </a:xfrm>
            <a:prstGeom prst="line">
              <a:avLst/>
            </a:prstGeom>
            <a:ln w="28575"/>
          </p:spPr>
          <p:style>
            <a:lnRef idx="2">
              <a:schemeClr val="accent1"/>
            </a:lnRef>
            <a:fillRef idx="0">
              <a:schemeClr val="accent1"/>
            </a:fillRef>
            <a:effectRef idx="1">
              <a:schemeClr val="accent1"/>
            </a:effectRef>
            <a:fontRef idx="minor">
              <a:schemeClr val="tx1"/>
            </a:fontRef>
          </p:style>
        </p:cxnSp>
        <p:grpSp>
          <p:nvGrpSpPr>
            <p:cNvPr id="48" name="Google Shape;13746;p81">
              <a:extLst>
                <a:ext uri="{FF2B5EF4-FFF2-40B4-BE49-F238E27FC236}">
                  <a16:creationId xmlns:a16="http://schemas.microsoft.com/office/drawing/2014/main" id="{97AFADEB-88C0-9AB6-66C2-6227432D6E72}"/>
                </a:ext>
              </a:extLst>
            </p:cNvPr>
            <p:cNvGrpSpPr/>
            <p:nvPr/>
          </p:nvGrpSpPr>
          <p:grpSpPr>
            <a:xfrm>
              <a:off x="162969" y="4196627"/>
              <a:ext cx="321546" cy="316860"/>
              <a:chOff x="-5254773" y="3631325"/>
              <a:chExt cx="296948" cy="292617"/>
            </a:xfrm>
            <a:solidFill>
              <a:schemeClr val="bg1"/>
            </a:solidFill>
          </p:grpSpPr>
          <p:sp>
            <p:nvSpPr>
              <p:cNvPr id="49" name="Google Shape;13747;p81">
                <a:extLst>
                  <a:ext uri="{FF2B5EF4-FFF2-40B4-BE49-F238E27FC236}">
                    <a16:creationId xmlns:a16="http://schemas.microsoft.com/office/drawing/2014/main" id="{DAA7077E-7DA0-63F0-A799-F3447AE8649C}"/>
                  </a:ext>
                </a:extLst>
              </p:cNvPr>
              <p:cNvSpPr/>
              <p:nvPr/>
            </p:nvSpPr>
            <p:spPr>
              <a:xfrm>
                <a:off x="-5246894" y="3766392"/>
                <a:ext cx="58300" cy="55150"/>
              </a:xfrm>
              <a:custGeom>
                <a:avLst/>
                <a:gdLst/>
                <a:ahLst/>
                <a:cxnLst/>
                <a:rect l="l" t="t" r="r" b="b"/>
                <a:pathLst>
                  <a:path w="2332" h="2206" extrusionOk="0">
                    <a:moveTo>
                      <a:pt x="1769" y="1"/>
                    </a:moveTo>
                    <a:cubicBezTo>
                      <a:pt x="1639" y="1"/>
                      <a:pt x="1513" y="48"/>
                      <a:pt x="1418" y="142"/>
                    </a:cubicBezTo>
                    <a:lnTo>
                      <a:pt x="189" y="1371"/>
                    </a:lnTo>
                    <a:cubicBezTo>
                      <a:pt x="0" y="1560"/>
                      <a:pt x="0" y="1875"/>
                      <a:pt x="189" y="2064"/>
                    </a:cubicBezTo>
                    <a:cubicBezTo>
                      <a:pt x="300" y="2159"/>
                      <a:pt x="434" y="2206"/>
                      <a:pt x="564" y="2206"/>
                    </a:cubicBezTo>
                    <a:cubicBezTo>
                      <a:pt x="694" y="2206"/>
                      <a:pt x="820" y="2159"/>
                      <a:pt x="914" y="2064"/>
                    </a:cubicBezTo>
                    <a:lnTo>
                      <a:pt x="2143" y="835"/>
                    </a:lnTo>
                    <a:cubicBezTo>
                      <a:pt x="2332" y="646"/>
                      <a:pt x="2332" y="331"/>
                      <a:pt x="2143" y="142"/>
                    </a:cubicBezTo>
                    <a:cubicBezTo>
                      <a:pt x="2033" y="48"/>
                      <a:pt x="1899" y="1"/>
                      <a:pt x="1769" y="1"/>
                    </a:cubicBezTo>
                    <a:close/>
                  </a:path>
                </a:pathLst>
              </a:custGeom>
              <a:grpFill/>
              <a:ln>
                <a:noFill/>
              </a:ln>
            </p:spPr>
            <p:txBody>
              <a:bodyPr spcFirstLastPara="1" wrap="square" lIns="121900" tIns="121900" rIns="121900" bIns="121900" anchor="ctr" anchorCtr="0">
                <a:noAutofit/>
              </a:bodyPr>
              <a:lstStyle/>
              <a:p>
                <a:endParaRPr lang="fr-FR" sz="2182" noProof="0" dirty="0"/>
              </a:p>
            </p:txBody>
          </p:sp>
          <p:sp>
            <p:nvSpPr>
              <p:cNvPr id="50" name="Google Shape;13748;p81">
                <a:extLst>
                  <a:ext uri="{FF2B5EF4-FFF2-40B4-BE49-F238E27FC236}">
                    <a16:creationId xmlns:a16="http://schemas.microsoft.com/office/drawing/2014/main" id="{ED211F71-E4B3-CC49-8105-39F8A18A8982}"/>
                  </a:ext>
                </a:extLst>
              </p:cNvPr>
              <p:cNvSpPr/>
              <p:nvPr/>
            </p:nvSpPr>
            <p:spPr>
              <a:xfrm>
                <a:off x="-5216169" y="3795542"/>
                <a:ext cx="58300" cy="55950"/>
              </a:xfrm>
              <a:custGeom>
                <a:avLst/>
                <a:gdLst/>
                <a:ahLst/>
                <a:cxnLst/>
                <a:rect l="l" t="t" r="r" b="b"/>
                <a:pathLst>
                  <a:path w="2332" h="2238" extrusionOk="0">
                    <a:moveTo>
                      <a:pt x="1764" y="0"/>
                    </a:moveTo>
                    <a:cubicBezTo>
                      <a:pt x="1638" y="0"/>
                      <a:pt x="1512" y="47"/>
                      <a:pt x="1418" y="142"/>
                    </a:cubicBezTo>
                    <a:lnTo>
                      <a:pt x="189" y="1371"/>
                    </a:lnTo>
                    <a:cubicBezTo>
                      <a:pt x="0" y="1560"/>
                      <a:pt x="0" y="1875"/>
                      <a:pt x="189" y="2095"/>
                    </a:cubicBezTo>
                    <a:cubicBezTo>
                      <a:pt x="284" y="2190"/>
                      <a:pt x="410" y="2237"/>
                      <a:pt x="540" y="2237"/>
                    </a:cubicBezTo>
                    <a:cubicBezTo>
                      <a:pt x="670" y="2237"/>
                      <a:pt x="804" y="2190"/>
                      <a:pt x="914" y="2095"/>
                    </a:cubicBezTo>
                    <a:lnTo>
                      <a:pt x="2111" y="867"/>
                    </a:lnTo>
                    <a:cubicBezTo>
                      <a:pt x="2332" y="678"/>
                      <a:pt x="2332" y="363"/>
                      <a:pt x="2111" y="142"/>
                    </a:cubicBezTo>
                    <a:cubicBezTo>
                      <a:pt x="2016" y="47"/>
                      <a:pt x="1890" y="0"/>
                      <a:pt x="1764" y="0"/>
                    </a:cubicBezTo>
                    <a:close/>
                  </a:path>
                </a:pathLst>
              </a:custGeom>
              <a:grpFill/>
              <a:ln>
                <a:noFill/>
              </a:ln>
            </p:spPr>
            <p:txBody>
              <a:bodyPr spcFirstLastPara="1" wrap="square" lIns="121900" tIns="121900" rIns="121900" bIns="121900" anchor="ctr" anchorCtr="0">
                <a:noAutofit/>
              </a:bodyPr>
              <a:lstStyle/>
              <a:p>
                <a:endParaRPr lang="fr-FR" sz="2182" noProof="0" dirty="0"/>
              </a:p>
            </p:txBody>
          </p:sp>
          <p:sp>
            <p:nvSpPr>
              <p:cNvPr id="51" name="Google Shape;13749;p81">
                <a:extLst>
                  <a:ext uri="{FF2B5EF4-FFF2-40B4-BE49-F238E27FC236}">
                    <a16:creationId xmlns:a16="http://schemas.microsoft.com/office/drawing/2014/main" id="{5DDB008D-76A8-777A-9277-095A114C8B66}"/>
                  </a:ext>
                </a:extLst>
              </p:cNvPr>
              <p:cNvSpPr/>
              <p:nvPr/>
            </p:nvSpPr>
            <p:spPr>
              <a:xfrm>
                <a:off x="-5185469" y="3826241"/>
                <a:ext cx="57525" cy="55750"/>
              </a:xfrm>
              <a:custGeom>
                <a:avLst/>
                <a:gdLst/>
                <a:ahLst/>
                <a:cxnLst/>
                <a:rect l="l" t="t" r="r" b="b"/>
                <a:pathLst>
                  <a:path w="2301" h="2230" extrusionOk="0">
                    <a:moveTo>
                      <a:pt x="1765" y="1"/>
                    </a:moveTo>
                    <a:cubicBezTo>
                      <a:pt x="1639" y="1"/>
                      <a:pt x="1513" y="48"/>
                      <a:pt x="1419" y="143"/>
                    </a:cubicBezTo>
                    <a:lnTo>
                      <a:pt x="190" y="1371"/>
                    </a:lnTo>
                    <a:cubicBezTo>
                      <a:pt x="1" y="1560"/>
                      <a:pt x="1" y="1875"/>
                      <a:pt x="190" y="2064"/>
                    </a:cubicBezTo>
                    <a:cubicBezTo>
                      <a:pt x="284" y="2175"/>
                      <a:pt x="410" y="2230"/>
                      <a:pt x="536" y="2230"/>
                    </a:cubicBezTo>
                    <a:cubicBezTo>
                      <a:pt x="662" y="2230"/>
                      <a:pt x="788" y="2175"/>
                      <a:pt x="883" y="2064"/>
                    </a:cubicBezTo>
                    <a:lnTo>
                      <a:pt x="2112" y="836"/>
                    </a:lnTo>
                    <a:cubicBezTo>
                      <a:pt x="2301" y="647"/>
                      <a:pt x="2301" y="332"/>
                      <a:pt x="2112" y="143"/>
                    </a:cubicBezTo>
                    <a:cubicBezTo>
                      <a:pt x="2017" y="48"/>
                      <a:pt x="1891" y="1"/>
                      <a:pt x="1765" y="1"/>
                    </a:cubicBezTo>
                    <a:close/>
                  </a:path>
                </a:pathLst>
              </a:custGeom>
              <a:grpFill/>
              <a:ln>
                <a:noFill/>
              </a:ln>
            </p:spPr>
            <p:txBody>
              <a:bodyPr spcFirstLastPara="1" wrap="square" lIns="121900" tIns="121900" rIns="121900" bIns="121900" anchor="ctr" anchorCtr="0">
                <a:noAutofit/>
              </a:bodyPr>
              <a:lstStyle/>
              <a:p>
                <a:endParaRPr lang="fr-FR" sz="2182" noProof="0" dirty="0"/>
              </a:p>
            </p:txBody>
          </p:sp>
          <p:sp>
            <p:nvSpPr>
              <p:cNvPr id="52" name="Google Shape;13750;p81">
                <a:extLst>
                  <a:ext uri="{FF2B5EF4-FFF2-40B4-BE49-F238E27FC236}">
                    <a16:creationId xmlns:a16="http://schemas.microsoft.com/office/drawing/2014/main" id="{5F2115F9-7B29-4176-1EE7-308C7DC54F50}"/>
                  </a:ext>
                </a:extLst>
              </p:cNvPr>
              <p:cNvSpPr/>
              <p:nvPr/>
            </p:nvSpPr>
            <p:spPr>
              <a:xfrm>
                <a:off x="-5156319" y="3856366"/>
                <a:ext cx="58300" cy="55750"/>
              </a:xfrm>
              <a:custGeom>
                <a:avLst/>
                <a:gdLst/>
                <a:ahLst/>
                <a:cxnLst/>
                <a:rect l="l" t="t" r="r" b="b"/>
                <a:pathLst>
                  <a:path w="2332" h="2230" extrusionOk="0">
                    <a:moveTo>
                      <a:pt x="1781" y="1"/>
                    </a:moveTo>
                    <a:cubicBezTo>
                      <a:pt x="1655" y="1"/>
                      <a:pt x="1529" y="56"/>
                      <a:pt x="1418" y="166"/>
                    </a:cubicBezTo>
                    <a:lnTo>
                      <a:pt x="190" y="1395"/>
                    </a:lnTo>
                    <a:cubicBezTo>
                      <a:pt x="1" y="1584"/>
                      <a:pt x="1" y="1899"/>
                      <a:pt x="190" y="2088"/>
                    </a:cubicBezTo>
                    <a:cubicBezTo>
                      <a:pt x="300" y="2183"/>
                      <a:pt x="442" y="2230"/>
                      <a:pt x="575" y="2230"/>
                    </a:cubicBezTo>
                    <a:cubicBezTo>
                      <a:pt x="709" y="2230"/>
                      <a:pt x="835" y="2183"/>
                      <a:pt x="914" y="2088"/>
                    </a:cubicBezTo>
                    <a:lnTo>
                      <a:pt x="2143" y="859"/>
                    </a:lnTo>
                    <a:cubicBezTo>
                      <a:pt x="2332" y="670"/>
                      <a:pt x="2332" y="355"/>
                      <a:pt x="2143" y="166"/>
                    </a:cubicBezTo>
                    <a:cubicBezTo>
                      <a:pt x="2033" y="56"/>
                      <a:pt x="1907" y="1"/>
                      <a:pt x="1781" y="1"/>
                    </a:cubicBezTo>
                    <a:close/>
                  </a:path>
                </a:pathLst>
              </a:custGeom>
              <a:grpFill/>
              <a:ln>
                <a:noFill/>
              </a:ln>
            </p:spPr>
            <p:txBody>
              <a:bodyPr spcFirstLastPara="1" wrap="square" lIns="121900" tIns="121900" rIns="121900" bIns="121900" anchor="ctr" anchorCtr="0">
                <a:noAutofit/>
              </a:bodyPr>
              <a:lstStyle/>
              <a:p>
                <a:endParaRPr lang="fr-FR" sz="2182" noProof="0" dirty="0"/>
              </a:p>
            </p:txBody>
          </p:sp>
          <p:sp>
            <p:nvSpPr>
              <p:cNvPr id="53" name="Google Shape;13751;p81">
                <a:extLst>
                  <a:ext uri="{FF2B5EF4-FFF2-40B4-BE49-F238E27FC236}">
                    <a16:creationId xmlns:a16="http://schemas.microsoft.com/office/drawing/2014/main" id="{A8A7102B-59FA-4F3F-2660-24D0ABBF32C4}"/>
                  </a:ext>
                </a:extLst>
              </p:cNvPr>
              <p:cNvSpPr/>
              <p:nvPr/>
            </p:nvSpPr>
            <p:spPr>
              <a:xfrm>
                <a:off x="-5105919" y="3886517"/>
                <a:ext cx="37050" cy="37425"/>
              </a:xfrm>
              <a:custGeom>
                <a:avLst/>
                <a:gdLst/>
                <a:ahLst/>
                <a:cxnLst/>
                <a:rect l="l" t="t" r="r" b="b"/>
                <a:pathLst>
                  <a:path w="1482" h="1497" extrusionOk="0">
                    <a:moveTo>
                      <a:pt x="662" y="0"/>
                    </a:moveTo>
                    <a:lnTo>
                      <a:pt x="536" y="126"/>
                    </a:lnTo>
                    <a:lnTo>
                      <a:pt x="1" y="756"/>
                    </a:lnTo>
                    <a:lnTo>
                      <a:pt x="599" y="1355"/>
                    </a:lnTo>
                    <a:cubicBezTo>
                      <a:pt x="694" y="1449"/>
                      <a:pt x="820" y="1497"/>
                      <a:pt x="946" y="1497"/>
                    </a:cubicBezTo>
                    <a:cubicBezTo>
                      <a:pt x="1072" y="1497"/>
                      <a:pt x="1198" y="1449"/>
                      <a:pt x="1293" y="1355"/>
                    </a:cubicBezTo>
                    <a:cubicBezTo>
                      <a:pt x="1482" y="1166"/>
                      <a:pt x="1482" y="851"/>
                      <a:pt x="1293" y="662"/>
                    </a:cubicBezTo>
                    <a:lnTo>
                      <a:pt x="662" y="0"/>
                    </a:lnTo>
                    <a:close/>
                  </a:path>
                </a:pathLst>
              </a:custGeom>
              <a:grpFill/>
              <a:ln>
                <a:noFill/>
              </a:ln>
            </p:spPr>
            <p:txBody>
              <a:bodyPr spcFirstLastPara="1" wrap="square" lIns="121900" tIns="121900" rIns="121900" bIns="121900" anchor="ctr" anchorCtr="0">
                <a:noAutofit/>
              </a:bodyPr>
              <a:lstStyle/>
              <a:p>
                <a:endParaRPr lang="fr-FR" sz="2182" noProof="0" dirty="0"/>
              </a:p>
            </p:txBody>
          </p:sp>
          <p:sp>
            <p:nvSpPr>
              <p:cNvPr id="54" name="Google Shape;13752;p81">
                <a:extLst>
                  <a:ext uri="{FF2B5EF4-FFF2-40B4-BE49-F238E27FC236}">
                    <a16:creationId xmlns:a16="http://schemas.microsoft.com/office/drawing/2014/main" id="{F777E1A4-20EF-630E-C32F-2A3F5077F572}"/>
                  </a:ext>
                </a:extLst>
              </p:cNvPr>
              <p:cNvSpPr/>
              <p:nvPr/>
            </p:nvSpPr>
            <p:spPr>
              <a:xfrm>
                <a:off x="-5254773" y="3648042"/>
                <a:ext cx="278050" cy="248324"/>
              </a:xfrm>
              <a:custGeom>
                <a:avLst/>
                <a:gdLst/>
                <a:ahLst/>
                <a:cxnLst/>
                <a:rect l="l" t="t" r="r" b="b"/>
                <a:pathLst>
                  <a:path w="11122" h="9933" extrusionOk="0">
                    <a:moveTo>
                      <a:pt x="4049" y="1"/>
                    </a:moveTo>
                    <a:cubicBezTo>
                      <a:pt x="3781" y="1"/>
                      <a:pt x="3513" y="103"/>
                      <a:pt x="3308" y="308"/>
                    </a:cubicBezTo>
                    <a:lnTo>
                      <a:pt x="410" y="3364"/>
                    </a:lnTo>
                    <a:cubicBezTo>
                      <a:pt x="0" y="3774"/>
                      <a:pt x="0" y="4435"/>
                      <a:pt x="410" y="4813"/>
                    </a:cubicBezTo>
                    <a:lnTo>
                      <a:pt x="631" y="5065"/>
                    </a:lnTo>
                    <a:lnTo>
                      <a:pt x="1198" y="4498"/>
                    </a:lnTo>
                    <a:cubicBezTo>
                      <a:pt x="1454" y="4242"/>
                      <a:pt x="1794" y="4106"/>
                      <a:pt x="2122" y="4106"/>
                    </a:cubicBezTo>
                    <a:cubicBezTo>
                      <a:pt x="2398" y="4106"/>
                      <a:pt x="2666" y="4202"/>
                      <a:pt x="2867" y="4404"/>
                    </a:cubicBezTo>
                    <a:cubicBezTo>
                      <a:pt x="3151" y="4624"/>
                      <a:pt x="3308" y="4971"/>
                      <a:pt x="3277" y="5286"/>
                    </a:cubicBezTo>
                    <a:cubicBezTo>
                      <a:pt x="3592" y="5286"/>
                      <a:pt x="3907" y="5412"/>
                      <a:pt x="4128" y="5664"/>
                    </a:cubicBezTo>
                    <a:cubicBezTo>
                      <a:pt x="4380" y="5884"/>
                      <a:pt x="4506" y="6200"/>
                      <a:pt x="4506" y="6515"/>
                    </a:cubicBezTo>
                    <a:cubicBezTo>
                      <a:pt x="4821" y="6515"/>
                      <a:pt x="5136" y="6641"/>
                      <a:pt x="5356" y="6861"/>
                    </a:cubicBezTo>
                    <a:cubicBezTo>
                      <a:pt x="5608" y="7113"/>
                      <a:pt x="5703" y="7428"/>
                      <a:pt x="5703" y="7743"/>
                    </a:cubicBezTo>
                    <a:cubicBezTo>
                      <a:pt x="6018" y="7743"/>
                      <a:pt x="6364" y="7869"/>
                      <a:pt x="6585" y="8090"/>
                    </a:cubicBezTo>
                    <a:cubicBezTo>
                      <a:pt x="6837" y="8342"/>
                      <a:pt x="6931" y="8657"/>
                      <a:pt x="6931" y="8909"/>
                    </a:cubicBezTo>
                    <a:lnTo>
                      <a:pt x="7814" y="9791"/>
                    </a:lnTo>
                    <a:cubicBezTo>
                      <a:pt x="7908" y="9886"/>
                      <a:pt x="8034" y="9933"/>
                      <a:pt x="8160" y="9933"/>
                    </a:cubicBezTo>
                    <a:cubicBezTo>
                      <a:pt x="8286" y="9933"/>
                      <a:pt x="8412" y="9886"/>
                      <a:pt x="8507" y="9791"/>
                    </a:cubicBezTo>
                    <a:cubicBezTo>
                      <a:pt x="8727" y="9602"/>
                      <a:pt x="8727" y="9287"/>
                      <a:pt x="8507" y="9066"/>
                    </a:cubicBezTo>
                    <a:lnTo>
                      <a:pt x="7656" y="8216"/>
                    </a:lnTo>
                    <a:cubicBezTo>
                      <a:pt x="7530" y="8090"/>
                      <a:pt x="7530" y="7869"/>
                      <a:pt x="7656" y="7743"/>
                    </a:cubicBezTo>
                    <a:cubicBezTo>
                      <a:pt x="7748" y="7596"/>
                      <a:pt x="7851" y="7534"/>
                      <a:pt x="7953" y="7534"/>
                    </a:cubicBezTo>
                    <a:cubicBezTo>
                      <a:pt x="8024" y="7534"/>
                      <a:pt x="8095" y="7565"/>
                      <a:pt x="8160" y="7617"/>
                    </a:cubicBezTo>
                    <a:lnTo>
                      <a:pt x="9011" y="8499"/>
                    </a:lnTo>
                    <a:cubicBezTo>
                      <a:pt x="9121" y="8594"/>
                      <a:pt x="9255" y="8641"/>
                      <a:pt x="9385" y="8641"/>
                    </a:cubicBezTo>
                    <a:cubicBezTo>
                      <a:pt x="9515" y="8641"/>
                      <a:pt x="9641" y="8594"/>
                      <a:pt x="9735" y="8499"/>
                    </a:cubicBezTo>
                    <a:cubicBezTo>
                      <a:pt x="9924" y="8279"/>
                      <a:pt x="9924" y="7964"/>
                      <a:pt x="9735" y="7775"/>
                    </a:cubicBezTo>
                    <a:lnTo>
                      <a:pt x="8853" y="6924"/>
                    </a:lnTo>
                    <a:cubicBezTo>
                      <a:pt x="8759" y="6798"/>
                      <a:pt x="8759" y="6578"/>
                      <a:pt x="8853" y="6452"/>
                    </a:cubicBezTo>
                    <a:cubicBezTo>
                      <a:pt x="8916" y="6389"/>
                      <a:pt x="9011" y="6357"/>
                      <a:pt x="9101" y="6357"/>
                    </a:cubicBezTo>
                    <a:cubicBezTo>
                      <a:pt x="9192" y="6357"/>
                      <a:pt x="9279" y="6389"/>
                      <a:pt x="9326" y="6452"/>
                    </a:cubicBezTo>
                    <a:lnTo>
                      <a:pt x="10208" y="7302"/>
                    </a:lnTo>
                    <a:cubicBezTo>
                      <a:pt x="10303" y="7397"/>
                      <a:pt x="10429" y="7444"/>
                      <a:pt x="10555" y="7444"/>
                    </a:cubicBezTo>
                    <a:cubicBezTo>
                      <a:pt x="10681" y="7444"/>
                      <a:pt x="10807" y="7397"/>
                      <a:pt x="10901" y="7302"/>
                    </a:cubicBezTo>
                    <a:cubicBezTo>
                      <a:pt x="11122" y="7113"/>
                      <a:pt x="11122" y="6798"/>
                      <a:pt x="10901" y="6609"/>
                    </a:cubicBezTo>
                    <a:lnTo>
                      <a:pt x="10334" y="6010"/>
                    </a:lnTo>
                    <a:lnTo>
                      <a:pt x="10208" y="5884"/>
                    </a:lnTo>
                    <a:lnTo>
                      <a:pt x="6931" y="2608"/>
                    </a:lnTo>
                    <a:cubicBezTo>
                      <a:pt x="6884" y="2561"/>
                      <a:pt x="6798" y="2537"/>
                      <a:pt x="6707" y="2537"/>
                    </a:cubicBezTo>
                    <a:cubicBezTo>
                      <a:pt x="6616" y="2537"/>
                      <a:pt x="6522" y="2561"/>
                      <a:pt x="6459" y="2608"/>
                    </a:cubicBezTo>
                    <a:lnTo>
                      <a:pt x="5167" y="3931"/>
                    </a:lnTo>
                    <a:cubicBezTo>
                      <a:pt x="4904" y="4176"/>
                      <a:pt x="4562" y="4308"/>
                      <a:pt x="4229" y="4308"/>
                    </a:cubicBezTo>
                    <a:cubicBezTo>
                      <a:pt x="4004" y="4308"/>
                      <a:pt x="3783" y="4247"/>
                      <a:pt x="3592" y="4120"/>
                    </a:cubicBezTo>
                    <a:cubicBezTo>
                      <a:pt x="2962" y="3679"/>
                      <a:pt x="2930" y="2829"/>
                      <a:pt x="3434" y="2293"/>
                    </a:cubicBezTo>
                    <a:lnTo>
                      <a:pt x="5010" y="529"/>
                    </a:lnTo>
                    <a:lnTo>
                      <a:pt x="4789" y="308"/>
                    </a:lnTo>
                    <a:cubicBezTo>
                      <a:pt x="4584" y="103"/>
                      <a:pt x="4317" y="1"/>
                      <a:pt x="4049" y="1"/>
                    </a:cubicBezTo>
                    <a:close/>
                  </a:path>
                </a:pathLst>
              </a:custGeom>
              <a:grpFill/>
              <a:ln>
                <a:noFill/>
              </a:ln>
            </p:spPr>
            <p:txBody>
              <a:bodyPr spcFirstLastPara="1" wrap="square" lIns="121900" tIns="121900" rIns="121900" bIns="121900" anchor="ctr" anchorCtr="0">
                <a:noAutofit/>
              </a:bodyPr>
              <a:lstStyle/>
              <a:p>
                <a:endParaRPr lang="fr-FR" sz="2182" noProof="0" dirty="0"/>
              </a:p>
            </p:txBody>
          </p:sp>
          <p:sp>
            <p:nvSpPr>
              <p:cNvPr id="55" name="Google Shape;13753;p81">
                <a:extLst>
                  <a:ext uri="{FF2B5EF4-FFF2-40B4-BE49-F238E27FC236}">
                    <a16:creationId xmlns:a16="http://schemas.microsoft.com/office/drawing/2014/main" id="{0C97C6CD-E815-FDD7-3427-FA8DCA7540BD}"/>
                  </a:ext>
                </a:extLst>
              </p:cNvPr>
              <p:cNvSpPr/>
              <p:nvPr/>
            </p:nvSpPr>
            <p:spPr>
              <a:xfrm>
                <a:off x="-5163425" y="3631325"/>
                <a:ext cx="205600" cy="150450"/>
              </a:xfrm>
              <a:custGeom>
                <a:avLst/>
                <a:gdLst/>
                <a:ahLst/>
                <a:cxnLst/>
                <a:rect l="l" t="t" r="r" b="b"/>
                <a:pathLst>
                  <a:path w="8224" h="6018" extrusionOk="0">
                    <a:moveTo>
                      <a:pt x="3699" y="0"/>
                    </a:moveTo>
                    <a:cubicBezTo>
                      <a:pt x="3435" y="0"/>
                      <a:pt x="3167" y="95"/>
                      <a:pt x="2962" y="284"/>
                    </a:cubicBezTo>
                    <a:lnTo>
                      <a:pt x="2364" y="883"/>
                    </a:lnTo>
                    <a:lnTo>
                      <a:pt x="2269" y="1009"/>
                    </a:lnTo>
                    <a:lnTo>
                      <a:pt x="222" y="3245"/>
                    </a:lnTo>
                    <a:cubicBezTo>
                      <a:pt x="1" y="3435"/>
                      <a:pt x="1" y="3781"/>
                      <a:pt x="222" y="3970"/>
                    </a:cubicBezTo>
                    <a:cubicBezTo>
                      <a:pt x="316" y="4065"/>
                      <a:pt x="442" y="4112"/>
                      <a:pt x="568" y="4112"/>
                    </a:cubicBezTo>
                    <a:cubicBezTo>
                      <a:pt x="694" y="4112"/>
                      <a:pt x="820" y="4065"/>
                      <a:pt x="915" y="3970"/>
                    </a:cubicBezTo>
                    <a:lnTo>
                      <a:pt x="2269" y="2615"/>
                    </a:lnTo>
                    <a:cubicBezTo>
                      <a:pt x="2458" y="2426"/>
                      <a:pt x="2718" y="2332"/>
                      <a:pt x="2982" y="2332"/>
                    </a:cubicBezTo>
                    <a:cubicBezTo>
                      <a:pt x="3246" y="2332"/>
                      <a:pt x="3514" y="2426"/>
                      <a:pt x="3719" y="2615"/>
                    </a:cubicBezTo>
                    <a:lnTo>
                      <a:pt x="7090" y="6018"/>
                    </a:lnTo>
                    <a:lnTo>
                      <a:pt x="7814" y="5356"/>
                    </a:lnTo>
                    <a:cubicBezTo>
                      <a:pt x="8224" y="4947"/>
                      <a:pt x="8224" y="4285"/>
                      <a:pt x="7814" y="3876"/>
                    </a:cubicBezTo>
                    <a:lnTo>
                      <a:pt x="4412" y="284"/>
                    </a:lnTo>
                    <a:cubicBezTo>
                      <a:pt x="4223" y="95"/>
                      <a:pt x="3963" y="0"/>
                      <a:pt x="3699" y="0"/>
                    </a:cubicBezTo>
                    <a:close/>
                  </a:path>
                </a:pathLst>
              </a:custGeom>
              <a:grpFill/>
              <a:ln>
                <a:noFill/>
              </a:ln>
            </p:spPr>
            <p:txBody>
              <a:bodyPr spcFirstLastPara="1" wrap="square" lIns="121900" tIns="121900" rIns="121900" bIns="121900" anchor="ctr" anchorCtr="0">
                <a:noAutofit/>
              </a:bodyPr>
              <a:lstStyle/>
              <a:p>
                <a:endParaRPr lang="fr-FR" sz="2182" noProof="0" dirty="0"/>
              </a:p>
            </p:txBody>
          </p:sp>
        </p:grpSp>
      </p:gr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space réservé du contenu 1">
            <a:extLst>
              <a:ext uri="{FF2B5EF4-FFF2-40B4-BE49-F238E27FC236}">
                <a16:creationId xmlns:a16="http://schemas.microsoft.com/office/drawing/2014/main" id="{0A5657A9-CF1F-01C4-4C0C-3F4405FBA315}"/>
              </a:ext>
            </a:extLst>
          </p:cNvPr>
          <p:cNvSpPr>
            <a:spLocks noGrp="1"/>
          </p:cNvSpPr>
          <p:nvPr>
            <p:ph idx="1"/>
          </p:nvPr>
        </p:nvSpPr>
        <p:spPr/>
        <p:txBody>
          <a:bodyPr anchor="t"/>
          <a:lstStyle/>
          <a:p>
            <a:r>
              <a:rPr lang="fr-FR" dirty="0" sz="1600"/>
              <a:t>Déroulé d’une formation</a:t>
            </a:r>
          </a:p>
          <a:p>
            <a:pPr lvl="1"/>
            <a:r>
              <a:rPr lang="fr-FR" dirty="0" sz="1600"/>
              <a:t>Démonstration</a:t>
            </a:r>
          </a:p>
          <a:p>
            <a:pPr lvl="1"/>
            <a:r>
              <a:rPr lang="fr-FR" dirty="0" sz="1600"/>
              <a:t>Exercices pratiques</a:t>
            </a:r>
          </a:p>
          <a:p>
            <a:pPr lvl="1"/>
            <a:r>
              <a:rPr lang="fr-FR" dirty="0" sz="1600"/>
              <a:t>Reccueil</a:t>
            </a:r>
            <a:r>
              <a:rPr lang="fr-FR" sz="1600"/>
              <a:t> </a:t>
            </a:r>
            <a:r>
              <a:rPr lang="fr-FR" dirty="0" sz="1600"/>
              <a:t>des feedbacks</a:t>
            </a:r>
            <a:endParaRPr lang="fr-FR" dirty="0" sz="1600"/>
          </a:p>
        </p:txBody>
      </p:sp>
      <p:sp>
        <p:nvSpPr>
          <p:cNvPr id="3" name="Titre 2">
            <a:extLst>
              <a:ext uri="{FF2B5EF4-FFF2-40B4-BE49-F238E27FC236}">
                <a16:creationId xmlns:a16="http://schemas.microsoft.com/office/drawing/2014/main" id="{618815FA-3CAE-65F3-B971-C63D5E259378}"/>
              </a:ext>
            </a:extLst>
          </p:cNvPr>
          <p:cNvSpPr>
            <a:spLocks noGrp="1"/>
          </p:cNvSpPr>
          <p:nvPr>
            <p:ph type="title"/>
          </p:nvPr>
        </p:nvSpPr>
        <p:spPr/>
        <p:txBody>
          <a:bodyPr/>
          <a:lstStyle/>
          <a:p>
            <a:pPr/>
            <a:r>
              <a:t>Formation des key users</a:t>
            </a:r>
          </a:p>
        </p:txBody>
      </p:sp>
      <p:sp>
        <p:nvSpPr>
          <p:cNvPr id="4" name="Espace réservé du texte 3">
            <a:extLst>
              <a:ext uri="{FF2B5EF4-FFF2-40B4-BE49-F238E27FC236}">
                <a16:creationId xmlns:a16="http://schemas.microsoft.com/office/drawing/2014/main" id="{6BB8E998-5BC1-3D30-5A40-7A17CB479142}"/>
              </a:ext>
            </a:extLst>
          </p:cNvPr>
          <p:cNvSpPr>
            <a:spLocks noGrp="1"/>
          </p:cNvSpPr>
          <p:nvPr>
            <p:ph type="body" sz="quarter" idx="13"/>
          </p:nvPr>
        </p:nvSpPr>
        <p:spPr/>
        <p:txBody>
          <a:bodyPr/>
          <a:lstStyle/>
          <a:p>
            <a:pPr/>
            <a:r>
              <a:t>MISE EN PRODUCTION</a:t>
            </a:r>
            <a:endParaRPr lang="en-US"/>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re 1">
            <a:extLst>
              <a:ext uri="{FF2B5EF4-FFF2-40B4-BE49-F238E27FC236}">
                <a16:creationId xmlns:a16="http://schemas.microsoft.com/office/drawing/2014/main" id="{F6A682F6-E8E6-5D40-4F9A-B4B07BEB1B24}"/>
              </a:ext>
            </a:extLst>
          </p:cNvPr>
          <p:cNvSpPr>
            <a:spLocks noGrp="1"/>
          </p:cNvSpPr>
          <p:nvPr>
            <p:ph type="title"/>
          </p:nvPr>
        </p:nvSpPr>
        <p:spPr/>
        <p:txBody>
          <a:bodyPr/>
          <a:lstStyle/>
          <a:p>
            <a:pPr/>
            <a:r>
              <a:t>Période UAT</a:t>
            </a:r>
            <a:endParaRPr lang="en-US"/>
          </a:p>
        </p:txBody>
      </p:sp>
      <p:sp>
        <p:nvSpPr>
          <p:cNvPr id="3" name="Espace réservé du texte 2">
            <a:extLst>
              <a:ext uri="{FF2B5EF4-FFF2-40B4-BE49-F238E27FC236}">
                <a16:creationId xmlns:a16="http://schemas.microsoft.com/office/drawing/2014/main" id="{CECB2579-F725-03C3-82FA-BDCDD2D030DB}"/>
              </a:ext>
            </a:extLst>
          </p:cNvPr>
          <p:cNvSpPr>
            <a:spLocks noGrp="1"/>
          </p:cNvSpPr>
          <p:nvPr>
            <p:ph type="body" sz="quarter" idx="13"/>
          </p:nvPr>
        </p:nvSpPr>
        <p:spPr/>
        <p:txBody>
          <a:bodyPr/>
          <a:lstStyle/>
          <a:p>
            <a:pPr/>
            <a:r>
              <a:t>MISE EN PRODUCTION</a:t>
            </a:r>
            <a:endParaRPr lang="en-US"/>
          </a:p>
        </p:txBody>
      </p:sp>
      <p:sp>
        <p:nvSpPr>
          <p:cNvPr id="4" name="Espace réservé du texte 3">
            <a:extLst>
              <a:ext uri="{FF2B5EF4-FFF2-40B4-BE49-F238E27FC236}">
                <a16:creationId xmlns:a16="http://schemas.microsoft.com/office/drawing/2014/main" id="{CFFC6968-C9D9-5E3B-6CF2-9F006A0CE2AB}"/>
              </a:ext>
            </a:extLst>
          </p:cNvPr>
          <p:cNvSpPr>
            <a:spLocks noGrp="1"/>
          </p:cNvSpPr>
          <p:nvPr>
            <p:ph type="body" sz="quarter" idx="14"/>
          </p:nvPr>
        </p:nvSpPr>
        <p:spPr/>
        <p:txBody>
          <a:bodyPr/>
          <a:lstStyle/>
          <a:p>
            <a:r>
              <a:rPr lang="fr-FR" dirty="0" sz="1800"/>
              <a:t>Période de test en conditions réelles</a:t>
            </a:r>
          </a:p>
          <a:p>
            <a:endParaRPr lang="fr-FR" dirty="0" sz="1800"/>
          </a:p>
          <a:p>
            <a:r>
              <a:rPr lang="fr-FR" dirty="0" sz="1800"/>
              <a:t>Objectifs : </a:t>
            </a:r>
            <a:r>
              <a:rPr lang="fr-FR" b="1" dirty="0" sz="1800"/>
              <a:t>Détecter les ajustements à faire pour la mise en production</a:t>
            </a:r>
            <a:endParaRPr lang="fr-FR" b="1" dirty="0" sz="1800"/>
          </a:p>
          <a:p>
            <a:endParaRPr lang="fr-FR" dirty="0" sz="1800"/>
          </a:p>
          <a:p>
            <a:r>
              <a:rPr lang="fr-FR" dirty="0" sz="1800"/>
              <a:t>Utilisation du portail client</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itre 1">
            <a:extLst>
              <a:ext uri="{FF2B5EF4-FFF2-40B4-BE49-F238E27FC236}">
                <a16:creationId xmlns:a16="http://schemas.microsoft.com/office/drawing/2014/main" id="{900E4526-073E-F120-3E1B-D31ADDF71B82}"/>
              </a:ext>
            </a:extLst>
          </p:cNvPr>
          <p:cNvSpPr>
            <a:spLocks noGrp="1"/>
          </p:cNvSpPr>
          <p:nvPr>
            <p:ph type="title"/>
          </p:nvPr>
        </p:nvSpPr>
        <p:spPr/>
        <p:txBody>
          <a:bodyPr/>
          <a:lstStyle/>
          <a:p>
            <a:pPr/>
            <a:r>
              <a:t>Déroulement de la mise en production</a:t>
            </a:r>
          </a:p>
        </p:txBody>
      </p:sp>
      <p:sp>
        <p:nvSpPr>
          <p:cNvPr id="4" name="Espace réservé du texte 2">
            <a:extLst>
              <a:ext uri="{FF2B5EF4-FFF2-40B4-BE49-F238E27FC236}">
                <a16:creationId xmlns:a16="http://schemas.microsoft.com/office/drawing/2014/main" id="{F52B3274-36E0-9191-0A8E-58E717B42DAF}"/>
              </a:ext>
            </a:extLst>
          </p:cNvPr>
          <p:cNvSpPr>
            <a:spLocks noGrp="1"/>
          </p:cNvSpPr>
          <p:nvPr>
            <p:ph type="body" sz="quarter" idx="13"/>
          </p:nvPr>
        </p:nvSpPr>
        <p:spPr/>
        <p:txBody>
          <a:bodyPr/>
          <a:lstStyle/>
          <a:p>
            <a:pPr/>
            <a:r>
              <a:t>MISE EN PRODUCTION</a:t>
            </a:r>
            <a:endParaRPr lang="en-US"/>
          </a:p>
        </p:txBody>
      </p:sp>
      <p:grpSp>
        <p:nvGrpSpPr>
          <p:cNvPr id="5" name="Transplant"/>
          <p:cNvGrpSpPr/>
          <p:nvPr/>
        </p:nvGrpSpPr>
        <p:grpSpPr>
          <a:xfrm>
            <a:off x="2640947" y="2331720"/>
            <a:ext cx="6907057" cy="3931920"/>
            <a:chOff x="1505226" y="1074208"/>
            <a:chExt cx="9518770" cy="5418667"/>
          </a:xfrm>
        </p:grpSpPr>
        <p:graphicFrame>
          <p:nvGraphicFramePr>
            <p:cNvPr id="6" name="Diagram 3">
              <a:extLst>
                <a:ext uri="{FF2B5EF4-FFF2-40B4-BE49-F238E27FC236}">
                  <a16:creationId xmlns:a16="http://schemas.microsoft.com/office/drawing/2014/main" id="{B76BF7D5-615A-A888-4C06-C7FEFE6782BB}"/>
                </a:ext>
              </a:extLst>
            </p:cNvPr>
            <p:cNvGraphicFramePr/>
            <p:nvPr>
              <p:extLst>
                <p:ext uri="{D42A27DB-BD31-4B8C-83A1-F6EECF244321}">
                  <p14:modId xmlns:p14="http://schemas.microsoft.com/office/powerpoint/2010/main" val="1217548719"/>
                </p:ext>
              </p:extLst>
            </p:nvPr>
          </p:nvGraphicFramePr>
          <p:xfrm>
            <a:off x="1505226" y="1074208"/>
            <a:ext cx="9518770" cy="5418667"/>
          </p:xfrm>
          <a:graphic>
            <a:graphicData uri="http://schemas.openxmlformats.org/drawingml/2006/diagram">
              <dgm:relIds xmlns:dgm="http://schemas.openxmlformats.org/drawingml/2006/diagram" r:dm="rId2" r:lo="rId3" r:qs="rId4" r:cs="rId5"/>
            </a:graphicData>
          </a:graphic>
        </p:graphicFrame>
      </p:gr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itre 1">
            <a:extLst>
              <a:ext uri="{FF2B5EF4-FFF2-40B4-BE49-F238E27FC236}">
                <a16:creationId xmlns:a16="http://schemas.microsoft.com/office/drawing/2014/main" id="{900E4526-073E-F120-3E1B-D31ADDF71B82}"/>
              </a:ext>
            </a:extLst>
          </p:cNvPr>
          <p:cNvSpPr>
            <a:spLocks noGrp="1"/>
          </p:cNvSpPr>
          <p:nvPr>
            <p:ph type="title"/>
          </p:nvPr>
        </p:nvSpPr>
        <p:spPr/>
        <p:txBody>
          <a:bodyPr/>
          <a:lstStyle/>
          <a:p>
            <a:pPr/>
            <a:r>
              <a:t>Hypercare</a:t>
            </a:r>
          </a:p>
        </p:txBody>
      </p:sp>
      <p:sp>
        <p:nvSpPr>
          <p:cNvPr id="4" name="Espace réservé du texte 2">
            <a:extLst>
              <a:ext uri="{FF2B5EF4-FFF2-40B4-BE49-F238E27FC236}">
                <a16:creationId xmlns:a16="http://schemas.microsoft.com/office/drawing/2014/main" id="{F52B3274-36E0-9191-0A8E-58E717B42DAF}"/>
              </a:ext>
            </a:extLst>
          </p:cNvPr>
          <p:cNvSpPr>
            <a:spLocks noGrp="1"/>
          </p:cNvSpPr>
          <p:nvPr>
            <p:ph type="body" sz="quarter" idx="13"/>
          </p:nvPr>
        </p:nvSpPr>
        <p:spPr/>
        <p:txBody>
          <a:bodyPr/>
          <a:lstStyle/>
          <a:p>
            <a:pPr/>
            <a:r>
              <a:t>MISE EN PRODUCTION</a:t>
            </a:r>
            <a:endParaRPr lang="en-US"/>
          </a:p>
        </p:txBody>
      </p:sp>
      <p:grpSp>
        <p:nvGrpSpPr>
          <p:cNvPr id="5" name="Transplant"/>
          <p:cNvGrpSpPr/>
          <p:nvPr/>
        </p:nvGrpSpPr>
        <p:grpSpPr>
          <a:xfrm>
            <a:off x="1692080" y="2331720"/>
            <a:ext cx="8804791" cy="3931920"/>
            <a:chOff x="1564860" y="2007704"/>
            <a:chExt cx="9427817" cy="4210142"/>
          </a:xfrm>
        </p:grpSpPr>
        <p:graphicFrame>
          <p:nvGraphicFramePr>
            <p:cNvPr id="6" name="Diagram 1">
              <a:extLst>
                <a:ext uri="{FF2B5EF4-FFF2-40B4-BE49-F238E27FC236}">
                  <a16:creationId xmlns:a16="http://schemas.microsoft.com/office/drawing/2014/main" id="{D3AE9883-06E0-E508-3023-6549B27FB29B}"/>
                </a:ext>
              </a:extLst>
            </p:cNvPr>
            <p:cNvGraphicFramePr/>
            <p:nvPr>
              <p:extLst>
                <p:ext uri="{D42A27DB-BD31-4B8C-83A1-F6EECF244321}">
                  <p14:modId xmlns:p14="http://schemas.microsoft.com/office/powerpoint/2010/main" val="1823792837"/>
                </p:ext>
              </p:extLst>
            </p:nvPr>
          </p:nvGraphicFramePr>
          <p:xfrm>
            <a:off x="1564860" y="2007704"/>
            <a:ext cx="9427817" cy="4210142"/>
          </p:xfrm>
          <a:graphic>
            <a:graphicData uri="http://schemas.openxmlformats.org/drawingml/2006/diagram">
              <dgm:relIds xmlns:dgm="http://schemas.openxmlformats.org/drawingml/2006/diagram" r:dm="rId2" r:lo="rId3" r:qs="rId4" r:cs="rId5"/>
            </a:graphicData>
          </a:graphic>
        </p:graphicFrame>
      </p:gr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itre 1">
            <a:extLst>
              <a:ext uri="{FF2B5EF4-FFF2-40B4-BE49-F238E27FC236}">
                <a16:creationId xmlns:a16="http://schemas.microsoft.com/office/drawing/2014/main" id="{900E4526-073E-F120-3E1B-D31ADDF71B82}"/>
              </a:ext>
            </a:extLst>
          </p:cNvPr>
          <p:cNvSpPr>
            <a:spLocks noGrp="1"/>
          </p:cNvSpPr>
          <p:nvPr>
            <p:ph type="title"/>
          </p:nvPr>
        </p:nvSpPr>
        <p:spPr/>
        <p:txBody>
          <a:bodyPr/>
          <a:lstStyle/>
          <a:p>
            <a:pPr/>
            <a:r>
              <a:t>Passage en support</a:t>
            </a:r>
          </a:p>
        </p:txBody>
      </p:sp>
      <p:sp>
        <p:nvSpPr>
          <p:cNvPr id="4" name="Espace réservé du texte 2">
            <a:extLst>
              <a:ext uri="{FF2B5EF4-FFF2-40B4-BE49-F238E27FC236}">
                <a16:creationId xmlns:a16="http://schemas.microsoft.com/office/drawing/2014/main" id="{F52B3274-36E0-9191-0A8E-58E717B42DAF}"/>
              </a:ext>
            </a:extLst>
          </p:cNvPr>
          <p:cNvSpPr>
            <a:spLocks noGrp="1"/>
          </p:cNvSpPr>
          <p:nvPr>
            <p:ph type="body" sz="quarter" idx="13"/>
          </p:nvPr>
        </p:nvSpPr>
        <p:spPr/>
        <p:txBody>
          <a:bodyPr/>
          <a:lstStyle/>
          <a:p>
            <a:pPr/>
            <a:r>
              <a:t>MISE EN PRODUCTION</a:t>
            </a:r>
            <a:endParaRPr lang="en-US"/>
          </a:p>
        </p:txBody>
      </p:sp>
      <p:grpSp>
        <p:nvGrpSpPr>
          <p:cNvPr id="5" name="Transplant"/>
          <p:cNvGrpSpPr/>
          <p:nvPr/>
        </p:nvGrpSpPr>
        <p:grpSpPr>
          <a:xfrm>
            <a:off x="1087866" y="2331720"/>
            <a:ext cx="10013220" cy="3931920"/>
            <a:chOff x="1242390" y="2206487"/>
            <a:chExt cx="10111409" cy="3970476"/>
          </a:xfrm>
        </p:grpSpPr>
        <p:graphicFrame>
          <p:nvGraphicFramePr>
            <p:cNvPr id="6" name="Content Placeholder 1">
              <a:extLst>
                <a:ext uri="{FF2B5EF4-FFF2-40B4-BE49-F238E27FC236}">
                  <a16:creationId xmlns:a16="http://schemas.microsoft.com/office/drawing/2014/main" id="{FBD6B0D6-16B4-1C39-7455-92AEF86E0B55}"/>
                </a:ext>
              </a:extLst>
            </p:cNvPr>
            <p:cNvGraphicFramePr>
              <a:graphicFrameLocks noGrp="1"/>
            </p:cNvGraphicFramePr>
            <p:nvPr>
              <p:extLst>
                <p:ext uri="{D42A27DB-BD31-4B8C-83A1-F6EECF244321}">
                  <p14:modId xmlns:p14="http://schemas.microsoft.com/office/powerpoint/2010/main" val="3391922064"/>
                </p:ext>
              </p:extLst>
            </p:nvPr>
          </p:nvGraphicFramePr>
          <p:xfrm>
            <a:off x="1242390" y="2206487"/>
            <a:ext cx="10111409" cy="3970476"/>
          </p:xfrm>
          <a:graphic>
            <a:graphicData uri="http://schemas.openxmlformats.org/drawingml/2006/diagram">
              <dgm:relIds xmlns:dgm="http://schemas.openxmlformats.org/drawingml/2006/diagram" r:dm="rId2" r:lo="rId3" r:qs="rId4" r:cs="rId5"/>
            </a:graphicData>
          </a:graphic>
        </p:graphicFrame>
      </p:gr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itre 1">
            <a:extLst>
              <a:ext uri="{FF2B5EF4-FFF2-40B4-BE49-F238E27FC236}">
                <a16:creationId xmlns:a16="http://schemas.microsoft.com/office/drawing/2014/main" id="{900E4526-073E-F120-3E1B-D31ADDF71B82}"/>
              </a:ext>
            </a:extLst>
          </p:cNvPr>
          <p:cNvSpPr>
            <a:spLocks noGrp="1"/>
          </p:cNvSpPr>
          <p:nvPr>
            <p:ph type="title"/>
          </p:nvPr>
        </p:nvSpPr>
        <p:spPr/>
        <p:txBody>
          <a:bodyPr/>
          <a:lstStyle/>
          <a:p>
            <a:pPr/>
            <a:r>
              <a:t>Communication projet</a:t>
            </a:r>
          </a:p>
        </p:txBody>
      </p:sp>
      <p:sp>
        <p:nvSpPr>
          <p:cNvPr id="4" name="Espace réservé du texte 2">
            <a:extLst>
              <a:ext uri="{FF2B5EF4-FFF2-40B4-BE49-F238E27FC236}">
                <a16:creationId xmlns:a16="http://schemas.microsoft.com/office/drawing/2014/main" id="{F52B3274-36E0-9191-0A8E-58E717B42DAF}"/>
              </a:ext>
            </a:extLst>
          </p:cNvPr>
          <p:cNvSpPr>
            <a:spLocks noGrp="1"/>
          </p:cNvSpPr>
          <p:nvPr>
            <p:ph type="body" sz="quarter" idx="13"/>
          </p:nvPr>
        </p:nvSpPr>
        <p:spPr/>
        <p:txBody>
          <a:bodyPr/>
          <a:lstStyle/>
          <a:p>
            <a:pPr/>
            <a:r>
              <a:t>ORGANISATION PROJET</a:t>
            </a:r>
            <a:endParaRPr lang="en-US"/>
          </a:p>
        </p:txBody>
      </p:sp>
      <p:grpSp>
        <p:nvGrpSpPr>
          <p:cNvPr id="5" name="Transplant"/>
          <p:cNvGrpSpPr/>
          <p:nvPr/>
        </p:nvGrpSpPr>
        <p:grpSpPr>
          <a:xfrm>
            <a:off x="694944" y="2675161"/>
            <a:ext cx="10799064" cy="3245038"/>
            <a:chOff x="914375" y="2097088"/>
            <a:chExt cx="10363250" cy="3114080"/>
          </a:xfrm>
        </p:grpSpPr>
        <p:graphicFrame>
          <p:nvGraphicFramePr>
            <p:cNvPr id="6" name="Google Shape;2530;p15"/>
            <p:cNvGraphicFramePr/>
            <p:nvPr>
              <p:extLst>
                <p:ext uri="{D42A27DB-BD31-4B8C-83A1-F6EECF244321}">
                  <p14:modId xmlns:p14="http://schemas.microsoft.com/office/powerpoint/2010/main" val="2226867531"/>
                </p:ext>
              </p:extLst>
            </p:nvPr>
          </p:nvGraphicFramePr>
          <p:xfrm>
            <a:off x="914375" y="2097088"/>
            <a:ext cx="10363250" cy="3114080"/>
          </p:xfrm>
          <a:graphic>
            <a:graphicData uri="http://schemas.openxmlformats.org/drawingml/2006/table">
              <a:tbl>
                <a:tblPr firstRow="1" bandRow="1">
                  <a:tableStyleId>{9DCAF9ED-07DC-4A11-8D7F-57B35C25682E}</a:tableStyleId>
                </a:tblPr>
                <a:tblGrid>
                  <a:gridCol w="2072650">
                    <a:extLst>
                      <a:ext uri="{9D8B030D-6E8A-4147-A177-3AD203B41FA5}">
                        <a16:colId xmlns:a16="http://schemas.microsoft.com/office/drawing/2014/main" val="20000"/>
                      </a:ext>
                    </a:extLst>
                  </a:gridCol>
                  <a:gridCol w="3307243">
                    <a:extLst>
                      <a:ext uri="{9D8B030D-6E8A-4147-A177-3AD203B41FA5}">
                        <a16:colId xmlns:a16="http://schemas.microsoft.com/office/drawing/2014/main" val="20001"/>
                      </a:ext>
                    </a:extLst>
                  </a:gridCol>
                  <a:gridCol w="1250901">
                    <a:extLst>
                      <a:ext uri="{9D8B030D-6E8A-4147-A177-3AD203B41FA5}">
                        <a16:colId xmlns:a16="http://schemas.microsoft.com/office/drawing/2014/main" val="20002"/>
                      </a:ext>
                    </a:extLst>
                  </a:gridCol>
                  <a:gridCol w="1962815">
                    <a:extLst>
                      <a:ext uri="{9D8B030D-6E8A-4147-A177-3AD203B41FA5}">
                        <a16:colId xmlns:a16="http://schemas.microsoft.com/office/drawing/2014/main" val="20003"/>
                      </a:ext>
                    </a:extLst>
                  </a:gridCol>
                  <a:gridCol w="1769641">
                    <a:extLst>
                      <a:ext uri="{9D8B030D-6E8A-4147-A177-3AD203B41FA5}">
                        <a16:colId xmlns:a16="http://schemas.microsoft.com/office/drawing/2014/main" val="20004"/>
                      </a:ext>
                    </a:extLst>
                  </a:gridCol>
                </a:tblGrid>
                <a:tr h="370850">
                  <a:tc>
                    <a:txBody>
                      <a:bodyPr/>
                      <a:lstStyle/>
                      <a:p>
                        <a:pPr marL="0" marR="0" lvl="0" indent="0" algn="l" rtl="0">
                          <a:lnSpc>
                            <a:spcPct val="100000"/>
                          </a:lnSpc>
                          <a:spcBef>
                            <a:spcPts val="0"/>
                          </a:spcBef>
                          <a:spcAft>
                            <a:spcPts val="0"/>
                          </a:spcAft>
                          <a:buClr>
                            <a:srgbClr val="000000"/>
                          </a:buClr>
                          <a:buSzPts val="2400"/>
                          <a:buFont typeface="Arial"/>
                          <a:buNone/>
                        </a:pPr>
                        <a:r>
                          <a:rPr lang="fr-FR" sz="1800" u="none" strike="noStrike" cap="none" noProof="0" dirty="0"/>
                          <a:t>Nom</a:t>
                        </a:r>
                        <a:endParaRPr lang="fr-FR" sz="1100" u="none" strike="noStrike" cap="none" noProof="0" dirty="0"/>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r>
                          <a:rPr lang="fr-FR" sz="1800" u="none" strike="noStrike" cap="none" noProof="0" dirty="0"/>
                          <a:t>Objectif</a:t>
                        </a:r>
                        <a:endParaRPr lang="fr-FR" sz="1100" u="none" strike="noStrike" cap="none" noProof="0" dirty="0"/>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r>
                          <a:rPr lang="fr-FR" sz="1800" u="none" strike="noStrike" cap="none" noProof="0" dirty="0"/>
                          <a:t>Moyen</a:t>
                        </a:r>
                        <a:endParaRPr lang="fr-FR" sz="1100" u="none" strike="noStrike" cap="none" noProof="0" dirty="0"/>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r>
                          <a:rPr lang="fr-FR" sz="1800" u="none" strike="noStrike" cap="none" noProof="0" dirty="0"/>
                          <a:t>Participants</a:t>
                        </a:r>
                        <a:endParaRPr lang="fr-FR" sz="1100" u="none" strike="noStrike" cap="none" noProof="0" dirty="0"/>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r>
                          <a:rPr lang="fr-FR" sz="1800" u="none" strike="noStrike" cap="none" noProof="0" dirty="0"/>
                          <a:t>Fréquence</a:t>
                        </a:r>
                        <a:endParaRPr lang="fr-FR" sz="1100" u="none" strike="noStrike" cap="none" noProof="0" dirty="0"/>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lnSpc>
                            <a:spcPct val="100000"/>
                          </a:lnSpc>
                          <a:spcBef>
                            <a:spcPts val="0"/>
                          </a:spcBef>
                          <a:spcAft>
                            <a:spcPts val="0"/>
                          </a:spcAft>
                          <a:buClr>
                            <a:srgbClr val="000000"/>
                          </a:buClr>
                          <a:buSzPts val="2400"/>
                          <a:buFont typeface="Arial"/>
                          <a:buNone/>
                        </a:pPr>
                        <a:r>
                          <a:rPr lang="fr-FR" sz="1800" u="none" strike="noStrike" cap="none" noProof="0" dirty="0"/>
                          <a:t>Project Management Meeting</a:t>
                        </a:r>
                        <a:endParaRPr lang="fr-FR" sz="1100" u="none" strike="noStrike" cap="none" noProof="0" dirty="0"/>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r>
                          <a:rPr lang="fr-FR" sz="1800" u="none" strike="noStrike" cap="none" noProof="0" dirty="0"/>
                          <a:t>Suivre l’avancement, échanger sur les problématiques, gérer les risques</a:t>
                        </a:r>
                        <a:endParaRPr lang="fr-FR" sz="1100" u="none" strike="noStrike" cap="none" noProof="0" dirty="0"/>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r>
                          <a:rPr lang="fr-FR" sz="1800" u="none" strike="noStrike" cap="none" noProof="0" dirty="0"/>
                          <a:t>Visio</a:t>
                        </a:r>
                        <a:endParaRPr lang="fr-FR" sz="1100" u="none" strike="noStrike" cap="none" noProof="0" dirty="0"/>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r>
                          <a:rPr lang="fr-FR" sz="1800" u="none" strike="noStrike" cap="none" noProof="0" dirty="0"/>
                          <a:t>Equipe projet &amp; Sponsor</a:t>
                        </a:r>
                        <a:endParaRPr lang="fr-FR" sz="1100" u="none" strike="noStrike" cap="none" noProof="0" dirty="0"/>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r>
                          <a:rPr lang="fr-FR" sz="1800" u="none" strike="noStrike" cap="none" noProof="0" dirty="0"/>
                          <a:t>Hebdo</a:t>
                        </a:r>
                        <a:endParaRPr lang="fr-FR" sz="1100" u="none" strike="noStrike" cap="none" noProof="0" dirty="0"/>
                      </a:p>
                    </a:txBody>
                    <a:tcPr marL="91450" marR="91450" marT="45725" marB="45725"/>
                  </a:tc>
                  <a:extLst>
                    <a:ext uri="{0D108BD9-81ED-4DB2-BD59-A6C34878D82A}">
                      <a16:rowId xmlns:a16="http://schemas.microsoft.com/office/drawing/2014/main" val="10001"/>
                    </a:ext>
                  </a:extLst>
                </a:tr>
                <a:tr h="370850">
                  <a:tc>
                    <a:txBody>
                      <a:bodyPr/>
                      <a:lstStyle/>
                      <a:p>
                        <a:pPr marL="0" marR="0" lvl="0" indent="0" algn="l" rtl="0">
                          <a:lnSpc>
                            <a:spcPct val="100000"/>
                          </a:lnSpc>
                          <a:spcBef>
                            <a:spcPts val="0"/>
                          </a:spcBef>
                          <a:spcAft>
                            <a:spcPts val="0"/>
                          </a:spcAft>
                          <a:buClr>
                            <a:srgbClr val="000000"/>
                          </a:buClr>
                          <a:buSzPts val="2400"/>
                          <a:buFont typeface="Arial"/>
                          <a:buNone/>
                        </a:pPr>
                        <a:r>
                          <a:rPr lang="fr-FR" sz="1800" u="none" strike="noStrike" cap="none" noProof="0" dirty="0"/>
                          <a:t>Réunion de </a:t>
                        </a:r>
                        <a:r>
                          <a:rPr lang="fr-FR" sz="1800" u="none" strike="noStrike" cap="none" noProof="0" dirty="0" err="1"/>
                          <a:t>demo</a:t>
                        </a:r>
                        <a:endParaRPr lang="fr-FR" sz="1800" u="none" strike="noStrike" cap="none" noProof="0" dirty="0"/>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r>
                          <a:rPr lang="fr-FR" sz="1800" u="none" strike="noStrike" cap="none" noProof="0" dirty="0"/>
                          <a:t>Présenter les avancés des tâches et montrer les tests effectués</a:t>
                        </a:r>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r>
                          <a:rPr lang="fr-FR" sz="1800" u="none" strike="noStrike" cap="none" noProof="0" dirty="0"/>
                          <a:t>Visio</a:t>
                        </a:r>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r>
                          <a:rPr lang="fr-FR" sz="1800" u="none" strike="noStrike" cap="none" noProof="0" dirty="0"/>
                          <a:t>Equipe projet &amp; key </a:t>
                        </a:r>
                        <a:r>
                          <a:rPr lang="fr-FR" sz="1800" u="none" strike="noStrike" cap="none" noProof="0" dirty="0" err="1"/>
                          <a:t>users</a:t>
                        </a:r>
                        <a:endParaRPr lang="fr-FR" sz="1800" u="none" strike="noStrike" cap="none" noProof="0" dirty="0"/>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r>
                          <a:rPr lang="fr-FR" sz="1800" u="none" strike="noStrike" cap="none" noProof="0" dirty="0"/>
                          <a:t>Hebdo</a:t>
                        </a:r>
                      </a:p>
                    </a:txBody>
                    <a:tcPr marL="91450" marR="91450" marT="45725" marB="45725"/>
                  </a:tc>
                  <a:extLst>
                    <a:ext uri="{0D108BD9-81ED-4DB2-BD59-A6C34878D82A}">
                      <a16:rowId xmlns:a16="http://schemas.microsoft.com/office/drawing/2014/main" val="10002"/>
                    </a:ext>
                  </a:extLst>
                </a:tr>
                <a:tr h="370850">
                  <a:tc>
                    <a:txBody>
                      <a:bodyPr/>
                      <a:lstStyle/>
                      <a:p>
                        <a:pPr marL="0" marR="0" lvl="0" indent="0" algn="l" rtl="0">
                          <a:lnSpc>
                            <a:spcPct val="100000"/>
                          </a:lnSpc>
                          <a:spcBef>
                            <a:spcPts val="0"/>
                          </a:spcBef>
                          <a:spcAft>
                            <a:spcPts val="0"/>
                          </a:spcAft>
                          <a:buClr>
                            <a:srgbClr val="000000"/>
                          </a:buClr>
                          <a:buSzPts val="2400"/>
                          <a:buFont typeface="Arial"/>
                          <a:buNone/>
                        </a:pPr>
                        <a:r>
                          <a:rPr lang="fr-FR" sz="1800" u="none" strike="noStrike" cap="none" noProof="0" dirty="0"/>
                          <a:t>Comité de pilotage</a:t>
                        </a:r>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r>
                          <a:rPr lang="fr-FR" sz="1800" u="none" strike="noStrike" cap="none" noProof="0" dirty="0"/>
                          <a:t>Avancement global du projet et décisions</a:t>
                        </a:r>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r>
                          <a:rPr lang="fr-FR" sz="1800" u="none" strike="noStrike" cap="none" noProof="0" dirty="0"/>
                          <a:t>Visio ou physique</a:t>
                        </a:r>
                      </a:p>
                    </a:txBody>
                    <a:tcPr marL="91450" marR="91450" marT="45725" marB="45725"/>
                  </a:tc>
                  <a:tc>
                    <a:txBody>
                      <a:bodyPr/>
                      <a:lstStyle/>
                      <a:p>
                        <a:pPr marL="0" marR="0" lvl="0" indent="0" algn="l" defTabSz="1105875" rtl="0" eaLnBrk="1" fontAlgn="auto" latinLnBrk="0" hangingPunct="1">
                          <a:lnSpc>
                            <a:spcPct val="100000"/>
                          </a:lnSpc>
                          <a:spcBef>
                            <a:spcPts val="0"/>
                          </a:spcBef>
                          <a:spcAft>
                            <a:spcPts val="0"/>
                          </a:spcAft>
                          <a:buClr>
                            <a:srgbClr val="000000"/>
                          </a:buClr>
                          <a:buSzPts val="2400"/>
                          <a:buFont typeface="Arial"/>
                          <a:buNone/>
                          <a:tabLst/>
                          <a:defRPr/>
                        </a:pPr>
                        <a:r>
                          <a:rPr lang="fr-FR" sz="1800" u="none" strike="noStrike" cap="none" noProof="0" dirty="0"/>
                          <a:t>Equipe projet &amp; Sponsor</a:t>
                        </a:r>
                        <a:endParaRPr lang="fr-FR" sz="1100" u="none" strike="noStrike" cap="none" noProof="0" dirty="0"/>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r>
                          <a:rPr lang="fr-FR" sz="1800" u="none" strike="noStrike" cap="none" noProof="0" dirty="0"/>
                          <a:t>Mensuel</a:t>
                        </a:r>
                      </a:p>
                    </a:txBody>
                    <a:tcPr marL="91450" marR="91450" marT="45725" marB="45725"/>
                  </a:tc>
                  <a:extLst>
                    <a:ext uri="{0D108BD9-81ED-4DB2-BD59-A6C34878D82A}">
                      <a16:rowId xmlns:a16="http://schemas.microsoft.com/office/drawing/2014/main" val="226087584"/>
                    </a:ext>
                  </a:extLst>
                </a:tr>
              </a:tbl>
            </a:graphicData>
          </a:graphic>
        </p:graphicFrame>
      </p:gr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itre 1">
            <a:extLst>
              <a:ext uri="{FF2B5EF4-FFF2-40B4-BE49-F238E27FC236}">
                <a16:creationId xmlns:a16="http://schemas.microsoft.com/office/drawing/2014/main" id="{900E4526-073E-F120-3E1B-D31ADDF71B82}"/>
              </a:ext>
            </a:extLst>
          </p:cNvPr>
          <p:cNvSpPr>
            <a:spLocks noGrp="1"/>
          </p:cNvSpPr>
          <p:nvPr>
            <p:ph type="title"/>
          </p:nvPr>
        </p:nvSpPr>
        <p:spPr/>
        <p:txBody>
          <a:bodyPr/>
          <a:lstStyle/>
          <a:p>
            <a:pPr/>
            <a:r>
              <a:t>Pilotage</a:t>
            </a:r>
          </a:p>
        </p:txBody>
      </p:sp>
      <p:sp>
        <p:nvSpPr>
          <p:cNvPr id="4" name="Espace réservé du texte 2">
            <a:extLst>
              <a:ext uri="{FF2B5EF4-FFF2-40B4-BE49-F238E27FC236}">
                <a16:creationId xmlns:a16="http://schemas.microsoft.com/office/drawing/2014/main" id="{F52B3274-36E0-9191-0A8E-58E717B42DAF}"/>
              </a:ext>
            </a:extLst>
          </p:cNvPr>
          <p:cNvSpPr>
            <a:spLocks noGrp="1"/>
          </p:cNvSpPr>
          <p:nvPr>
            <p:ph type="body" sz="quarter" idx="13"/>
          </p:nvPr>
        </p:nvSpPr>
        <p:spPr/>
        <p:txBody>
          <a:bodyPr/>
          <a:lstStyle/>
          <a:p>
            <a:pPr/>
            <a:r>
              <a:t>IMPLICATION PROJET</a:t>
            </a:r>
            <a:endParaRPr lang="en-US"/>
          </a:p>
        </p:txBody>
      </p:sp>
      <p:grpSp>
        <p:nvGrpSpPr>
          <p:cNvPr id="5" name="Transplant"/>
          <p:cNvGrpSpPr/>
          <p:nvPr/>
        </p:nvGrpSpPr>
        <p:grpSpPr>
          <a:xfrm>
            <a:off x="694944" y="2772419"/>
            <a:ext cx="10799064" cy="3050522"/>
            <a:chOff x="1069525" y="2097088"/>
            <a:chExt cx="10052950" cy="2839760"/>
          </a:xfrm>
        </p:grpSpPr>
        <p:graphicFrame>
          <p:nvGraphicFramePr>
            <p:cNvPr id="6" name="Google Shape;2530;p15"/>
            <p:cNvGraphicFramePr/>
            <p:nvPr>
              <p:extLst>
                <p:ext uri="{D42A27DB-BD31-4B8C-83A1-F6EECF244321}">
                  <p14:modId xmlns:p14="http://schemas.microsoft.com/office/powerpoint/2010/main" val="362247405"/>
                </p:ext>
              </p:extLst>
            </p:nvPr>
          </p:nvGraphicFramePr>
          <p:xfrm>
            <a:off x="1069525" y="2097088"/>
            <a:ext cx="10052950" cy="2839760"/>
          </p:xfrm>
          <a:graphic>
            <a:graphicData uri="http://schemas.openxmlformats.org/drawingml/2006/table">
              <a:tbl>
                <a:tblPr firstRow="1" bandRow="1">
                  <a:tableStyleId>{9DCAF9ED-07DC-4A11-8D7F-57B35C25682E}</a:tableStyleId>
                </a:tblPr>
                <a:tblGrid>
                  <a:gridCol w="3734281">
                    <a:extLst>
                      <a:ext uri="{9D8B030D-6E8A-4147-A177-3AD203B41FA5}">
                        <a16:colId xmlns:a16="http://schemas.microsoft.com/office/drawing/2014/main" val="20000"/>
                      </a:ext>
                    </a:extLst>
                  </a:gridCol>
                  <a:gridCol w="1434568">
                    <a:extLst>
                      <a:ext uri="{9D8B030D-6E8A-4147-A177-3AD203B41FA5}">
                        <a16:colId xmlns:a16="http://schemas.microsoft.com/office/drawing/2014/main" val="20001"/>
                      </a:ext>
                    </a:extLst>
                  </a:gridCol>
                  <a:gridCol w="1593356">
                    <a:extLst>
                      <a:ext uri="{9D8B030D-6E8A-4147-A177-3AD203B41FA5}">
                        <a16:colId xmlns:a16="http://schemas.microsoft.com/office/drawing/2014/main" val="1171452401"/>
                      </a:ext>
                    </a:extLst>
                  </a:gridCol>
                  <a:gridCol w="3290745">
                    <a:extLst>
                      <a:ext uri="{9D8B030D-6E8A-4147-A177-3AD203B41FA5}">
                        <a16:colId xmlns:a16="http://schemas.microsoft.com/office/drawing/2014/main" val="20003"/>
                      </a:ext>
                    </a:extLst>
                  </a:gridCol>
                </a:tblGrid>
                <a:tr h="370850">
                  <a:tc>
                    <a:txBody>
                      <a:bodyPr/>
                      <a:lstStyle/>
                      <a:p>
                        <a:pPr marL="0" marR="0" lvl="0" indent="0" algn="l" rtl="0">
                          <a:lnSpc>
                            <a:spcPct val="100000"/>
                          </a:lnSpc>
                          <a:spcBef>
                            <a:spcPts val="0"/>
                          </a:spcBef>
                          <a:spcAft>
                            <a:spcPts val="0"/>
                          </a:spcAft>
                          <a:buClr>
                            <a:srgbClr val="000000"/>
                          </a:buClr>
                          <a:buSzPts val="2400"/>
                          <a:buFont typeface="Arial"/>
                          <a:buNone/>
                        </a:pPr>
                        <a:r>
                          <a:rPr lang="fr-FR" sz="1933" u="none" strike="noStrike" cap="none" noProof="0" dirty="0"/>
                          <a:t>Tache</a:t>
                        </a:r>
                        <a:endParaRPr lang="fr-FR" sz="1181" u="none" strike="noStrike" cap="none" noProof="0" dirty="0"/>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r>
                          <a:rPr lang="fr-FR" sz="1933" u="none" strike="noStrike" cap="none" noProof="0" dirty="0"/>
                          <a:t>Temps à prévoir</a:t>
                        </a:r>
                        <a:endParaRPr lang="fr-FR" sz="1181" u="none" strike="noStrike" cap="none" noProof="0" dirty="0"/>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r>
                          <a:rPr lang="fr-FR" sz="1933" u="none" strike="noStrike" cap="none" noProof="0" dirty="0"/>
                          <a:t>Fréquence</a:t>
                        </a:r>
                        <a:endParaRPr lang="fr-FR" sz="1181" u="none" strike="noStrike" cap="none" noProof="0" dirty="0"/>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r>
                          <a:rPr lang="fr-FR" sz="1933" u="none" strike="noStrike" cap="none" noProof="0" dirty="0"/>
                          <a:t>Participants</a:t>
                        </a:r>
                        <a:endParaRPr lang="fr-FR" sz="1181" u="none" strike="noStrike" cap="none" noProof="0" dirty="0"/>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lnSpc>
                            <a:spcPct val="100000"/>
                          </a:lnSpc>
                          <a:spcBef>
                            <a:spcPts val="0"/>
                          </a:spcBef>
                          <a:spcAft>
                            <a:spcPts val="0"/>
                          </a:spcAft>
                          <a:buClr>
                            <a:srgbClr val="000000"/>
                          </a:buClr>
                          <a:buSzPts val="2400"/>
                          <a:buFont typeface="Arial"/>
                          <a:buNone/>
                        </a:pPr>
                        <a:r>
                          <a:rPr lang="fr-FR" sz="1933" i="1" u="none" strike="noStrike" kern="1200" cap="none" noProof="0" dirty="0">
                            <a:solidFill>
                              <a:schemeClr val="dk1"/>
                            </a:solidFill>
                            <a:latin typeface="+mn-lt"/>
                            <a:ea typeface="+mn-ea"/>
                            <a:cs typeface="+mn-cs"/>
                          </a:rPr>
                          <a:t>Pilotage projet</a:t>
                        </a:r>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endParaRPr lang="fr-FR" sz="1933" u="none" strike="noStrike" kern="1200" cap="none" noProof="0" dirty="0">
                          <a:solidFill>
                            <a:schemeClr val="dk1"/>
                          </a:solidFill>
                          <a:latin typeface="+mn-lt"/>
                          <a:ea typeface="+mn-ea"/>
                          <a:cs typeface="+mn-cs"/>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endParaRPr lang="fr-FR" sz="1933" u="none" strike="noStrike" kern="1200" cap="none" noProof="0" dirty="0">
                          <a:solidFill>
                            <a:schemeClr val="dk1"/>
                          </a:solidFill>
                          <a:latin typeface="+mn-lt"/>
                          <a:ea typeface="+mn-ea"/>
                          <a:cs typeface="+mn-cs"/>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endParaRPr lang="fr-FR" sz="1933" u="none" strike="noStrike" kern="1200" cap="none" noProof="0" dirty="0">
                          <a:solidFill>
                            <a:schemeClr val="dk1"/>
                          </a:solidFill>
                          <a:latin typeface="+mn-lt"/>
                          <a:ea typeface="+mn-ea"/>
                          <a:cs typeface="+mn-cs"/>
                        </a:endParaRPr>
                      </a:p>
                    </a:txBody>
                    <a:tcPr marL="91450" marR="91450" marT="45725" marB="45725"/>
                  </a:tc>
                  <a:extLst>
                    <a:ext uri="{0D108BD9-81ED-4DB2-BD59-A6C34878D82A}">
                      <a16:rowId xmlns:a16="http://schemas.microsoft.com/office/drawing/2014/main" val="4266603917"/>
                    </a:ext>
                  </a:extLst>
                </a:tr>
                <a:tr h="370850">
                  <a:tc>
                    <a:txBody>
                      <a:bodyPr/>
                      <a:lstStyle/>
                      <a:p>
                        <a:pPr marL="0" marR="0" lvl="0" indent="0" algn="l" rtl="0">
                          <a:lnSpc>
                            <a:spcPct val="100000"/>
                          </a:lnSpc>
                          <a:spcBef>
                            <a:spcPts val="0"/>
                          </a:spcBef>
                          <a:spcAft>
                            <a:spcPts val="0"/>
                          </a:spcAft>
                          <a:buClr>
                            <a:srgbClr val="000000"/>
                          </a:buClr>
                          <a:buSzPts val="2400"/>
                          <a:buFont typeface="Arial"/>
                          <a:buNone/>
                        </a:pPr>
                        <a:r>
                          <a:rPr lang="fr-FR" sz="1933" u="none" strike="noStrike" cap="none" noProof="0" dirty="0"/>
                          <a:t>Project Management Meeting (</a:t>
                        </a:r>
                        <a:r>
                          <a:rPr lang="fr-FR" sz="1933" u="none" strike="noStrike" cap="none" noProof="0" dirty="0" err="1"/>
                          <a:t>Coproj</a:t>
                        </a:r>
                        <a:r>
                          <a:rPr lang="fr-FR" sz="1933" u="none" strike="noStrike" cap="none" noProof="0" dirty="0"/>
                          <a:t>)</a:t>
                        </a:r>
                        <a:endParaRPr lang="fr-FR" sz="1181" u="none" strike="noStrike" cap="none" noProof="0" dirty="0"/>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r>
                          <a:rPr lang="fr-FR" sz="1933" u="none" strike="noStrike" cap="none" noProof="0" dirty="0"/>
                          <a:t>30min à 1h</a:t>
                        </a:r>
                        <a:endParaRPr lang="fr-FR" sz="1181" u="none" strike="noStrike" cap="none" noProof="0" dirty="0"/>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r>
                          <a:rPr lang="fr-FR" sz="1933" u="none" strike="noStrike" cap="none" noProof="0" dirty="0"/>
                          <a:t>Hebdo</a:t>
                        </a:r>
                        <a:endParaRPr lang="fr-FR" sz="1181" u="none" strike="noStrike" cap="none" noProof="0" dirty="0"/>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r>
                          <a:rPr lang="fr-FR" sz="1933" u="none" strike="noStrike" cap="none" noProof="0" dirty="0"/>
                          <a:t>Equipe projet &amp; Sponsor</a:t>
                        </a:r>
                        <a:endParaRPr lang="fr-FR" sz="1181" u="none" strike="noStrike" cap="none" noProof="0" dirty="0"/>
                      </a:p>
                    </a:txBody>
                    <a:tcPr marL="91450" marR="91450" marT="45725" marB="45725"/>
                  </a:tc>
                  <a:extLst>
                    <a:ext uri="{0D108BD9-81ED-4DB2-BD59-A6C34878D82A}">
                      <a16:rowId xmlns:a16="http://schemas.microsoft.com/office/drawing/2014/main" val="10001"/>
                    </a:ext>
                  </a:extLst>
                </a:tr>
                <a:tr h="370850">
                  <a:tc>
                    <a:txBody>
                      <a:bodyPr/>
                      <a:lstStyle/>
                      <a:p>
                        <a:pPr marL="0" marR="0" lvl="0" indent="0" algn="l" rtl="0">
                          <a:lnSpc>
                            <a:spcPct val="100000"/>
                          </a:lnSpc>
                          <a:spcBef>
                            <a:spcPts val="0"/>
                          </a:spcBef>
                          <a:spcAft>
                            <a:spcPts val="0"/>
                          </a:spcAft>
                          <a:buClr>
                            <a:srgbClr val="000000"/>
                          </a:buClr>
                          <a:buSzPts val="2400"/>
                          <a:buFont typeface="Arial"/>
                          <a:buNone/>
                        </a:pPr>
                        <a:r>
                          <a:rPr lang="fr-FR" sz="1933" u="none" strike="noStrike" cap="none" noProof="0" dirty="0"/>
                          <a:t>Comités de pilotage</a:t>
                        </a:r>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r>
                          <a:rPr lang="fr-FR" sz="1933" u="none" strike="noStrike" cap="none" noProof="0" dirty="0"/>
                          <a:t>2h +1h</a:t>
                        </a:r>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r>
                          <a:rPr lang="fr-FR" sz="1933" u="none" strike="noStrike" cap="none" noProof="0" dirty="0"/>
                          <a:t>Mensuel</a:t>
                        </a:r>
                      </a:p>
                    </a:txBody>
                    <a:tcPr marL="91450" marR="91450" marT="45725" marB="45725"/>
                  </a:tc>
                  <a:tc>
                    <a:txBody>
                      <a:bodyPr/>
                      <a:lstStyle/>
                      <a:p>
                        <a:pPr marL="0" marR="0" lvl="0" indent="0" algn="l" defTabSz="1105875" rtl="0" eaLnBrk="1" fontAlgn="auto" latinLnBrk="0" hangingPunct="1">
                          <a:lnSpc>
                            <a:spcPct val="100000"/>
                          </a:lnSpc>
                          <a:spcBef>
                            <a:spcPts val="0"/>
                          </a:spcBef>
                          <a:spcAft>
                            <a:spcPts val="0"/>
                          </a:spcAft>
                          <a:buClr>
                            <a:srgbClr val="000000"/>
                          </a:buClr>
                          <a:buSzPts val="2400"/>
                          <a:buFont typeface="Arial"/>
                          <a:buNone/>
                          <a:tabLst/>
                          <a:defRPr/>
                        </a:pPr>
                        <a:r>
                          <a:rPr lang="fr-FR" sz="1933" u="none" strike="noStrike" cap="none" noProof="0" dirty="0"/>
                          <a:t>1h de temps préparation équipe projet</a:t>
                        </a:r>
                      </a:p>
                      <a:p>
                        <a:pPr marL="0" marR="0" lvl="0" indent="0" algn="l" defTabSz="1105875" rtl="0" eaLnBrk="1" fontAlgn="auto" latinLnBrk="0" hangingPunct="1">
                          <a:lnSpc>
                            <a:spcPct val="100000"/>
                          </a:lnSpc>
                          <a:spcBef>
                            <a:spcPts val="0"/>
                          </a:spcBef>
                          <a:spcAft>
                            <a:spcPts val="0"/>
                          </a:spcAft>
                          <a:buClr>
                            <a:srgbClr val="000000"/>
                          </a:buClr>
                          <a:buSzPts val="2400"/>
                          <a:buFont typeface="Arial"/>
                          <a:buNone/>
                          <a:tabLst/>
                          <a:defRPr/>
                        </a:pPr>
                        <a:r>
                          <a:rPr lang="fr-FR" sz="1933" u="none" strike="noStrike" cap="none" noProof="0" dirty="0"/>
                          <a:t>2h en séance équipe projet, sponsors et key </a:t>
                        </a:r>
                        <a:r>
                          <a:rPr lang="fr-FR" sz="1933" u="none" strike="noStrike" cap="none" noProof="0" dirty="0" err="1"/>
                          <a:t>users</a:t>
                        </a:r>
                        <a:r>
                          <a:rPr lang="fr-FR" sz="1933" u="none" strike="noStrike" cap="none" noProof="0" dirty="0"/>
                          <a:t> invités</a:t>
                        </a:r>
                      </a:p>
                    </a:txBody>
                    <a:tcPr marL="91450" marR="91450" marT="45725" marB="45725"/>
                  </a:tc>
                  <a:extLst>
                    <a:ext uri="{0D108BD9-81ED-4DB2-BD59-A6C34878D82A}">
                      <a16:rowId xmlns:a16="http://schemas.microsoft.com/office/drawing/2014/main" val="10002"/>
                    </a:ext>
                  </a:extLst>
                </a:tr>
              </a:tbl>
            </a:graphicData>
          </a:graphic>
        </p:graphicFrame>
      </p:gr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itre 1">
            <a:extLst>
              <a:ext uri="{FF2B5EF4-FFF2-40B4-BE49-F238E27FC236}">
                <a16:creationId xmlns:a16="http://schemas.microsoft.com/office/drawing/2014/main" id="{900E4526-073E-F120-3E1B-D31ADDF71B82}"/>
              </a:ext>
            </a:extLst>
          </p:cNvPr>
          <p:cNvSpPr>
            <a:spLocks noGrp="1"/>
          </p:cNvSpPr>
          <p:nvPr>
            <p:ph type="title"/>
          </p:nvPr>
        </p:nvSpPr>
        <p:spPr/>
        <p:txBody>
          <a:bodyPr/>
          <a:lstStyle/>
          <a:p>
            <a:pPr/>
            <a:r>
              <a:t>Projet</a:t>
            </a:r>
          </a:p>
        </p:txBody>
      </p:sp>
      <p:sp>
        <p:nvSpPr>
          <p:cNvPr id="4" name="Espace réservé du texte 2">
            <a:extLst>
              <a:ext uri="{FF2B5EF4-FFF2-40B4-BE49-F238E27FC236}">
                <a16:creationId xmlns:a16="http://schemas.microsoft.com/office/drawing/2014/main" id="{F52B3274-36E0-9191-0A8E-58E717B42DAF}"/>
              </a:ext>
            </a:extLst>
          </p:cNvPr>
          <p:cNvSpPr>
            <a:spLocks noGrp="1"/>
          </p:cNvSpPr>
          <p:nvPr>
            <p:ph type="body" sz="quarter" idx="13"/>
          </p:nvPr>
        </p:nvSpPr>
        <p:spPr/>
        <p:txBody>
          <a:bodyPr/>
          <a:lstStyle/>
          <a:p>
            <a:pPr/>
            <a:r>
              <a:t>IMPLICATION PROJET</a:t>
            </a:r>
            <a:endParaRPr lang="en-US"/>
          </a:p>
        </p:txBody>
      </p:sp>
      <p:grpSp>
        <p:nvGrpSpPr>
          <p:cNvPr id="5" name="Transplant"/>
          <p:cNvGrpSpPr/>
          <p:nvPr/>
        </p:nvGrpSpPr>
        <p:grpSpPr>
          <a:xfrm>
            <a:off x="1596859" y="2331720"/>
            <a:ext cx="8995233" cy="3931920"/>
            <a:chOff x="1069525" y="2096649"/>
            <a:chExt cx="10052950" cy="4394260"/>
          </a:xfrm>
        </p:grpSpPr>
        <p:graphicFrame>
          <p:nvGraphicFramePr>
            <p:cNvPr id="6" name="Google Shape;2530;p15"/>
            <p:cNvGraphicFramePr/>
            <p:nvPr>
              <p:extLst>
                <p:ext uri="{D42A27DB-BD31-4B8C-83A1-F6EECF244321}">
                  <p14:modId xmlns:p14="http://schemas.microsoft.com/office/powerpoint/2010/main" val="963021918"/>
                </p:ext>
              </p:extLst>
            </p:nvPr>
          </p:nvGraphicFramePr>
          <p:xfrm>
            <a:off x="1069525" y="2096649"/>
            <a:ext cx="10052950" cy="4394260"/>
          </p:xfrm>
          <a:graphic>
            <a:graphicData uri="http://schemas.openxmlformats.org/drawingml/2006/table">
              <a:tbl>
                <a:tblPr firstRow="1" bandRow="1">
                  <a:tableStyleId>{9DCAF9ED-07DC-4A11-8D7F-57B35C25682E}</a:tableStyleId>
                </a:tblPr>
                <a:tblGrid>
                  <a:gridCol w="3734281">
                    <a:extLst>
                      <a:ext uri="{9D8B030D-6E8A-4147-A177-3AD203B41FA5}">
                        <a16:colId xmlns:a16="http://schemas.microsoft.com/office/drawing/2014/main" val="20000"/>
                      </a:ext>
                    </a:extLst>
                  </a:gridCol>
                  <a:gridCol w="1434568">
                    <a:extLst>
                      <a:ext uri="{9D8B030D-6E8A-4147-A177-3AD203B41FA5}">
                        <a16:colId xmlns:a16="http://schemas.microsoft.com/office/drawing/2014/main" val="20001"/>
                      </a:ext>
                    </a:extLst>
                  </a:gridCol>
                  <a:gridCol w="1593356">
                    <a:extLst>
                      <a:ext uri="{9D8B030D-6E8A-4147-A177-3AD203B41FA5}">
                        <a16:colId xmlns:a16="http://schemas.microsoft.com/office/drawing/2014/main" val="1171452401"/>
                      </a:ext>
                    </a:extLst>
                  </a:gridCol>
                  <a:gridCol w="3290745">
                    <a:extLst>
                      <a:ext uri="{9D8B030D-6E8A-4147-A177-3AD203B41FA5}">
                        <a16:colId xmlns:a16="http://schemas.microsoft.com/office/drawing/2014/main" val="20003"/>
                      </a:ext>
                    </a:extLst>
                  </a:gridCol>
                </a:tblGrid>
                <a:tr h="370850">
                  <a:tc>
                    <a:txBody>
                      <a:bodyPr/>
                      <a:lstStyle/>
                      <a:p>
                        <a:pPr marL="0" marR="0" lvl="0" indent="0" algn="l" rtl="0">
                          <a:lnSpc>
                            <a:spcPct val="100000"/>
                          </a:lnSpc>
                          <a:spcBef>
                            <a:spcPts val="0"/>
                          </a:spcBef>
                          <a:spcAft>
                            <a:spcPts val="0"/>
                          </a:spcAft>
                          <a:buClr>
                            <a:srgbClr val="000000"/>
                          </a:buClr>
                          <a:buSzPts val="2400"/>
                          <a:buFont typeface="Arial"/>
                          <a:buNone/>
                        </a:pPr>
                        <a:r>
                          <a:rPr lang="fr-FR" sz="1610" u="none" strike="noStrike" cap="none" noProof="0" dirty="0"/>
                          <a:t>Tache</a:t>
                        </a:r>
                        <a:endParaRPr lang="fr-FR" sz="984" u="none" strike="noStrike" cap="none" noProof="0" dirty="0"/>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r>
                          <a:rPr lang="fr-FR" sz="1610" u="none" strike="noStrike" cap="none" noProof="0" dirty="0"/>
                          <a:t>Temps à prévoir</a:t>
                        </a:r>
                        <a:endParaRPr lang="fr-FR" sz="984" u="none" strike="noStrike" cap="none" noProof="0" dirty="0"/>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r>
                          <a:rPr lang="fr-FR" sz="1610" u="none" strike="noStrike" cap="none" noProof="0" dirty="0"/>
                          <a:t>Fréquence</a:t>
                        </a:r>
                        <a:endParaRPr lang="fr-FR" sz="984" u="none" strike="noStrike" cap="none" noProof="0" dirty="0"/>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r>
                          <a:rPr lang="fr-FR" sz="1610" u="none" strike="noStrike" cap="none" noProof="0" dirty="0"/>
                          <a:t>Participants</a:t>
                        </a:r>
                        <a:endParaRPr lang="fr-FR" sz="984" u="none" strike="noStrike" cap="none" noProof="0" dirty="0"/>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lnSpc>
                            <a:spcPct val="100000"/>
                          </a:lnSpc>
                          <a:spcBef>
                            <a:spcPts val="0"/>
                          </a:spcBef>
                          <a:spcAft>
                            <a:spcPts val="0"/>
                          </a:spcAft>
                          <a:buClr>
                            <a:srgbClr val="000000"/>
                          </a:buClr>
                          <a:buSzPts val="2400"/>
                          <a:buFont typeface="Arial"/>
                          <a:buNone/>
                        </a:pPr>
                        <a:r>
                          <a:rPr lang="fr-FR" sz="1610" i="1" u="none" strike="noStrike" kern="1200" cap="none" noProof="0" dirty="0">
                            <a:solidFill>
                              <a:schemeClr val="dk1"/>
                            </a:solidFill>
                            <a:latin typeface="+mn-lt"/>
                            <a:ea typeface="+mn-ea"/>
                            <a:cs typeface="+mn-cs"/>
                          </a:rPr>
                          <a:t>Phase projet</a:t>
                        </a:r>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endParaRPr lang="fr-FR" sz="1610" u="none" strike="noStrike" kern="1200" cap="none" noProof="0" dirty="0">
                          <a:solidFill>
                            <a:schemeClr val="dk1"/>
                          </a:solidFill>
                          <a:latin typeface="+mn-lt"/>
                          <a:ea typeface="+mn-ea"/>
                          <a:cs typeface="+mn-cs"/>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endParaRPr lang="fr-FR" sz="1610" u="none" strike="noStrike" kern="1200" cap="none" noProof="0" dirty="0">
                          <a:solidFill>
                            <a:schemeClr val="dk1"/>
                          </a:solidFill>
                          <a:latin typeface="+mn-lt"/>
                          <a:ea typeface="+mn-ea"/>
                          <a:cs typeface="+mn-cs"/>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endParaRPr lang="fr-FR" sz="1610" u="none" strike="noStrike" kern="1200" cap="none" noProof="0" dirty="0">
                          <a:solidFill>
                            <a:schemeClr val="dk1"/>
                          </a:solidFill>
                          <a:latin typeface="+mn-lt"/>
                          <a:ea typeface="+mn-ea"/>
                          <a:cs typeface="+mn-cs"/>
                        </a:endParaRPr>
                      </a:p>
                    </a:txBody>
                    <a:tcPr marL="91450" marR="91450" marT="45725" marB="45725"/>
                  </a:tc>
                  <a:extLst>
                    <a:ext uri="{0D108BD9-81ED-4DB2-BD59-A6C34878D82A}">
                      <a16:rowId xmlns:a16="http://schemas.microsoft.com/office/drawing/2014/main" val="4266603917"/>
                    </a:ext>
                  </a:extLst>
                </a:tr>
                <a:tr h="370850">
                  <a:tc>
                    <a:txBody>
                      <a:bodyPr/>
                      <a:lstStyle/>
                      <a:p>
                        <a:pPr marL="0" marR="0" lvl="0" indent="0" algn="l" rtl="0">
                          <a:lnSpc>
                            <a:spcPct val="100000"/>
                          </a:lnSpc>
                          <a:spcBef>
                            <a:spcPts val="0"/>
                          </a:spcBef>
                          <a:spcAft>
                            <a:spcPts val="0"/>
                          </a:spcAft>
                          <a:buClr>
                            <a:srgbClr val="000000"/>
                          </a:buClr>
                          <a:buSzPts val="2400"/>
                          <a:buFont typeface="Arial"/>
                          <a:buNone/>
                        </a:pPr>
                        <a:r>
                          <a:rPr lang="fr-FR" sz="1610" u="none" strike="noStrike" cap="none" noProof="0" dirty="0"/>
                          <a:t>Réunion de démo et formation en cours de projet</a:t>
                        </a:r>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r>
                          <a:rPr lang="fr-FR" sz="1610" u="none" strike="noStrike" cap="none" noProof="0" dirty="0"/>
                          <a:t>xx heures</a:t>
                        </a:r>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r>
                          <a:rPr lang="fr-FR" sz="1610" u="none" strike="noStrike" cap="none" noProof="0" dirty="0"/>
                          <a:t>Global</a:t>
                        </a:r>
                      </a:p>
                    </a:txBody>
                    <a:tcPr marL="91450" marR="91450" marT="45725" marB="45725"/>
                  </a:tc>
                  <a:tc>
                    <a:txBody>
                      <a:bodyPr/>
                      <a:lstStyle/>
                      <a:p>
                        <a:pPr marL="0" marR="0" lvl="0" indent="0" algn="l" defTabSz="1105875" rtl="0" eaLnBrk="1" fontAlgn="auto" latinLnBrk="0" hangingPunct="1">
                          <a:lnSpc>
                            <a:spcPct val="100000"/>
                          </a:lnSpc>
                          <a:spcBef>
                            <a:spcPts val="0"/>
                          </a:spcBef>
                          <a:spcAft>
                            <a:spcPts val="0"/>
                          </a:spcAft>
                          <a:buClr>
                            <a:srgbClr val="000000"/>
                          </a:buClr>
                          <a:buSzPts val="2400"/>
                          <a:buFont typeface="Arial"/>
                          <a:buNone/>
                          <a:tabLst/>
                          <a:defRPr/>
                        </a:pPr>
                        <a:r>
                          <a:rPr lang="fr-FR" sz="1610" u="none" strike="noStrike" cap="none" noProof="0" dirty="0"/>
                          <a:t>Equipe projet présente tout le temps. Key </a:t>
                        </a:r>
                        <a:r>
                          <a:rPr lang="fr-FR" sz="1610" u="none" strike="noStrike" cap="none" noProof="0" dirty="0" err="1"/>
                          <a:t>users</a:t>
                        </a:r>
                        <a:r>
                          <a:rPr lang="fr-FR" sz="1610" u="none" strike="noStrike" cap="none" noProof="0" dirty="0"/>
                          <a:t> à tour de rôle</a:t>
                        </a:r>
                      </a:p>
                    </a:txBody>
                    <a:tcPr marL="91450" marR="91450" marT="45725" marB="45725"/>
                  </a:tc>
                  <a:extLst>
                    <a:ext uri="{0D108BD9-81ED-4DB2-BD59-A6C34878D82A}">
                      <a16:rowId xmlns:a16="http://schemas.microsoft.com/office/drawing/2014/main" val="10002"/>
                    </a:ext>
                  </a:extLst>
                </a:tr>
                <a:tr h="370850">
                  <a:tc>
                    <a:txBody>
                      <a:bodyPr/>
                      <a:lstStyle/>
                      <a:p>
                        <a:pPr marL="0" marR="0" lvl="0" indent="0" algn="l" rtl="0">
                          <a:lnSpc>
                            <a:spcPct val="100000"/>
                          </a:lnSpc>
                          <a:spcBef>
                            <a:spcPts val="0"/>
                          </a:spcBef>
                          <a:spcAft>
                            <a:spcPts val="0"/>
                          </a:spcAft>
                          <a:buClr>
                            <a:srgbClr val="000000"/>
                          </a:buClr>
                          <a:buSzPts val="2400"/>
                          <a:buFont typeface="Arial"/>
                          <a:buNone/>
                        </a:pPr>
                        <a:r>
                          <a:rPr lang="fr-FR" sz="1610" u="none" strike="noStrike" cap="none" noProof="0" dirty="0"/>
                          <a:t>Compléments d’analyse</a:t>
                        </a:r>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r>
                          <a:rPr lang="fr-FR" sz="1610" u="none" strike="noStrike" cap="none" noProof="0" dirty="0"/>
                          <a:t>xx heures</a:t>
                        </a:r>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r>
                          <a:rPr lang="fr-FR" sz="1610" u="none" strike="noStrike" cap="none" noProof="0" dirty="0"/>
                          <a:t>Global</a:t>
                        </a:r>
                      </a:p>
                    </a:txBody>
                    <a:tcPr marL="91450" marR="91450" marT="45725" marB="45725"/>
                  </a:tc>
                  <a:tc>
                    <a:txBody>
                      <a:bodyPr/>
                      <a:lstStyle/>
                      <a:p>
                        <a:pPr marL="0" marR="0" lvl="0" indent="0" algn="l" defTabSz="1105875" rtl="0" eaLnBrk="1" fontAlgn="auto" latinLnBrk="0" hangingPunct="1">
                          <a:lnSpc>
                            <a:spcPct val="100000"/>
                          </a:lnSpc>
                          <a:spcBef>
                            <a:spcPts val="0"/>
                          </a:spcBef>
                          <a:spcAft>
                            <a:spcPts val="0"/>
                          </a:spcAft>
                          <a:buClr>
                            <a:srgbClr val="000000"/>
                          </a:buClr>
                          <a:buSzPts val="2400"/>
                          <a:buFont typeface="Arial"/>
                          <a:buNone/>
                          <a:tabLst/>
                          <a:defRPr/>
                        </a:pPr>
                        <a:r>
                          <a:rPr lang="fr-FR" sz="1610" u="none" strike="noStrike" cap="none" noProof="0" dirty="0"/>
                          <a:t>Equipe projet présente tout le temps. Key </a:t>
                        </a:r>
                        <a:r>
                          <a:rPr lang="fr-FR" sz="1610" u="none" strike="noStrike" cap="none" noProof="0" dirty="0" err="1"/>
                          <a:t>users</a:t>
                        </a:r>
                        <a:r>
                          <a:rPr lang="fr-FR" sz="1610" u="none" strike="noStrike" cap="none" noProof="0" dirty="0"/>
                          <a:t> à tour de rôle</a:t>
                        </a:r>
                      </a:p>
                    </a:txBody>
                    <a:tcPr marL="91450" marR="91450" marT="45725" marB="45725"/>
                  </a:tc>
                  <a:extLst>
                    <a:ext uri="{0D108BD9-81ED-4DB2-BD59-A6C34878D82A}">
                      <a16:rowId xmlns:a16="http://schemas.microsoft.com/office/drawing/2014/main" val="2207837282"/>
                    </a:ext>
                  </a:extLst>
                </a:tr>
                <a:tr h="370850">
                  <a:tc>
                    <a:txBody>
                      <a:bodyPr/>
                      <a:lstStyle/>
                      <a:p>
                        <a:pPr marL="0" marR="0" lvl="0" indent="0" algn="l" rtl="0">
                          <a:lnSpc>
                            <a:spcPct val="100000"/>
                          </a:lnSpc>
                          <a:spcBef>
                            <a:spcPts val="0"/>
                          </a:spcBef>
                          <a:spcAft>
                            <a:spcPts val="0"/>
                          </a:spcAft>
                          <a:buClr>
                            <a:srgbClr val="000000"/>
                          </a:buClr>
                          <a:buSzPts val="2400"/>
                          <a:buFont typeface="Arial"/>
                          <a:buNone/>
                        </a:pPr>
                        <a:r>
                          <a:rPr lang="fr-FR" sz="1610" u="none" strike="noStrike" cap="none" noProof="0" dirty="0"/>
                          <a:t>Tests clients</a:t>
                        </a:r>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r>
                          <a:rPr lang="fr-FR" sz="1610" u="none" strike="noStrike" cap="none" noProof="0" dirty="0"/>
                          <a:t>xx heures</a:t>
                        </a:r>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r>
                          <a:rPr lang="fr-FR" sz="1610" u="none" strike="noStrike" cap="none" noProof="0" dirty="0"/>
                          <a:t>Hebdo</a:t>
                        </a:r>
                      </a:p>
                    </a:txBody>
                    <a:tcPr marL="91450" marR="91450" marT="45725" marB="45725"/>
                  </a:tc>
                  <a:tc>
                    <a:txBody>
                      <a:bodyPr/>
                      <a:lstStyle/>
                      <a:p>
                        <a:pPr marL="0" marR="0" lvl="0" indent="0" algn="l" defTabSz="1105875" rtl="0" eaLnBrk="1" fontAlgn="auto" latinLnBrk="0" hangingPunct="1">
                          <a:lnSpc>
                            <a:spcPct val="100000"/>
                          </a:lnSpc>
                          <a:spcBef>
                            <a:spcPts val="0"/>
                          </a:spcBef>
                          <a:spcAft>
                            <a:spcPts val="0"/>
                          </a:spcAft>
                          <a:buClr>
                            <a:srgbClr val="000000"/>
                          </a:buClr>
                          <a:buSzPts val="2400"/>
                          <a:buFont typeface="Arial"/>
                          <a:buNone/>
                          <a:tabLst/>
                          <a:defRPr/>
                        </a:pPr>
                        <a:r>
                          <a:rPr lang="fr-FR" sz="1610" u="none" strike="noStrike" cap="none" noProof="0" dirty="0"/>
                          <a:t>Equipe projet &amp; key </a:t>
                        </a:r>
                        <a:r>
                          <a:rPr lang="fr-FR" sz="1610" u="none" strike="noStrike" cap="none" noProof="0" dirty="0" err="1"/>
                          <a:t>users</a:t>
                        </a:r>
                        <a:r>
                          <a:rPr lang="fr-FR" sz="1610" u="none" strike="noStrike" cap="none" noProof="0" dirty="0"/>
                          <a:t> – A répartir</a:t>
                        </a:r>
                      </a:p>
                    </a:txBody>
                    <a:tcPr marL="91450" marR="91450" marT="45725" marB="45725"/>
                  </a:tc>
                  <a:extLst>
                    <a:ext uri="{0D108BD9-81ED-4DB2-BD59-A6C34878D82A}">
                      <a16:rowId xmlns:a16="http://schemas.microsoft.com/office/drawing/2014/main" val="3742926562"/>
                    </a:ext>
                  </a:extLst>
                </a:tr>
                <a:tr h="370850">
                  <a:tc>
                    <a:txBody>
                      <a:bodyPr/>
                      <a:lstStyle/>
                      <a:p>
                        <a:pPr marL="0" marR="0" lvl="0" indent="0" algn="l" rtl="0">
                          <a:lnSpc>
                            <a:spcPct val="100000"/>
                          </a:lnSpc>
                          <a:spcBef>
                            <a:spcPts val="0"/>
                          </a:spcBef>
                          <a:spcAft>
                            <a:spcPts val="0"/>
                          </a:spcAft>
                          <a:buClr>
                            <a:srgbClr val="000000"/>
                          </a:buClr>
                          <a:buSzPts val="2400"/>
                          <a:buFont typeface="Arial"/>
                          <a:buNone/>
                        </a:pPr>
                        <a:r>
                          <a:rPr lang="fr-FR" sz="1610" u="none" strike="noStrike" cap="none" noProof="0" dirty="0"/>
                          <a:t>Ateliers de validation</a:t>
                        </a:r>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r>
                          <a:rPr lang="fr-FR" sz="1610" u="none" strike="noStrike" cap="none" noProof="0" dirty="0"/>
                          <a:t>xx heures</a:t>
                        </a:r>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r>
                          <a:rPr lang="fr-FR" sz="1610" u="none" strike="noStrike" cap="none" noProof="0" dirty="0"/>
                          <a:t>Global</a:t>
                        </a:r>
                      </a:p>
                    </a:txBody>
                    <a:tcPr marL="91450" marR="91450" marT="45725" marB="45725"/>
                  </a:tc>
                  <a:tc>
                    <a:txBody>
                      <a:bodyPr/>
                      <a:lstStyle/>
                      <a:p>
                        <a:pPr marL="0" marR="0" lvl="0" indent="0" algn="l" defTabSz="1105875" rtl="0" eaLnBrk="1" fontAlgn="auto" latinLnBrk="0" hangingPunct="1">
                          <a:lnSpc>
                            <a:spcPct val="100000"/>
                          </a:lnSpc>
                          <a:spcBef>
                            <a:spcPts val="0"/>
                          </a:spcBef>
                          <a:spcAft>
                            <a:spcPts val="0"/>
                          </a:spcAft>
                          <a:buClr>
                            <a:srgbClr val="000000"/>
                          </a:buClr>
                          <a:buSzPts val="2400"/>
                          <a:buFont typeface="Arial"/>
                          <a:buNone/>
                          <a:tabLst/>
                          <a:defRPr/>
                        </a:pPr>
                        <a:r>
                          <a:rPr lang="fr-FR" sz="1610" u="none" strike="noStrike" cap="none" noProof="0" dirty="0"/>
                          <a:t>Equipe projet présente tout le temps. Key </a:t>
                        </a:r>
                        <a:r>
                          <a:rPr lang="fr-FR" sz="1610" u="none" strike="noStrike" cap="none" noProof="0" dirty="0" err="1"/>
                          <a:t>users</a:t>
                        </a:r>
                        <a:r>
                          <a:rPr lang="fr-FR" sz="1610" u="none" strike="noStrike" cap="none" noProof="0" dirty="0"/>
                          <a:t> à tour de rôle</a:t>
                        </a:r>
                      </a:p>
                    </a:txBody>
                    <a:tcPr marL="91450" marR="91450" marT="45725" marB="45725"/>
                  </a:tc>
                  <a:extLst>
                    <a:ext uri="{0D108BD9-81ED-4DB2-BD59-A6C34878D82A}">
                      <a16:rowId xmlns:a16="http://schemas.microsoft.com/office/drawing/2014/main" val="1532762023"/>
                    </a:ext>
                  </a:extLst>
                </a:tr>
              </a:tbl>
            </a:graphicData>
          </a:graphic>
        </p:graphicFrame>
        <p:pic>
          <p:nvPicPr>
            <p:cNvPr id="7" name="Graphique 2" descr="Stylo avec un remplissage uni">
              <a:extLst>
                <a:ext uri="{FF2B5EF4-FFF2-40B4-BE49-F238E27FC236}">
                  <a16:creationId xmlns:a16="http://schemas.microsoft.com/office/drawing/2014/main" id="{9C4F2851-BDC6-0C80-3EC7-4C43C45AA87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932253" y="2835684"/>
              <a:ext cx="623079" cy="593316"/>
            </a:xfrm>
            <a:prstGeom prst="rect">
              <a:avLst/>
            </a:prstGeom>
          </p:spPr>
        </p:pic>
        <p:pic>
          <p:nvPicPr>
            <p:cNvPr id="8" name="Graphique 3" descr="Stylo avec un remplissage uni">
              <a:extLst>
                <a:ext uri="{FF2B5EF4-FFF2-40B4-BE49-F238E27FC236}">
                  <a16:creationId xmlns:a16="http://schemas.microsoft.com/office/drawing/2014/main" id="{8611BB6F-0B39-2045-57D8-61D1707B900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927704" y="3700463"/>
              <a:ext cx="623079" cy="593316"/>
            </a:xfrm>
            <a:prstGeom prst="rect">
              <a:avLst/>
            </a:prstGeom>
          </p:spPr>
        </p:pic>
        <p:pic>
          <p:nvPicPr>
            <p:cNvPr id="9" name="Graphique 4" descr="Stylo avec un remplissage uni">
              <a:extLst>
                <a:ext uri="{FF2B5EF4-FFF2-40B4-BE49-F238E27FC236}">
                  <a16:creationId xmlns:a16="http://schemas.microsoft.com/office/drawing/2014/main" id="{C30D224D-C4DD-059B-B26B-A6176D313B0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882211" y="4585381"/>
              <a:ext cx="623079" cy="593316"/>
            </a:xfrm>
            <a:prstGeom prst="rect">
              <a:avLst/>
            </a:prstGeom>
          </p:spPr>
        </p:pic>
        <p:pic>
          <p:nvPicPr>
            <p:cNvPr id="10" name="Graphique 5" descr="Stylo avec un remplissage uni">
              <a:extLst>
                <a:ext uri="{FF2B5EF4-FFF2-40B4-BE49-F238E27FC236}">
                  <a16:creationId xmlns:a16="http://schemas.microsoft.com/office/drawing/2014/main" id="{63869AFE-BF25-DD05-6543-F236DCB12A7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882210" y="5241487"/>
              <a:ext cx="623079" cy="593316"/>
            </a:xfrm>
            <a:prstGeom prst="rect">
              <a:avLst/>
            </a:prstGeom>
          </p:spPr>
        </p:pic>
      </p:gr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itre 1">
            <a:extLst>
              <a:ext uri="{FF2B5EF4-FFF2-40B4-BE49-F238E27FC236}">
                <a16:creationId xmlns:a16="http://schemas.microsoft.com/office/drawing/2014/main" id="{900E4526-073E-F120-3E1B-D31ADDF71B82}"/>
              </a:ext>
            </a:extLst>
          </p:cNvPr>
          <p:cNvSpPr>
            <a:spLocks noGrp="1"/>
          </p:cNvSpPr>
          <p:nvPr>
            <p:ph type="title"/>
          </p:nvPr>
        </p:nvSpPr>
        <p:spPr/>
        <p:txBody>
          <a:bodyPr/>
          <a:lstStyle/>
          <a:p>
            <a:pPr/>
            <a:r>
              <a:t>UAT et formations</a:t>
            </a:r>
          </a:p>
        </p:txBody>
      </p:sp>
      <p:sp>
        <p:nvSpPr>
          <p:cNvPr id="4" name="Espace réservé du texte 2">
            <a:extLst>
              <a:ext uri="{FF2B5EF4-FFF2-40B4-BE49-F238E27FC236}">
                <a16:creationId xmlns:a16="http://schemas.microsoft.com/office/drawing/2014/main" id="{F52B3274-36E0-9191-0A8E-58E717B42DAF}"/>
              </a:ext>
            </a:extLst>
          </p:cNvPr>
          <p:cNvSpPr>
            <a:spLocks noGrp="1"/>
          </p:cNvSpPr>
          <p:nvPr>
            <p:ph type="body" sz="quarter" idx="13"/>
          </p:nvPr>
        </p:nvSpPr>
        <p:spPr/>
        <p:txBody>
          <a:bodyPr/>
          <a:lstStyle/>
          <a:p>
            <a:pPr/>
            <a:r>
              <a:t>IMPLICATION PROJET</a:t>
            </a:r>
            <a:endParaRPr lang="en-US"/>
          </a:p>
        </p:txBody>
      </p:sp>
      <p:grpSp>
        <p:nvGrpSpPr>
          <p:cNvPr id="5" name="Transplant"/>
          <p:cNvGrpSpPr/>
          <p:nvPr/>
        </p:nvGrpSpPr>
        <p:grpSpPr>
          <a:xfrm>
            <a:off x="694944" y="2428621"/>
            <a:ext cx="10799064" cy="3738118"/>
            <a:chOff x="1069525" y="2144404"/>
            <a:chExt cx="10052950" cy="3479850"/>
          </a:xfrm>
        </p:grpSpPr>
        <p:graphicFrame>
          <p:nvGraphicFramePr>
            <p:cNvPr id="6" name="Google Shape;2530;p15"/>
            <p:cNvGraphicFramePr/>
            <p:nvPr>
              <p:extLst>
                <p:ext uri="{D42A27DB-BD31-4B8C-83A1-F6EECF244321}">
                  <p14:modId xmlns:p14="http://schemas.microsoft.com/office/powerpoint/2010/main" val="1119829138"/>
                </p:ext>
              </p:extLst>
            </p:nvPr>
          </p:nvGraphicFramePr>
          <p:xfrm>
            <a:off x="1069525" y="2144404"/>
            <a:ext cx="10052950" cy="3479850"/>
          </p:xfrm>
          <a:graphic>
            <a:graphicData uri="http://schemas.openxmlformats.org/drawingml/2006/table">
              <a:tbl>
                <a:tblPr firstRow="1" bandRow="1">
                  <a:tableStyleId>{9DCAF9ED-07DC-4A11-8D7F-57B35C25682E}</a:tableStyleId>
                </a:tblPr>
                <a:tblGrid>
                  <a:gridCol w="3734281">
                    <a:extLst>
                      <a:ext uri="{9D8B030D-6E8A-4147-A177-3AD203B41FA5}">
                        <a16:colId xmlns:a16="http://schemas.microsoft.com/office/drawing/2014/main" val="20000"/>
                      </a:ext>
                    </a:extLst>
                  </a:gridCol>
                  <a:gridCol w="1434568">
                    <a:extLst>
                      <a:ext uri="{9D8B030D-6E8A-4147-A177-3AD203B41FA5}">
                        <a16:colId xmlns:a16="http://schemas.microsoft.com/office/drawing/2014/main" val="20001"/>
                      </a:ext>
                    </a:extLst>
                  </a:gridCol>
                  <a:gridCol w="1593356">
                    <a:extLst>
                      <a:ext uri="{9D8B030D-6E8A-4147-A177-3AD203B41FA5}">
                        <a16:colId xmlns:a16="http://schemas.microsoft.com/office/drawing/2014/main" val="1171452401"/>
                      </a:ext>
                    </a:extLst>
                  </a:gridCol>
                  <a:gridCol w="3290745">
                    <a:extLst>
                      <a:ext uri="{9D8B030D-6E8A-4147-A177-3AD203B41FA5}">
                        <a16:colId xmlns:a16="http://schemas.microsoft.com/office/drawing/2014/main" val="20003"/>
                      </a:ext>
                    </a:extLst>
                  </a:gridCol>
                </a:tblGrid>
                <a:tr h="370850">
                  <a:tc>
                    <a:txBody>
                      <a:bodyPr/>
                      <a:lstStyle/>
                      <a:p>
                        <a:pPr marL="0" marR="0" lvl="0" indent="0" algn="l" rtl="0">
                          <a:lnSpc>
                            <a:spcPct val="100000"/>
                          </a:lnSpc>
                          <a:spcBef>
                            <a:spcPts val="0"/>
                          </a:spcBef>
                          <a:spcAft>
                            <a:spcPts val="0"/>
                          </a:spcAft>
                          <a:buClr>
                            <a:srgbClr val="000000"/>
                          </a:buClr>
                          <a:buSzPts val="2400"/>
                          <a:buFont typeface="Arial"/>
                          <a:buNone/>
                        </a:pPr>
                        <a:r>
                          <a:rPr lang="fr-FR" sz="1933" u="none" strike="noStrike" cap="none" noProof="0" dirty="0"/>
                          <a:t>Tache</a:t>
                        </a:r>
                        <a:endParaRPr lang="fr-FR" sz="1181" u="none" strike="noStrike" cap="none" noProof="0" dirty="0"/>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r>
                          <a:rPr lang="fr-FR" sz="1933" u="none" strike="noStrike" cap="none" noProof="0" dirty="0"/>
                          <a:t>Temps à prévoir</a:t>
                        </a:r>
                        <a:endParaRPr lang="fr-FR" sz="1181" u="none" strike="noStrike" cap="none" noProof="0" dirty="0"/>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r>
                          <a:rPr lang="fr-FR" sz="1933" u="none" strike="noStrike" cap="none" noProof="0" dirty="0"/>
                          <a:t>Fréquence</a:t>
                        </a:r>
                        <a:endParaRPr lang="fr-FR" sz="1181" u="none" strike="noStrike" cap="none" noProof="0" dirty="0"/>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r>
                          <a:rPr lang="fr-FR" sz="1933" u="none" strike="noStrike" cap="none" noProof="0" dirty="0"/>
                          <a:t>Participants</a:t>
                        </a:r>
                        <a:endParaRPr lang="fr-FR" sz="1181" u="none" strike="noStrike" cap="none" noProof="0" dirty="0"/>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lnSpc>
                            <a:spcPct val="100000"/>
                          </a:lnSpc>
                          <a:spcBef>
                            <a:spcPts val="0"/>
                          </a:spcBef>
                          <a:spcAft>
                            <a:spcPts val="0"/>
                          </a:spcAft>
                          <a:buClr>
                            <a:srgbClr val="000000"/>
                          </a:buClr>
                          <a:buSzPts val="2400"/>
                          <a:buFont typeface="Arial"/>
                          <a:buNone/>
                        </a:pPr>
                        <a:r>
                          <a:rPr lang="fr-FR" sz="1933" i="1" u="none" strike="noStrike" cap="none" noProof="0" dirty="0"/>
                          <a:t>Phase UAT et formations</a:t>
                        </a:r>
                        <a:endParaRPr lang="fr-FR" sz="1181" i="1" u="none" strike="noStrike" cap="none" noProof="0" dirty="0"/>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endParaRPr lang="fr-FR" sz="1181" i="1" u="none" strike="noStrike" cap="none" noProof="0" dirty="0"/>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endParaRPr lang="fr-FR" sz="1181" i="1" u="none" strike="noStrike" cap="none" noProof="0" dirty="0"/>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endParaRPr lang="fr-FR" sz="1181" i="1" u="none" strike="noStrike" cap="none" noProof="0" dirty="0"/>
                      </a:p>
                    </a:txBody>
                    <a:tcPr marL="91450" marR="91450" marT="45725" marB="45725"/>
                  </a:tc>
                  <a:extLst>
                    <a:ext uri="{0D108BD9-81ED-4DB2-BD59-A6C34878D82A}">
                      <a16:rowId xmlns:a16="http://schemas.microsoft.com/office/drawing/2014/main" val="10001"/>
                    </a:ext>
                  </a:extLst>
                </a:tr>
                <a:tr h="370850">
                  <a:tc>
                    <a:txBody>
                      <a:bodyPr/>
                      <a:lstStyle/>
                      <a:p>
                        <a:pPr marL="0" marR="0" lvl="0" indent="0" algn="l" rtl="0">
                          <a:lnSpc>
                            <a:spcPct val="100000"/>
                          </a:lnSpc>
                          <a:spcBef>
                            <a:spcPts val="0"/>
                          </a:spcBef>
                          <a:spcAft>
                            <a:spcPts val="0"/>
                          </a:spcAft>
                          <a:buClr>
                            <a:srgbClr val="000000"/>
                          </a:buClr>
                          <a:buSzPts val="2400"/>
                          <a:buFont typeface="Arial"/>
                          <a:buNone/>
                        </a:pPr>
                        <a:r>
                          <a:rPr lang="fr-FR" sz="1933" u="none" strike="noStrike" cap="none" noProof="0" dirty="0"/>
                          <a:t>Formations produit</a:t>
                        </a:r>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r>
                          <a:rPr lang="fr-FR" sz="1933" u="none" strike="noStrike" cap="none" noProof="0" dirty="0"/>
                          <a:t>Xxx heures</a:t>
                        </a:r>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r>
                          <a:rPr lang="fr-FR" sz="1933" u="none" strike="noStrike" cap="none" noProof="0" dirty="0"/>
                          <a:t>Sur 1 mois</a:t>
                        </a:r>
                      </a:p>
                    </a:txBody>
                    <a:tcPr marL="91450" marR="91450" marT="45725" marB="45725"/>
                  </a:tc>
                  <a:tc>
                    <a:txBody>
                      <a:bodyPr/>
                      <a:lstStyle/>
                      <a:p>
                        <a:pPr marL="0" marR="0" lvl="0" indent="0" algn="l" defTabSz="1105875" rtl="0" eaLnBrk="1" fontAlgn="auto" latinLnBrk="0" hangingPunct="1">
                          <a:lnSpc>
                            <a:spcPct val="100000"/>
                          </a:lnSpc>
                          <a:spcBef>
                            <a:spcPts val="0"/>
                          </a:spcBef>
                          <a:spcAft>
                            <a:spcPts val="0"/>
                          </a:spcAft>
                          <a:buClr>
                            <a:srgbClr val="000000"/>
                          </a:buClr>
                          <a:buSzPts val="2400"/>
                          <a:buFont typeface="Arial"/>
                          <a:buNone/>
                          <a:tabLst/>
                          <a:defRPr/>
                        </a:pPr>
                        <a:r>
                          <a:rPr lang="fr-FR" sz="1933" u="none" strike="noStrike" cap="none" noProof="0" dirty="0"/>
                          <a:t>Equipe projet présente tout le temps. Key </a:t>
                        </a:r>
                        <a:r>
                          <a:rPr lang="fr-FR" sz="1933" u="none" strike="noStrike" cap="none" noProof="0" dirty="0" err="1"/>
                          <a:t>users</a:t>
                        </a:r>
                        <a:r>
                          <a:rPr lang="fr-FR" sz="1933" u="none" strike="noStrike" cap="none" noProof="0" dirty="0"/>
                          <a:t> et </a:t>
                        </a:r>
                        <a:r>
                          <a:rPr lang="fr-FR" sz="1933" u="none" strike="noStrike" cap="none" noProof="0" dirty="0" err="1"/>
                          <a:t>users</a:t>
                        </a:r>
                        <a:r>
                          <a:rPr lang="fr-FR" sz="1933" u="none" strike="noStrike" cap="none" noProof="0" dirty="0"/>
                          <a:t> à tour de rôle</a:t>
                        </a:r>
                      </a:p>
                    </a:txBody>
                    <a:tcPr marL="91450" marR="91450" marT="45725" marB="45725"/>
                  </a:tc>
                  <a:extLst>
                    <a:ext uri="{0D108BD9-81ED-4DB2-BD59-A6C34878D82A}">
                      <a16:rowId xmlns:a16="http://schemas.microsoft.com/office/drawing/2014/main" val="10002"/>
                    </a:ext>
                  </a:extLst>
                </a:tr>
                <a:tr h="370850">
                  <a:tc>
                    <a:txBody>
                      <a:bodyPr/>
                      <a:lstStyle/>
                      <a:p>
                        <a:pPr marL="0" marR="0" lvl="0" indent="0" algn="l" rtl="0">
                          <a:lnSpc>
                            <a:spcPct val="100000"/>
                          </a:lnSpc>
                          <a:spcBef>
                            <a:spcPts val="0"/>
                          </a:spcBef>
                          <a:spcAft>
                            <a:spcPts val="0"/>
                          </a:spcAft>
                          <a:buClr>
                            <a:srgbClr val="000000"/>
                          </a:buClr>
                          <a:buSzPts val="2400"/>
                          <a:buFont typeface="Arial"/>
                          <a:buNone/>
                        </a:pPr>
                        <a:r>
                          <a:rPr lang="fr-FR" sz="1933" u="none" strike="noStrike" cap="none" noProof="0" dirty="0"/>
                          <a:t>Tests produits key </a:t>
                        </a:r>
                        <a:r>
                          <a:rPr lang="fr-FR" sz="1933" u="none" strike="noStrike" cap="none" noProof="0" dirty="0" err="1"/>
                          <a:t>users</a:t>
                        </a:r>
                        <a:endParaRPr lang="fr-FR" sz="1933" u="none" strike="noStrike" cap="none" noProof="0" dirty="0"/>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r>
                          <a:rPr lang="fr-FR" sz="1933" u="none" strike="noStrike" cap="none" noProof="0" dirty="0"/>
                          <a:t>20h/pers</a:t>
                        </a:r>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r>
                          <a:rPr lang="fr-FR" sz="1933" u="none" strike="noStrike" cap="none" noProof="0" dirty="0"/>
                          <a:t>Sur 3 semaines</a:t>
                        </a:r>
                      </a:p>
                    </a:txBody>
                    <a:tcPr marL="91450" marR="91450" marT="45725" marB="45725"/>
                  </a:tc>
                  <a:tc>
                    <a:txBody>
                      <a:bodyPr/>
                      <a:lstStyle/>
                      <a:p>
                        <a:pPr marL="0" marR="0" lvl="0" indent="0" algn="l" defTabSz="1105875" rtl="0" eaLnBrk="1" fontAlgn="auto" latinLnBrk="0" hangingPunct="1">
                          <a:lnSpc>
                            <a:spcPct val="100000"/>
                          </a:lnSpc>
                          <a:spcBef>
                            <a:spcPts val="0"/>
                          </a:spcBef>
                          <a:spcAft>
                            <a:spcPts val="0"/>
                          </a:spcAft>
                          <a:buClr>
                            <a:srgbClr val="000000"/>
                          </a:buClr>
                          <a:buSzPts val="2400"/>
                          <a:buFont typeface="Arial"/>
                          <a:buNone/>
                          <a:tabLst/>
                          <a:defRPr/>
                        </a:pPr>
                        <a:r>
                          <a:rPr lang="fr-FR" sz="1933" u="none" strike="noStrike" cap="none" noProof="0" dirty="0"/>
                          <a:t>Equipe projet présente tout le temps. Par key </a:t>
                        </a:r>
                        <a:r>
                          <a:rPr lang="fr-FR" sz="1933" u="none" strike="noStrike" cap="none" noProof="0" dirty="0" err="1"/>
                          <a:t>users</a:t>
                        </a:r>
                        <a:endParaRPr lang="fr-FR" sz="1933" u="none" strike="noStrike" cap="none" noProof="0" dirty="0"/>
                      </a:p>
                      <a:p>
                        <a:pPr marL="0" marR="0" lvl="0" indent="0" algn="l" defTabSz="1105875" rtl="0" eaLnBrk="1" fontAlgn="auto" latinLnBrk="0" hangingPunct="1">
                          <a:lnSpc>
                            <a:spcPct val="100000"/>
                          </a:lnSpc>
                          <a:spcBef>
                            <a:spcPts val="0"/>
                          </a:spcBef>
                          <a:spcAft>
                            <a:spcPts val="0"/>
                          </a:spcAft>
                          <a:buClr>
                            <a:srgbClr val="000000"/>
                          </a:buClr>
                          <a:buSzPts val="2400"/>
                          <a:buFont typeface="Arial"/>
                          <a:buNone/>
                          <a:tabLst/>
                          <a:defRPr/>
                        </a:pPr>
                        <a:endParaRPr lang="fr-FR" sz="1933" u="none" strike="noStrike" cap="none" noProof="0" dirty="0"/>
                      </a:p>
                    </a:txBody>
                    <a:tcPr marL="91450" marR="91450" marT="45725" marB="45725"/>
                  </a:tc>
                  <a:extLst>
                    <a:ext uri="{0D108BD9-81ED-4DB2-BD59-A6C34878D82A}">
                      <a16:rowId xmlns:a16="http://schemas.microsoft.com/office/drawing/2014/main" val="2207837282"/>
                    </a:ext>
                  </a:extLst>
                </a:tr>
                <a:tr h="370850">
                  <a:tc>
                    <a:txBody>
                      <a:bodyPr/>
                      <a:lstStyle/>
                      <a:p>
                        <a:pPr marL="0" marR="0" lvl="0" indent="0" algn="l" defTabSz="914400" rtl="0" eaLnBrk="1" fontAlgn="auto" latinLnBrk="0" hangingPunct="1">
                          <a:lnSpc>
                            <a:spcPct val="100000"/>
                          </a:lnSpc>
                          <a:spcBef>
                            <a:spcPts val="0"/>
                          </a:spcBef>
                          <a:spcAft>
                            <a:spcPts val="0"/>
                          </a:spcAft>
                          <a:buClr>
                            <a:srgbClr val="000000"/>
                          </a:buClr>
                          <a:buSzPts val="2400"/>
                          <a:buFont typeface="Arial"/>
                          <a:buNone/>
                          <a:tabLst/>
                          <a:defRPr/>
                        </a:pPr>
                        <a:r>
                          <a:rPr lang="fr-FR" sz="1933" u="none" strike="noStrike" cap="none" noProof="0" dirty="0"/>
                          <a:t>Tests produits end </a:t>
                        </a:r>
                        <a:r>
                          <a:rPr lang="fr-FR" sz="1933" u="none" strike="noStrike" cap="none" noProof="0" dirty="0" err="1"/>
                          <a:t>users</a:t>
                        </a:r>
                        <a:endParaRPr lang="fr-FR" sz="1933" u="none" strike="noStrike" cap="none" noProof="0" dirty="0"/>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r>
                          <a:rPr lang="fr-FR" sz="1933" u="none" strike="noStrike" cap="none" noProof="0" dirty="0"/>
                          <a:t>3h/pers</a:t>
                        </a:r>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r>
                          <a:rPr lang="fr-FR" sz="1933" u="none" strike="noStrike" cap="none" noProof="0" dirty="0"/>
                          <a:t>Sur 2 semaines</a:t>
                        </a:r>
                      </a:p>
                    </a:txBody>
                    <a:tcPr marL="91450" marR="91450" marT="45725" marB="45725"/>
                  </a:tc>
                  <a:tc>
                    <a:txBody>
                      <a:bodyPr/>
                      <a:lstStyle/>
                      <a:p>
                        <a:pPr marL="0" marR="0" lvl="0" indent="0" algn="l" defTabSz="1105875" rtl="0" eaLnBrk="1" fontAlgn="auto" latinLnBrk="0" hangingPunct="1">
                          <a:lnSpc>
                            <a:spcPct val="100000"/>
                          </a:lnSpc>
                          <a:spcBef>
                            <a:spcPts val="0"/>
                          </a:spcBef>
                          <a:spcAft>
                            <a:spcPts val="0"/>
                          </a:spcAft>
                          <a:buClr>
                            <a:srgbClr val="000000"/>
                          </a:buClr>
                          <a:buSzPts val="2400"/>
                          <a:buFont typeface="Arial"/>
                          <a:buNone/>
                          <a:tabLst/>
                          <a:defRPr/>
                        </a:pPr>
                        <a:r>
                          <a:rPr lang="fr-FR" sz="1933" u="none" strike="noStrike" cap="none" noProof="0" dirty="0"/>
                          <a:t>Equipe projet présente tout le temps. Par </a:t>
                        </a:r>
                        <a:r>
                          <a:rPr lang="fr-FR" sz="1933" u="none" strike="noStrike" cap="none" noProof="0" dirty="0" err="1"/>
                          <a:t>users</a:t>
                        </a:r>
                        <a:endParaRPr lang="fr-FR" sz="1933" u="none" strike="noStrike" cap="none" noProof="0" dirty="0"/>
                      </a:p>
                    </a:txBody>
                    <a:tcPr marL="91450" marR="91450" marT="45725" marB="45725"/>
                  </a:tc>
                  <a:extLst>
                    <a:ext uri="{0D108BD9-81ED-4DB2-BD59-A6C34878D82A}">
                      <a16:rowId xmlns:a16="http://schemas.microsoft.com/office/drawing/2014/main" val="3742926562"/>
                    </a:ext>
                  </a:extLst>
                </a:tr>
              </a:tbl>
            </a:graphicData>
          </a:graphic>
        </p:graphicFrame>
        <p:pic>
          <p:nvPicPr>
            <p:cNvPr id="7" name="Graphique 3" descr="Stylo avec un remplissage uni">
              <a:extLst>
                <a:ext uri="{FF2B5EF4-FFF2-40B4-BE49-F238E27FC236}">
                  <a16:creationId xmlns:a16="http://schemas.microsoft.com/office/drawing/2014/main" id="{8340D535-60DA-95A7-87D6-EFF5878D877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963075" y="2938425"/>
              <a:ext cx="623079" cy="593316"/>
            </a:xfrm>
            <a:prstGeom prst="rect">
              <a:avLst/>
            </a:prstGeom>
          </p:spPr>
        </p:pic>
      </p:gr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space réservé du contenu 1">
            <a:extLst>
              <a:ext uri="{FF2B5EF4-FFF2-40B4-BE49-F238E27FC236}">
                <a16:creationId xmlns:a16="http://schemas.microsoft.com/office/drawing/2014/main" id="{0A5657A9-CF1F-01C4-4C0C-3F4405FBA315}"/>
              </a:ext>
            </a:extLst>
          </p:cNvPr>
          <p:cNvSpPr>
            <a:spLocks noGrp="1"/>
          </p:cNvSpPr>
          <p:nvPr>
            <p:ph idx="1"/>
          </p:nvPr>
        </p:nvSpPr>
        <p:spPr/>
        <p:txBody>
          <a:bodyPr anchor="t"/>
          <a:lstStyle/>
          <a:p>
            <a:r>
              <a:rPr lang="fr-FR" b="1" dirty="0" sz="1600"/>
              <a:t>Toutes les semaines, nous suivons avec vous : </a:t>
            </a:r>
          </a:p>
          <a:p>
            <a:pPr lvl="1"/>
            <a:r>
              <a:rPr lang="fr-FR" dirty="0" sz="1600">
                <a:solidFill>
                  <a:srgbClr val="CD5358"/>
                </a:solidFill>
              </a:rPr>
              <a:t>L’avancement</a:t>
            </a:r>
            <a:r>
              <a:rPr lang="fr-FR" dirty="0" sz="1600"/>
              <a:t> global du projet en % (% du temps des taches </a:t>
            </a:r>
            <a:r>
              <a:rPr lang="fr-FR" b="1" dirty="0" sz="1600"/>
              <a:t>validées</a:t>
            </a:r>
            <a:r>
              <a:rPr lang="fr-FR" dirty="0" sz="1600"/>
              <a:t> par vous)</a:t>
            </a:r>
          </a:p>
          <a:p>
            <a:pPr lvl="1"/>
            <a:r>
              <a:rPr lang="fr-FR" dirty="0" sz="1600"/>
              <a:t>Le nombre </a:t>
            </a:r>
            <a:r>
              <a:rPr lang="fr-FR" dirty="0" sz="1600">
                <a:solidFill>
                  <a:srgbClr val="CD5358"/>
                </a:solidFill>
              </a:rPr>
              <a:t>d’heures </a:t>
            </a:r>
            <a:r>
              <a:rPr lang="fr-FR" b="1" dirty="0" sz="1600"/>
              <a:t>restant</a:t>
            </a:r>
            <a:r>
              <a:rPr lang="fr-FR" b="1" dirty="0" sz="1600">
                <a:solidFill>
                  <a:srgbClr val="CD5358"/>
                </a:solidFill>
              </a:rPr>
              <a:t> </a:t>
            </a:r>
            <a:r>
              <a:rPr lang="fr-FR" b="1" dirty="0" sz="1600"/>
              <a:t>à faire </a:t>
            </a:r>
            <a:r>
              <a:rPr lang="fr-FR" dirty="0" sz="1600"/>
              <a:t>avant go live</a:t>
            </a:r>
          </a:p>
          <a:p>
            <a:pPr lvl="1"/>
            <a:r>
              <a:rPr lang="fr-FR" dirty="0" sz="1600"/>
              <a:t>La date de </a:t>
            </a:r>
            <a:r>
              <a:rPr lang="fr-FR" dirty="0" sz="1600">
                <a:solidFill>
                  <a:srgbClr val="CD5358"/>
                </a:solidFill>
              </a:rPr>
              <a:t>go live </a:t>
            </a:r>
            <a:r>
              <a:rPr lang="fr-FR" dirty="0" sz="1600"/>
              <a:t>fixée</a:t>
            </a:r>
          </a:p>
          <a:p>
            <a:pPr lvl="1"/>
            <a:r>
              <a:rPr lang="fr-FR" dirty="0" sz="1600"/>
              <a:t>Le détail par </a:t>
            </a:r>
            <a:r>
              <a:rPr lang="fr-FR" b="1" dirty="0" sz="1600">
                <a:solidFill>
                  <a:srgbClr val="CD5358"/>
                </a:solidFill>
              </a:rPr>
              <a:t>domaine</a:t>
            </a:r>
            <a:r>
              <a:rPr lang="fr-FR" dirty="0" sz="1600"/>
              <a:t> et en comparatif : </a:t>
            </a:r>
          </a:p>
          <a:p>
            <a:pPr lvl="2"/>
            <a:r>
              <a:rPr lang="fr-FR" dirty="0" sz="1600"/>
              <a:t>Des heures </a:t>
            </a:r>
            <a:r>
              <a:rPr lang="fr-FR" b="1" dirty="0" sz="1600"/>
              <a:t>prévues</a:t>
            </a:r>
            <a:r>
              <a:rPr lang="fr-FR" dirty="0" sz="1600"/>
              <a:t> au budget</a:t>
            </a:r>
          </a:p>
          <a:p>
            <a:pPr lvl="2"/>
            <a:r>
              <a:rPr lang="fr-FR" dirty="0" sz="1600"/>
              <a:t>Des heures réelles, </a:t>
            </a:r>
            <a:r>
              <a:rPr lang="fr-FR" b="1" dirty="0" sz="1600"/>
              <a:t>revues en cours </a:t>
            </a:r>
            <a:r>
              <a:rPr lang="fr-FR" dirty="0" sz="1600"/>
              <a:t>de projet</a:t>
            </a:r>
          </a:p>
          <a:p>
            <a:pPr lvl="2"/>
            <a:r>
              <a:rPr lang="fr-FR" dirty="0" sz="1600"/>
              <a:t>Des heures finalement </a:t>
            </a:r>
            <a:r>
              <a:rPr lang="fr-FR" b="1" dirty="0" sz="1600"/>
              <a:t>décomptées</a:t>
            </a:r>
            <a:r>
              <a:rPr lang="fr-FR" dirty="0" sz="1600"/>
              <a:t> (temps passé par les équipes)</a:t>
            </a:r>
          </a:p>
          <a:p>
            <a:pPr/>
            <a:r>
              <a:rPr lang="fr-FR" dirty="0" sz="1600"/>
              <a:t>Les taches prévues dans le sprint vs les non planifiées</a:t>
            </a:r>
          </a:p>
        </p:txBody>
      </p:sp>
      <p:sp>
        <p:nvSpPr>
          <p:cNvPr id="3" name="Titre 2">
            <a:extLst>
              <a:ext uri="{FF2B5EF4-FFF2-40B4-BE49-F238E27FC236}">
                <a16:creationId xmlns:a16="http://schemas.microsoft.com/office/drawing/2014/main" id="{618815FA-3CAE-65F3-B971-C63D5E259378}"/>
              </a:ext>
            </a:extLst>
          </p:cNvPr>
          <p:cNvSpPr>
            <a:spLocks noGrp="1"/>
          </p:cNvSpPr>
          <p:nvPr>
            <p:ph type="title"/>
          </p:nvPr>
        </p:nvSpPr>
        <p:spPr/>
        <p:txBody>
          <a:bodyPr/>
          <a:lstStyle/>
          <a:p>
            <a:pPr/>
            <a:r>
              <a:t>Hebdomadaire</a:t>
            </a:r>
          </a:p>
        </p:txBody>
      </p:sp>
      <p:sp>
        <p:nvSpPr>
          <p:cNvPr id="4" name="Espace réservé du texte 3">
            <a:extLst>
              <a:ext uri="{FF2B5EF4-FFF2-40B4-BE49-F238E27FC236}">
                <a16:creationId xmlns:a16="http://schemas.microsoft.com/office/drawing/2014/main" id="{6BB8E998-5BC1-3D30-5A40-7A17CB479142}"/>
              </a:ext>
            </a:extLst>
          </p:cNvPr>
          <p:cNvSpPr>
            <a:spLocks noGrp="1"/>
          </p:cNvSpPr>
          <p:nvPr>
            <p:ph type="body" sz="quarter" idx="13"/>
          </p:nvPr>
        </p:nvSpPr>
        <p:spPr/>
        <p:txBody>
          <a:bodyPr/>
          <a:lstStyle/>
          <a:p>
            <a:pPr/>
            <a:r>
              <a:t>INDICATEURS DE SUIVI</a:t>
            </a:r>
            <a:endParaRPr lang="en-US"/>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space réservé du contenu 1">
            <a:extLst>
              <a:ext uri="{FF2B5EF4-FFF2-40B4-BE49-F238E27FC236}">
                <a16:creationId xmlns:a16="http://schemas.microsoft.com/office/drawing/2014/main" id="{0A5657A9-CF1F-01C4-4C0C-3F4405FBA315}"/>
              </a:ext>
            </a:extLst>
          </p:cNvPr>
          <p:cNvSpPr>
            <a:spLocks noGrp="1"/>
          </p:cNvSpPr>
          <p:nvPr>
            <p:ph idx="1"/>
          </p:nvPr>
        </p:nvSpPr>
        <p:spPr/>
        <p:txBody>
          <a:bodyPr anchor="t"/>
          <a:lstStyle/>
          <a:p>
            <a:r>
              <a:rPr lang="fr-FR" dirty="0" sz="1600"/>
              <a:t>Tous les mois lors du COPIL, nous suivons avec vous : </a:t>
            </a:r>
          </a:p>
          <a:p>
            <a:pPr lvl="1"/>
            <a:r>
              <a:rPr lang="fr-FR" dirty="0" sz="1600"/>
              <a:t>Les heures du projet</a:t>
            </a:r>
          </a:p>
          <a:p>
            <a:pPr lvl="2"/>
            <a:r>
              <a:rPr lang="fr-FR" dirty="0" sz="1600"/>
              <a:t>Le nombre d’heures budgétés</a:t>
            </a:r>
          </a:p>
          <a:p>
            <a:pPr lvl="2"/>
            <a:r>
              <a:rPr lang="fr-FR" dirty="0" sz="1600"/>
              <a:t>Le nombre d’heures passées</a:t>
            </a:r>
          </a:p>
          <a:p>
            <a:pPr lvl="2"/>
            <a:r>
              <a:rPr lang="fr-FR" dirty="0" sz="1600"/>
              <a:t>Le nombre d’heures validées en ajout au projet</a:t>
            </a:r>
          </a:p>
          <a:p>
            <a:pPr lvl="1"/>
            <a:r>
              <a:rPr lang="fr-FR" dirty="0" sz="1600"/>
              <a:t>Le statut du projet en termes de consommation du temps</a:t>
            </a:r>
          </a:p>
          <a:p>
            <a:pPr lvl="1"/>
            <a:r>
              <a:rPr lang="fr-FR" dirty="0" sz="1600"/>
              <a:t>Le statut du projet en termes de délai</a:t>
            </a:r>
          </a:p>
          <a:p>
            <a:pPr lvl="1"/>
            <a:r>
              <a:rPr lang="fr-FR" dirty="0" sz="1600"/>
              <a:t>Le suivi par domaine avec le comparatif</a:t>
            </a:r>
          </a:p>
          <a:p>
            <a:pPr lvl="1"/>
            <a:r>
              <a:rPr lang="fr-FR" dirty="0" sz="1600"/>
              <a:t>La timeline du projet</a:t>
            </a:r>
          </a:p>
          <a:p>
            <a:pPr lvl="2"/>
            <a:r>
              <a:rPr lang="fr-FR" dirty="0" sz="1600"/>
              <a:t>Y compris la date de go live estimée</a:t>
            </a:r>
          </a:p>
          <a:p>
            <a:pPr lvl="1"/>
            <a:endParaRPr lang="fr-FR" dirty="0" sz="1600"/>
          </a:p>
        </p:txBody>
      </p:sp>
      <p:sp>
        <p:nvSpPr>
          <p:cNvPr id="3" name="Titre 2">
            <a:extLst>
              <a:ext uri="{FF2B5EF4-FFF2-40B4-BE49-F238E27FC236}">
                <a16:creationId xmlns:a16="http://schemas.microsoft.com/office/drawing/2014/main" id="{618815FA-3CAE-65F3-B971-C63D5E259378}"/>
              </a:ext>
            </a:extLst>
          </p:cNvPr>
          <p:cNvSpPr>
            <a:spLocks noGrp="1"/>
          </p:cNvSpPr>
          <p:nvPr>
            <p:ph type="title"/>
          </p:nvPr>
        </p:nvSpPr>
        <p:spPr/>
        <p:txBody>
          <a:bodyPr/>
          <a:lstStyle/>
          <a:p>
            <a:pPr/>
            <a:r>
              <a:t>Mensuels</a:t>
            </a:r>
          </a:p>
        </p:txBody>
      </p:sp>
      <p:sp>
        <p:nvSpPr>
          <p:cNvPr id="4" name="Espace réservé du texte 3">
            <a:extLst>
              <a:ext uri="{FF2B5EF4-FFF2-40B4-BE49-F238E27FC236}">
                <a16:creationId xmlns:a16="http://schemas.microsoft.com/office/drawing/2014/main" id="{6BB8E998-5BC1-3D30-5A40-7A17CB479142}"/>
              </a:ext>
            </a:extLst>
          </p:cNvPr>
          <p:cNvSpPr>
            <a:spLocks noGrp="1"/>
          </p:cNvSpPr>
          <p:nvPr>
            <p:ph type="body" sz="quarter" idx="13"/>
          </p:nvPr>
        </p:nvSpPr>
        <p:spPr/>
        <p:txBody>
          <a:bodyPr/>
          <a:lstStyle/>
          <a:p>
            <a:pPr/>
            <a:r>
              <a:t>INDICATEURS DE SUIVI</a:t>
            </a:r>
            <a:endParaRPr lang="en-US"/>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space réservé du contenu 1">
            <a:extLst>
              <a:ext uri="{FF2B5EF4-FFF2-40B4-BE49-F238E27FC236}">
                <a16:creationId xmlns:a16="http://schemas.microsoft.com/office/drawing/2014/main" id="{0A5657A9-CF1F-01C4-4C0C-3F4405FBA315}"/>
              </a:ext>
            </a:extLst>
          </p:cNvPr>
          <p:cNvSpPr>
            <a:spLocks noGrp="1"/>
          </p:cNvSpPr>
          <p:nvPr>
            <p:ph idx="1"/>
          </p:nvPr>
        </p:nvSpPr>
        <p:spPr/>
        <p:txBody>
          <a:bodyPr anchor="t"/>
          <a:lstStyle/>
          <a:p>
            <a:r>
              <a:rPr lang="fr-FR" dirty="0" sz="1600"/>
              <a:t>Tous les indicateurs de suivi présentés sont ceux que nous suivons en </a:t>
            </a:r>
            <a:r>
              <a:rPr lang="fr-FR" b="1" dirty="0" sz="1600">
                <a:solidFill>
                  <a:srgbClr val="CD5358"/>
                </a:solidFill>
              </a:rPr>
              <a:t>standard</a:t>
            </a:r>
            <a:r>
              <a:rPr lang="fr-FR" dirty="0" sz="1600"/>
              <a:t> et qui sont produits par notre outil de gestion</a:t>
            </a:r>
          </a:p>
          <a:p>
            <a:r>
              <a:rPr lang="fr-FR" dirty="0" sz="1600"/>
              <a:t>En accord avec vous, nous pouvons </a:t>
            </a:r>
            <a:r>
              <a:rPr lang="fr-FR" b="1" dirty="0" sz="1600">
                <a:solidFill>
                  <a:srgbClr val="CD5358"/>
                </a:solidFill>
              </a:rPr>
              <a:t>en ajouter </a:t>
            </a:r>
            <a:r>
              <a:rPr lang="fr-FR" dirty="0" sz="1600"/>
              <a:t>d’autres produits par notre outil ou à calculer.</a:t>
            </a:r>
          </a:p>
          <a:p>
            <a:r>
              <a:rPr lang="fr-FR" dirty="0" sz="1600"/>
              <a:t>Nous convenons généralement en cours de projet de l’ajout ou le retrait de certains indicateurs</a:t>
            </a:r>
          </a:p>
          <a:p>
            <a:pPr lvl="1"/>
            <a:endParaRPr lang="fr-FR" dirty="0" sz="1600"/>
          </a:p>
        </p:txBody>
      </p:sp>
      <p:sp>
        <p:nvSpPr>
          <p:cNvPr id="3" name="Titre 2">
            <a:extLst>
              <a:ext uri="{FF2B5EF4-FFF2-40B4-BE49-F238E27FC236}">
                <a16:creationId xmlns:a16="http://schemas.microsoft.com/office/drawing/2014/main" id="{618815FA-3CAE-65F3-B971-C63D5E259378}"/>
              </a:ext>
            </a:extLst>
          </p:cNvPr>
          <p:cNvSpPr>
            <a:spLocks noGrp="1"/>
          </p:cNvSpPr>
          <p:nvPr>
            <p:ph type="title"/>
          </p:nvPr>
        </p:nvSpPr>
        <p:spPr/>
        <p:txBody>
          <a:bodyPr/>
          <a:lstStyle/>
          <a:p>
            <a:pPr/>
            <a:r>
              <a:t>Indicateurs de suivi</a:t>
            </a:r>
          </a:p>
        </p:txBody>
      </p:sp>
      <p:sp>
        <p:nvSpPr>
          <p:cNvPr id="4" name="Espace réservé du texte 3">
            <a:extLst>
              <a:ext uri="{FF2B5EF4-FFF2-40B4-BE49-F238E27FC236}">
                <a16:creationId xmlns:a16="http://schemas.microsoft.com/office/drawing/2014/main" id="{6BB8E998-5BC1-3D30-5A40-7A17CB479142}"/>
              </a:ext>
            </a:extLst>
          </p:cNvPr>
          <p:cNvSpPr>
            <a:spLocks noGrp="1"/>
          </p:cNvSpPr>
          <p:nvPr>
            <p:ph type="body" sz="quarter" idx="13"/>
          </p:nvPr>
        </p:nvSpPr>
        <p:spPr/>
        <p:txBody>
          <a:bodyPr/>
          <a:lstStyle/>
          <a:p>
            <a:pPr/>
            <a:r>
              <a:t>PILOTAGE</a:t>
            </a:r>
            <a:endParaRPr lang="en-US"/>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re 1">
            <a:extLst>
              <a:ext uri="{FF2B5EF4-FFF2-40B4-BE49-F238E27FC236}">
                <a16:creationId xmlns:a16="http://schemas.microsoft.com/office/drawing/2014/main" id="{AD7E4199-2EE9-71F5-EC23-0FD46AA1F592}"/>
              </a:ext>
            </a:extLst>
          </p:cNvPr>
          <p:cNvSpPr>
            <a:spLocks noGrp="1"/>
          </p:cNvSpPr>
          <p:nvPr>
            <p:ph type="title"/>
          </p:nvPr>
        </p:nvSpPr>
        <p:spPr/>
        <p:txBody>
          <a:bodyPr/>
          <a:lstStyle/>
          <a:p>
            <a:pPr/>
            <a:r>
              <a:t>QUELLES SONT VOS QUESTIONS ?</a:t>
            </a:r>
            <a:endParaRPr lang="en-US"/>
          </a:p>
        </p:txBody>
      </p:sp>
      <p:sp>
        <p:nvSpPr>
          <p:cNvPr id="3" name="Espace réservé du texte 2">
            <a:extLst>
              <a:ext uri="{FF2B5EF4-FFF2-40B4-BE49-F238E27FC236}">
                <a16:creationId xmlns:a16="http://schemas.microsoft.com/office/drawing/2014/main" id="{7DDC6065-AC53-E93C-5B6E-647D8BC58723}"/>
              </a:ext>
            </a:extLst>
          </p:cNvPr>
          <p:cNvSpPr>
            <a:spLocks noGrp="1"/>
          </p:cNvSpPr>
          <p:nvPr>
            <p:ph type="body" sz="quarter" idx="13"/>
          </p:nvPr>
        </p:nvSpPr>
        <p:spPr/>
        <p:txBody>
          <a:bodyPr/>
          <a:lstStyle/>
          <a:p>
            <a:pPr/>
            <a:r>
              <a:t>ÉCHANGES</a:t>
            </a:r>
            <a:endParaRPr lang="en-US"/>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Espace réservé du texte 12">
            <a:extLst>
              <a:ext uri="{FF2B5EF4-FFF2-40B4-BE49-F238E27FC236}">
                <a16:creationId xmlns:a16="http://schemas.microsoft.com/office/drawing/2014/main" id="{81816DE9-198C-02B0-465B-36E291BA7E5F}"/>
              </a:ext>
            </a:extLst>
          </p:cNvPr>
          <p:cNvSpPr txBox="1">
            <a:spLocks/>
          </p:cNvSpPr>
          <p:nvPr/>
        </p:nvSpPr>
        <p:spPr>
          <a:xfrm>
            <a:off x="876000" y="4284440"/>
            <a:ext cx="2172000" cy="252047"/>
          </a:xfrm>
          <a:prstGeom prst="rect">
            <a:avLst/>
          </a:prstGeom>
        </p:spPr>
        <p:txBody>
          <a:bodyPr anchor="ctr" anchorCtr="0">
            <a:noAutofit/>
          </a:bodyPr>
          <a:lstStyle>
            <a:lvl1pPr marL="0" indent="0" algn="l" defTabSz="914400" rtl="0" eaLnBrk="1" latinLnBrk="0" hangingPunct="1">
              <a:lnSpc>
                <a:spcPct val="90000"/>
              </a:lnSpc>
              <a:spcBef>
                <a:spcPts val="1000"/>
              </a:spcBef>
              <a:buClr>
                <a:schemeClr val="accent2"/>
              </a:buClr>
              <a:buFont typeface="Arial" panose="020B0604020202020204" pitchFamily="34" charset="0"/>
              <a:buNone/>
              <a:defRPr sz="2000" b="1" kern="1200">
                <a:solidFill>
                  <a:schemeClr val="tx1"/>
                </a:solidFill>
                <a:latin typeface="+mj-lt"/>
                <a:ea typeface="+mn-ea"/>
                <a:cs typeface="+mn-cs"/>
              </a:defRPr>
            </a:lvl1pPr>
            <a:lvl2pPr marL="685800" indent="-228600" algn="l" defTabSz="914400" rtl="0" eaLnBrk="1" latinLnBrk="0" hangingPunct="1">
              <a:lnSpc>
                <a:spcPct val="90000"/>
              </a:lnSpc>
              <a:spcBef>
                <a:spcPts val="500"/>
              </a:spcBef>
              <a:buClr>
                <a:schemeClr val="accent2"/>
              </a:buClr>
              <a:buFont typeface="Aptos" panose="020B00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ptos" panose="020B00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ptos" panose="020B00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ptos" panose="020B00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400" dirty="0"/>
              <a:t>Amérique du Nord</a:t>
            </a:r>
          </a:p>
        </p:txBody>
      </p:sp>
      <p:sp>
        <p:nvSpPr>
          <p:cNvPr id="7" name="Espace réservé du texte 12">
            <a:extLst>
              <a:ext uri="{FF2B5EF4-FFF2-40B4-BE49-F238E27FC236}">
                <a16:creationId xmlns:a16="http://schemas.microsoft.com/office/drawing/2014/main" id="{457D996F-C15B-8011-5C30-27AC25DFA64A}"/>
              </a:ext>
            </a:extLst>
          </p:cNvPr>
          <p:cNvSpPr txBox="1">
            <a:spLocks/>
          </p:cNvSpPr>
          <p:nvPr/>
        </p:nvSpPr>
        <p:spPr>
          <a:xfrm>
            <a:off x="9156000" y="4284440"/>
            <a:ext cx="2172000" cy="252047"/>
          </a:xfrm>
          <a:prstGeom prst="rect">
            <a:avLst/>
          </a:prstGeom>
        </p:spPr>
        <p:txBody>
          <a:bodyPr anchor="ctr" anchorCtr="0">
            <a:noAutofit/>
          </a:bodyPr>
          <a:lstStyle>
            <a:lvl1pPr marL="0" indent="0" algn="l" defTabSz="914400" rtl="0" eaLnBrk="1" latinLnBrk="0" hangingPunct="1">
              <a:lnSpc>
                <a:spcPct val="90000"/>
              </a:lnSpc>
              <a:spcBef>
                <a:spcPts val="1000"/>
              </a:spcBef>
              <a:buClr>
                <a:schemeClr val="accent2"/>
              </a:buClr>
              <a:buFont typeface="Arial" panose="020B0604020202020204" pitchFamily="34" charset="0"/>
              <a:buNone/>
              <a:defRPr sz="2000" b="1" kern="1200">
                <a:solidFill>
                  <a:schemeClr val="tx1"/>
                </a:solidFill>
                <a:latin typeface="+mj-lt"/>
                <a:ea typeface="+mn-ea"/>
                <a:cs typeface="+mn-cs"/>
              </a:defRPr>
            </a:lvl1pPr>
            <a:lvl2pPr marL="685800" indent="-228600" algn="l" defTabSz="914400" rtl="0" eaLnBrk="1" latinLnBrk="0" hangingPunct="1">
              <a:lnSpc>
                <a:spcPct val="90000"/>
              </a:lnSpc>
              <a:spcBef>
                <a:spcPts val="500"/>
              </a:spcBef>
              <a:buClr>
                <a:schemeClr val="accent2"/>
              </a:buClr>
              <a:buFont typeface="Aptos" panose="020B00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ptos" panose="020B00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ptos" panose="020B00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ptos" panose="020B00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400" dirty="0"/>
              <a:t>Africa</a:t>
            </a:r>
          </a:p>
        </p:txBody>
      </p:sp>
      <p:sp>
        <p:nvSpPr>
          <p:cNvPr id="9" name="Espace réservé du texte 12">
            <a:extLst>
              <a:ext uri="{FF2B5EF4-FFF2-40B4-BE49-F238E27FC236}">
                <a16:creationId xmlns:a16="http://schemas.microsoft.com/office/drawing/2014/main" id="{E43D77EA-4256-2284-3A6F-C1B7E04234BA}"/>
              </a:ext>
            </a:extLst>
          </p:cNvPr>
          <p:cNvSpPr txBox="1">
            <a:spLocks/>
          </p:cNvSpPr>
          <p:nvPr/>
        </p:nvSpPr>
        <p:spPr>
          <a:xfrm>
            <a:off x="3653612" y="4284440"/>
            <a:ext cx="2172000" cy="252047"/>
          </a:xfrm>
          <a:prstGeom prst="rect">
            <a:avLst/>
          </a:prstGeom>
        </p:spPr>
        <p:txBody>
          <a:bodyPr anchor="ctr" anchorCtr="0">
            <a:noAutofit/>
          </a:bodyPr>
          <a:lstStyle>
            <a:lvl1pPr marL="0" indent="0" algn="l" defTabSz="914400" rtl="0" eaLnBrk="1" latinLnBrk="0" hangingPunct="1">
              <a:lnSpc>
                <a:spcPct val="90000"/>
              </a:lnSpc>
              <a:spcBef>
                <a:spcPts val="1000"/>
              </a:spcBef>
              <a:buClr>
                <a:schemeClr val="accent2"/>
              </a:buClr>
              <a:buFont typeface="Arial" panose="020B0604020202020204" pitchFamily="34" charset="0"/>
              <a:buNone/>
              <a:defRPr sz="2000" b="1" kern="1200">
                <a:solidFill>
                  <a:schemeClr val="tx1"/>
                </a:solidFill>
                <a:latin typeface="+mj-lt"/>
                <a:ea typeface="+mn-ea"/>
                <a:cs typeface="+mn-cs"/>
              </a:defRPr>
            </a:lvl1pPr>
            <a:lvl2pPr marL="685800" indent="-228600" algn="l" defTabSz="914400" rtl="0" eaLnBrk="1" latinLnBrk="0" hangingPunct="1">
              <a:lnSpc>
                <a:spcPct val="90000"/>
              </a:lnSpc>
              <a:spcBef>
                <a:spcPts val="500"/>
              </a:spcBef>
              <a:buClr>
                <a:schemeClr val="accent2"/>
              </a:buClr>
              <a:buFont typeface="Aptos" panose="020B00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ptos" panose="020B00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ptos" panose="020B00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ptos" panose="020B00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400" dirty="0"/>
              <a:t>Europe</a:t>
            </a:r>
          </a:p>
        </p:txBody>
      </p:sp>
      <p:sp>
        <p:nvSpPr>
          <p:cNvPr id="11" name="Espace réservé du texte 12">
            <a:extLst>
              <a:ext uri="{FF2B5EF4-FFF2-40B4-BE49-F238E27FC236}">
                <a16:creationId xmlns:a16="http://schemas.microsoft.com/office/drawing/2014/main" id="{4F32EC22-3C94-25EF-F630-CC1FCBD6D56E}"/>
              </a:ext>
            </a:extLst>
          </p:cNvPr>
          <p:cNvSpPr txBox="1">
            <a:spLocks/>
          </p:cNvSpPr>
          <p:nvPr/>
        </p:nvSpPr>
        <p:spPr>
          <a:xfrm>
            <a:off x="6378388" y="4284440"/>
            <a:ext cx="2172000" cy="252047"/>
          </a:xfrm>
          <a:prstGeom prst="rect">
            <a:avLst/>
          </a:prstGeom>
        </p:spPr>
        <p:txBody>
          <a:bodyPr anchor="ctr" anchorCtr="0">
            <a:noAutofit/>
          </a:bodyPr>
          <a:lstStyle>
            <a:lvl1pPr marL="0" indent="0" algn="l" defTabSz="914400" rtl="0" eaLnBrk="1" latinLnBrk="0" hangingPunct="1">
              <a:lnSpc>
                <a:spcPct val="90000"/>
              </a:lnSpc>
              <a:spcBef>
                <a:spcPts val="1000"/>
              </a:spcBef>
              <a:buClr>
                <a:schemeClr val="accent2"/>
              </a:buClr>
              <a:buFont typeface="Arial" panose="020B0604020202020204" pitchFamily="34" charset="0"/>
              <a:buNone/>
              <a:defRPr sz="2000" b="1" kern="1200">
                <a:solidFill>
                  <a:schemeClr val="tx1"/>
                </a:solidFill>
                <a:latin typeface="+mj-lt"/>
                <a:ea typeface="+mn-ea"/>
                <a:cs typeface="+mn-cs"/>
              </a:defRPr>
            </a:lvl1pPr>
            <a:lvl2pPr marL="685800" indent="-228600" algn="l" defTabSz="914400" rtl="0" eaLnBrk="1" latinLnBrk="0" hangingPunct="1">
              <a:lnSpc>
                <a:spcPct val="90000"/>
              </a:lnSpc>
              <a:spcBef>
                <a:spcPts val="500"/>
              </a:spcBef>
              <a:buClr>
                <a:schemeClr val="accent2"/>
              </a:buClr>
              <a:buFont typeface="Aptos" panose="020B00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ptos" panose="020B00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ptos" panose="020B00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ptos" panose="020B00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400" dirty="0"/>
              <a:t>Asie</a:t>
            </a:r>
          </a:p>
        </p:txBody>
      </p:sp>
      <p:sp>
        <p:nvSpPr>
          <p:cNvPr id="13" name="Rectangle : coins arrondis 12">
            <a:extLst>
              <a:ext uri="{FF2B5EF4-FFF2-40B4-BE49-F238E27FC236}">
                <a16:creationId xmlns:a16="http://schemas.microsoft.com/office/drawing/2014/main" id="{A8013B8D-A54F-AF00-46AA-47E598846F99}"/>
              </a:ext>
            </a:extLst>
          </p:cNvPr>
          <p:cNvSpPr/>
          <p:nvPr/>
        </p:nvSpPr>
        <p:spPr>
          <a:xfrm>
            <a:off x="3653612" y="5402420"/>
            <a:ext cx="1173865" cy="252047"/>
          </a:xfrm>
          <a:prstGeom prst="roundRect">
            <a:avLst>
              <a:gd name="adj" fmla="val 50000"/>
            </a:avLst>
          </a:prstGeom>
          <a:gradFill>
            <a:gsLst>
              <a:gs pos="0">
                <a:srgbClr val="BA131A"/>
              </a:gs>
              <a:gs pos="100000">
                <a:srgbClr val="E2575D"/>
              </a:gs>
            </a:gsLst>
            <a:lin ang="2700000" scaled="1"/>
          </a:gradFill>
          <a:ln w="3175">
            <a:solidFill>
              <a:srgbClr val="EDE3E3"/>
            </a:solidFill>
            <a:prstDash val="solid"/>
          </a:ln>
          <a:effectLst>
            <a:outerShdw blurRad="114300" dist="38100" dir="5400000" algn="bl" rotWithShape="0">
              <a:srgbClr val="223843">
                <a:alpha val="13000"/>
              </a:srgbClr>
            </a:outerShdw>
          </a:effectLst>
        </p:spPr>
        <p:txBody>
          <a:bodyPr anchor="ctr"/>
          <a:lstStyle/>
          <a:p>
            <a:pPr algn="ctr"/>
            <a:r>
              <a:rPr lang="fr-FR" sz="1050" b="1" dirty="0">
                <a:solidFill>
                  <a:schemeClr val="bg1"/>
                </a:solidFill>
              </a:rPr>
              <a:t>Luxembourg</a:t>
            </a:r>
            <a:endParaRPr lang="en-US" sz="1050" dirty="0">
              <a:solidFill>
                <a:schemeClr val="bg1"/>
              </a:solidFill>
            </a:endParaRPr>
          </a:p>
        </p:txBody>
      </p:sp>
      <p:sp>
        <p:nvSpPr>
          <p:cNvPr id="15" name="Rectangle : coins arrondis 14">
            <a:extLst>
              <a:ext uri="{FF2B5EF4-FFF2-40B4-BE49-F238E27FC236}">
                <a16:creationId xmlns:a16="http://schemas.microsoft.com/office/drawing/2014/main" id="{154685C5-8A91-047A-F5C0-68DE9ECA1036}"/>
              </a:ext>
            </a:extLst>
          </p:cNvPr>
          <p:cNvSpPr/>
          <p:nvPr/>
        </p:nvSpPr>
        <p:spPr>
          <a:xfrm>
            <a:off x="3653611" y="4616126"/>
            <a:ext cx="858099" cy="252047"/>
          </a:xfrm>
          <a:prstGeom prst="roundRect">
            <a:avLst>
              <a:gd name="adj" fmla="val 50000"/>
            </a:avLst>
          </a:prstGeom>
          <a:gradFill>
            <a:gsLst>
              <a:gs pos="0">
                <a:srgbClr val="BA131A"/>
              </a:gs>
              <a:gs pos="100000">
                <a:srgbClr val="E2575D"/>
              </a:gs>
            </a:gsLst>
            <a:lin ang="2700000" scaled="1"/>
          </a:gradFill>
          <a:ln w="3175">
            <a:solidFill>
              <a:srgbClr val="EDE3E3"/>
            </a:solidFill>
            <a:prstDash val="solid"/>
          </a:ln>
          <a:effectLst>
            <a:outerShdw blurRad="114300" dist="38100" dir="5400000" algn="bl" rotWithShape="0">
              <a:srgbClr val="223843">
                <a:alpha val="13000"/>
              </a:srgbClr>
            </a:outerShdw>
          </a:effectLst>
        </p:spPr>
        <p:txBody>
          <a:bodyPr anchor="ctr"/>
          <a:lstStyle/>
          <a:p>
            <a:pPr algn="ctr"/>
            <a:r>
              <a:rPr lang="fr-FR" sz="1050" b="1" dirty="0">
                <a:solidFill>
                  <a:schemeClr val="bg1"/>
                </a:solidFill>
              </a:rPr>
              <a:t>France</a:t>
            </a:r>
            <a:endParaRPr lang="en-US" sz="1050" dirty="0">
              <a:solidFill>
                <a:schemeClr val="bg1"/>
              </a:solidFill>
            </a:endParaRPr>
          </a:p>
        </p:txBody>
      </p:sp>
      <p:sp>
        <p:nvSpPr>
          <p:cNvPr id="17" name="Rectangle : coins arrondis 16">
            <a:extLst>
              <a:ext uri="{FF2B5EF4-FFF2-40B4-BE49-F238E27FC236}">
                <a16:creationId xmlns:a16="http://schemas.microsoft.com/office/drawing/2014/main" id="{92119A93-3DAF-DD5E-BC7F-7DB606A91FF6}"/>
              </a:ext>
            </a:extLst>
          </p:cNvPr>
          <p:cNvSpPr/>
          <p:nvPr/>
        </p:nvSpPr>
        <p:spPr>
          <a:xfrm>
            <a:off x="3653610" y="5989207"/>
            <a:ext cx="858100" cy="252047"/>
          </a:xfrm>
          <a:prstGeom prst="roundRect">
            <a:avLst>
              <a:gd name="adj" fmla="val 50000"/>
            </a:avLst>
          </a:prstGeom>
          <a:gradFill>
            <a:gsLst>
              <a:gs pos="0">
                <a:srgbClr val="BA131A"/>
              </a:gs>
              <a:gs pos="100000">
                <a:srgbClr val="E2575D"/>
              </a:gs>
            </a:gsLst>
            <a:lin ang="2700000" scaled="1"/>
          </a:gradFill>
          <a:ln w="3175">
            <a:solidFill>
              <a:srgbClr val="EDE3E3"/>
            </a:solidFill>
            <a:prstDash val="solid"/>
          </a:ln>
          <a:effectLst>
            <a:outerShdw blurRad="114300" dist="38100" dir="5400000" algn="bl" rotWithShape="0">
              <a:srgbClr val="223843">
                <a:alpha val="13000"/>
              </a:srgbClr>
            </a:outerShdw>
          </a:effectLst>
        </p:spPr>
        <p:txBody>
          <a:bodyPr anchor="ctr"/>
          <a:lstStyle/>
          <a:p>
            <a:pPr algn="ctr"/>
            <a:r>
              <a:rPr lang="fr-FR" sz="1050" b="1" dirty="0">
                <a:solidFill>
                  <a:schemeClr val="bg1"/>
                </a:solidFill>
              </a:rPr>
              <a:t>Suisse</a:t>
            </a:r>
            <a:endParaRPr lang="en-US" sz="1050" dirty="0">
              <a:solidFill>
                <a:schemeClr val="bg1"/>
              </a:solidFill>
            </a:endParaRPr>
          </a:p>
        </p:txBody>
      </p:sp>
      <p:sp>
        <p:nvSpPr>
          <p:cNvPr id="19" name="Rectangle : coins arrondis 18">
            <a:extLst>
              <a:ext uri="{FF2B5EF4-FFF2-40B4-BE49-F238E27FC236}">
                <a16:creationId xmlns:a16="http://schemas.microsoft.com/office/drawing/2014/main" id="{58D1FA78-D9D3-70AE-E870-D1D3AA158451}"/>
              </a:ext>
            </a:extLst>
          </p:cNvPr>
          <p:cNvSpPr/>
          <p:nvPr/>
        </p:nvSpPr>
        <p:spPr>
          <a:xfrm>
            <a:off x="9156000" y="4616126"/>
            <a:ext cx="1163657" cy="252047"/>
          </a:xfrm>
          <a:prstGeom prst="roundRect">
            <a:avLst>
              <a:gd name="adj" fmla="val 50000"/>
            </a:avLst>
          </a:prstGeom>
          <a:gradFill>
            <a:gsLst>
              <a:gs pos="0">
                <a:srgbClr val="BA131A"/>
              </a:gs>
              <a:gs pos="100000">
                <a:srgbClr val="E2575D"/>
              </a:gs>
            </a:gsLst>
            <a:lin ang="2700000" scaled="1"/>
          </a:gradFill>
          <a:ln w="3175">
            <a:solidFill>
              <a:srgbClr val="EDE3E3"/>
            </a:solidFill>
            <a:prstDash val="solid"/>
          </a:ln>
          <a:effectLst>
            <a:outerShdw blurRad="114300" dist="38100" dir="5400000" algn="bl" rotWithShape="0">
              <a:srgbClr val="223843">
                <a:alpha val="13000"/>
              </a:srgbClr>
            </a:outerShdw>
          </a:effectLst>
        </p:spPr>
        <p:txBody>
          <a:bodyPr anchor="ctr"/>
          <a:lstStyle/>
          <a:p>
            <a:pPr algn="ctr"/>
            <a:r>
              <a:rPr lang="fr-FR" sz="1050" b="1" dirty="0">
                <a:solidFill>
                  <a:schemeClr val="bg1"/>
                </a:solidFill>
              </a:rPr>
              <a:t>Madagascar</a:t>
            </a:r>
            <a:endParaRPr lang="en-US" sz="1050" dirty="0">
              <a:solidFill>
                <a:schemeClr val="bg1"/>
              </a:solidFill>
            </a:endParaRPr>
          </a:p>
        </p:txBody>
      </p:sp>
      <p:sp>
        <p:nvSpPr>
          <p:cNvPr id="21" name="Rectangle : coins arrondis 20">
            <a:extLst>
              <a:ext uri="{FF2B5EF4-FFF2-40B4-BE49-F238E27FC236}">
                <a16:creationId xmlns:a16="http://schemas.microsoft.com/office/drawing/2014/main" id="{5DE0B9EF-081B-59D7-1AF1-DDB13D129837}"/>
              </a:ext>
            </a:extLst>
          </p:cNvPr>
          <p:cNvSpPr/>
          <p:nvPr/>
        </p:nvSpPr>
        <p:spPr>
          <a:xfrm>
            <a:off x="3653611" y="4901896"/>
            <a:ext cx="759768" cy="165784"/>
          </a:xfrm>
          <a:prstGeom prst="roundRect">
            <a:avLst>
              <a:gd name="adj" fmla="val 50000"/>
            </a:avLst>
          </a:prstGeom>
          <a:solidFill>
            <a:schemeClr val="bg2"/>
          </a:solidFill>
          <a:ln w="3175">
            <a:solidFill>
              <a:srgbClr val="EDE3E3"/>
            </a:solidFill>
            <a:prstDash val="solid"/>
          </a:ln>
          <a:effectLst/>
        </p:spPr>
        <p:txBody>
          <a:bodyPr anchor="ctr"/>
          <a:lstStyle/>
          <a:p>
            <a:pPr algn="ctr"/>
            <a:r>
              <a:rPr lang="fr-FR" sz="800" dirty="0"/>
              <a:t>Chambéry</a:t>
            </a:r>
            <a:endParaRPr lang="en-US" sz="800" dirty="0"/>
          </a:p>
        </p:txBody>
      </p:sp>
      <p:sp>
        <p:nvSpPr>
          <p:cNvPr id="23" name="Rectangle : coins arrondis 22">
            <a:extLst>
              <a:ext uri="{FF2B5EF4-FFF2-40B4-BE49-F238E27FC236}">
                <a16:creationId xmlns:a16="http://schemas.microsoft.com/office/drawing/2014/main" id="{9A775F6C-218B-08A4-FB00-7C8D9EB2C688}"/>
              </a:ext>
            </a:extLst>
          </p:cNvPr>
          <p:cNvSpPr/>
          <p:nvPr/>
        </p:nvSpPr>
        <p:spPr>
          <a:xfrm>
            <a:off x="4443726" y="4901896"/>
            <a:ext cx="759769" cy="165784"/>
          </a:xfrm>
          <a:prstGeom prst="roundRect">
            <a:avLst>
              <a:gd name="adj" fmla="val 50000"/>
            </a:avLst>
          </a:prstGeom>
          <a:solidFill>
            <a:schemeClr val="bg2"/>
          </a:solidFill>
          <a:ln w="3175">
            <a:solidFill>
              <a:srgbClr val="EDE3E3"/>
            </a:solidFill>
            <a:prstDash val="solid"/>
          </a:ln>
          <a:effectLst/>
        </p:spPr>
        <p:txBody>
          <a:bodyPr anchor="ctr"/>
          <a:lstStyle/>
          <a:p>
            <a:pPr algn="ctr"/>
            <a:r>
              <a:rPr lang="fr-FR" sz="800" dirty="0"/>
              <a:t>Toulouse</a:t>
            </a:r>
            <a:endParaRPr lang="en-US" sz="800" dirty="0"/>
          </a:p>
        </p:txBody>
      </p:sp>
      <p:sp>
        <p:nvSpPr>
          <p:cNvPr id="25" name="Rectangle : coins arrondis 24">
            <a:extLst>
              <a:ext uri="{FF2B5EF4-FFF2-40B4-BE49-F238E27FC236}">
                <a16:creationId xmlns:a16="http://schemas.microsoft.com/office/drawing/2014/main" id="{C07AF97E-044D-B5F9-7CA9-142F76217D0F}"/>
              </a:ext>
            </a:extLst>
          </p:cNvPr>
          <p:cNvSpPr/>
          <p:nvPr/>
        </p:nvSpPr>
        <p:spPr>
          <a:xfrm>
            <a:off x="5233843" y="4901896"/>
            <a:ext cx="591770" cy="165784"/>
          </a:xfrm>
          <a:prstGeom prst="roundRect">
            <a:avLst>
              <a:gd name="adj" fmla="val 50000"/>
            </a:avLst>
          </a:prstGeom>
          <a:solidFill>
            <a:schemeClr val="bg2"/>
          </a:solidFill>
          <a:ln w="3175">
            <a:solidFill>
              <a:srgbClr val="EDE3E3"/>
            </a:solidFill>
            <a:prstDash val="solid"/>
          </a:ln>
          <a:effectLst/>
        </p:spPr>
        <p:txBody>
          <a:bodyPr anchor="ctr"/>
          <a:lstStyle/>
          <a:p>
            <a:pPr algn="ctr"/>
            <a:r>
              <a:rPr lang="fr-FR" sz="800" dirty="0"/>
              <a:t>Angers</a:t>
            </a:r>
            <a:endParaRPr lang="en-US" sz="800" dirty="0"/>
          </a:p>
        </p:txBody>
      </p:sp>
      <p:sp>
        <p:nvSpPr>
          <p:cNvPr id="27" name="Rectangle : coins arrondis 26">
            <a:extLst>
              <a:ext uri="{FF2B5EF4-FFF2-40B4-BE49-F238E27FC236}">
                <a16:creationId xmlns:a16="http://schemas.microsoft.com/office/drawing/2014/main" id="{E4F67C5C-3C25-4DC2-7095-59BD1CD34B52}"/>
              </a:ext>
            </a:extLst>
          </p:cNvPr>
          <p:cNvSpPr/>
          <p:nvPr/>
        </p:nvSpPr>
        <p:spPr>
          <a:xfrm>
            <a:off x="3653609" y="5101403"/>
            <a:ext cx="928439" cy="165784"/>
          </a:xfrm>
          <a:prstGeom prst="roundRect">
            <a:avLst>
              <a:gd name="adj" fmla="val 50000"/>
            </a:avLst>
          </a:prstGeom>
          <a:solidFill>
            <a:schemeClr val="bg2"/>
          </a:solidFill>
          <a:ln w="3175">
            <a:solidFill>
              <a:srgbClr val="EDE3E3"/>
            </a:solidFill>
            <a:prstDash val="solid"/>
          </a:ln>
          <a:effectLst/>
        </p:spPr>
        <p:txBody>
          <a:bodyPr anchor="ctr"/>
          <a:lstStyle/>
          <a:p>
            <a:pPr algn="ctr"/>
            <a:r>
              <a:rPr lang="fr-FR" sz="800" dirty="0"/>
              <a:t>Valenciennes</a:t>
            </a:r>
            <a:endParaRPr lang="en-US" sz="800" dirty="0"/>
          </a:p>
        </p:txBody>
      </p:sp>
      <p:sp>
        <p:nvSpPr>
          <p:cNvPr id="29" name="Rectangle : coins arrondis 28">
            <a:extLst>
              <a:ext uri="{FF2B5EF4-FFF2-40B4-BE49-F238E27FC236}">
                <a16:creationId xmlns:a16="http://schemas.microsoft.com/office/drawing/2014/main" id="{2B426AC1-49C2-8EA6-1CAC-CEDB765C1003}"/>
              </a:ext>
            </a:extLst>
          </p:cNvPr>
          <p:cNvSpPr/>
          <p:nvPr/>
        </p:nvSpPr>
        <p:spPr>
          <a:xfrm>
            <a:off x="3653610" y="5683198"/>
            <a:ext cx="1375589" cy="165784"/>
          </a:xfrm>
          <a:prstGeom prst="roundRect">
            <a:avLst>
              <a:gd name="adj" fmla="val 50000"/>
            </a:avLst>
          </a:prstGeom>
          <a:solidFill>
            <a:schemeClr val="bg2"/>
          </a:solidFill>
          <a:ln w="3175">
            <a:solidFill>
              <a:srgbClr val="EDE3E3"/>
            </a:solidFill>
            <a:prstDash val="solid"/>
          </a:ln>
          <a:effectLst/>
        </p:spPr>
        <p:txBody>
          <a:bodyPr anchor="ctr"/>
          <a:lstStyle/>
          <a:p>
            <a:pPr algn="ctr"/>
            <a:r>
              <a:rPr lang="fr-FR" sz="800" dirty="0"/>
              <a:t>Esch-sur-Alzette, </a:t>
            </a:r>
            <a:r>
              <a:rPr lang="fr-FR" sz="800" dirty="0" err="1"/>
              <a:t>Belvaux</a:t>
            </a:r>
            <a:endParaRPr lang="en-US" sz="800" dirty="0"/>
          </a:p>
        </p:txBody>
      </p:sp>
      <p:sp>
        <p:nvSpPr>
          <p:cNvPr id="31" name="Rectangle : coins arrondis 30">
            <a:extLst>
              <a:ext uri="{FF2B5EF4-FFF2-40B4-BE49-F238E27FC236}">
                <a16:creationId xmlns:a16="http://schemas.microsoft.com/office/drawing/2014/main" id="{DC68E38B-3AD8-5D7E-5386-14F6AA146CE3}"/>
              </a:ext>
            </a:extLst>
          </p:cNvPr>
          <p:cNvSpPr/>
          <p:nvPr/>
        </p:nvSpPr>
        <p:spPr>
          <a:xfrm>
            <a:off x="3653610" y="6271784"/>
            <a:ext cx="585015" cy="165784"/>
          </a:xfrm>
          <a:prstGeom prst="roundRect">
            <a:avLst>
              <a:gd name="adj" fmla="val 50000"/>
            </a:avLst>
          </a:prstGeom>
          <a:solidFill>
            <a:schemeClr val="bg2"/>
          </a:solidFill>
          <a:ln w="3175">
            <a:solidFill>
              <a:srgbClr val="EDE3E3"/>
            </a:solidFill>
            <a:prstDash val="solid"/>
          </a:ln>
          <a:effectLst/>
        </p:spPr>
        <p:txBody>
          <a:bodyPr anchor="ctr"/>
          <a:lstStyle/>
          <a:p>
            <a:pPr algn="ctr"/>
            <a:r>
              <a:rPr lang="fr-FR" sz="800"/>
              <a:t>Genève </a:t>
            </a:r>
            <a:endParaRPr lang="en-US" sz="800" dirty="0"/>
          </a:p>
        </p:txBody>
      </p:sp>
      <p:sp>
        <p:nvSpPr>
          <p:cNvPr id="33" name="Rectangle : coins arrondis 32">
            <a:extLst>
              <a:ext uri="{FF2B5EF4-FFF2-40B4-BE49-F238E27FC236}">
                <a16:creationId xmlns:a16="http://schemas.microsoft.com/office/drawing/2014/main" id="{B2851C27-E681-CC98-8D70-9231F17DFBC9}"/>
              </a:ext>
            </a:extLst>
          </p:cNvPr>
          <p:cNvSpPr/>
          <p:nvPr/>
        </p:nvSpPr>
        <p:spPr>
          <a:xfrm>
            <a:off x="866459" y="4619319"/>
            <a:ext cx="1090930" cy="252047"/>
          </a:xfrm>
          <a:prstGeom prst="roundRect">
            <a:avLst>
              <a:gd name="adj" fmla="val 50000"/>
            </a:avLst>
          </a:prstGeom>
          <a:gradFill>
            <a:gsLst>
              <a:gs pos="0">
                <a:srgbClr val="BA131A"/>
              </a:gs>
              <a:gs pos="100000">
                <a:srgbClr val="E2575D"/>
              </a:gs>
            </a:gsLst>
            <a:lin ang="2700000" scaled="1"/>
          </a:gradFill>
          <a:ln w="3175">
            <a:solidFill>
              <a:srgbClr val="EDE3E3"/>
            </a:solidFill>
            <a:prstDash val="solid"/>
          </a:ln>
          <a:effectLst>
            <a:outerShdw blurRad="114300" dist="38100" dir="5400000" algn="bl" rotWithShape="0">
              <a:srgbClr val="223843">
                <a:alpha val="13000"/>
              </a:srgbClr>
            </a:outerShdw>
          </a:effectLst>
        </p:spPr>
        <p:txBody>
          <a:bodyPr anchor="ctr"/>
          <a:lstStyle/>
          <a:p>
            <a:pPr algn="ctr"/>
            <a:r>
              <a:rPr lang="fr-FR" sz="1050" b="1" dirty="0">
                <a:solidFill>
                  <a:schemeClr val="bg1"/>
                </a:solidFill>
              </a:rPr>
              <a:t>United States</a:t>
            </a:r>
            <a:endParaRPr lang="en-US" sz="1050" dirty="0">
              <a:solidFill>
                <a:schemeClr val="bg1"/>
              </a:solidFill>
            </a:endParaRPr>
          </a:p>
        </p:txBody>
      </p:sp>
      <p:sp>
        <p:nvSpPr>
          <p:cNvPr id="35" name="Rectangle : coins arrondis 34">
            <a:extLst>
              <a:ext uri="{FF2B5EF4-FFF2-40B4-BE49-F238E27FC236}">
                <a16:creationId xmlns:a16="http://schemas.microsoft.com/office/drawing/2014/main" id="{ED50264B-0A43-D64F-2DD9-2361CEF989BC}"/>
              </a:ext>
            </a:extLst>
          </p:cNvPr>
          <p:cNvSpPr/>
          <p:nvPr/>
        </p:nvSpPr>
        <p:spPr>
          <a:xfrm>
            <a:off x="866456" y="5206106"/>
            <a:ext cx="858100" cy="252047"/>
          </a:xfrm>
          <a:prstGeom prst="roundRect">
            <a:avLst>
              <a:gd name="adj" fmla="val 50000"/>
            </a:avLst>
          </a:prstGeom>
          <a:gradFill>
            <a:gsLst>
              <a:gs pos="0">
                <a:srgbClr val="BA131A"/>
              </a:gs>
              <a:gs pos="100000">
                <a:srgbClr val="E2575D"/>
              </a:gs>
            </a:gsLst>
            <a:lin ang="2700000" scaled="1"/>
          </a:gradFill>
          <a:ln w="3175">
            <a:solidFill>
              <a:srgbClr val="EDE3E3"/>
            </a:solidFill>
            <a:prstDash val="solid"/>
          </a:ln>
          <a:effectLst>
            <a:outerShdw blurRad="114300" dist="38100" dir="5400000" algn="bl" rotWithShape="0">
              <a:srgbClr val="223843">
                <a:alpha val="13000"/>
              </a:srgbClr>
            </a:outerShdw>
          </a:effectLst>
        </p:spPr>
        <p:txBody>
          <a:bodyPr anchor="ctr"/>
          <a:lstStyle/>
          <a:p>
            <a:pPr algn="ctr"/>
            <a:r>
              <a:rPr lang="fr-FR" sz="1050" b="1" dirty="0">
                <a:solidFill>
                  <a:schemeClr val="bg1"/>
                </a:solidFill>
              </a:rPr>
              <a:t>Canada</a:t>
            </a:r>
            <a:endParaRPr lang="en-US" sz="1050" dirty="0">
              <a:solidFill>
                <a:schemeClr val="bg1"/>
              </a:solidFill>
            </a:endParaRPr>
          </a:p>
        </p:txBody>
      </p:sp>
      <p:sp>
        <p:nvSpPr>
          <p:cNvPr id="37" name="Rectangle : coins arrondis 36">
            <a:extLst>
              <a:ext uri="{FF2B5EF4-FFF2-40B4-BE49-F238E27FC236}">
                <a16:creationId xmlns:a16="http://schemas.microsoft.com/office/drawing/2014/main" id="{E25B98F4-20FC-352C-D7AE-B6D9695AC90A}"/>
              </a:ext>
            </a:extLst>
          </p:cNvPr>
          <p:cNvSpPr/>
          <p:nvPr/>
        </p:nvSpPr>
        <p:spPr>
          <a:xfrm>
            <a:off x="866457" y="4900097"/>
            <a:ext cx="957582" cy="165784"/>
          </a:xfrm>
          <a:prstGeom prst="roundRect">
            <a:avLst>
              <a:gd name="adj" fmla="val 50000"/>
            </a:avLst>
          </a:prstGeom>
          <a:solidFill>
            <a:schemeClr val="bg2"/>
          </a:solidFill>
          <a:ln w="3175">
            <a:solidFill>
              <a:srgbClr val="EDE3E3"/>
            </a:solidFill>
            <a:prstDash val="solid"/>
          </a:ln>
          <a:effectLst/>
        </p:spPr>
        <p:txBody>
          <a:bodyPr anchor="ctr"/>
          <a:lstStyle/>
          <a:p>
            <a:pPr algn="ctr"/>
            <a:r>
              <a:rPr lang="fr-FR" sz="800" dirty="0"/>
              <a:t>Orlando, Florida</a:t>
            </a:r>
            <a:endParaRPr lang="en-US" sz="800" dirty="0"/>
          </a:p>
        </p:txBody>
      </p:sp>
      <p:sp>
        <p:nvSpPr>
          <p:cNvPr id="39" name="Rectangle : coins arrondis 38">
            <a:extLst>
              <a:ext uri="{FF2B5EF4-FFF2-40B4-BE49-F238E27FC236}">
                <a16:creationId xmlns:a16="http://schemas.microsoft.com/office/drawing/2014/main" id="{C3AC8CAB-F8CC-95BB-231B-383008C1A859}"/>
              </a:ext>
            </a:extLst>
          </p:cNvPr>
          <p:cNvSpPr/>
          <p:nvPr/>
        </p:nvSpPr>
        <p:spPr>
          <a:xfrm>
            <a:off x="866456" y="5488683"/>
            <a:ext cx="1029019" cy="165784"/>
          </a:xfrm>
          <a:prstGeom prst="roundRect">
            <a:avLst>
              <a:gd name="adj" fmla="val 50000"/>
            </a:avLst>
          </a:prstGeom>
          <a:solidFill>
            <a:schemeClr val="bg2"/>
          </a:solidFill>
          <a:ln w="3175">
            <a:solidFill>
              <a:srgbClr val="EDE3E3"/>
            </a:solidFill>
            <a:prstDash val="solid"/>
          </a:ln>
          <a:effectLst/>
        </p:spPr>
        <p:txBody>
          <a:bodyPr anchor="ctr"/>
          <a:lstStyle/>
          <a:p>
            <a:pPr algn="ctr"/>
            <a:r>
              <a:rPr lang="fr-FR" sz="800" dirty="0"/>
              <a:t>Montréal, Québec </a:t>
            </a:r>
            <a:endParaRPr lang="en-US" sz="800" dirty="0"/>
          </a:p>
        </p:txBody>
      </p:sp>
      <p:sp>
        <p:nvSpPr>
          <p:cNvPr id="41" name="Rectangle : coins arrondis 40">
            <a:extLst>
              <a:ext uri="{FF2B5EF4-FFF2-40B4-BE49-F238E27FC236}">
                <a16:creationId xmlns:a16="http://schemas.microsoft.com/office/drawing/2014/main" id="{CB5B4D8D-EE23-6182-153A-397D04B8AFE1}"/>
              </a:ext>
            </a:extLst>
          </p:cNvPr>
          <p:cNvSpPr/>
          <p:nvPr/>
        </p:nvSpPr>
        <p:spPr>
          <a:xfrm>
            <a:off x="6378388" y="4616126"/>
            <a:ext cx="1090930" cy="252047"/>
          </a:xfrm>
          <a:prstGeom prst="roundRect">
            <a:avLst>
              <a:gd name="adj" fmla="val 50000"/>
            </a:avLst>
          </a:prstGeom>
          <a:gradFill>
            <a:gsLst>
              <a:gs pos="0">
                <a:srgbClr val="BA131A"/>
              </a:gs>
              <a:gs pos="100000">
                <a:srgbClr val="E2575D"/>
              </a:gs>
            </a:gsLst>
            <a:lin ang="2700000" scaled="1"/>
          </a:gradFill>
          <a:ln w="3175">
            <a:solidFill>
              <a:srgbClr val="EDE3E3"/>
            </a:solidFill>
            <a:prstDash val="solid"/>
          </a:ln>
          <a:effectLst>
            <a:outerShdw blurRad="114300" dist="38100" dir="5400000" algn="bl" rotWithShape="0">
              <a:srgbClr val="223843">
                <a:alpha val="13000"/>
              </a:srgbClr>
            </a:outerShdw>
          </a:effectLst>
        </p:spPr>
        <p:txBody>
          <a:bodyPr anchor="ctr"/>
          <a:lstStyle/>
          <a:p>
            <a:pPr algn="ctr"/>
            <a:r>
              <a:rPr lang="fr-FR" sz="1050" b="1" dirty="0">
                <a:solidFill>
                  <a:schemeClr val="bg1"/>
                </a:solidFill>
              </a:rPr>
              <a:t>Singapour</a:t>
            </a:r>
            <a:endParaRPr lang="en-US" sz="1050" dirty="0">
              <a:solidFill>
                <a:schemeClr val="bg1"/>
              </a:solidFill>
            </a:endParaRPr>
          </a:p>
        </p:txBody>
      </p:sp>
      <p:sp>
        <p:nvSpPr>
          <p:cNvPr id="43" name="Rectangle : coins arrondis 42">
            <a:extLst>
              <a:ext uri="{FF2B5EF4-FFF2-40B4-BE49-F238E27FC236}">
                <a16:creationId xmlns:a16="http://schemas.microsoft.com/office/drawing/2014/main" id="{7AAB8A29-4A6F-B6EA-4A9E-CE9D1BF6ADE9}"/>
              </a:ext>
            </a:extLst>
          </p:cNvPr>
          <p:cNvSpPr/>
          <p:nvPr/>
        </p:nvSpPr>
        <p:spPr>
          <a:xfrm>
            <a:off x="6378385" y="5202913"/>
            <a:ext cx="858100" cy="252047"/>
          </a:xfrm>
          <a:prstGeom prst="roundRect">
            <a:avLst>
              <a:gd name="adj" fmla="val 50000"/>
            </a:avLst>
          </a:prstGeom>
          <a:gradFill>
            <a:gsLst>
              <a:gs pos="0">
                <a:srgbClr val="BA131A"/>
              </a:gs>
              <a:gs pos="100000">
                <a:srgbClr val="E2575D"/>
              </a:gs>
            </a:gsLst>
            <a:lin ang="2700000" scaled="1"/>
          </a:gradFill>
          <a:ln w="3175">
            <a:solidFill>
              <a:srgbClr val="EDE3E3"/>
            </a:solidFill>
            <a:prstDash val="solid"/>
          </a:ln>
          <a:effectLst>
            <a:outerShdw blurRad="114300" dist="38100" dir="5400000" algn="bl" rotWithShape="0">
              <a:srgbClr val="223843">
                <a:alpha val="13000"/>
              </a:srgbClr>
            </a:outerShdw>
          </a:effectLst>
        </p:spPr>
        <p:txBody>
          <a:bodyPr anchor="ctr"/>
          <a:lstStyle/>
          <a:p>
            <a:pPr algn="ctr"/>
            <a:r>
              <a:rPr lang="fr-FR" sz="1050" b="1" dirty="0">
                <a:solidFill>
                  <a:schemeClr val="bg1"/>
                </a:solidFill>
              </a:rPr>
              <a:t>India</a:t>
            </a:r>
            <a:endParaRPr lang="en-US" sz="1050" dirty="0">
              <a:solidFill>
                <a:schemeClr val="bg1"/>
              </a:solidFill>
            </a:endParaRPr>
          </a:p>
        </p:txBody>
      </p:sp>
      <p:sp>
        <p:nvSpPr>
          <p:cNvPr id="45" name="Rectangle : coins arrondis 44">
            <a:extLst>
              <a:ext uri="{FF2B5EF4-FFF2-40B4-BE49-F238E27FC236}">
                <a16:creationId xmlns:a16="http://schemas.microsoft.com/office/drawing/2014/main" id="{741FBAFA-F345-BD05-0608-C645ADB55D7F}"/>
              </a:ext>
            </a:extLst>
          </p:cNvPr>
          <p:cNvSpPr/>
          <p:nvPr/>
        </p:nvSpPr>
        <p:spPr>
          <a:xfrm>
            <a:off x="6378386" y="4896904"/>
            <a:ext cx="677252" cy="165784"/>
          </a:xfrm>
          <a:prstGeom prst="roundRect">
            <a:avLst>
              <a:gd name="adj" fmla="val 50000"/>
            </a:avLst>
          </a:prstGeom>
          <a:solidFill>
            <a:schemeClr val="bg2"/>
          </a:solidFill>
          <a:ln w="3175">
            <a:solidFill>
              <a:srgbClr val="EDE3E3"/>
            </a:solidFill>
            <a:prstDash val="solid"/>
          </a:ln>
          <a:effectLst/>
        </p:spPr>
        <p:txBody>
          <a:bodyPr anchor="ctr"/>
          <a:lstStyle/>
          <a:p>
            <a:pPr algn="ctr"/>
            <a:r>
              <a:rPr lang="fr-FR" sz="800" dirty="0"/>
              <a:t>Singapour</a:t>
            </a:r>
            <a:endParaRPr lang="en-US" sz="800" dirty="0"/>
          </a:p>
        </p:txBody>
      </p:sp>
      <p:sp>
        <p:nvSpPr>
          <p:cNvPr id="47" name="Rectangle : coins arrondis 46">
            <a:extLst>
              <a:ext uri="{FF2B5EF4-FFF2-40B4-BE49-F238E27FC236}">
                <a16:creationId xmlns:a16="http://schemas.microsoft.com/office/drawing/2014/main" id="{A0F352CC-48D3-139D-93E5-C36970838DE4}"/>
              </a:ext>
            </a:extLst>
          </p:cNvPr>
          <p:cNvSpPr/>
          <p:nvPr/>
        </p:nvSpPr>
        <p:spPr>
          <a:xfrm>
            <a:off x="6378385" y="5485490"/>
            <a:ext cx="1055878" cy="165784"/>
          </a:xfrm>
          <a:prstGeom prst="roundRect">
            <a:avLst>
              <a:gd name="adj" fmla="val 50000"/>
            </a:avLst>
          </a:prstGeom>
          <a:solidFill>
            <a:schemeClr val="bg2"/>
          </a:solidFill>
          <a:ln w="3175">
            <a:solidFill>
              <a:srgbClr val="EDE3E3"/>
            </a:solidFill>
            <a:prstDash val="solid"/>
          </a:ln>
          <a:effectLst/>
        </p:spPr>
        <p:txBody>
          <a:bodyPr anchor="ctr"/>
          <a:lstStyle/>
          <a:p>
            <a:pPr algn="ctr"/>
            <a:r>
              <a:rPr lang="fr-FR" sz="800" dirty="0"/>
              <a:t>Vadodara, Gujarat</a:t>
            </a:r>
            <a:endParaRPr lang="en-US" sz="800" dirty="0"/>
          </a:p>
        </p:txBody>
      </p:sp>
      <p:sp>
        <p:nvSpPr>
          <p:cNvPr id="49" name="Rectangle : coins arrondis 48">
            <a:extLst>
              <a:ext uri="{FF2B5EF4-FFF2-40B4-BE49-F238E27FC236}">
                <a16:creationId xmlns:a16="http://schemas.microsoft.com/office/drawing/2014/main" id="{1B92BD11-D57D-3AC9-25D5-701B89699887}"/>
              </a:ext>
            </a:extLst>
          </p:cNvPr>
          <p:cNvSpPr/>
          <p:nvPr/>
        </p:nvSpPr>
        <p:spPr>
          <a:xfrm>
            <a:off x="9156000" y="4896904"/>
            <a:ext cx="821438" cy="165784"/>
          </a:xfrm>
          <a:prstGeom prst="roundRect">
            <a:avLst>
              <a:gd name="adj" fmla="val 50000"/>
            </a:avLst>
          </a:prstGeom>
          <a:solidFill>
            <a:schemeClr val="bg2"/>
          </a:solidFill>
          <a:ln w="3175">
            <a:solidFill>
              <a:srgbClr val="EDE3E3"/>
            </a:solidFill>
            <a:prstDash val="solid"/>
          </a:ln>
          <a:effectLst/>
        </p:spPr>
        <p:txBody>
          <a:bodyPr anchor="ctr"/>
          <a:lstStyle/>
          <a:p>
            <a:pPr algn="ctr"/>
            <a:r>
              <a:rPr lang="fr-FR" sz="800" dirty="0"/>
              <a:t>Antananarivo</a:t>
            </a:r>
            <a:endParaRPr lang="en-US" sz="800" dirty="0"/>
          </a:p>
        </p:txBody>
      </p:sp>
    </p:spTree>
  </p:cSld>
  <p:clrMapOvr>
    <a:masterClrMapping/>
  </p:clrMapOvr>
</p:sld>
</file>

<file path=ppt/theme/theme1.xml><?xml version="1.0" encoding="utf-8"?>
<a:theme xmlns:a="http://schemas.openxmlformats.org/drawingml/2006/main" name="Thème Office">
  <a:themeElements>
    <a:clrScheme name="CAPTIVEA 2026">
      <a:dk1>
        <a:srgbClr val="212529"/>
      </a:dk1>
      <a:lt1>
        <a:sysClr val="window" lastClr="FFFFFF"/>
      </a:lt1>
      <a:dk2>
        <a:srgbClr val="223843"/>
      </a:dk2>
      <a:lt2>
        <a:srgbClr val="E7E6E6"/>
      </a:lt2>
      <a:accent1>
        <a:srgbClr val="BA131A"/>
      </a:accent1>
      <a:accent2>
        <a:srgbClr val="CD5358"/>
      </a:accent2>
      <a:accent3>
        <a:srgbClr val="E29C9F"/>
      </a:accent3>
      <a:accent4>
        <a:srgbClr val="223843"/>
      </a:accent4>
      <a:accent5>
        <a:srgbClr val="8F8F8F"/>
      </a:accent5>
      <a:accent6>
        <a:srgbClr val="714B67"/>
      </a:accent6>
      <a:hlink>
        <a:srgbClr val="CD5358"/>
      </a:hlink>
      <a:folHlink>
        <a:srgbClr val="E29C9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FFFFF"/>
        </a:solidFill>
        <a:ln w="3175">
          <a:solidFill>
            <a:srgbClr val="EDE3E3"/>
          </a:solidFill>
          <a:prstDash val="solid"/>
        </a:ln>
        <a:effectLst>
          <a:outerShdw blurRad="114300" dist="38100" dir="5400000" algn="bl" rotWithShape="0">
            <a:srgbClr val="223843">
              <a:alpha val="13000"/>
            </a:srgbClr>
          </a:outerShdw>
        </a:effectLst>
      </a:spPr>
      <a:bodyPr/>
      <a:lstStyle>
        <a:defPPr algn="l">
          <a:defRPr/>
        </a:defPPr>
      </a:lst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2026-template-captivea.potx" id="{89D7940D-79D7-40D0-A9EE-189177F50213}" vid="{991F65FC-DFF0-465E-A936-C96F5E87E56E}"/>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3">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EF2B6AEE-C4D9-452E-9895-33DD00961ACE}">
  <we:reference id="f5f369e5-aa35-49d7-ad7b-638152ddb008" version="1.0.0.1" store="EXCatalog" storeType="EXCatalog"/>
  <we:alternateReferences>
    <we:reference id="WA200010001" version="1.0.0.1" store="fr-FR" storeType="OMEX"/>
  </we:alternateReferences>
  <we:properties>
    <we:property name="claude.fileId" value="&quot;05f5231d-b009-4f65-9fcf-5cda2b552fcc&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224913b6-04fa-4134-94cc-857def7f27c4">
      <Terms xmlns="http://schemas.microsoft.com/office/infopath/2007/PartnerControls"/>
    </lcf76f155ced4ddcb4097134ff3c332f>
    <TaxCatchAll xmlns="1b4ce469-5547-4c0a-a384-c2eccd8050e9"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4FA90F6D298E2C44969C1A2892D3C184" ma:contentTypeVersion="23" ma:contentTypeDescription="Crée un document." ma:contentTypeScope="" ma:versionID="fdf1d13f81c3ec40a490395d714d6f0a">
  <xsd:schema xmlns:xsd="http://www.w3.org/2001/XMLSchema" xmlns:xs="http://www.w3.org/2001/XMLSchema" xmlns:p="http://schemas.microsoft.com/office/2006/metadata/properties" xmlns:ns2="1b4ce469-5547-4c0a-a384-c2eccd8050e9" xmlns:ns3="224913b6-04fa-4134-94cc-857def7f27c4" targetNamespace="http://schemas.microsoft.com/office/2006/metadata/properties" ma:root="true" ma:fieldsID="1469234fc8cca1f70f174731ef774751" ns2:_="" ns3:_="">
    <xsd:import namespace="1b4ce469-5547-4c0a-a384-c2eccd8050e9"/>
    <xsd:import namespace="224913b6-04fa-4134-94cc-857def7f27c4"/>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LengthInSeconds" minOccurs="0"/>
                <xsd:element ref="ns3:MediaServiceLocation" minOccurs="0"/>
                <xsd:element ref="ns2:TaxCatchAll" minOccurs="0"/>
                <xsd:element ref="ns3:lcf76f155ced4ddcb4097134ff3c332f" minOccurs="0"/>
                <xsd:element ref="ns3:MediaServiceObjectDetectorVersions" minOccurs="0"/>
                <xsd:element ref="ns3:MediaServiceSearchPropertie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b4ce469-5547-4c0a-a384-c2eccd8050e9" elementFormDefault="qualified">
    <xsd:import namespace="http://schemas.microsoft.com/office/2006/documentManagement/types"/>
    <xsd:import namespace="http://schemas.microsoft.com/office/infopath/2007/PartnerControls"/>
    <xsd:element name="SharedWithUsers" ma:index="8"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Partagé avec détails" ma:internalName="SharedWithDetails" ma:readOnly="true">
      <xsd:simpleType>
        <xsd:restriction base="dms:Note">
          <xsd:maxLength value="255"/>
        </xsd:restriction>
      </xsd:simpleType>
    </xsd:element>
    <xsd:element name="TaxCatchAll" ma:index="21" nillable="true" ma:displayName="Taxonomy Catch All Column" ma:hidden="true" ma:list="{536a34f4-1e4e-4aa6-97b5-7b00e672b32c}" ma:internalName="TaxCatchAll" ma:showField="CatchAllData" ma:web="1b4ce469-5547-4c0a-a384-c2eccd8050e9">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224913b6-04fa-4134-94cc-857def7f27c4"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3" nillable="true" ma:taxonomy="true" ma:internalName="lcf76f155ced4ddcb4097134ff3c332f" ma:taxonomyFieldName="MediaServiceImageTags" ma:displayName="Balises d’images" ma:readOnly="false" ma:fieldId="{5cf76f15-5ced-4ddc-b409-7134ff3c332f}" ma:taxonomyMulti="true" ma:sspId="37781493-92cc-4c4b-b8d6-44341a08c91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01C3DB9-55CD-416E-A7DA-F5975CB785B5}">
  <ds:schemaRefs>
    <ds:schemaRef ds:uri="http://schemas.microsoft.com/office/2006/metadata/properties"/>
    <ds:schemaRef ds:uri="http://schemas.microsoft.com/office/infopath/2007/PartnerControls"/>
    <ds:schemaRef ds:uri="224913b6-04fa-4134-94cc-857def7f27c4"/>
    <ds:schemaRef ds:uri="1b4ce469-5547-4c0a-a384-c2eccd8050e9"/>
  </ds:schemaRefs>
</ds:datastoreItem>
</file>

<file path=customXml/itemProps2.xml><?xml version="1.0" encoding="utf-8"?>
<ds:datastoreItem xmlns:ds="http://schemas.openxmlformats.org/officeDocument/2006/customXml" ds:itemID="{8ABF5128-29FE-434A-9B0E-EA1551A1A2B2}">
  <ds:schemaRefs>
    <ds:schemaRef ds:uri="http://schemas.microsoft.com/sharepoint/v3/contenttype/forms"/>
  </ds:schemaRefs>
</ds:datastoreItem>
</file>

<file path=customXml/itemProps3.xml><?xml version="1.0" encoding="utf-8"?>
<ds:datastoreItem xmlns:ds="http://schemas.openxmlformats.org/officeDocument/2006/customXml" ds:itemID="{68D0805B-CB3A-46CA-A731-96BC2BF3FE94}"/>
</file>

<file path=docProps/app.xml><?xml version="1.0" encoding="utf-8"?>
<Properties xmlns="http://schemas.openxmlformats.org/officeDocument/2006/extended-properties" xmlns:vt="http://schemas.openxmlformats.org/officeDocument/2006/docPropsVTypes">
  <Template/>
  <TotalTime>0</TotalTime>
  <Words>183</Words>
  <Application>Microsoft Office PowerPoint</Application>
  <PresentationFormat>Grand écran</PresentationFormat>
  <Paragraphs>71</Paragraphs>
  <Slides>29</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29</vt:i4>
      </vt:variant>
    </vt:vector>
  </HeadingPairs>
  <TitlesOfParts>
    <vt:vector size="33" baseType="lpstr">
      <vt:lpstr>Aptos</vt:lpstr>
      <vt:lpstr>Aptos Display</vt:lpstr>
      <vt:lpstr>Arial</vt:lpstr>
      <vt:lpstr>Thème Office</vt:lpstr>
      <vt:lpstr>Main Title</vt:lpstr>
      <vt:lpstr>Section Title</vt:lpstr>
      <vt:lpstr>Summary</vt:lpstr>
      <vt:lpstr>Standard - 1 column</vt:lpstr>
      <vt:lpstr>Standard - 2 columns</vt:lpstr>
      <vt:lpstr>Standard - 2 columns with subititle</vt:lpstr>
      <vt:lpstr>Standard - Title only</vt:lpstr>
      <vt:lpstr>Présentation PowerPoint</vt:lpstr>
      <vt:lpstr>Présentation PowerPoint</vt:lpstr>
      <vt:lpstr>Standard - 1/3 2/3 columns</vt:lpstr>
      <vt:lpstr>Standard - 1/3 2/3 columns</vt:lpstr>
      <vt:lpstr>Boxed - 2 columns</vt:lpstr>
      <vt:lpstr>Boxed - 2 columns with subtitle</vt:lpstr>
      <vt:lpstr>Boxed - 3 columns</vt:lpstr>
      <vt:lpstr>Boxed - 3 columns with subtitle</vt:lpstr>
      <vt:lpstr>Boxed - 4 columns</vt:lpstr>
      <vt:lpstr>Boxed - 4 columns with subtitle</vt:lpstr>
      <vt:lpstr>Boxed - 3 columns X2</vt:lpstr>
      <vt:lpstr>1_Boxed - 2 columns X4</vt:lpstr>
      <vt:lpstr>Circles - 2 columns</vt:lpstr>
      <vt:lpstr>Circles - 3 columns</vt:lpstr>
      <vt:lpstr>Circles - 4 columns</vt:lpstr>
      <vt:lpstr>Circles - 2 columns X2</vt:lpstr>
      <vt:lpstr>Présentation PowerPoint</vt:lpstr>
      <vt:lpstr>1_Circles - 2 columns X2</vt:lpstr>
      <vt:lpstr>2_Circles - 2 columns X2</vt:lpstr>
      <vt:lpstr>3_Circles - 2 columns X2</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Francois Coudreau</dc:creator>
  <cp:lastModifiedBy>Francois Coudreau</cp:lastModifiedBy>
  <cp:revision>26</cp:revision>
  <dcterms:created xsi:type="dcterms:W3CDTF">2026-07-13T08:33:28Z</dcterms:created>
  <dcterms:modified xsi:type="dcterms:W3CDTF">2026-07-31T16:46:27Z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0x0101004FA90F6D298E2C44969C1A2892D3C184</vt:lpwstr>
  </property>
  <property fmtid="{D5CDD505-2E9C-101B-9397-08002B2CF9AE}" pid="3" name="MediaServiceImageTags">
    <vt:lpwstr/>
  </property>
</Properties>
</file>
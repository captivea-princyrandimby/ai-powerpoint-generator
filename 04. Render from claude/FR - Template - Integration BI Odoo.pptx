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4"/>
  </p:notesMasterIdLst>
  <p:sldIdLst>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67" Type="http://schemas.openxmlformats.org/officeDocument/2006/relationships/slide" Target="slides/slide58.xml"/><Relationship Id="rId68" Type="http://schemas.openxmlformats.org/officeDocument/2006/relationships/slide" Target="slides/slide59.xml"/><Relationship Id="rId69" Type="http://schemas.openxmlformats.org/officeDocument/2006/relationships/slide" Target="slides/slide60.xml"/><Relationship Id="rId70" Type="http://schemas.openxmlformats.org/officeDocument/2006/relationships/slide" Target="slides/slide61.xml"/><Relationship Id="rId71"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A454D5-0C22-4E29-8273-CD8F6E3FBAB2}" type="datetimeFigureOut">
              <a:rPr lang="en-US" smtClean="0"/>
              <a:t>7/31/2026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71C916-658F-4180-8896-F3B895078416}" type="slidenum">
              <a:rPr lang="en-US" smtClean="0"/>
              <a:t>‹N°›</a:t>
            </a:fld>
            <a:endParaRPr lang="en-US"/>
          </a:p>
        </p:txBody>
      </p:sp>
    </p:spTree>
    <p:extLst>
      <p:ext uri="{BB962C8B-B14F-4D97-AF65-F5344CB8AC3E}">
        <p14:creationId xmlns:p14="http://schemas.microsoft.com/office/powerpoint/2010/main" val="320869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suis ravi d'avoir l'opportunité de vous rencontrer aujourd'hui pour la démonstration et la présentation de notre offre. </a:t>
            </a:r>
          </a:p>
          <a:p/>
          <a:p>
            <a:r>
              <a:t>Avant de commencer, j'aimerais savoir comment les choses se sont passées de votre côté depuis notre dernière conversation ?</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Découvrez Odoo, un logiciel de gestion global complet conçu pour rationaliser toutes vos opérations au sein d'une plateforme centralisée.</a:t>
            </a:r>
          </a:p>
          <a:p/>
          <a:p>
            <a:r>
              <a:t>Avec Odoo, vous gagnez en flexibilité en commençant par quelques modules essentiels et en intégrant de manière transparente des fonctionnalités supplémentaires au fur et à mesure que votre entreprise se développe. </a:t>
            </a:r>
          </a:p>
          <a:p/>
          <a:p>
            <a:r>
              <a:t>Cette solution évolutive grandit avec vous, garantissant que les capacités de votre logiciel s'étendent avec les besoins de votre entreprise.</a:t>
            </a:r>
          </a:p>
          <a:p/>
          <a:p>
            <a:r>
              <a:t>L'une des caractéristiques phares d'Odoo est sa conception centrée sur l'utilisateur. Odoo accorde la priorité à l'expérience utilisateur, offrant une interface intuitive et conviviale qui rend la navigation et l'opération un jeu d'enfant. </a:t>
            </a:r>
          </a:p>
          <a:p/>
          <a:p>
            <a:r>
              <a:t>Odoo est plus qu'un simple logiciel ; c'est un outil conçu en pensant à l'utilisateur, permettant à votre équipe de travailler de manière plus efficace et efficiente.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Odoo compte plus de 15 millions d'utilisateurs et emploie plus de 6 000 employées. </a:t>
            </a:r>
          </a:p>
          <a:p/>
          <a:p>
            <a:r>
              <a:t>L'un des plus grands atouts d'Odoo est sa flexibilité. En plus de la large gamme de modules standards, Odoo offre l'accès à une marketplace proposant plus de 50 000 modules supplémentaires. Cela vous permet d'adapter le logiciel précisément à vos besoins spécifiques.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Captivea dispose de multiples expertises pour soutenir vos besoins. </a:t>
            </a:r>
          </a:p>
          <a:p/>
          <a:p>
            <a:r>
              <a:t>Nos services incluent l'intégration ERP pour rationaliser vos opérations. </a:t>
            </a:r>
          </a:p>
          <a:p/>
          <a:p>
            <a:r>
              <a:t>De plus, notre département d'agence web est dédié à la construction et à l'amélioration de votre présence en ligne et de vos stratégies de communication. </a:t>
            </a:r>
          </a:p>
          <a:p/>
          <a:p>
            <a:r>
              <a:t>Nous sommes également spécialisés dans l'utilisation de l'IA pour améliorer vos processus, et notre département Business Intelligence est équipé pour fournir des analyses de données perspicaces afin de faire avancer votre entreprise.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sommes le leader mondial de l'intégration Odoo, avec 18 ans d'expérience. Nous avons une méthode éprouvée avec laquelle nous avons accompagné plus de 800 entreprises vers le succès.</a:t>
            </a:r>
          </a:p>
          <a:p/>
          <a:p>
            <a:r>
              <a:t>Nous sommes une équipe de 200 collaborateurs pour vous guider à chaque étape et vous assurer une intégration fluide.</a:t>
            </a:r>
          </a:p>
          <a:p/>
          <a:p/>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quelque une une de nos références et sachez que vous retrouverez sur notre site internet plus de 300 présentations de projets que nous avons faits. Il y a la description du besoin, l’accompagnement fourni et les résultats</a:t>
            </a:r>
          </a:p>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vais vous expliquer comment se déroule un projet chez Captivea.</a:t>
            </a:r>
          </a:p>
          <a:p/>
          <a:p>
            <a:r>
              <a:t>Actuellement, nous sommes dans la phase de consultation gratuite et d'estimation globale. Nous avons préparé une estimation initiale pour votre projet, que nous aborderons plus tard.</a:t>
            </a:r>
          </a:p>
          <a:p/>
          <a:p>
            <a:r>
              <a:t>La première étape de notre collaboration est une phase d'analyse. Durant cette phase, nous organiserons des ateliers de travail avec vos utilisateurs clés pour bien comprendre vos besoins et voir comment les intégrer avec Odoo. C'est un moment d'échange pour identifier comment vous pouvez vous adapter à Odoo et comment Odoo peut s'adapter à vous.</a:t>
            </a:r>
          </a:p>
          <a:p/>
          <a:p>
            <a:r>
              <a:t>À l'issue de cette phase d'analyse, nous vous fournirons une estimation détaillée de votre projet, incluant tout ce qu'il faut pour mettre en place le logiciel. Si vous validez cette estimation, nous démarrerons la phase de mise en œuvre.</a:t>
            </a:r>
          </a:p>
          <a:p/>
          <a:p>
            <a:r>
              <a:t>Lors de la phase de mise en œuvre, nous installerons le logiciel, effectuerons les adaptations et configurations nécessaires, puis nous passerons en production.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Après la mise en production, nous resterons très réactifs pour ajuster le système et répondre rapidement à vos attentes.</a:t>
            </a:r>
          </a:p>
          <a:p>
            <a:r>
              <a:t>Par la suite, nous évaluerons le projet et définirons les prochaines étapes pour construire une version 2, puis une version 3.</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 au long du projet, plusieurs réunions de suivi seront organisées :</a:t>
            </a:r>
          </a:p>
          <a:p>
            <a:r>
              <a:t>Réunion hebdomadaire de démonstration : Nous vous montrerons les avancées du projet, les configurations et personnalisations réalisées. L'objectif est de recueillir vos retours le plus tôt possible.</a:t>
            </a:r>
          </a:p>
          <a:p>
            <a:r>
              <a:t>Réunion de gestion de projet : Avec le chef de projet et le décideur chez vous, nous discuterons de la consommation du temps et vérifierons que nous sommes toujours dans les délais, en toute transparence.</a:t>
            </a:r>
          </a:p>
          <a:p>
            <a:r>
              <a:t>Comité de pilotage : Cette réunion, souvent mensuelle, rassemble toutes les parties prenantes pour faire un point global sur le projet, discuter des améliorations possibles et vérifier la tenue du planning et des fonctionnalités demandées.</a:t>
            </a:r>
          </a:p>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Manque designer, copywriter, SEO SEA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parti pour la démonstration. {Consultant} va prendre la main et faire la démonstration. {Consultant}, tu as jusqu’à ..h..</a:t>
            </a:r>
          </a:p>
          <a:p/>
          <a:p>
            <a:r>
              <a:t>Merci {Consultant} pour la démonstration. Qu’est-ce que vous en pensez? Etes-vous convaincus?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Parlons désormais de notre vision d’un projet réussi</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objectif principal est de lancer le produit aussi rapidement que possible. </a:t>
            </a:r>
          </a:p>
          <a:p/>
          <a:p>
            <a:r>
              <a:t>Pour y parvenir, nous allons rester proche du standard. </a:t>
            </a:r>
          </a:p>
          <a:p/>
          <a:p>
            <a:r>
              <a:t>Comme expliqué précédemment, nous effectuerons une analyse d’implémentation pour définir collaborativement le Produit Minimum Viable (MVP). Lors de cette analyse, nous explorerons comment intégrer vos processus actuels dans le cadre standard d'Odoo de la manière la plus fluide possible.</a:t>
            </a:r>
          </a:p>
          <a:p/>
          <a:p>
            <a:r>
              <a:t>Nous reporterons les améliorations et évolutions supplémentaires aux versions futures, telles que les versions 2 ou 3.</a:t>
            </a:r>
          </a:p>
          <a:p/>
          <a:p>
            <a:r>
              <a:t>La logique derrière cette approche est que vos retours seront plus précieux et pertinents une fois que vous utiliserez activement le logiciel, plutôt que d'anticiper comment vous pourriez l'utiliser.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sommes enthousiastes à l'idée d'entreprendre ce projet avec vous et nous croyons fermement que travailler ensemble en tant qu'équipe soudée sera la clé de sa réussite. </a:t>
            </a:r>
          </a:p>
          <a:p/>
          <a:p>
            <a:r>
              <a:t>Tout au long du projet, nous fournirons une formation continue aux utilisateurs clés afin de nous assurer qu'ils s’approprient le logiciel.</a:t>
            </a:r>
          </a:p>
          <a:p/>
          <a:p>
            <a:r>
              <a:t>Nous nous engageons à maintenir une communication étroite et à effectuer des suivis hebdomadaires avec vous. </a:t>
            </a:r>
          </a:p>
          <a:p/>
          <a:p>
            <a:r>
              <a:t>Notre objectif est de valider ensemble chaque étape du processus de mise en œuvre, garantissant ainsi que nous atteignons nos objectifs de manière efficace et efficiente.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 au long du projet, vous avez la liberté de changer d'avis selon vos besoins. Nous conservons une flexibilité maximale, vous permettant d'ajouter ou de supprimer des fonctionnalités et d'ajuster le calendrier en fonction de votre disponibilité.</a:t>
            </a:r>
          </a:p>
          <a:p/>
          <a:p>
            <a:r>
              <a:t>Notre rôle est de vous guider à travers ces changements et de vous expliquer leur impact sur le calendrier et la livraison du projet. </a:t>
            </a:r>
          </a:p>
          <a:p/>
          <a:p>
            <a:r>
              <a:t>De plus, nous adapterons notre niveau de service en fonction de votre implication dans le projet. Par exemple, si des données doivent être importées, nous pouvons soit vous former pour gérer le processus d'importation dans Odoo, soit vous pouvez nous fournir les fichiers de données brutes, et nous nous chargerons de nettoyer et d'importer les données pour vous. </a:t>
            </a:r>
          </a:p>
          <a:p/>
          <a:p>
            <a:r>
              <a:t>Les deux options sont réalisables, mais le temps et les efforts nécessaires varieront en conséquence.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Chez Captivea, nous sommes une équipe de consultants hautement expérimentés. Nous collaborons étroitement et pouvons déployer un consultant avec une expertise spécifique sur n'importe quel projet selon les besoins.</a:t>
            </a:r>
          </a:p>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objectif principal est de définir et concevoir ensemble la portée de votre projet. </a:t>
            </a:r>
          </a:p>
          <a:p/>
          <a:p>
            <a:r>
              <a:t>Voici comment nous allons procéder :</a:t>
            </a:r>
          </a:p>
          <a:p/>
          <a:p>
            <a:r>
              <a:t>Nous commencerons par une réunion de lancement où nous définirons le périmètre de votre projet et identifierons les membres de l'équipe qui travailleront avec vous. Lors de cette phase, nous établirons également les flux de travail qui nous guideront tout au long du projet.</a:t>
            </a:r>
          </a:p>
          <a:p/>
          <a:p>
            <a:r>
              <a:t>Ensuite, nous effectuerons une découverte approfondie de votre entreprise. Cela implique de comprendre en détail votre entreprise, vos objectifs et vos défis. Nous examinerons également vos systèmes actuels pour voir ce qui fonctionne bien et où des améliorations peuvent être apportées.</a:t>
            </a:r>
          </a:p>
          <a:p/>
          <a:p>
            <a:r>
              <a:t>Par la suite, nous organiserons des ateliers axés sur différents domaines fonctionnels. Ces ateliers visent à approfondir vos besoins spécifiques et à identifier les meilleures façons de mettre en œuvre Odoo pour répondre à ces besoins. Nous déterminerons quels aspects peuvent être couverts par les fonctionnalités standard du logiciel et quels domaines pourraient nécessiter une personnalisation.</a:t>
            </a:r>
          </a:p>
          <a:p/>
          <a:p>
            <a:r>
              <a:t>Enfin, nous vous présenterons notre analyse et recueillerons vos commentaires. Nous ferons plusieurs allers-retours d'ajustements pour nous assurer que tout est parfaitement aligné avec vos attentes. Une fois que nous aurons intégré vos retours, nous validerons le plan final avec vous.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Vous recevrez deux livrables clés de notre part.</a:t>
            </a:r>
          </a:p>
          <a:p/>
          <a:p>
            <a:r>
              <a:t>Le premier est une présentation PowerPoint, conçue avec des diagrammes clairs et des explications simples. Ce document est élaboré pour être facilement compréhensible et vous fournira une vue d'ensemble complète de votre projet. Il inclut l'estimation, le calendrier et le budget pour vous donner une image claire de ce à quoi vous attendre.</a:t>
            </a:r>
          </a:p>
          <a:p/>
          <a:p>
            <a:r>
              <a:t>Le second livrable est une liste détaillée des exigences, fournie sous forme de fichier Excel. Ce fichier décrit toutes les tâches nécessaires à votre projet, couvrant des domaines tels que la configuration, le développement, la formation et la gestion de projet. Bien qu'il soit très détaillé et peut-être moins facile à lire que la présentation, il est crucial pour s'assurer que tous les besoins de votre projet sont bien couverts. Nous vous encourageons à le revoir attentivement pour confirmer que nous avons pris en compte chaque aspect de vos exigences.</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cette section, nous allons détailler notre offre pour la phase d'analyse, fournir une estimation pour la mise en œuvre et détailler les tarifs pour les licences et l'hébergement.</a:t>
            </a:r>
          </a:p>
          <a:p/>
          <a:p>
            <a:r>
              <a:t>Je tiens à souligner que vous n'aurez besoin d'acquérir la licence qu'après la finalisation de l'analyse. Cela signifie qu'en commençant par l'analyse, vous ne vous engagez pas sur la licence dès le départ. Cette approche garantit que vous pouvez avancer avec la licence uniquement lorsque vous êtes convaincu que le système répond pleinement à vos besoins.</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PRICE France EUR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Main Title">
    <p:bg>
      <p:bgPr>
        <a:gradFill>
          <a:gsLst>
            <a:gs pos="0">
              <a:srgbClr val="BA131A"/>
            </a:gs>
            <a:gs pos="100000">
              <a:srgbClr val="E2575D"/>
            </a:gs>
          </a:gsLst>
          <a:lin ang="2700000" scaled="1"/>
        </a:gra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209197B-1A2E-289C-7B9B-E5FE68623C87}"/>
              </a:ext>
            </a:extLst>
          </p:cNvPr>
          <p:cNvSpPr/>
          <p:nvPr userDrawn="1"/>
        </p:nvSpPr>
        <p:spPr>
          <a:xfrm>
            <a:off x="-5" y="0"/>
            <a:ext cx="12192005" cy="6858000"/>
          </a:xfrm>
          <a:prstGeom prst="rect">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rtlCol="0" anchor="ctr"/>
          <a:lstStyle/>
          <a:p>
            <a:pPr algn="l"/>
            <a:endParaRPr lang="en-US"/>
          </a:p>
        </p:txBody>
      </p:sp>
      <p:sp>
        <p:nvSpPr>
          <p:cNvPr id="9" name="Organigramme : Délai 8">
            <a:extLst>
              <a:ext uri="{FF2B5EF4-FFF2-40B4-BE49-F238E27FC236}">
                <a16:creationId xmlns:a16="http://schemas.microsoft.com/office/drawing/2014/main" id="{74CC0FF3-C744-83BE-8E40-F90444B9AE7D}"/>
              </a:ext>
            </a:extLst>
          </p:cNvPr>
          <p:cNvSpPr/>
          <p:nvPr userDrawn="1"/>
        </p:nvSpPr>
        <p:spPr>
          <a:xfrm rot="5400000">
            <a:off x="4381499" y="-4381499"/>
            <a:ext cx="3429003" cy="12192004"/>
          </a:xfrm>
          <a:prstGeom prst="flowChartDelay">
            <a:avLst/>
          </a:prstGeom>
          <a:solidFill>
            <a:schemeClr val="bg1"/>
          </a:solidFill>
          <a:ln w="3175">
            <a:solidFill>
              <a:srgbClr val="EDE3E3"/>
            </a:solidFill>
            <a:prstDash val="solid"/>
          </a:ln>
          <a:effectLst>
            <a:outerShdw blurRad="114300" dist="38100" dir="5400000" algn="bl" rotWithShape="0">
              <a:srgbClr val="223843">
                <a:alpha val="13000"/>
              </a:srgbClr>
            </a:outerShdw>
          </a:effectLst>
        </p:spPr>
        <p:txBody>
          <a:bodyPr rtlCol="0" anchor="ctr"/>
          <a:lstStyle/>
          <a:p>
            <a:pPr algn="l"/>
            <a:endParaRPr lang="en-US"/>
          </a:p>
        </p:txBody>
      </p:sp>
      <p:sp>
        <p:nvSpPr>
          <p:cNvPr id="2" name="Titre 1">
            <a:extLst>
              <a:ext uri="{FF2B5EF4-FFF2-40B4-BE49-F238E27FC236}">
                <a16:creationId xmlns:a16="http://schemas.microsoft.com/office/drawing/2014/main" id="{C30BB28A-E1C2-3A9B-4EED-FB33DF5A0583}"/>
              </a:ext>
            </a:extLst>
          </p:cNvPr>
          <p:cNvSpPr>
            <a:spLocks noGrp="1"/>
          </p:cNvSpPr>
          <p:nvPr>
            <p:ph type="ctrTitle"/>
          </p:nvPr>
        </p:nvSpPr>
        <p:spPr>
          <a:xfrm>
            <a:off x="696000" y="3759200"/>
            <a:ext cx="10800000" cy="1471733"/>
          </a:xfrm>
        </p:spPr>
        <p:txBody>
          <a:bodyPr anchor="t"/>
          <a:lstStyle>
            <a:lvl1pPr algn="ctr">
              <a:defRPr sz="6000">
                <a:solidFill>
                  <a:schemeClr val="bg1"/>
                </a:solidFill>
              </a:defRPr>
            </a:lvl1pPr>
          </a:lstStyle>
          <a:p>
            <a:r>
              <a:rPr lang="fr-FR" dirty="0"/>
              <a:t>Modifiez le style du titre</a:t>
            </a:r>
            <a:endParaRPr lang="en-US" dirty="0"/>
          </a:p>
        </p:txBody>
      </p:sp>
      <p:sp>
        <p:nvSpPr>
          <p:cNvPr id="10" name="Espace réservé du texte 2">
            <a:extLst>
              <a:ext uri="{FF2B5EF4-FFF2-40B4-BE49-F238E27FC236}">
                <a16:creationId xmlns:a16="http://schemas.microsoft.com/office/drawing/2014/main" id="{FB881D63-9F92-FA21-6BC4-DC27AB4FF215}"/>
              </a:ext>
            </a:extLst>
          </p:cNvPr>
          <p:cNvSpPr>
            <a:spLocks noGrp="1"/>
          </p:cNvSpPr>
          <p:nvPr>
            <p:ph type="body" idx="1"/>
          </p:nvPr>
        </p:nvSpPr>
        <p:spPr>
          <a:xfrm>
            <a:off x="696000" y="5294373"/>
            <a:ext cx="10800000" cy="1207179"/>
          </a:xfrm>
        </p:spPr>
        <p:txBody>
          <a:bodyPr anchor="ctr"/>
          <a:lstStyle>
            <a:lvl1pPr marL="0" indent="0" algn="ctr">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dirty="0"/>
              <a:t>Cliquez pour modifier les styles du texte du masque</a:t>
            </a:r>
          </a:p>
        </p:txBody>
      </p:sp>
      <p:pic>
        <p:nvPicPr>
          <p:cNvPr id="12" name="Graphique 11">
            <a:extLst>
              <a:ext uri="{FF2B5EF4-FFF2-40B4-BE49-F238E27FC236}">
                <a16:creationId xmlns:a16="http://schemas.microsoft.com/office/drawing/2014/main" id="{D6A2EEBB-30A0-BBA7-B382-0A5FC862F00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52057" y="456269"/>
            <a:ext cx="6487885" cy="2002971"/>
          </a:xfrm>
          <a:prstGeom prst="rect">
            <a:avLst/>
          </a:prstGeom>
        </p:spPr>
      </p:pic>
    </p:spTree>
    <p:extLst>
      <p:ext uri="{BB962C8B-B14F-4D97-AF65-F5344CB8AC3E}">
        <p14:creationId xmlns:p14="http://schemas.microsoft.com/office/powerpoint/2010/main" val="31214163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a:gsLst>
            <a:gs pos="0">
              <a:srgbClr val="BA131A"/>
            </a:gs>
            <a:gs pos="100000">
              <a:srgbClr val="E2575D"/>
            </a:gs>
          </a:gsLst>
          <a:lin ang="2700000" scaled="1"/>
        </a:gra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1333B7-E98D-AF61-A85D-3AB370149EA4}"/>
              </a:ext>
            </a:extLst>
          </p:cNvPr>
          <p:cNvSpPr>
            <a:spLocks noGrp="1"/>
          </p:cNvSpPr>
          <p:nvPr>
            <p:ph type="title"/>
          </p:nvPr>
        </p:nvSpPr>
        <p:spPr>
          <a:xfrm>
            <a:off x="696000" y="1944221"/>
            <a:ext cx="10800000" cy="1800000"/>
          </a:xfrm>
        </p:spPr>
        <p:txBody>
          <a:bodyPr anchor="ctr"/>
          <a:lstStyle>
            <a:lvl1pPr>
              <a:defRPr sz="6000">
                <a:solidFill>
                  <a:schemeClr val="bg1"/>
                </a:solidFill>
              </a:defRPr>
            </a:lvl1pPr>
          </a:lstStyle>
          <a:p>
            <a:r>
              <a:rPr lang="fr-FR" dirty="0"/>
              <a:t>Modifiez le style du titre</a:t>
            </a:r>
            <a:endParaRPr lang="en-US" dirty="0"/>
          </a:p>
        </p:txBody>
      </p:sp>
      <p:sp>
        <p:nvSpPr>
          <p:cNvPr id="3" name="Espace réservé du texte 2">
            <a:extLst>
              <a:ext uri="{FF2B5EF4-FFF2-40B4-BE49-F238E27FC236}">
                <a16:creationId xmlns:a16="http://schemas.microsoft.com/office/drawing/2014/main" id="{A71EEFE9-9784-068B-6C36-7D6425A21037}"/>
              </a:ext>
            </a:extLst>
          </p:cNvPr>
          <p:cNvSpPr>
            <a:spLocks noGrp="1"/>
          </p:cNvSpPr>
          <p:nvPr>
            <p:ph type="body" idx="1"/>
          </p:nvPr>
        </p:nvSpPr>
        <p:spPr>
          <a:xfrm>
            <a:off x="696000" y="3982798"/>
            <a:ext cx="10800000" cy="1500187"/>
          </a:xfrm>
        </p:spPr>
        <p:txBody>
          <a:bodyPr anchor="ctr"/>
          <a:lstStyle>
            <a:lvl1pPr marL="0" indent="0">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dirty="0"/>
              <a:t>Cliquez pour modifier les styles du texte du masque</a:t>
            </a:r>
          </a:p>
        </p:txBody>
      </p:sp>
      <p:sp>
        <p:nvSpPr>
          <p:cNvPr id="8" name="Espace réservé du numéro de diapositive 7">
            <a:extLst>
              <a:ext uri="{FF2B5EF4-FFF2-40B4-BE49-F238E27FC236}">
                <a16:creationId xmlns:a16="http://schemas.microsoft.com/office/drawing/2014/main" id="{69C4BCC6-E581-9CD7-175B-B8E8E94242FE}"/>
              </a:ext>
            </a:extLst>
          </p:cNvPr>
          <p:cNvSpPr>
            <a:spLocks noGrp="1"/>
          </p:cNvSpPr>
          <p:nvPr>
            <p:ph type="sldNum" sz="quarter" idx="14"/>
          </p:nvPr>
        </p:nvSpPr>
        <p:spPr/>
        <p:txBody>
          <a:bodyPr/>
          <a:lstStyle>
            <a:lvl1pPr>
              <a:defRPr>
                <a:solidFill>
                  <a:schemeClr val="bg1"/>
                </a:solidFill>
              </a:defRPr>
            </a:lvl1pPr>
          </a:lstStyle>
          <a:p>
            <a:fld id="{262175C0-8CD5-419A-A749-8C17692C9EAC}" type="slidenum">
              <a:rPr lang="en-US" smtClean="0"/>
              <a:pPr/>
              <a:t>‹N°›</a:t>
            </a:fld>
            <a:endParaRPr lang="en-US"/>
          </a:p>
        </p:txBody>
      </p:sp>
      <p:sp>
        <p:nvSpPr>
          <p:cNvPr id="15" name="Espace réservé du texte 8">
            <a:extLst>
              <a:ext uri="{FF2B5EF4-FFF2-40B4-BE49-F238E27FC236}">
                <a16:creationId xmlns:a16="http://schemas.microsoft.com/office/drawing/2014/main" id="{3937C1BE-B2B5-A3E0-199E-A613C266685D}"/>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bg1"/>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tx1"/>
                </a:solidFill>
              </a:defRPr>
            </a:lvl1pPr>
          </a:lstStyle>
          <a:p>
            <a:pPr lvl="0"/>
            <a:r>
              <a:rPr lang="fr-FR" dirty="0"/>
              <a:t>Titre</a:t>
            </a:r>
            <a:endParaRPr lang="en-US" dirty="0"/>
          </a:p>
        </p:txBody>
      </p:sp>
      <p:pic>
        <p:nvPicPr>
          <p:cNvPr id="17" name="Graphique 16">
            <a:extLst>
              <a:ext uri="{FF2B5EF4-FFF2-40B4-BE49-F238E27FC236}">
                <a16:creationId xmlns:a16="http://schemas.microsoft.com/office/drawing/2014/main" id="{1578DF43-3655-AB6D-336B-68FE5F777AA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076775" y="6321425"/>
            <a:ext cx="1419225" cy="400050"/>
          </a:xfrm>
          <a:prstGeom prst="rect">
            <a:avLst/>
          </a:prstGeom>
        </p:spPr>
      </p:pic>
    </p:spTree>
    <p:extLst>
      <p:ext uri="{BB962C8B-B14F-4D97-AF65-F5344CB8AC3E}">
        <p14:creationId xmlns:p14="http://schemas.microsoft.com/office/powerpoint/2010/main" val="337911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0A5B7FC8-A17D-CBD6-27FC-A3E63A0BB972}"/>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8" name="Titre 7">
            <a:extLst>
              <a:ext uri="{FF2B5EF4-FFF2-40B4-BE49-F238E27FC236}">
                <a16:creationId xmlns:a16="http://schemas.microsoft.com/office/drawing/2014/main" id="{9DE98BF1-80D6-261C-1BA8-E7F725B21F9F}"/>
              </a:ext>
            </a:extLst>
          </p:cNvPr>
          <p:cNvSpPr>
            <a:spLocks noGrp="1"/>
          </p:cNvSpPr>
          <p:nvPr>
            <p:ph type="title"/>
          </p:nvPr>
        </p:nvSpPr>
        <p:spPr/>
        <p:txBody>
          <a:bodyPr/>
          <a:lstStyle/>
          <a:p>
            <a:r>
              <a:rPr lang="fr-FR" dirty="0"/>
              <a:t>Modifiez le style du titre</a:t>
            </a:r>
            <a:endParaRPr lang="en-US" dirty="0"/>
          </a:p>
        </p:txBody>
      </p:sp>
      <p:sp>
        <p:nvSpPr>
          <p:cNvPr id="4" name="Espace réservé du texte 3">
            <a:extLst>
              <a:ext uri="{FF2B5EF4-FFF2-40B4-BE49-F238E27FC236}">
                <a16:creationId xmlns:a16="http://schemas.microsoft.com/office/drawing/2014/main" id="{8B45B99E-CD15-2084-61F7-00054B0051E3}"/>
              </a:ext>
            </a:extLst>
          </p:cNvPr>
          <p:cNvSpPr>
            <a:spLocks noGrp="1"/>
          </p:cNvSpPr>
          <p:nvPr>
            <p:ph type="body" sz="quarter" idx="14" hasCustomPrompt="1"/>
          </p:nvPr>
        </p:nvSpPr>
        <p:spPr>
          <a:xfrm>
            <a:off x="695325" y="2598738"/>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13" name="Espace réservé du texte 12">
            <a:extLst>
              <a:ext uri="{FF2B5EF4-FFF2-40B4-BE49-F238E27FC236}">
                <a16:creationId xmlns:a16="http://schemas.microsoft.com/office/drawing/2014/main" id="{037A5053-EE5A-6B34-927F-9C4E55CD9FA0}"/>
              </a:ext>
            </a:extLst>
          </p:cNvPr>
          <p:cNvSpPr>
            <a:spLocks noGrp="1"/>
          </p:cNvSpPr>
          <p:nvPr>
            <p:ph type="body" sz="quarter" idx="15" hasCustomPrompt="1"/>
          </p:nvPr>
        </p:nvSpPr>
        <p:spPr>
          <a:xfrm>
            <a:off x="1404938" y="2598738"/>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16" name="Espace réservé du texte 3">
            <a:extLst>
              <a:ext uri="{FF2B5EF4-FFF2-40B4-BE49-F238E27FC236}">
                <a16:creationId xmlns:a16="http://schemas.microsoft.com/office/drawing/2014/main" id="{37B10C8D-E7A3-3EB9-F37B-57DC7F0F9B96}"/>
              </a:ext>
            </a:extLst>
          </p:cNvPr>
          <p:cNvSpPr>
            <a:spLocks noGrp="1"/>
          </p:cNvSpPr>
          <p:nvPr>
            <p:ph type="body" sz="quarter" idx="16" hasCustomPrompt="1"/>
          </p:nvPr>
        </p:nvSpPr>
        <p:spPr>
          <a:xfrm>
            <a:off x="6464970" y="2598738"/>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17" name="Espace réservé du texte 12">
            <a:extLst>
              <a:ext uri="{FF2B5EF4-FFF2-40B4-BE49-F238E27FC236}">
                <a16:creationId xmlns:a16="http://schemas.microsoft.com/office/drawing/2014/main" id="{D75F4C70-7D37-6422-549C-8BC029446EC5}"/>
              </a:ext>
            </a:extLst>
          </p:cNvPr>
          <p:cNvSpPr>
            <a:spLocks noGrp="1"/>
          </p:cNvSpPr>
          <p:nvPr>
            <p:ph type="body" sz="quarter" idx="17" hasCustomPrompt="1"/>
          </p:nvPr>
        </p:nvSpPr>
        <p:spPr>
          <a:xfrm>
            <a:off x="7174583" y="2598738"/>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18" name="Espace réservé du texte 3">
            <a:extLst>
              <a:ext uri="{FF2B5EF4-FFF2-40B4-BE49-F238E27FC236}">
                <a16:creationId xmlns:a16="http://schemas.microsoft.com/office/drawing/2014/main" id="{F42EDF3E-2673-2006-0186-D29AD86F8617}"/>
              </a:ext>
            </a:extLst>
          </p:cNvPr>
          <p:cNvSpPr>
            <a:spLocks noGrp="1"/>
          </p:cNvSpPr>
          <p:nvPr>
            <p:ph type="body" sz="quarter" idx="18" hasCustomPrompt="1"/>
          </p:nvPr>
        </p:nvSpPr>
        <p:spPr>
          <a:xfrm>
            <a:off x="695325" y="3321050"/>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19" name="Espace réservé du texte 12">
            <a:extLst>
              <a:ext uri="{FF2B5EF4-FFF2-40B4-BE49-F238E27FC236}">
                <a16:creationId xmlns:a16="http://schemas.microsoft.com/office/drawing/2014/main" id="{1E5627AE-C427-2C90-9F92-A876CB22AE0C}"/>
              </a:ext>
            </a:extLst>
          </p:cNvPr>
          <p:cNvSpPr>
            <a:spLocks noGrp="1"/>
          </p:cNvSpPr>
          <p:nvPr>
            <p:ph type="body" sz="quarter" idx="19" hasCustomPrompt="1"/>
          </p:nvPr>
        </p:nvSpPr>
        <p:spPr>
          <a:xfrm>
            <a:off x="1404938" y="3321050"/>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20" name="Espace réservé du texte 3">
            <a:extLst>
              <a:ext uri="{FF2B5EF4-FFF2-40B4-BE49-F238E27FC236}">
                <a16:creationId xmlns:a16="http://schemas.microsoft.com/office/drawing/2014/main" id="{08FC9DE3-8C50-FB4E-D578-DAE00A91EA43}"/>
              </a:ext>
            </a:extLst>
          </p:cNvPr>
          <p:cNvSpPr>
            <a:spLocks noGrp="1"/>
          </p:cNvSpPr>
          <p:nvPr>
            <p:ph type="body" sz="quarter" idx="20" hasCustomPrompt="1"/>
          </p:nvPr>
        </p:nvSpPr>
        <p:spPr>
          <a:xfrm>
            <a:off x="6464970" y="3321050"/>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21" name="Espace réservé du texte 12">
            <a:extLst>
              <a:ext uri="{FF2B5EF4-FFF2-40B4-BE49-F238E27FC236}">
                <a16:creationId xmlns:a16="http://schemas.microsoft.com/office/drawing/2014/main" id="{ABEBFC6C-4F81-67C0-8740-118A5BBF06A1}"/>
              </a:ext>
            </a:extLst>
          </p:cNvPr>
          <p:cNvSpPr>
            <a:spLocks noGrp="1"/>
          </p:cNvSpPr>
          <p:nvPr>
            <p:ph type="body" sz="quarter" idx="21" hasCustomPrompt="1"/>
          </p:nvPr>
        </p:nvSpPr>
        <p:spPr>
          <a:xfrm>
            <a:off x="7174583" y="3321050"/>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22" name="Espace réservé du texte 3">
            <a:extLst>
              <a:ext uri="{FF2B5EF4-FFF2-40B4-BE49-F238E27FC236}">
                <a16:creationId xmlns:a16="http://schemas.microsoft.com/office/drawing/2014/main" id="{58593767-FBE3-512B-22ED-E3812B324B71}"/>
              </a:ext>
            </a:extLst>
          </p:cNvPr>
          <p:cNvSpPr>
            <a:spLocks noGrp="1"/>
          </p:cNvSpPr>
          <p:nvPr>
            <p:ph type="body" sz="quarter" idx="22" hasCustomPrompt="1"/>
          </p:nvPr>
        </p:nvSpPr>
        <p:spPr>
          <a:xfrm>
            <a:off x="694648" y="4043362"/>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23" name="Espace réservé du texte 12">
            <a:extLst>
              <a:ext uri="{FF2B5EF4-FFF2-40B4-BE49-F238E27FC236}">
                <a16:creationId xmlns:a16="http://schemas.microsoft.com/office/drawing/2014/main" id="{886672C8-1E60-411E-1CFA-098486E5FC2A}"/>
              </a:ext>
            </a:extLst>
          </p:cNvPr>
          <p:cNvSpPr>
            <a:spLocks noGrp="1"/>
          </p:cNvSpPr>
          <p:nvPr>
            <p:ph type="body" sz="quarter" idx="23" hasCustomPrompt="1"/>
          </p:nvPr>
        </p:nvSpPr>
        <p:spPr>
          <a:xfrm>
            <a:off x="1404261" y="4043362"/>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24" name="Espace réservé du texte 3">
            <a:extLst>
              <a:ext uri="{FF2B5EF4-FFF2-40B4-BE49-F238E27FC236}">
                <a16:creationId xmlns:a16="http://schemas.microsoft.com/office/drawing/2014/main" id="{70390B80-2C6F-F656-0B5F-FFA695ADA3CD}"/>
              </a:ext>
            </a:extLst>
          </p:cNvPr>
          <p:cNvSpPr>
            <a:spLocks noGrp="1"/>
          </p:cNvSpPr>
          <p:nvPr>
            <p:ph type="body" sz="quarter" idx="24" hasCustomPrompt="1"/>
          </p:nvPr>
        </p:nvSpPr>
        <p:spPr>
          <a:xfrm>
            <a:off x="6464293" y="4043362"/>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25" name="Espace réservé du texte 12">
            <a:extLst>
              <a:ext uri="{FF2B5EF4-FFF2-40B4-BE49-F238E27FC236}">
                <a16:creationId xmlns:a16="http://schemas.microsoft.com/office/drawing/2014/main" id="{9511E3B7-8C14-A1A5-1AFB-90B6D87F2CB1}"/>
              </a:ext>
            </a:extLst>
          </p:cNvPr>
          <p:cNvSpPr>
            <a:spLocks noGrp="1"/>
          </p:cNvSpPr>
          <p:nvPr>
            <p:ph type="body" sz="quarter" idx="25" hasCustomPrompt="1"/>
          </p:nvPr>
        </p:nvSpPr>
        <p:spPr>
          <a:xfrm>
            <a:off x="7173906" y="4043362"/>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30" name="Espace réservé du texte 3">
            <a:extLst>
              <a:ext uri="{FF2B5EF4-FFF2-40B4-BE49-F238E27FC236}">
                <a16:creationId xmlns:a16="http://schemas.microsoft.com/office/drawing/2014/main" id="{3C6A7EAE-227C-0333-9F79-A563B41EC0B0}"/>
              </a:ext>
            </a:extLst>
          </p:cNvPr>
          <p:cNvSpPr>
            <a:spLocks noGrp="1"/>
          </p:cNvSpPr>
          <p:nvPr>
            <p:ph type="body" sz="quarter" idx="26" hasCustomPrompt="1"/>
          </p:nvPr>
        </p:nvSpPr>
        <p:spPr>
          <a:xfrm>
            <a:off x="693464" y="4759325"/>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1" name="Espace réservé du texte 12">
            <a:extLst>
              <a:ext uri="{FF2B5EF4-FFF2-40B4-BE49-F238E27FC236}">
                <a16:creationId xmlns:a16="http://schemas.microsoft.com/office/drawing/2014/main" id="{2E66C591-A11D-4B8A-57B1-A050A585082A}"/>
              </a:ext>
            </a:extLst>
          </p:cNvPr>
          <p:cNvSpPr>
            <a:spLocks noGrp="1"/>
          </p:cNvSpPr>
          <p:nvPr>
            <p:ph type="body" sz="quarter" idx="27" hasCustomPrompt="1"/>
          </p:nvPr>
        </p:nvSpPr>
        <p:spPr>
          <a:xfrm>
            <a:off x="1403077" y="4759325"/>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32" name="Espace réservé du texte 3">
            <a:extLst>
              <a:ext uri="{FF2B5EF4-FFF2-40B4-BE49-F238E27FC236}">
                <a16:creationId xmlns:a16="http://schemas.microsoft.com/office/drawing/2014/main" id="{5AC6DE88-F043-182B-AAEF-A280B455B834}"/>
              </a:ext>
            </a:extLst>
          </p:cNvPr>
          <p:cNvSpPr>
            <a:spLocks noGrp="1"/>
          </p:cNvSpPr>
          <p:nvPr>
            <p:ph type="body" sz="quarter" idx="28" hasCustomPrompt="1"/>
          </p:nvPr>
        </p:nvSpPr>
        <p:spPr>
          <a:xfrm>
            <a:off x="6463109" y="4759325"/>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3" name="Espace réservé du texte 12">
            <a:extLst>
              <a:ext uri="{FF2B5EF4-FFF2-40B4-BE49-F238E27FC236}">
                <a16:creationId xmlns:a16="http://schemas.microsoft.com/office/drawing/2014/main" id="{F86C5F9C-2250-120C-852E-17DF2DE60AE7}"/>
              </a:ext>
            </a:extLst>
          </p:cNvPr>
          <p:cNvSpPr>
            <a:spLocks noGrp="1"/>
          </p:cNvSpPr>
          <p:nvPr>
            <p:ph type="body" sz="quarter" idx="29" hasCustomPrompt="1"/>
          </p:nvPr>
        </p:nvSpPr>
        <p:spPr>
          <a:xfrm>
            <a:off x="7172722" y="4759325"/>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34" name="Espace réservé du texte 3">
            <a:extLst>
              <a:ext uri="{FF2B5EF4-FFF2-40B4-BE49-F238E27FC236}">
                <a16:creationId xmlns:a16="http://schemas.microsoft.com/office/drawing/2014/main" id="{A02CBABD-95BD-3532-BD3B-A3E5E0F31C9E}"/>
              </a:ext>
            </a:extLst>
          </p:cNvPr>
          <p:cNvSpPr>
            <a:spLocks noGrp="1"/>
          </p:cNvSpPr>
          <p:nvPr>
            <p:ph type="body" sz="quarter" idx="30" hasCustomPrompt="1"/>
          </p:nvPr>
        </p:nvSpPr>
        <p:spPr>
          <a:xfrm>
            <a:off x="692787" y="5481637"/>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5" name="Espace réservé du texte 12">
            <a:extLst>
              <a:ext uri="{FF2B5EF4-FFF2-40B4-BE49-F238E27FC236}">
                <a16:creationId xmlns:a16="http://schemas.microsoft.com/office/drawing/2014/main" id="{87F91DDE-9596-B7A3-FE82-E435B261F14A}"/>
              </a:ext>
            </a:extLst>
          </p:cNvPr>
          <p:cNvSpPr>
            <a:spLocks noGrp="1"/>
          </p:cNvSpPr>
          <p:nvPr>
            <p:ph type="body" sz="quarter" idx="31" hasCustomPrompt="1"/>
          </p:nvPr>
        </p:nvSpPr>
        <p:spPr>
          <a:xfrm>
            <a:off x="1402400" y="5481637"/>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36" name="Espace réservé du texte 3">
            <a:extLst>
              <a:ext uri="{FF2B5EF4-FFF2-40B4-BE49-F238E27FC236}">
                <a16:creationId xmlns:a16="http://schemas.microsoft.com/office/drawing/2014/main" id="{FD5170CF-50C0-4F6C-705F-CA808B116EFA}"/>
              </a:ext>
            </a:extLst>
          </p:cNvPr>
          <p:cNvSpPr>
            <a:spLocks noGrp="1"/>
          </p:cNvSpPr>
          <p:nvPr>
            <p:ph type="body" sz="quarter" idx="32" hasCustomPrompt="1"/>
          </p:nvPr>
        </p:nvSpPr>
        <p:spPr>
          <a:xfrm>
            <a:off x="6462432" y="5481637"/>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7" name="Espace réservé du texte 12">
            <a:extLst>
              <a:ext uri="{FF2B5EF4-FFF2-40B4-BE49-F238E27FC236}">
                <a16:creationId xmlns:a16="http://schemas.microsoft.com/office/drawing/2014/main" id="{C4EDF958-DBC5-B24F-90F9-5274EA3AAFD9}"/>
              </a:ext>
            </a:extLst>
          </p:cNvPr>
          <p:cNvSpPr>
            <a:spLocks noGrp="1"/>
          </p:cNvSpPr>
          <p:nvPr>
            <p:ph type="body" sz="quarter" idx="33" hasCustomPrompt="1"/>
          </p:nvPr>
        </p:nvSpPr>
        <p:spPr>
          <a:xfrm>
            <a:off x="7172045" y="5481637"/>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38" name="Espace réservé du texte 8">
            <a:extLst>
              <a:ext uri="{FF2B5EF4-FFF2-40B4-BE49-F238E27FC236}">
                <a16:creationId xmlns:a16="http://schemas.microsoft.com/office/drawing/2014/main" id="{AF4A9231-E321-0818-5D89-275CC425D9E3}"/>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1655113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ndard - 1 column">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8C89BF5-44F6-D3C5-0E07-9165D07C9E75}"/>
              </a:ext>
            </a:extLst>
          </p:cNvPr>
          <p:cNvSpPr>
            <a:spLocks noGrp="1"/>
          </p:cNvSpPr>
          <p:nvPr>
            <p:ph idx="1"/>
          </p:nvPr>
        </p:nvSpPr>
        <p:spPr/>
        <p:txBody>
          <a:bodyPr anchor="t" anchorCtr="0"/>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7" name="Espace réservé du numéro de diapositive 6">
            <a:extLst>
              <a:ext uri="{FF2B5EF4-FFF2-40B4-BE49-F238E27FC236}">
                <a16:creationId xmlns:a16="http://schemas.microsoft.com/office/drawing/2014/main" id="{0A5B7FC8-A17D-CBD6-27FC-A3E63A0BB972}"/>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0" name="Titre 9">
            <a:extLst>
              <a:ext uri="{FF2B5EF4-FFF2-40B4-BE49-F238E27FC236}">
                <a16:creationId xmlns:a16="http://schemas.microsoft.com/office/drawing/2014/main" id="{2470EF96-8F52-9DC7-FFB7-A98EEA643767}"/>
              </a:ext>
            </a:extLst>
          </p:cNvPr>
          <p:cNvSpPr>
            <a:spLocks noGrp="1"/>
          </p:cNvSpPr>
          <p:nvPr>
            <p:ph type="title"/>
          </p:nvPr>
        </p:nvSpPr>
        <p:spPr/>
        <p:txBody>
          <a:bodyPr/>
          <a:lstStyle/>
          <a:p>
            <a:r>
              <a:rPr lang="fr-FR"/>
              <a:t>Modifiez le style du titre</a:t>
            </a:r>
            <a:endParaRPr lang="en-US"/>
          </a:p>
        </p:txBody>
      </p:sp>
      <p:sp>
        <p:nvSpPr>
          <p:cNvPr id="11" name="Espace réservé du texte 8">
            <a:extLst>
              <a:ext uri="{FF2B5EF4-FFF2-40B4-BE49-F238E27FC236}">
                <a16:creationId xmlns:a16="http://schemas.microsoft.com/office/drawing/2014/main" id="{121B8B79-86D2-A557-75F6-8A2C4A960FA5}"/>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3788751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ndard - 2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CC2F6-6F94-521F-E89C-8CB6AA357B38}"/>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14D1C833-57CE-15EF-5D5A-B277AE6304F9}"/>
              </a:ext>
            </a:extLst>
          </p:cNvPr>
          <p:cNvSpPr>
            <a:spLocks noGrp="1"/>
          </p:cNvSpPr>
          <p:nvPr>
            <p:ph sz="half" idx="1"/>
          </p:nvPr>
        </p:nvSpPr>
        <p:spPr>
          <a:xfrm>
            <a:off x="696000" y="2367815"/>
            <a:ext cx="5181600" cy="3809148"/>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Espace réservé du contenu 3">
            <a:extLst>
              <a:ext uri="{FF2B5EF4-FFF2-40B4-BE49-F238E27FC236}">
                <a16:creationId xmlns:a16="http://schemas.microsoft.com/office/drawing/2014/main" id="{133968FD-23C6-D542-CBC0-669D70A2F87A}"/>
              </a:ext>
            </a:extLst>
          </p:cNvPr>
          <p:cNvSpPr>
            <a:spLocks noGrp="1"/>
          </p:cNvSpPr>
          <p:nvPr>
            <p:ph sz="half" idx="2"/>
          </p:nvPr>
        </p:nvSpPr>
        <p:spPr>
          <a:xfrm>
            <a:off x="6314400" y="2367815"/>
            <a:ext cx="5181600" cy="3809148"/>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numéro de diapositive 7">
            <a:extLst>
              <a:ext uri="{FF2B5EF4-FFF2-40B4-BE49-F238E27FC236}">
                <a16:creationId xmlns:a16="http://schemas.microsoft.com/office/drawing/2014/main" id="{CDC8B1F5-E1BD-4E14-DA3A-2EF54CC6214A}"/>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0" name="Espace réservé du texte 8">
            <a:extLst>
              <a:ext uri="{FF2B5EF4-FFF2-40B4-BE49-F238E27FC236}">
                <a16:creationId xmlns:a16="http://schemas.microsoft.com/office/drawing/2014/main" id="{1DE855B1-5A35-08E5-98D3-ED32C81BDE1A}"/>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170546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ndard - 2 columns with subititle">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61974711-9403-92F6-12EF-503A2E308CD5}"/>
              </a:ext>
            </a:extLst>
          </p:cNvPr>
          <p:cNvSpPr>
            <a:spLocks noGrp="1"/>
          </p:cNvSpPr>
          <p:nvPr>
            <p:ph type="body" idx="1"/>
          </p:nvPr>
        </p:nvSpPr>
        <p:spPr>
          <a:xfrm>
            <a:off x="696000" y="2349500"/>
            <a:ext cx="5157787" cy="7498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4" name="Espace réservé du contenu 3">
            <a:extLst>
              <a:ext uri="{FF2B5EF4-FFF2-40B4-BE49-F238E27FC236}">
                <a16:creationId xmlns:a16="http://schemas.microsoft.com/office/drawing/2014/main" id="{A34F213E-09F7-35B7-88BA-576C94FDE280}"/>
              </a:ext>
            </a:extLst>
          </p:cNvPr>
          <p:cNvSpPr>
            <a:spLocks noGrp="1"/>
          </p:cNvSpPr>
          <p:nvPr>
            <p:ph sz="half" idx="2"/>
          </p:nvPr>
        </p:nvSpPr>
        <p:spPr>
          <a:xfrm>
            <a:off x="696000" y="3173412"/>
            <a:ext cx="5157787" cy="302525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6AA51D94-60B1-4CBC-7E97-DF6281EC4D26}"/>
              </a:ext>
            </a:extLst>
          </p:cNvPr>
          <p:cNvSpPr>
            <a:spLocks noGrp="1"/>
          </p:cNvSpPr>
          <p:nvPr>
            <p:ph type="body" sz="quarter" idx="3"/>
          </p:nvPr>
        </p:nvSpPr>
        <p:spPr>
          <a:xfrm>
            <a:off x="6312812" y="2349500"/>
            <a:ext cx="5183188" cy="7498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2A863FD-66DD-83A5-0EB4-E2DA2A2C26F3}"/>
              </a:ext>
            </a:extLst>
          </p:cNvPr>
          <p:cNvSpPr>
            <a:spLocks noGrp="1"/>
          </p:cNvSpPr>
          <p:nvPr>
            <p:ph sz="quarter" idx="4"/>
          </p:nvPr>
        </p:nvSpPr>
        <p:spPr>
          <a:xfrm>
            <a:off x="6312812" y="3173412"/>
            <a:ext cx="5183188" cy="3025257"/>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1" name="Espace réservé du numéro de diapositive 10">
            <a:extLst>
              <a:ext uri="{FF2B5EF4-FFF2-40B4-BE49-F238E27FC236}">
                <a16:creationId xmlns:a16="http://schemas.microsoft.com/office/drawing/2014/main" id="{954DF801-D208-5420-D8DF-1DFEE267AFE2}"/>
              </a:ext>
            </a:extLst>
          </p:cNvPr>
          <p:cNvSpPr>
            <a:spLocks noGrp="1"/>
          </p:cNvSpPr>
          <p:nvPr>
            <p:ph type="sldNum" sz="quarter" idx="14"/>
          </p:nvPr>
        </p:nvSpPr>
        <p:spPr/>
        <p:txBody>
          <a:bodyPr/>
          <a:lstStyle/>
          <a:p>
            <a:fld id="{262175C0-8CD5-419A-A749-8C17692C9EAC}" type="slidenum">
              <a:rPr lang="en-US" smtClean="0"/>
              <a:t>‹N°›</a:t>
            </a:fld>
            <a:endParaRPr lang="en-US"/>
          </a:p>
        </p:txBody>
      </p:sp>
      <p:sp>
        <p:nvSpPr>
          <p:cNvPr id="12" name="Titre 11">
            <a:extLst>
              <a:ext uri="{FF2B5EF4-FFF2-40B4-BE49-F238E27FC236}">
                <a16:creationId xmlns:a16="http://schemas.microsoft.com/office/drawing/2014/main" id="{CD869FB1-939C-8AFA-5854-E607A22084D4}"/>
              </a:ext>
            </a:extLst>
          </p:cNvPr>
          <p:cNvSpPr>
            <a:spLocks noGrp="1"/>
          </p:cNvSpPr>
          <p:nvPr>
            <p:ph type="title"/>
          </p:nvPr>
        </p:nvSpPr>
        <p:spPr/>
        <p:txBody>
          <a:bodyPr/>
          <a:lstStyle/>
          <a:p>
            <a:r>
              <a:rPr lang="fr-FR"/>
              <a:t>Modifiez le style du titre</a:t>
            </a:r>
            <a:endParaRPr lang="en-US"/>
          </a:p>
        </p:txBody>
      </p:sp>
      <p:sp>
        <p:nvSpPr>
          <p:cNvPr id="13" name="Espace réservé du texte 8">
            <a:extLst>
              <a:ext uri="{FF2B5EF4-FFF2-40B4-BE49-F238E27FC236}">
                <a16:creationId xmlns:a16="http://schemas.microsoft.com/office/drawing/2014/main" id="{4AF522F6-B8F3-AE1B-5E41-3AAE350DDBB1}"/>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3593939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 3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696000" y="2453364"/>
            <a:ext cx="324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696000" y="3201049"/>
            <a:ext cx="3240000" cy="2906064"/>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12">
            <a:extLst>
              <a:ext uri="{FF2B5EF4-FFF2-40B4-BE49-F238E27FC236}">
                <a16:creationId xmlns:a16="http://schemas.microsoft.com/office/drawing/2014/main" id="{83139CF2-974A-31EB-49AB-8B8C82F82A16}"/>
              </a:ext>
            </a:extLst>
          </p:cNvPr>
          <p:cNvSpPr>
            <a:spLocks noGrp="1"/>
          </p:cNvSpPr>
          <p:nvPr>
            <p:ph type="body" sz="quarter" idx="17" hasCustomPrompt="1"/>
          </p:nvPr>
        </p:nvSpPr>
        <p:spPr>
          <a:xfrm>
            <a:off x="8256002" y="2453364"/>
            <a:ext cx="324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5" name="Espace réservé du texte 12">
            <a:extLst>
              <a:ext uri="{FF2B5EF4-FFF2-40B4-BE49-F238E27FC236}">
                <a16:creationId xmlns:a16="http://schemas.microsoft.com/office/drawing/2014/main" id="{B03C5E25-23B2-0890-1BF2-5B36F7477A5B}"/>
              </a:ext>
            </a:extLst>
          </p:cNvPr>
          <p:cNvSpPr>
            <a:spLocks noGrp="1"/>
          </p:cNvSpPr>
          <p:nvPr>
            <p:ph type="body" sz="quarter" idx="18" hasCustomPrompt="1"/>
          </p:nvPr>
        </p:nvSpPr>
        <p:spPr>
          <a:xfrm>
            <a:off x="8256002" y="3201049"/>
            <a:ext cx="3240000" cy="2906064"/>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6" name="Espace réservé du texte 12">
            <a:extLst>
              <a:ext uri="{FF2B5EF4-FFF2-40B4-BE49-F238E27FC236}">
                <a16:creationId xmlns:a16="http://schemas.microsoft.com/office/drawing/2014/main" id="{7548B3A6-9E2D-BFCB-BC90-840786B67CCF}"/>
              </a:ext>
            </a:extLst>
          </p:cNvPr>
          <p:cNvSpPr>
            <a:spLocks noGrp="1"/>
          </p:cNvSpPr>
          <p:nvPr>
            <p:ph type="body" sz="quarter" idx="19" hasCustomPrompt="1"/>
          </p:nvPr>
        </p:nvSpPr>
        <p:spPr>
          <a:xfrm>
            <a:off x="4476000" y="2453364"/>
            <a:ext cx="324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7" name="Espace réservé du texte 12">
            <a:extLst>
              <a:ext uri="{FF2B5EF4-FFF2-40B4-BE49-F238E27FC236}">
                <a16:creationId xmlns:a16="http://schemas.microsoft.com/office/drawing/2014/main" id="{CB963D4B-B258-4FE0-FDD7-4219988CDD99}"/>
              </a:ext>
            </a:extLst>
          </p:cNvPr>
          <p:cNvSpPr>
            <a:spLocks noGrp="1"/>
          </p:cNvSpPr>
          <p:nvPr>
            <p:ph type="body" sz="quarter" idx="20" hasCustomPrompt="1"/>
          </p:nvPr>
        </p:nvSpPr>
        <p:spPr>
          <a:xfrm>
            <a:off x="4476000" y="3201049"/>
            <a:ext cx="3240000" cy="2906064"/>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4275223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ndard - Title only">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E2236D-4ACA-4597-B214-70D7B222F84E}"/>
              </a:ext>
            </a:extLst>
          </p:cNvPr>
          <p:cNvSpPr>
            <a:spLocks noGrp="1"/>
          </p:cNvSpPr>
          <p:nvPr>
            <p:ph type="title"/>
          </p:nvPr>
        </p:nvSpPr>
        <p:spPr/>
        <p:txBody>
          <a:bodyPr/>
          <a:lstStyle/>
          <a:p>
            <a:r>
              <a:rPr lang="fr-FR"/>
              <a:t>Modifiez le style du titre</a:t>
            </a:r>
            <a:endParaRPr lang="en-US"/>
          </a:p>
        </p:txBody>
      </p:sp>
      <p:sp>
        <p:nvSpPr>
          <p:cNvPr id="8" name="Espace réservé du texte 8">
            <a:extLst>
              <a:ext uri="{FF2B5EF4-FFF2-40B4-BE49-F238E27FC236}">
                <a16:creationId xmlns:a16="http://schemas.microsoft.com/office/drawing/2014/main" id="{EDD9CE1F-96E5-6B04-AEB8-B23A7ABCF237}"/>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3" name="Espace réservé du numéro de diapositive 2">
            <a:extLst>
              <a:ext uri="{FF2B5EF4-FFF2-40B4-BE49-F238E27FC236}">
                <a16:creationId xmlns:a16="http://schemas.microsoft.com/office/drawing/2014/main" id="{7259B92D-9B86-0989-C0BD-29D806D50464}"/>
              </a:ext>
            </a:extLst>
          </p:cNvPr>
          <p:cNvSpPr>
            <a:spLocks noGrp="1"/>
          </p:cNvSpPr>
          <p:nvPr>
            <p:ph type="sldNum" sz="quarter" idx="14"/>
          </p:nvPr>
        </p:nvSpPr>
        <p:spPr/>
        <p:txBody>
          <a:bodyPr/>
          <a:lstStyle/>
          <a:p>
            <a:fld id="{262175C0-8CD5-419A-A749-8C17692C9EAC}" type="slidenum">
              <a:rPr lang="en-US" smtClean="0"/>
              <a:pPr/>
              <a:t>‹N°›</a:t>
            </a:fld>
            <a:endParaRPr lang="en-US" sz="1000"/>
          </a:p>
        </p:txBody>
      </p:sp>
    </p:spTree>
    <p:extLst>
      <p:ext uri="{BB962C8B-B14F-4D97-AF65-F5344CB8AC3E}">
        <p14:creationId xmlns:p14="http://schemas.microsoft.com/office/powerpoint/2010/main" val="3989711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andard - Title only - Wi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E2236D-4ACA-4597-B214-70D7B222F84E}"/>
              </a:ext>
            </a:extLst>
          </p:cNvPr>
          <p:cNvSpPr>
            <a:spLocks noGrp="1"/>
          </p:cNvSpPr>
          <p:nvPr>
            <p:ph type="title"/>
          </p:nvPr>
        </p:nvSpPr>
        <p:spPr>
          <a:xfrm>
            <a:off x="4527612" y="543295"/>
            <a:ext cx="6968388" cy="847184"/>
          </a:xfrm>
        </p:spPr>
        <p:txBody>
          <a:bodyPr/>
          <a:lstStyle/>
          <a:p>
            <a:r>
              <a:rPr lang="fr-FR"/>
              <a:t>Modifiez le style du titre</a:t>
            </a:r>
            <a:endParaRPr lang="en-US"/>
          </a:p>
        </p:txBody>
      </p:sp>
      <p:sp>
        <p:nvSpPr>
          <p:cNvPr id="7" name="Espace réservé du numéro de diapositive 6">
            <a:extLst>
              <a:ext uri="{FF2B5EF4-FFF2-40B4-BE49-F238E27FC236}">
                <a16:creationId xmlns:a16="http://schemas.microsoft.com/office/drawing/2014/main" id="{4DD28049-69C0-8EB6-1C6D-5D5E290E7D1C}"/>
              </a:ext>
            </a:extLst>
          </p:cNvPr>
          <p:cNvSpPr>
            <a:spLocks noGrp="1"/>
          </p:cNvSpPr>
          <p:nvPr>
            <p:ph type="sldNum" sz="quarter" idx="14"/>
          </p:nvPr>
        </p:nvSpPr>
        <p:spPr/>
        <p:txBody>
          <a:bodyPr/>
          <a:lstStyle/>
          <a:p>
            <a:fld id="{262175C0-8CD5-419A-A749-8C17692C9EAC}" type="slidenum">
              <a:rPr lang="en-US" smtClean="0"/>
              <a:t>‹N°›</a:t>
            </a:fld>
            <a:endParaRPr lang="en-US"/>
          </a:p>
        </p:txBody>
      </p:sp>
      <p:sp>
        <p:nvSpPr>
          <p:cNvPr id="8" name="Espace réservé du texte 8">
            <a:extLst>
              <a:ext uri="{FF2B5EF4-FFF2-40B4-BE49-F238E27FC236}">
                <a16:creationId xmlns:a16="http://schemas.microsoft.com/office/drawing/2014/main" id="{EDD9CE1F-96E5-6B04-AEB8-B23A7ABCF237}"/>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2571627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tandard - Empty">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53371D3-1C36-F9E0-F047-86153E99500D}"/>
              </a:ext>
            </a:extLst>
          </p:cNvPr>
          <p:cNvSpPr>
            <a:spLocks noGrp="1"/>
          </p:cNvSpPr>
          <p:nvPr>
            <p:ph type="sldNum" sz="quarter" idx="10"/>
          </p:nvPr>
        </p:nvSpPr>
        <p:spPr/>
        <p:txBody>
          <a:bodyPr/>
          <a:lstStyle/>
          <a:p>
            <a:fld id="{262175C0-8CD5-419A-A749-8C17692C9EAC}" type="slidenum">
              <a:rPr lang="en-US" smtClean="0"/>
              <a:pPr/>
              <a:t>‹N°›</a:t>
            </a:fld>
            <a:endParaRPr lang="en-US" sz="1000"/>
          </a:p>
        </p:txBody>
      </p:sp>
    </p:spTree>
    <p:extLst>
      <p:ext uri="{BB962C8B-B14F-4D97-AF65-F5344CB8AC3E}">
        <p14:creationId xmlns:p14="http://schemas.microsoft.com/office/powerpoint/2010/main" val="190353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tandard - 1/3 2/3 columns ">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5B5106-96D0-721F-6A54-FACD6352636B}"/>
              </a:ext>
            </a:extLst>
          </p:cNvPr>
          <p:cNvSpPr>
            <a:spLocks noGrp="1"/>
          </p:cNvSpPr>
          <p:nvPr>
            <p:ph type="title"/>
          </p:nvPr>
        </p:nvSpPr>
        <p:spPr>
          <a:xfrm>
            <a:off x="696000" y="1347536"/>
            <a:ext cx="3932237" cy="1087656"/>
          </a:xfrm>
        </p:spPr>
        <p:txBody>
          <a:bodyPr anchor="b"/>
          <a:lstStyle>
            <a:lvl1pPr>
              <a:defRPr sz="3200"/>
            </a:lvl1pPr>
          </a:lstStyle>
          <a:p>
            <a:r>
              <a:rPr lang="fr-FR" dirty="0"/>
              <a:t>Modifiez le style du titre</a:t>
            </a:r>
            <a:endParaRPr lang="en-US" dirty="0"/>
          </a:p>
        </p:txBody>
      </p:sp>
      <p:sp>
        <p:nvSpPr>
          <p:cNvPr id="3" name="Espace réservé du contenu 2">
            <a:extLst>
              <a:ext uri="{FF2B5EF4-FFF2-40B4-BE49-F238E27FC236}">
                <a16:creationId xmlns:a16="http://schemas.microsoft.com/office/drawing/2014/main" id="{58A72B70-3046-0512-58ED-00C8250C84D7}"/>
              </a:ext>
            </a:extLst>
          </p:cNvPr>
          <p:cNvSpPr>
            <a:spLocks noGrp="1"/>
          </p:cNvSpPr>
          <p:nvPr>
            <p:ph idx="1"/>
          </p:nvPr>
        </p:nvSpPr>
        <p:spPr>
          <a:xfrm>
            <a:off x="5323800" y="1347535"/>
            <a:ext cx="6172200" cy="478375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a:extLst>
              <a:ext uri="{FF2B5EF4-FFF2-40B4-BE49-F238E27FC236}">
                <a16:creationId xmlns:a16="http://schemas.microsoft.com/office/drawing/2014/main" id="{897D936D-447D-5E74-300E-82305D7FB8B7}"/>
              </a:ext>
            </a:extLst>
          </p:cNvPr>
          <p:cNvSpPr>
            <a:spLocks noGrp="1"/>
          </p:cNvSpPr>
          <p:nvPr>
            <p:ph type="body" sz="half" idx="2"/>
          </p:nvPr>
        </p:nvSpPr>
        <p:spPr>
          <a:xfrm>
            <a:off x="696000" y="2589196"/>
            <a:ext cx="3932237" cy="351791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dirty="0"/>
              <a:t>Cliquez pour modifier les styles du texte du masque</a:t>
            </a:r>
          </a:p>
        </p:txBody>
      </p:sp>
      <p:sp>
        <p:nvSpPr>
          <p:cNvPr id="8" name="Espace réservé du numéro de diapositive 7">
            <a:extLst>
              <a:ext uri="{FF2B5EF4-FFF2-40B4-BE49-F238E27FC236}">
                <a16:creationId xmlns:a16="http://schemas.microsoft.com/office/drawing/2014/main" id="{F9897BF8-57B3-ABE9-8B1B-8540DADA9CB5}"/>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2" name="Espace réservé du texte 8">
            <a:extLst>
              <a:ext uri="{FF2B5EF4-FFF2-40B4-BE49-F238E27FC236}">
                <a16:creationId xmlns:a16="http://schemas.microsoft.com/office/drawing/2014/main" id="{B6703056-B8A3-DD4E-4EC6-3128085FEFD9}"/>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1194090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tandard -  2/3 1/3 columns ">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8A72B70-3046-0512-58ED-00C8250C84D7}"/>
              </a:ext>
            </a:extLst>
          </p:cNvPr>
          <p:cNvSpPr>
            <a:spLocks noGrp="1"/>
          </p:cNvSpPr>
          <p:nvPr>
            <p:ph idx="1"/>
          </p:nvPr>
        </p:nvSpPr>
        <p:spPr>
          <a:xfrm>
            <a:off x="696000" y="2369399"/>
            <a:ext cx="6172200" cy="376189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numéro de diapositive 7">
            <a:extLst>
              <a:ext uri="{FF2B5EF4-FFF2-40B4-BE49-F238E27FC236}">
                <a16:creationId xmlns:a16="http://schemas.microsoft.com/office/drawing/2014/main" id="{F9897BF8-57B3-ABE9-8B1B-8540DADA9CB5}"/>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2" name="Espace réservé du texte 8">
            <a:extLst>
              <a:ext uri="{FF2B5EF4-FFF2-40B4-BE49-F238E27FC236}">
                <a16:creationId xmlns:a16="http://schemas.microsoft.com/office/drawing/2014/main" id="{B6703056-B8A3-DD4E-4EC6-3128085FEFD9}"/>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5" name="Titre 4">
            <a:extLst>
              <a:ext uri="{FF2B5EF4-FFF2-40B4-BE49-F238E27FC236}">
                <a16:creationId xmlns:a16="http://schemas.microsoft.com/office/drawing/2014/main" id="{D12B56A3-7CEA-97A1-351C-A111D9CABE57}"/>
              </a:ext>
            </a:extLst>
          </p:cNvPr>
          <p:cNvSpPr>
            <a:spLocks noGrp="1"/>
          </p:cNvSpPr>
          <p:nvPr>
            <p:ph type="title"/>
          </p:nvPr>
        </p:nvSpPr>
        <p:spPr/>
        <p:txBody>
          <a:bodyPr/>
          <a:lstStyle/>
          <a:p>
            <a:r>
              <a:rPr lang="fr-FR"/>
              <a:t>Modifiez le style du titre</a:t>
            </a:r>
            <a:endParaRPr lang="en-US"/>
          </a:p>
        </p:txBody>
      </p:sp>
      <p:sp>
        <p:nvSpPr>
          <p:cNvPr id="6" name="Espace réservé du contenu 2">
            <a:extLst>
              <a:ext uri="{FF2B5EF4-FFF2-40B4-BE49-F238E27FC236}">
                <a16:creationId xmlns:a16="http://schemas.microsoft.com/office/drawing/2014/main" id="{D8A1E075-1888-68D1-DE4F-00C71324BF81}"/>
              </a:ext>
            </a:extLst>
          </p:cNvPr>
          <p:cNvSpPr>
            <a:spLocks noGrp="1"/>
          </p:cNvSpPr>
          <p:nvPr>
            <p:ph idx="14"/>
          </p:nvPr>
        </p:nvSpPr>
        <p:spPr>
          <a:xfrm>
            <a:off x="7155402" y="2369399"/>
            <a:ext cx="4340598" cy="376189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773437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oxed - 2 columns ">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2408902"/>
            <a:ext cx="52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6000" y="3363180"/>
            <a:ext cx="4856206"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4110865"/>
            <a:ext cx="4856206"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Shape 13">
            <a:extLst>
              <a:ext uri="{FF2B5EF4-FFF2-40B4-BE49-F238E27FC236}">
                <a16:creationId xmlns:a16="http://schemas.microsoft.com/office/drawing/2014/main" id="{A1EFEE6E-F767-24F8-8F7F-15FBD909A105}"/>
              </a:ext>
            </a:extLst>
          </p:cNvPr>
          <p:cNvSpPr/>
          <p:nvPr userDrawn="1"/>
        </p:nvSpPr>
        <p:spPr>
          <a:xfrm>
            <a:off x="6276000" y="2408902"/>
            <a:ext cx="52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5" name="Espace réservé du texte 3">
            <a:extLst>
              <a:ext uri="{FF2B5EF4-FFF2-40B4-BE49-F238E27FC236}">
                <a16:creationId xmlns:a16="http://schemas.microsoft.com/office/drawing/2014/main" id="{5F0832A9-D9C2-C7AF-1F98-C680FB30CC39}"/>
              </a:ext>
            </a:extLst>
          </p:cNvPr>
          <p:cNvSpPr>
            <a:spLocks noGrp="1"/>
          </p:cNvSpPr>
          <p:nvPr>
            <p:ph type="body" sz="quarter" idx="17" hasCustomPrompt="1"/>
          </p:nvPr>
        </p:nvSpPr>
        <p:spPr>
          <a:xfrm>
            <a:off x="645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6" name="Espace réservé du texte 12">
            <a:extLst>
              <a:ext uri="{FF2B5EF4-FFF2-40B4-BE49-F238E27FC236}">
                <a16:creationId xmlns:a16="http://schemas.microsoft.com/office/drawing/2014/main" id="{69077FA6-772E-44A4-8485-04197043C4E8}"/>
              </a:ext>
            </a:extLst>
          </p:cNvPr>
          <p:cNvSpPr>
            <a:spLocks noGrp="1"/>
          </p:cNvSpPr>
          <p:nvPr>
            <p:ph type="body" sz="quarter" idx="18" hasCustomPrompt="1"/>
          </p:nvPr>
        </p:nvSpPr>
        <p:spPr>
          <a:xfrm>
            <a:off x="6456000" y="3363180"/>
            <a:ext cx="4856206"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7" name="Espace réservé du texte 12">
            <a:extLst>
              <a:ext uri="{FF2B5EF4-FFF2-40B4-BE49-F238E27FC236}">
                <a16:creationId xmlns:a16="http://schemas.microsoft.com/office/drawing/2014/main" id="{1ED7B6C0-DB8C-C4B9-4826-633BCF30F2A9}"/>
              </a:ext>
            </a:extLst>
          </p:cNvPr>
          <p:cNvSpPr>
            <a:spLocks noGrp="1"/>
          </p:cNvSpPr>
          <p:nvPr>
            <p:ph type="body" sz="quarter" idx="19" hasCustomPrompt="1"/>
          </p:nvPr>
        </p:nvSpPr>
        <p:spPr>
          <a:xfrm>
            <a:off x="6456000" y="4110865"/>
            <a:ext cx="4856206"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20094735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oxed - 2 columns with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3205316"/>
            <a:ext cx="52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5999" y="4047408"/>
            <a:ext cx="4885703"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5999" y="4709652"/>
            <a:ext cx="4885703" cy="1366566"/>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12">
            <a:extLst>
              <a:ext uri="{FF2B5EF4-FFF2-40B4-BE49-F238E27FC236}">
                <a16:creationId xmlns:a16="http://schemas.microsoft.com/office/drawing/2014/main" id="{F3EE431A-625F-3E1C-71DA-4ED79C3044B0}"/>
              </a:ext>
            </a:extLst>
          </p:cNvPr>
          <p:cNvSpPr>
            <a:spLocks noGrp="1"/>
          </p:cNvSpPr>
          <p:nvPr>
            <p:ph type="body" sz="quarter" idx="23" hasCustomPrompt="1"/>
          </p:nvPr>
        </p:nvSpPr>
        <p:spPr>
          <a:xfrm>
            <a:off x="695999" y="2298256"/>
            <a:ext cx="10799999" cy="83352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5" name="Shape 13">
            <a:extLst>
              <a:ext uri="{FF2B5EF4-FFF2-40B4-BE49-F238E27FC236}">
                <a16:creationId xmlns:a16="http://schemas.microsoft.com/office/drawing/2014/main" id="{F26CACFC-8458-9A84-B792-8A6CE8DA6F3E}"/>
              </a:ext>
            </a:extLst>
          </p:cNvPr>
          <p:cNvSpPr/>
          <p:nvPr userDrawn="1"/>
        </p:nvSpPr>
        <p:spPr>
          <a:xfrm>
            <a:off x="6276002" y="3205316"/>
            <a:ext cx="52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6" name="Espace réservé du texte 3">
            <a:extLst>
              <a:ext uri="{FF2B5EF4-FFF2-40B4-BE49-F238E27FC236}">
                <a16:creationId xmlns:a16="http://schemas.microsoft.com/office/drawing/2014/main" id="{2D07576F-74A7-CD7A-559C-695E743DDF79}"/>
              </a:ext>
            </a:extLst>
          </p:cNvPr>
          <p:cNvSpPr>
            <a:spLocks noGrp="1"/>
          </p:cNvSpPr>
          <p:nvPr>
            <p:ph type="body" sz="quarter" idx="24" hasCustomPrompt="1"/>
          </p:nvPr>
        </p:nvSpPr>
        <p:spPr>
          <a:xfrm>
            <a:off x="6456002"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7" name="Espace réservé du texte 12">
            <a:extLst>
              <a:ext uri="{FF2B5EF4-FFF2-40B4-BE49-F238E27FC236}">
                <a16:creationId xmlns:a16="http://schemas.microsoft.com/office/drawing/2014/main" id="{F58F38D0-3F0B-6A87-EAA2-A818E79EAC4E}"/>
              </a:ext>
            </a:extLst>
          </p:cNvPr>
          <p:cNvSpPr>
            <a:spLocks noGrp="1"/>
          </p:cNvSpPr>
          <p:nvPr>
            <p:ph type="body" sz="quarter" idx="25" hasCustomPrompt="1"/>
          </p:nvPr>
        </p:nvSpPr>
        <p:spPr>
          <a:xfrm>
            <a:off x="6456001" y="4047408"/>
            <a:ext cx="4885703"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8" name="Espace réservé du texte 12">
            <a:extLst>
              <a:ext uri="{FF2B5EF4-FFF2-40B4-BE49-F238E27FC236}">
                <a16:creationId xmlns:a16="http://schemas.microsoft.com/office/drawing/2014/main" id="{DF699DA6-5E7B-6C3B-C637-C66EF8BD8989}"/>
              </a:ext>
            </a:extLst>
          </p:cNvPr>
          <p:cNvSpPr>
            <a:spLocks noGrp="1"/>
          </p:cNvSpPr>
          <p:nvPr>
            <p:ph type="body" sz="quarter" idx="26" hasCustomPrompt="1"/>
          </p:nvPr>
        </p:nvSpPr>
        <p:spPr>
          <a:xfrm>
            <a:off x="6456001" y="4709652"/>
            <a:ext cx="4885703" cy="1366566"/>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33639985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oxed - 3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2408902"/>
            <a:ext cx="34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6000" y="3363180"/>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4110865"/>
            <a:ext cx="3060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13" name="Shape 13">
            <a:extLst>
              <a:ext uri="{FF2B5EF4-FFF2-40B4-BE49-F238E27FC236}">
                <a16:creationId xmlns:a16="http://schemas.microsoft.com/office/drawing/2014/main" id="{E283F77C-1591-CCFF-7150-E02410ED113C}"/>
              </a:ext>
            </a:extLst>
          </p:cNvPr>
          <p:cNvSpPr/>
          <p:nvPr userDrawn="1"/>
        </p:nvSpPr>
        <p:spPr>
          <a:xfrm>
            <a:off x="8076000" y="2408902"/>
            <a:ext cx="34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4" name="Espace réservé du texte 3">
            <a:extLst>
              <a:ext uri="{FF2B5EF4-FFF2-40B4-BE49-F238E27FC236}">
                <a16:creationId xmlns:a16="http://schemas.microsoft.com/office/drawing/2014/main" id="{4D39D517-962E-48D0-A425-2A281E441ECF}"/>
              </a:ext>
            </a:extLst>
          </p:cNvPr>
          <p:cNvSpPr>
            <a:spLocks noGrp="1"/>
          </p:cNvSpPr>
          <p:nvPr>
            <p:ph type="body" sz="quarter" idx="17" hasCustomPrompt="1"/>
          </p:nvPr>
        </p:nvSpPr>
        <p:spPr>
          <a:xfrm>
            <a:off x="825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5" name="Espace réservé du texte 12">
            <a:extLst>
              <a:ext uri="{FF2B5EF4-FFF2-40B4-BE49-F238E27FC236}">
                <a16:creationId xmlns:a16="http://schemas.microsoft.com/office/drawing/2014/main" id="{14741A0C-91C7-BFF5-8AF2-5B9D5BDCA2F9}"/>
              </a:ext>
            </a:extLst>
          </p:cNvPr>
          <p:cNvSpPr>
            <a:spLocks noGrp="1"/>
          </p:cNvSpPr>
          <p:nvPr>
            <p:ph type="body" sz="quarter" idx="18" hasCustomPrompt="1"/>
          </p:nvPr>
        </p:nvSpPr>
        <p:spPr>
          <a:xfrm>
            <a:off x="8256000" y="3363180"/>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6" name="Espace réservé du texte 12">
            <a:extLst>
              <a:ext uri="{FF2B5EF4-FFF2-40B4-BE49-F238E27FC236}">
                <a16:creationId xmlns:a16="http://schemas.microsoft.com/office/drawing/2014/main" id="{EA7EA455-ADB9-01C8-3588-826FA6176E24}"/>
              </a:ext>
            </a:extLst>
          </p:cNvPr>
          <p:cNvSpPr>
            <a:spLocks noGrp="1"/>
          </p:cNvSpPr>
          <p:nvPr>
            <p:ph type="body" sz="quarter" idx="19" hasCustomPrompt="1"/>
          </p:nvPr>
        </p:nvSpPr>
        <p:spPr>
          <a:xfrm>
            <a:off x="8256000" y="4110865"/>
            <a:ext cx="3060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17" name="Shape 13">
            <a:extLst>
              <a:ext uri="{FF2B5EF4-FFF2-40B4-BE49-F238E27FC236}">
                <a16:creationId xmlns:a16="http://schemas.microsoft.com/office/drawing/2014/main" id="{1CD1FEDA-5B1E-C9A6-90B1-02624C640FD9}"/>
              </a:ext>
            </a:extLst>
          </p:cNvPr>
          <p:cNvSpPr/>
          <p:nvPr userDrawn="1"/>
        </p:nvSpPr>
        <p:spPr>
          <a:xfrm>
            <a:off x="4386000" y="2408902"/>
            <a:ext cx="34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8" name="Espace réservé du texte 3">
            <a:extLst>
              <a:ext uri="{FF2B5EF4-FFF2-40B4-BE49-F238E27FC236}">
                <a16:creationId xmlns:a16="http://schemas.microsoft.com/office/drawing/2014/main" id="{55C85639-51CA-B6C5-9D2F-2C07745FBFF1}"/>
              </a:ext>
            </a:extLst>
          </p:cNvPr>
          <p:cNvSpPr>
            <a:spLocks noGrp="1"/>
          </p:cNvSpPr>
          <p:nvPr>
            <p:ph type="body" sz="quarter" idx="20" hasCustomPrompt="1"/>
          </p:nvPr>
        </p:nvSpPr>
        <p:spPr>
          <a:xfrm>
            <a:off x="456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9" name="Espace réservé du texte 12">
            <a:extLst>
              <a:ext uri="{FF2B5EF4-FFF2-40B4-BE49-F238E27FC236}">
                <a16:creationId xmlns:a16="http://schemas.microsoft.com/office/drawing/2014/main" id="{78F30498-141D-8F10-1160-D112F5860694}"/>
              </a:ext>
            </a:extLst>
          </p:cNvPr>
          <p:cNvSpPr>
            <a:spLocks noGrp="1"/>
          </p:cNvSpPr>
          <p:nvPr>
            <p:ph type="body" sz="quarter" idx="21" hasCustomPrompt="1"/>
          </p:nvPr>
        </p:nvSpPr>
        <p:spPr>
          <a:xfrm>
            <a:off x="4566000" y="3363180"/>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0" name="Espace réservé du texte 12">
            <a:extLst>
              <a:ext uri="{FF2B5EF4-FFF2-40B4-BE49-F238E27FC236}">
                <a16:creationId xmlns:a16="http://schemas.microsoft.com/office/drawing/2014/main" id="{8C7FB839-16A5-C363-23A4-EFCB2B912F39}"/>
              </a:ext>
            </a:extLst>
          </p:cNvPr>
          <p:cNvSpPr>
            <a:spLocks noGrp="1"/>
          </p:cNvSpPr>
          <p:nvPr>
            <p:ph type="body" sz="quarter" idx="22" hasCustomPrompt="1"/>
          </p:nvPr>
        </p:nvSpPr>
        <p:spPr>
          <a:xfrm>
            <a:off x="4566000" y="4110865"/>
            <a:ext cx="3060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16756276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oxed - 3 columns with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3205316"/>
            <a:ext cx="34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6000" y="4047408"/>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4709652"/>
            <a:ext cx="3060000" cy="1366566"/>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13" name="Shape 13">
            <a:extLst>
              <a:ext uri="{FF2B5EF4-FFF2-40B4-BE49-F238E27FC236}">
                <a16:creationId xmlns:a16="http://schemas.microsoft.com/office/drawing/2014/main" id="{E283F77C-1591-CCFF-7150-E02410ED113C}"/>
              </a:ext>
            </a:extLst>
          </p:cNvPr>
          <p:cNvSpPr/>
          <p:nvPr userDrawn="1"/>
        </p:nvSpPr>
        <p:spPr>
          <a:xfrm>
            <a:off x="8076000" y="3205316"/>
            <a:ext cx="34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4" name="Espace réservé du texte 3">
            <a:extLst>
              <a:ext uri="{FF2B5EF4-FFF2-40B4-BE49-F238E27FC236}">
                <a16:creationId xmlns:a16="http://schemas.microsoft.com/office/drawing/2014/main" id="{4D39D517-962E-48D0-A425-2A281E441ECF}"/>
              </a:ext>
            </a:extLst>
          </p:cNvPr>
          <p:cNvSpPr>
            <a:spLocks noGrp="1"/>
          </p:cNvSpPr>
          <p:nvPr>
            <p:ph type="body" sz="quarter" idx="17" hasCustomPrompt="1"/>
          </p:nvPr>
        </p:nvSpPr>
        <p:spPr>
          <a:xfrm>
            <a:off x="82560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5" name="Espace réservé du texte 12">
            <a:extLst>
              <a:ext uri="{FF2B5EF4-FFF2-40B4-BE49-F238E27FC236}">
                <a16:creationId xmlns:a16="http://schemas.microsoft.com/office/drawing/2014/main" id="{14741A0C-91C7-BFF5-8AF2-5B9D5BDCA2F9}"/>
              </a:ext>
            </a:extLst>
          </p:cNvPr>
          <p:cNvSpPr>
            <a:spLocks noGrp="1"/>
          </p:cNvSpPr>
          <p:nvPr>
            <p:ph type="body" sz="quarter" idx="18" hasCustomPrompt="1"/>
          </p:nvPr>
        </p:nvSpPr>
        <p:spPr>
          <a:xfrm>
            <a:off x="8256000" y="4047408"/>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6" name="Espace réservé du texte 12">
            <a:extLst>
              <a:ext uri="{FF2B5EF4-FFF2-40B4-BE49-F238E27FC236}">
                <a16:creationId xmlns:a16="http://schemas.microsoft.com/office/drawing/2014/main" id="{EA7EA455-ADB9-01C8-3588-826FA6176E24}"/>
              </a:ext>
            </a:extLst>
          </p:cNvPr>
          <p:cNvSpPr>
            <a:spLocks noGrp="1"/>
          </p:cNvSpPr>
          <p:nvPr>
            <p:ph type="body" sz="quarter" idx="19" hasCustomPrompt="1"/>
          </p:nvPr>
        </p:nvSpPr>
        <p:spPr>
          <a:xfrm>
            <a:off x="8256000" y="4709652"/>
            <a:ext cx="3060000" cy="1366566"/>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17" name="Shape 13">
            <a:extLst>
              <a:ext uri="{FF2B5EF4-FFF2-40B4-BE49-F238E27FC236}">
                <a16:creationId xmlns:a16="http://schemas.microsoft.com/office/drawing/2014/main" id="{1CD1FEDA-5B1E-C9A6-90B1-02624C640FD9}"/>
              </a:ext>
            </a:extLst>
          </p:cNvPr>
          <p:cNvSpPr/>
          <p:nvPr userDrawn="1"/>
        </p:nvSpPr>
        <p:spPr>
          <a:xfrm>
            <a:off x="4386000" y="3205316"/>
            <a:ext cx="34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8" name="Espace réservé du texte 3">
            <a:extLst>
              <a:ext uri="{FF2B5EF4-FFF2-40B4-BE49-F238E27FC236}">
                <a16:creationId xmlns:a16="http://schemas.microsoft.com/office/drawing/2014/main" id="{55C85639-51CA-B6C5-9D2F-2C07745FBFF1}"/>
              </a:ext>
            </a:extLst>
          </p:cNvPr>
          <p:cNvSpPr>
            <a:spLocks noGrp="1"/>
          </p:cNvSpPr>
          <p:nvPr>
            <p:ph type="body" sz="quarter" idx="20" hasCustomPrompt="1"/>
          </p:nvPr>
        </p:nvSpPr>
        <p:spPr>
          <a:xfrm>
            <a:off x="45660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9" name="Espace réservé du texte 12">
            <a:extLst>
              <a:ext uri="{FF2B5EF4-FFF2-40B4-BE49-F238E27FC236}">
                <a16:creationId xmlns:a16="http://schemas.microsoft.com/office/drawing/2014/main" id="{78F30498-141D-8F10-1160-D112F5860694}"/>
              </a:ext>
            </a:extLst>
          </p:cNvPr>
          <p:cNvSpPr>
            <a:spLocks noGrp="1"/>
          </p:cNvSpPr>
          <p:nvPr>
            <p:ph type="body" sz="quarter" idx="21" hasCustomPrompt="1"/>
          </p:nvPr>
        </p:nvSpPr>
        <p:spPr>
          <a:xfrm>
            <a:off x="4566000" y="4047408"/>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0" name="Espace réservé du texte 12">
            <a:extLst>
              <a:ext uri="{FF2B5EF4-FFF2-40B4-BE49-F238E27FC236}">
                <a16:creationId xmlns:a16="http://schemas.microsoft.com/office/drawing/2014/main" id="{8C7FB839-16A5-C363-23A4-EFCB2B912F39}"/>
              </a:ext>
            </a:extLst>
          </p:cNvPr>
          <p:cNvSpPr>
            <a:spLocks noGrp="1"/>
          </p:cNvSpPr>
          <p:nvPr>
            <p:ph type="body" sz="quarter" idx="22" hasCustomPrompt="1"/>
          </p:nvPr>
        </p:nvSpPr>
        <p:spPr>
          <a:xfrm>
            <a:off x="4566000" y="4709652"/>
            <a:ext cx="3060000" cy="1366566"/>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12">
            <a:extLst>
              <a:ext uri="{FF2B5EF4-FFF2-40B4-BE49-F238E27FC236}">
                <a16:creationId xmlns:a16="http://schemas.microsoft.com/office/drawing/2014/main" id="{F3EE431A-625F-3E1C-71DA-4ED79C3044B0}"/>
              </a:ext>
            </a:extLst>
          </p:cNvPr>
          <p:cNvSpPr>
            <a:spLocks noGrp="1"/>
          </p:cNvSpPr>
          <p:nvPr>
            <p:ph type="body" sz="quarter" idx="23" hasCustomPrompt="1"/>
          </p:nvPr>
        </p:nvSpPr>
        <p:spPr>
          <a:xfrm>
            <a:off x="695999" y="2298256"/>
            <a:ext cx="10799999" cy="83352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7174867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oxed - 4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2408902"/>
            <a:ext cx="25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6000" y="3363180"/>
            <a:ext cx="2172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4110865"/>
            <a:ext cx="2172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Shape 13">
            <a:extLst>
              <a:ext uri="{FF2B5EF4-FFF2-40B4-BE49-F238E27FC236}">
                <a16:creationId xmlns:a16="http://schemas.microsoft.com/office/drawing/2014/main" id="{459862DF-F56D-398A-B3FA-E476682FB7DB}"/>
              </a:ext>
            </a:extLst>
          </p:cNvPr>
          <p:cNvSpPr/>
          <p:nvPr userDrawn="1"/>
        </p:nvSpPr>
        <p:spPr>
          <a:xfrm>
            <a:off x="8976000" y="2408902"/>
            <a:ext cx="25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5" name="Espace réservé du texte 3">
            <a:extLst>
              <a:ext uri="{FF2B5EF4-FFF2-40B4-BE49-F238E27FC236}">
                <a16:creationId xmlns:a16="http://schemas.microsoft.com/office/drawing/2014/main" id="{257150C9-8AFA-8691-7E25-25747B2AF739}"/>
              </a:ext>
            </a:extLst>
          </p:cNvPr>
          <p:cNvSpPr>
            <a:spLocks noGrp="1"/>
          </p:cNvSpPr>
          <p:nvPr>
            <p:ph type="body" sz="quarter" idx="17" hasCustomPrompt="1"/>
          </p:nvPr>
        </p:nvSpPr>
        <p:spPr>
          <a:xfrm>
            <a:off x="915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6" name="Espace réservé du texte 12">
            <a:extLst>
              <a:ext uri="{FF2B5EF4-FFF2-40B4-BE49-F238E27FC236}">
                <a16:creationId xmlns:a16="http://schemas.microsoft.com/office/drawing/2014/main" id="{F822E110-0F04-6276-871E-8B2CF73DEFF6}"/>
              </a:ext>
            </a:extLst>
          </p:cNvPr>
          <p:cNvSpPr>
            <a:spLocks noGrp="1"/>
          </p:cNvSpPr>
          <p:nvPr>
            <p:ph type="body" sz="quarter" idx="18" hasCustomPrompt="1"/>
          </p:nvPr>
        </p:nvSpPr>
        <p:spPr>
          <a:xfrm>
            <a:off x="9156000" y="3363180"/>
            <a:ext cx="2172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7" name="Espace réservé du texte 12">
            <a:extLst>
              <a:ext uri="{FF2B5EF4-FFF2-40B4-BE49-F238E27FC236}">
                <a16:creationId xmlns:a16="http://schemas.microsoft.com/office/drawing/2014/main" id="{D96DF4B0-E2FD-8FAE-37D9-A080033BF441}"/>
              </a:ext>
            </a:extLst>
          </p:cNvPr>
          <p:cNvSpPr>
            <a:spLocks noGrp="1"/>
          </p:cNvSpPr>
          <p:nvPr>
            <p:ph type="body" sz="quarter" idx="19" hasCustomPrompt="1"/>
          </p:nvPr>
        </p:nvSpPr>
        <p:spPr>
          <a:xfrm>
            <a:off x="9156000" y="4110865"/>
            <a:ext cx="2172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8" name="Shape 13">
            <a:extLst>
              <a:ext uri="{FF2B5EF4-FFF2-40B4-BE49-F238E27FC236}">
                <a16:creationId xmlns:a16="http://schemas.microsoft.com/office/drawing/2014/main" id="{6741EC31-E008-A4F4-CE21-1F6D57F484D7}"/>
              </a:ext>
            </a:extLst>
          </p:cNvPr>
          <p:cNvSpPr/>
          <p:nvPr userDrawn="1"/>
        </p:nvSpPr>
        <p:spPr>
          <a:xfrm>
            <a:off x="3473612" y="2408902"/>
            <a:ext cx="25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2" name="Espace réservé du texte 3">
            <a:extLst>
              <a:ext uri="{FF2B5EF4-FFF2-40B4-BE49-F238E27FC236}">
                <a16:creationId xmlns:a16="http://schemas.microsoft.com/office/drawing/2014/main" id="{79DD687C-DB86-E95A-9BCA-37C8B0FB42FA}"/>
              </a:ext>
            </a:extLst>
          </p:cNvPr>
          <p:cNvSpPr>
            <a:spLocks noGrp="1"/>
          </p:cNvSpPr>
          <p:nvPr>
            <p:ph type="body" sz="quarter" idx="20" hasCustomPrompt="1"/>
          </p:nvPr>
        </p:nvSpPr>
        <p:spPr>
          <a:xfrm>
            <a:off x="3653612"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23" name="Espace réservé du texte 12">
            <a:extLst>
              <a:ext uri="{FF2B5EF4-FFF2-40B4-BE49-F238E27FC236}">
                <a16:creationId xmlns:a16="http://schemas.microsoft.com/office/drawing/2014/main" id="{CCF815C2-50D9-6498-3B8A-9E6D770C9214}"/>
              </a:ext>
            </a:extLst>
          </p:cNvPr>
          <p:cNvSpPr>
            <a:spLocks noGrp="1"/>
          </p:cNvSpPr>
          <p:nvPr>
            <p:ph type="body" sz="quarter" idx="21" hasCustomPrompt="1"/>
          </p:nvPr>
        </p:nvSpPr>
        <p:spPr>
          <a:xfrm>
            <a:off x="3653612" y="3363180"/>
            <a:ext cx="2172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4" name="Espace réservé du texte 12">
            <a:extLst>
              <a:ext uri="{FF2B5EF4-FFF2-40B4-BE49-F238E27FC236}">
                <a16:creationId xmlns:a16="http://schemas.microsoft.com/office/drawing/2014/main" id="{1DCF5B58-9201-FB61-C4B7-6B8E3D64912F}"/>
              </a:ext>
            </a:extLst>
          </p:cNvPr>
          <p:cNvSpPr>
            <a:spLocks noGrp="1"/>
          </p:cNvSpPr>
          <p:nvPr>
            <p:ph type="body" sz="quarter" idx="22" hasCustomPrompt="1"/>
          </p:nvPr>
        </p:nvSpPr>
        <p:spPr>
          <a:xfrm>
            <a:off x="3653612" y="4110865"/>
            <a:ext cx="2172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5" name="Shape 13">
            <a:extLst>
              <a:ext uri="{FF2B5EF4-FFF2-40B4-BE49-F238E27FC236}">
                <a16:creationId xmlns:a16="http://schemas.microsoft.com/office/drawing/2014/main" id="{188B0A79-9683-A2DA-B9F1-A8D2D9A64903}"/>
              </a:ext>
            </a:extLst>
          </p:cNvPr>
          <p:cNvSpPr/>
          <p:nvPr userDrawn="1"/>
        </p:nvSpPr>
        <p:spPr>
          <a:xfrm>
            <a:off x="6198388" y="2408902"/>
            <a:ext cx="25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6" name="Espace réservé du texte 3">
            <a:extLst>
              <a:ext uri="{FF2B5EF4-FFF2-40B4-BE49-F238E27FC236}">
                <a16:creationId xmlns:a16="http://schemas.microsoft.com/office/drawing/2014/main" id="{8C410FDB-E701-3DCD-87D1-BEBEA37BFFF0}"/>
              </a:ext>
            </a:extLst>
          </p:cNvPr>
          <p:cNvSpPr>
            <a:spLocks noGrp="1"/>
          </p:cNvSpPr>
          <p:nvPr>
            <p:ph type="body" sz="quarter" idx="23" hasCustomPrompt="1"/>
          </p:nvPr>
        </p:nvSpPr>
        <p:spPr>
          <a:xfrm>
            <a:off x="6378388"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27" name="Espace réservé du texte 12">
            <a:extLst>
              <a:ext uri="{FF2B5EF4-FFF2-40B4-BE49-F238E27FC236}">
                <a16:creationId xmlns:a16="http://schemas.microsoft.com/office/drawing/2014/main" id="{6886520B-33B0-9229-D07C-8BD2E445893B}"/>
              </a:ext>
            </a:extLst>
          </p:cNvPr>
          <p:cNvSpPr>
            <a:spLocks noGrp="1"/>
          </p:cNvSpPr>
          <p:nvPr>
            <p:ph type="body" sz="quarter" idx="24" hasCustomPrompt="1"/>
          </p:nvPr>
        </p:nvSpPr>
        <p:spPr>
          <a:xfrm>
            <a:off x="6378388" y="3363180"/>
            <a:ext cx="2172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8" name="Espace réservé du texte 12">
            <a:extLst>
              <a:ext uri="{FF2B5EF4-FFF2-40B4-BE49-F238E27FC236}">
                <a16:creationId xmlns:a16="http://schemas.microsoft.com/office/drawing/2014/main" id="{BD266CD8-CDDA-6E60-3C7B-1F0810E40FC8}"/>
              </a:ext>
            </a:extLst>
          </p:cNvPr>
          <p:cNvSpPr>
            <a:spLocks noGrp="1"/>
          </p:cNvSpPr>
          <p:nvPr>
            <p:ph type="body" sz="quarter" idx="25" hasCustomPrompt="1"/>
          </p:nvPr>
        </p:nvSpPr>
        <p:spPr>
          <a:xfrm>
            <a:off x="6378388" y="4110865"/>
            <a:ext cx="2172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40128315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oxed - 4 columns with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3205316"/>
            <a:ext cx="25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6000" y="4047408"/>
            <a:ext cx="2181832"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4709652"/>
            <a:ext cx="2181832" cy="1366566"/>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12">
            <a:extLst>
              <a:ext uri="{FF2B5EF4-FFF2-40B4-BE49-F238E27FC236}">
                <a16:creationId xmlns:a16="http://schemas.microsoft.com/office/drawing/2014/main" id="{F3EE431A-625F-3E1C-71DA-4ED79C3044B0}"/>
              </a:ext>
            </a:extLst>
          </p:cNvPr>
          <p:cNvSpPr>
            <a:spLocks noGrp="1"/>
          </p:cNvSpPr>
          <p:nvPr>
            <p:ph type="body" sz="quarter" idx="23" hasCustomPrompt="1"/>
          </p:nvPr>
        </p:nvSpPr>
        <p:spPr>
          <a:xfrm>
            <a:off x="695999" y="2298256"/>
            <a:ext cx="10799999" cy="83352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5" name="Shape 13">
            <a:extLst>
              <a:ext uri="{FF2B5EF4-FFF2-40B4-BE49-F238E27FC236}">
                <a16:creationId xmlns:a16="http://schemas.microsoft.com/office/drawing/2014/main" id="{7B1C5F78-1375-5D2F-0896-0E21FF982FD2}"/>
              </a:ext>
            </a:extLst>
          </p:cNvPr>
          <p:cNvSpPr/>
          <p:nvPr userDrawn="1"/>
        </p:nvSpPr>
        <p:spPr>
          <a:xfrm>
            <a:off x="8976002" y="3205316"/>
            <a:ext cx="25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6" name="Espace réservé du texte 3">
            <a:extLst>
              <a:ext uri="{FF2B5EF4-FFF2-40B4-BE49-F238E27FC236}">
                <a16:creationId xmlns:a16="http://schemas.microsoft.com/office/drawing/2014/main" id="{B368152A-8F7D-A337-EB30-8A6D51FF3C7C}"/>
              </a:ext>
            </a:extLst>
          </p:cNvPr>
          <p:cNvSpPr>
            <a:spLocks noGrp="1"/>
          </p:cNvSpPr>
          <p:nvPr>
            <p:ph type="body" sz="quarter" idx="24" hasCustomPrompt="1"/>
          </p:nvPr>
        </p:nvSpPr>
        <p:spPr>
          <a:xfrm>
            <a:off x="9156002"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7" name="Espace réservé du texte 12">
            <a:extLst>
              <a:ext uri="{FF2B5EF4-FFF2-40B4-BE49-F238E27FC236}">
                <a16:creationId xmlns:a16="http://schemas.microsoft.com/office/drawing/2014/main" id="{6C7D2C27-B532-BB68-71D9-93F8FA2DBFD1}"/>
              </a:ext>
            </a:extLst>
          </p:cNvPr>
          <p:cNvSpPr>
            <a:spLocks noGrp="1"/>
          </p:cNvSpPr>
          <p:nvPr>
            <p:ph type="body" sz="quarter" idx="25" hasCustomPrompt="1"/>
          </p:nvPr>
        </p:nvSpPr>
        <p:spPr>
          <a:xfrm>
            <a:off x="9156002" y="4047408"/>
            <a:ext cx="2181832"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8" name="Espace réservé du texte 12">
            <a:extLst>
              <a:ext uri="{FF2B5EF4-FFF2-40B4-BE49-F238E27FC236}">
                <a16:creationId xmlns:a16="http://schemas.microsoft.com/office/drawing/2014/main" id="{CE618A53-AF85-DFE6-61EA-11171A924343}"/>
              </a:ext>
            </a:extLst>
          </p:cNvPr>
          <p:cNvSpPr>
            <a:spLocks noGrp="1"/>
          </p:cNvSpPr>
          <p:nvPr>
            <p:ph type="body" sz="quarter" idx="26" hasCustomPrompt="1"/>
          </p:nvPr>
        </p:nvSpPr>
        <p:spPr>
          <a:xfrm>
            <a:off x="9156002" y="4709652"/>
            <a:ext cx="2181832" cy="1366566"/>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2" name="Shape 13">
            <a:extLst>
              <a:ext uri="{FF2B5EF4-FFF2-40B4-BE49-F238E27FC236}">
                <a16:creationId xmlns:a16="http://schemas.microsoft.com/office/drawing/2014/main" id="{F4C85711-1439-EA4B-5CA9-6663C0C93296}"/>
              </a:ext>
            </a:extLst>
          </p:cNvPr>
          <p:cNvSpPr/>
          <p:nvPr userDrawn="1"/>
        </p:nvSpPr>
        <p:spPr>
          <a:xfrm>
            <a:off x="3439201" y="3205316"/>
            <a:ext cx="25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3" name="Espace réservé du texte 3">
            <a:extLst>
              <a:ext uri="{FF2B5EF4-FFF2-40B4-BE49-F238E27FC236}">
                <a16:creationId xmlns:a16="http://schemas.microsoft.com/office/drawing/2014/main" id="{91BA1ADA-B9D9-3072-B64A-0E03C3C22C15}"/>
              </a:ext>
            </a:extLst>
          </p:cNvPr>
          <p:cNvSpPr>
            <a:spLocks noGrp="1"/>
          </p:cNvSpPr>
          <p:nvPr>
            <p:ph type="body" sz="quarter" idx="27" hasCustomPrompt="1"/>
          </p:nvPr>
        </p:nvSpPr>
        <p:spPr>
          <a:xfrm>
            <a:off x="3663445"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24" name="Espace réservé du texte 12">
            <a:extLst>
              <a:ext uri="{FF2B5EF4-FFF2-40B4-BE49-F238E27FC236}">
                <a16:creationId xmlns:a16="http://schemas.microsoft.com/office/drawing/2014/main" id="{E6A7234C-05E0-FE4E-451B-9023D7A76348}"/>
              </a:ext>
            </a:extLst>
          </p:cNvPr>
          <p:cNvSpPr>
            <a:spLocks noGrp="1"/>
          </p:cNvSpPr>
          <p:nvPr>
            <p:ph type="body" sz="quarter" idx="28" hasCustomPrompt="1"/>
          </p:nvPr>
        </p:nvSpPr>
        <p:spPr>
          <a:xfrm>
            <a:off x="3663445" y="4047408"/>
            <a:ext cx="2181832"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5" name="Espace réservé du texte 12">
            <a:extLst>
              <a:ext uri="{FF2B5EF4-FFF2-40B4-BE49-F238E27FC236}">
                <a16:creationId xmlns:a16="http://schemas.microsoft.com/office/drawing/2014/main" id="{556065E6-1309-5E0C-EA94-8DBACD2CC477}"/>
              </a:ext>
            </a:extLst>
          </p:cNvPr>
          <p:cNvSpPr>
            <a:spLocks noGrp="1"/>
          </p:cNvSpPr>
          <p:nvPr>
            <p:ph type="body" sz="quarter" idx="29" hasCustomPrompt="1"/>
          </p:nvPr>
        </p:nvSpPr>
        <p:spPr>
          <a:xfrm>
            <a:off x="3663445" y="4709652"/>
            <a:ext cx="2181832" cy="1366566"/>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6" name="Shape 13">
            <a:extLst>
              <a:ext uri="{FF2B5EF4-FFF2-40B4-BE49-F238E27FC236}">
                <a16:creationId xmlns:a16="http://schemas.microsoft.com/office/drawing/2014/main" id="{E6FD8120-B67E-392D-15C1-6D676EB35283}"/>
              </a:ext>
            </a:extLst>
          </p:cNvPr>
          <p:cNvSpPr/>
          <p:nvPr userDrawn="1"/>
        </p:nvSpPr>
        <p:spPr>
          <a:xfrm>
            <a:off x="6232800" y="3205316"/>
            <a:ext cx="25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7" name="Espace réservé du texte 3">
            <a:extLst>
              <a:ext uri="{FF2B5EF4-FFF2-40B4-BE49-F238E27FC236}">
                <a16:creationId xmlns:a16="http://schemas.microsoft.com/office/drawing/2014/main" id="{C22C5930-01F0-0E22-79B9-2994092BE80A}"/>
              </a:ext>
            </a:extLst>
          </p:cNvPr>
          <p:cNvSpPr>
            <a:spLocks noGrp="1"/>
          </p:cNvSpPr>
          <p:nvPr>
            <p:ph type="body" sz="quarter" idx="30" hasCustomPrompt="1"/>
          </p:nvPr>
        </p:nvSpPr>
        <p:spPr>
          <a:xfrm>
            <a:off x="64128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28" name="Espace réservé du texte 12">
            <a:extLst>
              <a:ext uri="{FF2B5EF4-FFF2-40B4-BE49-F238E27FC236}">
                <a16:creationId xmlns:a16="http://schemas.microsoft.com/office/drawing/2014/main" id="{1D020CE9-2BC5-82DA-40B7-A001B1470F21}"/>
              </a:ext>
            </a:extLst>
          </p:cNvPr>
          <p:cNvSpPr>
            <a:spLocks noGrp="1"/>
          </p:cNvSpPr>
          <p:nvPr>
            <p:ph type="body" sz="quarter" idx="31" hasCustomPrompt="1"/>
          </p:nvPr>
        </p:nvSpPr>
        <p:spPr>
          <a:xfrm>
            <a:off x="6412800" y="4047408"/>
            <a:ext cx="2181832"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9" name="Espace réservé du texte 12">
            <a:extLst>
              <a:ext uri="{FF2B5EF4-FFF2-40B4-BE49-F238E27FC236}">
                <a16:creationId xmlns:a16="http://schemas.microsoft.com/office/drawing/2014/main" id="{23C6EE50-C2CA-E247-EE03-644E4B3F90C3}"/>
              </a:ext>
            </a:extLst>
          </p:cNvPr>
          <p:cNvSpPr>
            <a:spLocks noGrp="1"/>
          </p:cNvSpPr>
          <p:nvPr>
            <p:ph type="body" sz="quarter" idx="32" hasCustomPrompt="1"/>
          </p:nvPr>
        </p:nvSpPr>
        <p:spPr>
          <a:xfrm>
            <a:off x="6412800" y="4709652"/>
            <a:ext cx="2181832" cy="1366566"/>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29211494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oxed - 3 columns X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2408902"/>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1" y="2598128"/>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1358725" y="2545238"/>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3181526"/>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8" name="Shape 13">
            <a:extLst>
              <a:ext uri="{FF2B5EF4-FFF2-40B4-BE49-F238E27FC236}">
                <a16:creationId xmlns:a16="http://schemas.microsoft.com/office/drawing/2014/main" id="{7978CBC7-45E0-6373-CF23-CD07AFBE2705}"/>
              </a:ext>
            </a:extLst>
          </p:cNvPr>
          <p:cNvSpPr/>
          <p:nvPr userDrawn="1"/>
        </p:nvSpPr>
        <p:spPr>
          <a:xfrm>
            <a:off x="8076000" y="2408902"/>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2" name="Espace réservé du texte 3">
            <a:extLst>
              <a:ext uri="{FF2B5EF4-FFF2-40B4-BE49-F238E27FC236}">
                <a16:creationId xmlns:a16="http://schemas.microsoft.com/office/drawing/2014/main" id="{D01E1FEC-8FBA-3F8B-19D2-8A190B908D35}"/>
              </a:ext>
            </a:extLst>
          </p:cNvPr>
          <p:cNvSpPr>
            <a:spLocks noGrp="1"/>
          </p:cNvSpPr>
          <p:nvPr>
            <p:ph type="body" sz="quarter" idx="17" hasCustomPrompt="1"/>
          </p:nvPr>
        </p:nvSpPr>
        <p:spPr>
          <a:xfrm>
            <a:off x="8256001" y="2598128"/>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23" name="Espace réservé du texte 12">
            <a:extLst>
              <a:ext uri="{FF2B5EF4-FFF2-40B4-BE49-F238E27FC236}">
                <a16:creationId xmlns:a16="http://schemas.microsoft.com/office/drawing/2014/main" id="{53C0DAAA-293C-F5E5-A53D-6069C50CEA12}"/>
              </a:ext>
            </a:extLst>
          </p:cNvPr>
          <p:cNvSpPr>
            <a:spLocks noGrp="1"/>
          </p:cNvSpPr>
          <p:nvPr>
            <p:ph type="body" sz="quarter" idx="18" hasCustomPrompt="1"/>
          </p:nvPr>
        </p:nvSpPr>
        <p:spPr>
          <a:xfrm>
            <a:off x="8738725" y="2545238"/>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4" name="Espace réservé du texte 12">
            <a:extLst>
              <a:ext uri="{FF2B5EF4-FFF2-40B4-BE49-F238E27FC236}">
                <a16:creationId xmlns:a16="http://schemas.microsoft.com/office/drawing/2014/main" id="{253012EA-FB5A-B044-376E-7C7C9A367564}"/>
              </a:ext>
            </a:extLst>
          </p:cNvPr>
          <p:cNvSpPr>
            <a:spLocks noGrp="1"/>
          </p:cNvSpPr>
          <p:nvPr>
            <p:ph type="body" sz="quarter" idx="19" hasCustomPrompt="1"/>
          </p:nvPr>
        </p:nvSpPr>
        <p:spPr>
          <a:xfrm>
            <a:off x="8256000" y="3181526"/>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5" name="Shape 13">
            <a:extLst>
              <a:ext uri="{FF2B5EF4-FFF2-40B4-BE49-F238E27FC236}">
                <a16:creationId xmlns:a16="http://schemas.microsoft.com/office/drawing/2014/main" id="{2142FA11-A1B6-6CED-A7A6-8326CB846972}"/>
              </a:ext>
            </a:extLst>
          </p:cNvPr>
          <p:cNvSpPr/>
          <p:nvPr userDrawn="1"/>
        </p:nvSpPr>
        <p:spPr>
          <a:xfrm>
            <a:off x="4386000" y="2408902"/>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6" name="Espace réservé du texte 3">
            <a:extLst>
              <a:ext uri="{FF2B5EF4-FFF2-40B4-BE49-F238E27FC236}">
                <a16:creationId xmlns:a16="http://schemas.microsoft.com/office/drawing/2014/main" id="{31B0C20E-5CD4-1EB1-30F3-96B315F00BD8}"/>
              </a:ext>
            </a:extLst>
          </p:cNvPr>
          <p:cNvSpPr>
            <a:spLocks noGrp="1"/>
          </p:cNvSpPr>
          <p:nvPr>
            <p:ph type="body" sz="quarter" idx="20" hasCustomPrompt="1"/>
          </p:nvPr>
        </p:nvSpPr>
        <p:spPr>
          <a:xfrm>
            <a:off x="4566001" y="2598128"/>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27" name="Espace réservé du texte 12">
            <a:extLst>
              <a:ext uri="{FF2B5EF4-FFF2-40B4-BE49-F238E27FC236}">
                <a16:creationId xmlns:a16="http://schemas.microsoft.com/office/drawing/2014/main" id="{4BA39784-B240-5F57-923D-E054D3F72962}"/>
              </a:ext>
            </a:extLst>
          </p:cNvPr>
          <p:cNvSpPr>
            <a:spLocks noGrp="1"/>
          </p:cNvSpPr>
          <p:nvPr>
            <p:ph type="body" sz="quarter" idx="21" hasCustomPrompt="1"/>
          </p:nvPr>
        </p:nvSpPr>
        <p:spPr>
          <a:xfrm>
            <a:off x="5048725" y="2545238"/>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8" name="Espace réservé du texte 12">
            <a:extLst>
              <a:ext uri="{FF2B5EF4-FFF2-40B4-BE49-F238E27FC236}">
                <a16:creationId xmlns:a16="http://schemas.microsoft.com/office/drawing/2014/main" id="{4B540A9E-14DE-E557-8445-BA9D6922F783}"/>
              </a:ext>
            </a:extLst>
          </p:cNvPr>
          <p:cNvSpPr>
            <a:spLocks noGrp="1"/>
          </p:cNvSpPr>
          <p:nvPr>
            <p:ph type="body" sz="quarter" idx="22" hasCustomPrompt="1"/>
          </p:nvPr>
        </p:nvSpPr>
        <p:spPr>
          <a:xfrm>
            <a:off x="4566000" y="3181526"/>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9" name="Shape 13">
            <a:extLst>
              <a:ext uri="{FF2B5EF4-FFF2-40B4-BE49-F238E27FC236}">
                <a16:creationId xmlns:a16="http://schemas.microsoft.com/office/drawing/2014/main" id="{5C4B1955-2F95-9280-14E0-B960BC3677DA}"/>
              </a:ext>
            </a:extLst>
          </p:cNvPr>
          <p:cNvSpPr/>
          <p:nvPr userDrawn="1"/>
        </p:nvSpPr>
        <p:spPr>
          <a:xfrm>
            <a:off x="696000" y="4381496"/>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30" name="Espace réservé du texte 3">
            <a:extLst>
              <a:ext uri="{FF2B5EF4-FFF2-40B4-BE49-F238E27FC236}">
                <a16:creationId xmlns:a16="http://schemas.microsoft.com/office/drawing/2014/main" id="{4FBA8AC7-7C68-EF1A-16E6-40CDE81FE910}"/>
              </a:ext>
            </a:extLst>
          </p:cNvPr>
          <p:cNvSpPr>
            <a:spLocks noGrp="1"/>
          </p:cNvSpPr>
          <p:nvPr>
            <p:ph type="body" sz="quarter" idx="23" hasCustomPrompt="1"/>
          </p:nvPr>
        </p:nvSpPr>
        <p:spPr>
          <a:xfrm>
            <a:off x="876001" y="4570722"/>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1" name="Espace réservé du texte 12">
            <a:extLst>
              <a:ext uri="{FF2B5EF4-FFF2-40B4-BE49-F238E27FC236}">
                <a16:creationId xmlns:a16="http://schemas.microsoft.com/office/drawing/2014/main" id="{6D28D858-BB49-43EE-724C-15786D81D9D0}"/>
              </a:ext>
            </a:extLst>
          </p:cNvPr>
          <p:cNvSpPr>
            <a:spLocks noGrp="1"/>
          </p:cNvSpPr>
          <p:nvPr>
            <p:ph type="body" sz="quarter" idx="24" hasCustomPrompt="1"/>
          </p:nvPr>
        </p:nvSpPr>
        <p:spPr>
          <a:xfrm>
            <a:off x="1358725" y="4517832"/>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32" name="Espace réservé du texte 12">
            <a:extLst>
              <a:ext uri="{FF2B5EF4-FFF2-40B4-BE49-F238E27FC236}">
                <a16:creationId xmlns:a16="http://schemas.microsoft.com/office/drawing/2014/main" id="{F94A6D25-64EC-1252-8E77-8CA778F73772}"/>
              </a:ext>
            </a:extLst>
          </p:cNvPr>
          <p:cNvSpPr>
            <a:spLocks noGrp="1"/>
          </p:cNvSpPr>
          <p:nvPr>
            <p:ph type="body" sz="quarter" idx="25" hasCustomPrompt="1"/>
          </p:nvPr>
        </p:nvSpPr>
        <p:spPr>
          <a:xfrm>
            <a:off x="876000" y="5154120"/>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33" name="Shape 13">
            <a:extLst>
              <a:ext uri="{FF2B5EF4-FFF2-40B4-BE49-F238E27FC236}">
                <a16:creationId xmlns:a16="http://schemas.microsoft.com/office/drawing/2014/main" id="{322BE1A0-F056-8288-ED0A-A32E39079076}"/>
              </a:ext>
            </a:extLst>
          </p:cNvPr>
          <p:cNvSpPr/>
          <p:nvPr userDrawn="1"/>
        </p:nvSpPr>
        <p:spPr>
          <a:xfrm>
            <a:off x="8076000" y="4381496"/>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34" name="Espace réservé du texte 3">
            <a:extLst>
              <a:ext uri="{FF2B5EF4-FFF2-40B4-BE49-F238E27FC236}">
                <a16:creationId xmlns:a16="http://schemas.microsoft.com/office/drawing/2014/main" id="{BD732D84-8C7E-B81D-2BD5-6B6360F18714}"/>
              </a:ext>
            </a:extLst>
          </p:cNvPr>
          <p:cNvSpPr>
            <a:spLocks noGrp="1"/>
          </p:cNvSpPr>
          <p:nvPr>
            <p:ph type="body" sz="quarter" idx="26" hasCustomPrompt="1"/>
          </p:nvPr>
        </p:nvSpPr>
        <p:spPr>
          <a:xfrm>
            <a:off x="8256001" y="4570722"/>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5" name="Espace réservé du texte 12">
            <a:extLst>
              <a:ext uri="{FF2B5EF4-FFF2-40B4-BE49-F238E27FC236}">
                <a16:creationId xmlns:a16="http://schemas.microsoft.com/office/drawing/2014/main" id="{E51B75EC-6604-BCB1-25FA-DF08FB28FC4A}"/>
              </a:ext>
            </a:extLst>
          </p:cNvPr>
          <p:cNvSpPr>
            <a:spLocks noGrp="1"/>
          </p:cNvSpPr>
          <p:nvPr>
            <p:ph type="body" sz="quarter" idx="27" hasCustomPrompt="1"/>
          </p:nvPr>
        </p:nvSpPr>
        <p:spPr>
          <a:xfrm>
            <a:off x="8738725" y="4517832"/>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36" name="Espace réservé du texte 12">
            <a:extLst>
              <a:ext uri="{FF2B5EF4-FFF2-40B4-BE49-F238E27FC236}">
                <a16:creationId xmlns:a16="http://schemas.microsoft.com/office/drawing/2014/main" id="{A609108B-9B13-1DCC-2288-5FFD7104BCBD}"/>
              </a:ext>
            </a:extLst>
          </p:cNvPr>
          <p:cNvSpPr>
            <a:spLocks noGrp="1"/>
          </p:cNvSpPr>
          <p:nvPr>
            <p:ph type="body" sz="quarter" idx="28" hasCustomPrompt="1"/>
          </p:nvPr>
        </p:nvSpPr>
        <p:spPr>
          <a:xfrm>
            <a:off x="8256000" y="5154120"/>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37" name="Shape 13">
            <a:extLst>
              <a:ext uri="{FF2B5EF4-FFF2-40B4-BE49-F238E27FC236}">
                <a16:creationId xmlns:a16="http://schemas.microsoft.com/office/drawing/2014/main" id="{6BE6177F-7891-4172-C94E-1E9A555FDEF4}"/>
              </a:ext>
            </a:extLst>
          </p:cNvPr>
          <p:cNvSpPr/>
          <p:nvPr userDrawn="1"/>
        </p:nvSpPr>
        <p:spPr>
          <a:xfrm>
            <a:off x="4386000" y="4381496"/>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38" name="Espace réservé du texte 3">
            <a:extLst>
              <a:ext uri="{FF2B5EF4-FFF2-40B4-BE49-F238E27FC236}">
                <a16:creationId xmlns:a16="http://schemas.microsoft.com/office/drawing/2014/main" id="{87EEF48A-A86A-B1B3-97DA-4D033C5E206B}"/>
              </a:ext>
            </a:extLst>
          </p:cNvPr>
          <p:cNvSpPr>
            <a:spLocks noGrp="1"/>
          </p:cNvSpPr>
          <p:nvPr>
            <p:ph type="body" sz="quarter" idx="29" hasCustomPrompt="1"/>
          </p:nvPr>
        </p:nvSpPr>
        <p:spPr>
          <a:xfrm>
            <a:off x="4566001" y="4570722"/>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9" name="Espace réservé du texte 12">
            <a:extLst>
              <a:ext uri="{FF2B5EF4-FFF2-40B4-BE49-F238E27FC236}">
                <a16:creationId xmlns:a16="http://schemas.microsoft.com/office/drawing/2014/main" id="{D3CDC65E-5FB0-60ED-F470-780811CF5C3E}"/>
              </a:ext>
            </a:extLst>
          </p:cNvPr>
          <p:cNvSpPr>
            <a:spLocks noGrp="1"/>
          </p:cNvSpPr>
          <p:nvPr>
            <p:ph type="body" sz="quarter" idx="30" hasCustomPrompt="1"/>
          </p:nvPr>
        </p:nvSpPr>
        <p:spPr>
          <a:xfrm>
            <a:off x="5048725" y="4517832"/>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40" name="Espace réservé du texte 12">
            <a:extLst>
              <a:ext uri="{FF2B5EF4-FFF2-40B4-BE49-F238E27FC236}">
                <a16:creationId xmlns:a16="http://schemas.microsoft.com/office/drawing/2014/main" id="{B0FF2F6E-B5CB-D3CF-2E6D-73A44A5349AC}"/>
              </a:ext>
            </a:extLst>
          </p:cNvPr>
          <p:cNvSpPr>
            <a:spLocks noGrp="1"/>
          </p:cNvSpPr>
          <p:nvPr>
            <p:ph type="body" sz="quarter" idx="31" hasCustomPrompt="1"/>
          </p:nvPr>
        </p:nvSpPr>
        <p:spPr>
          <a:xfrm>
            <a:off x="4566000" y="5154120"/>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6747791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Boxed - 2 columns X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696000" y="3034515"/>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6" name="Espace réservé du texte 12">
            <a:extLst>
              <a:ext uri="{FF2B5EF4-FFF2-40B4-BE49-F238E27FC236}">
                <a16:creationId xmlns:a16="http://schemas.microsoft.com/office/drawing/2014/main" id="{69077FA6-772E-44A4-8485-04197043C4E8}"/>
              </a:ext>
            </a:extLst>
          </p:cNvPr>
          <p:cNvSpPr>
            <a:spLocks noGrp="1"/>
          </p:cNvSpPr>
          <p:nvPr>
            <p:ph type="body" sz="quarter" idx="18" hasCustomPrompt="1"/>
          </p:nvPr>
        </p:nvSpPr>
        <p:spPr>
          <a:xfrm>
            <a:off x="805017" y="3135639"/>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27" name="Espace réservé du texte 12">
            <a:extLst>
              <a:ext uri="{FF2B5EF4-FFF2-40B4-BE49-F238E27FC236}">
                <a16:creationId xmlns:a16="http://schemas.microsoft.com/office/drawing/2014/main" id="{3A1F941B-3B70-590C-9946-FE6E6EBA99D2}"/>
              </a:ext>
            </a:extLst>
          </p:cNvPr>
          <p:cNvSpPr>
            <a:spLocks noGrp="1"/>
          </p:cNvSpPr>
          <p:nvPr>
            <p:ph type="body" sz="quarter" idx="19" hasCustomPrompt="1"/>
          </p:nvPr>
        </p:nvSpPr>
        <p:spPr>
          <a:xfrm>
            <a:off x="696000" y="3813271"/>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28" name="Espace réservé du texte 12">
            <a:extLst>
              <a:ext uri="{FF2B5EF4-FFF2-40B4-BE49-F238E27FC236}">
                <a16:creationId xmlns:a16="http://schemas.microsoft.com/office/drawing/2014/main" id="{65E855A2-E9E2-A838-C6E3-EDAB7B29B51E}"/>
              </a:ext>
            </a:extLst>
          </p:cNvPr>
          <p:cNvSpPr>
            <a:spLocks noGrp="1"/>
          </p:cNvSpPr>
          <p:nvPr>
            <p:ph type="body" sz="quarter" idx="20" hasCustomPrompt="1"/>
          </p:nvPr>
        </p:nvSpPr>
        <p:spPr>
          <a:xfrm>
            <a:off x="805017" y="3914395"/>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29" name="Espace réservé du texte 12">
            <a:extLst>
              <a:ext uri="{FF2B5EF4-FFF2-40B4-BE49-F238E27FC236}">
                <a16:creationId xmlns:a16="http://schemas.microsoft.com/office/drawing/2014/main" id="{2D688FBF-D5DB-5218-BC18-E10AB473AA58}"/>
              </a:ext>
            </a:extLst>
          </p:cNvPr>
          <p:cNvSpPr>
            <a:spLocks noGrp="1"/>
          </p:cNvSpPr>
          <p:nvPr>
            <p:ph type="body" sz="quarter" idx="21" hasCustomPrompt="1"/>
          </p:nvPr>
        </p:nvSpPr>
        <p:spPr>
          <a:xfrm>
            <a:off x="696000" y="4592027"/>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30" name="Espace réservé du texte 12">
            <a:extLst>
              <a:ext uri="{FF2B5EF4-FFF2-40B4-BE49-F238E27FC236}">
                <a16:creationId xmlns:a16="http://schemas.microsoft.com/office/drawing/2014/main" id="{DCEC2FE8-6ADB-E82E-DB45-8513236E3CF3}"/>
              </a:ext>
            </a:extLst>
          </p:cNvPr>
          <p:cNvSpPr>
            <a:spLocks noGrp="1"/>
          </p:cNvSpPr>
          <p:nvPr>
            <p:ph type="body" sz="quarter" idx="22" hasCustomPrompt="1"/>
          </p:nvPr>
        </p:nvSpPr>
        <p:spPr>
          <a:xfrm>
            <a:off x="805017" y="4693151"/>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31" name="Espace réservé du texte 12">
            <a:extLst>
              <a:ext uri="{FF2B5EF4-FFF2-40B4-BE49-F238E27FC236}">
                <a16:creationId xmlns:a16="http://schemas.microsoft.com/office/drawing/2014/main" id="{75FCA1F2-50A3-7341-35ED-AFCC696C2456}"/>
              </a:ext>
            </a:extLst>
          </p:cNvPr>
          <p:cNvSpPr>
            <a:spLocks noGrp="1"/>
          </p:cNvSpPr>
          <p:nvPr>
            <p:ph type="body" sz="quarter" idx="23" hasCustomPrompt="1"/>
          </p:nvPr>
        </p:nvSpPr>
        <p:spPr>
          <a:xfrm>
            <a:off x="696000" y="5370783"/>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32" name="Espace réservé du texte 12">
            <a:extLst>
              <a:ext uri="{FF2B5EF4-FFF2-40B4-BE49-F238E27FC236}">
                <a16:creationId xmlns:a16="http://schemas.microsoft.com/office/drawing/2014/main" id="{518B89DA-CEE5-F07E-434C-A69254B2DCD0}"/>
              </a:ext>
            </a:extLst>
          </p:cNvPr>
          <p:cNvSpPr>
            <a:spLocks noGrp="1"/>
          </p:cNvSpPr>
          <p:nvPr>
            <p:ph type="body" sz="quarter" idx="24" hasCustomPrompt="1"/>
          </p:nvPr>
        </p:nvSpPr>
        <p:spPr>
          <a:xfrm>
            <a:off x="805017" y="5471907"/>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33" name="Espace réservé du texte 12">
            <a:extLst>
              <a:ext uri="{FF2B5EF4-FFF2-40B4-BE49-F238E27FC236}">
                <a16:creationId xmlns:a16="http://schemas.microsoft.com/office/drawing/2014/main" id="{BB18EC85-651E-9533-0A36-398C4222B82B}"/>
              </a:ext>
            </a:extLst>
          </p:cNvPr>
          <p:cNvSpPr>
            <a:spLocks noGrp="1"/>
          </p:cNvSpPr>
          <p:nvPr>
            <p:ph type="body" sz="quarter" idx="25" hasCustomPrompt="1"/>
          </p:nvPr>
        </p:nvSpPr>
        <p:spPr>
          <a:xfrm>
            <a:off x="6276000" y="3034515"/>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34" name="Espace réservé du texte 12">
            <a:extLst>
              <a:ext uri="{FF2B5EF4-FFF2-40B4-BE49-F238E27FC236}">
                <a16:creationId xmlns:a16="http://schemas.microsoft.com/office/drawing/2014/main" id="{E452435A-B9C6-C13E-AA12-C545867692BF}"/>
              </a:ext>
            </a:extLst>
          </p:cNvPr>
          <p:cNvSpPr>
            <a:spLocks noGrp="1"/>
          </p:cNvSpPr>
          <p:nvPr>
            <p:ph type="body" sz="quarter" idx="26" hasCustomPrompt="1"/>
          </p:nvPr>
        </p:nvSpPr>
        <p:spPr>
          <a:xfrm>
            <a:off x="6385017" y="3135639"/>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35" name="Espace réservé du texte 12">
            <a:extLst>
              <a:ext uri="{FF2B5EF4-FFF2-40B4-BE49-F238E27FC236}">
                <a16:creationId xmlns:a16="http://schemas.microsoft.com/office/drawing/2014/main" id="{9E7A25A1-58D1-CE57-8B2C-ACBE790776D7}"/>
              </a:ext>
            </a:extLst>
          </p:cNvPr>
          <p:cNvSpPr>
            <a:spLocks noGrp="1"/>
          </p:cNvSpPr>
          <p:nvPr>
            <p:ph type="body" sz="quarter" idx="27" hasCustomPrompt="1"/>
          </p:nvPr>
        </p:nvSpPr>
        <p:spPr>
          <a:xfrm>
            <a:off x="6276000" y="3813271"/>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36" name="Espace réservé du texte 12">
            <a:extLst>
              <a:ext uri="{FF2B5EF4-FFF2-40B4-BE49-F238E27FC236}">
                <a16:creationId xmlns:a16="http://schemas.microsoft.com/office/drawing/2014/main" id="{4056FF7A-49A9-8B01-6981-0B47706B3CAA}"/>
              </a:ext>
            </a:extLst>
          </p:cNvPr>
          <p:cNvSpPr>
            <a:spLocks noGrp="1"/>
          </p:cNvSpPr>
          <p:nvPr>
            <p:ph type="body" sz="quarter" idx="28" hasCustomPrompt="1"/>
          </p:nvPr>
        </p:nvSpPr>
        <p:spPr>
          <a:xfrm>
            <a:off x="6385017" y="3914395"/>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37" name="Espace réservé du texte 12">
            <a:extLst>
              <a:ext uri="{FF2B5EF4-FFF2-40B4-BE49-F238E27FC236}">
                <a16:creationId xmlns:a16="http://schemas.microsoft.com/office/drawing/2014/main" id="{D8183968-5E34-00E9-F632-4BC91EF46975}"/>
              </a:ext>
            </a:extLst>
          </p:cNvPr>
          <p:cNvSpPr>
            <a:spLocks noGrp="1"/>
          </p:cNvSpPr>
          <p:nvPr>
            <p:ph type="body" sz="quarter" idx="29" hasCustomPrompt="1"/>
          </p:nvPr>
        </p:nvSpPr>
        <p:spPr>
          <a:xfrm>
            <a:off x="6276000" y="4592027"/>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38" name="Espace réservé du texte 12">
            <a:extLst>
              <a:ext uri="{FF2B5EF4-FFF2-40B4-BE49-F238E27FC236}">
                <a16:creationId xmlns:a16="http://schemas.microsoft.com/office/drawing/2014/main" id="{61E18FAA-D2D9-E9F0-4BBF-815DF6A74485}"/>
              </a:ext>
            </a:extLst>
          </p:cNvPr>
          <p:cNvSpPr>
            <a:spLocks noGrp="1"/>
          </p:cNvSpPr>
          <p:nvPr>
            <p:ph type="body" sz="quarter" idx="30" hasCustomPrompt="1"/>
          </p:nvPr>
        </p:nvSpPr>
        <p:spPr>
          <a:xfrm>
            <a:off x="6385017" y="4693151"/>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39" name="Espace réservé du texte 12">
            <a:extLst>
              <a:ext uri="{FF2B5EF4-FFF2-40B4-BE49-F238E27FC236}">
                <a16:creationId xmlns:a16="http://schemas.microsoft.com/office/drawing/2014/main" id="{A958646C-1624-93A9-12B2-7A5585751792}"/>
              </a:ext>
            </a:extLst>
          </p:cNvPr>
          <p:cNvSpPr>
            <a:spLocks noGrp="1"/>
          </p:cNvSpPr>
          <p:nvPr>
            <p:ph type="body" sz="quarter" idx="31" hasCustomPrompt="1"/>
          </p:nvPr>
        </p:nvSpPr>
        <p:spPr>
          <a:xfrm>
            <a:off x="6276000" y="5370783"/>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40" name="Espace réservé du texte 12">
            <a:extLst>
              <a:ext uri="{FF2B5EF4-FFF2-40B4-BE49-F238E27FC236}">
                <a16:creationId xmlns:a16="http://schemas.microsoft.com/office/drawing/2014/main" id="{2245C934-D50D-154A-73CD-F646307FF9E6}"/>
              </a:ext>
            </a:extLst>
          </p:cNvPr>
          <p:cNvSpPr>
            <a:spLocks noGrp="1"/>
          </p:cNvSpPr>
          <p:nvPr>
            <p:ph type="body" sz="quarter" idx="32" hasCustomPrompt="1"/>
          </p:nvPr>
        </p:nvSpPr>
        <p:spPr>
          <a:xfrm>
            <a:off x="6385017" y="5471907"/>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43" name="Espace réservé du texte 12">
            <a:extLst>
              <a:ext uri="{FF2B5EF4-FFF2-40B4-BE49-F238E27FC236}">
                <a16:creationId xmlns:a16="http://schemas.microsoft.com/office/drawing/2014/main" id="{18336BDE-5C48-FEE5-D0A7-36A5664725D7}"/>
              </a:ext>
            </a:extLst>
          </p:cNvPr>
          <p:cNvSpPr>
            <a:spLocks noGrp="1"/>
          </p:cNvSpPr>
          <p:nvPr>
            <p:ph type="body" sz="quarter" idx="33" hasCustomPrompt="1"/>
          </p:nvPr>
        </p:nvSpPr>
        <p:spPr>
          <a:xfrm>
            <a:off x="695999" y="2298256"/>
            <a:ext cx="5220001" cy="693833"/>
          </a:xfrm>
        </p:spPr>
        <p:txBody>
          <a:bodyPr anchor="ctr" anchorCtr="0">
            <a:noAutofit/>
          </a:bodyPr>
          <a:lstStyle>
            <a:lvl1pPr marL="0" indent="0">
              <a:buFont typeface="Arial" panose="020B0604020202020204" pitchFamily="34" charset="0"/>
              <a:buNone/>
              <a:defRPr sz="1800" b="1">
                <a:solidFill>
                  <a:schemeClr val="accent1"/>
                </a:solidFill>
              </a:defRPr>
            </a:lvl1pPr>
          </a:lstStyle>
          <a:p>
            <a:pPr lvl="0"/>
            <a:r>
              <a:rPr lang="fr-FR" dirty="0"/>
              <a:t>Cliquez pour modifier le texte</a:t>
            </a:r>
          </a:p>
        </p:txBody>
      </p:sp>
      <p:sp>
        <p:nvSpPr>
          <p:cNvPr id="44" name="Espace réservé du texte 12">
            <a:extLst>
              <a:ext uri="{FF2B5EF4-FFF2-40B4-BE49-F238E27FC236}">
                <a16:creationId xmlns:a16="http://schemas.microsoft.com/office/drawing/2014/main" id="{DEDA1959-A99F-7A8A-8693-1B38ABA832B3}"/>
              </a:ext>
            </a:extLst>
          </p:cNvPr>
          <p:cNvSpPr>
            <a:spLocks noGrp="1"/>
          </p:cNvSpPr>
          <p:nvPr>
            <p:ph type="body" sz="quarter" idx="34" hasCustomPrompt="1"/>
          </p:nvPr>
        </p:nvSpPr>
        <p:spPr>
          <a:xfrm>
            <a:off x="6275999" y="2298256"/>
            <a:ext cx="5220001" cy="693833"/>
          </a:xfrm>
        </p:spPr>
        <p:txBody>
          <a:bodyPr anchor="ctr" anchorCtr="0">
            <a:noAutofit/>
          </a:bodyPr>
          <a:lstStyle>
            <a:lvl1pPr marL="0" indent="0">
              <a:buFont typeface="Arial" panose="020B0604020202020204" pitchFamily="34" charset="0"/>
              <a:buNone/>
              <a:defRPr sz="1800" b="1">
                <a:solidFill>
                  <a:schemeClr val="accent1"/>
                </a:solidFill>
              </a:defRPr>
            </a:lvl1pPr>
          </a:lstStyle>
          <a:p>
            <a:pPr lvl="0"/>
            <a:r>
              <a:rPr lang="fr-FR" dirty="0"/>
              <a:t>Cliquez pour modifier le texte</a:t>
            </a:r>
          </a:p>
        </p:txBody>
      </p:sp>
    </p:spTree>
    <p:extLst>
      <p:ext uri="{BB962C8B-B14F-4D97-AF65-F5344CB8AC3E}">
        <p14:creationId xmlns:p14="http://schemas.microsoft.com/office/powerpoint/2010/main" val="17550132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ircles - 2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3">
            <a:extLst>
              <a:ext uri="{FF2B5EF4-FFF2-40B4-BE49-F238E27FC236}">
                <a16:creationId xmlns:a16="http://schemas.microsoft.com/office/drawing/2014/main" id="{7EE7AC4C-82BC-2AE2-AFBA-8BDF5CDE3764}"/>
              </a:ext>
            </a:extLst>
          </p:cNvPr>
          <p:cNvSpPr>
            <a:spLocks noGrp="1"/>
          </p:cNvSpPr>
          <p:nvPr>
            <p:ph type="body" sz="quarter" idx="23" hasCustomPrompt="1"/>
          </p:nvPr>
        </p:nvSpPr>
        <p:spPr>
          <a:xfrm>
            <a:off x="2437045"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5" name="Espace réservé du texte 12">
            <a:extLst>
              <a:ext uri="{FF2B5EF4-FFF2-40B4-BE49-F238E27FC236}">
                <a16:creationId xmlns:a16="http://schemas.microsoft.com/office/drawing/2014/main" id="{6A182F6A-BA15-0EA3-470E-2144DCE00ADD}"/>
              </a:ext>
            </a:extLst>
          </p:cNvPr>
          <p:cNvSpPr>
            <a:spLocks noGrp="1"/>
          </p:cNvSpPr>
          <p:nvPr>
            <p:ph type="body" sz="quarter" idx="24" hasCustomPrompt="1"/>
          </p:nvPr>
        </p:nvSpPr>
        <p:spPr>
          <a:xfrm>
            <a:off x="1807045" y="4449964"/>
            <a:ext cx="306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6" name="Espace réservé du texte 12">
            <a:extLst>
              <a:ext uri="{FF2B5EF4-FFF2-40B4-BE49-F238E27FC236}">
                <a16:creationId xmlns:a16="http://schemas.microsoft.com/office/drawing/2014/main" id="{10002F95-A760-0AC2-ED39-CBA0B70091FE}"/>
              </a:ext>
            </a:extLst>
          </p:cNvPr>
          <p:cNvSpPr>
            <a:spLocks noGrp="1"/>
          </p:cNvSpPr>
          <p:nvPr>
            <p:ph type="body" sz="quarter" idx="25" hasCustomPrompt="1"/>
          </p:nvPr>
        </p:nvSpPr>
        <p:spPr>
          <a:xfrm>
            <a:off x="1807045" y="5152099"/>
            <a:ext cx="306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7" name="Espace réservé du texte 3">
            <a:extLst>
              <a:ext uri="{FF2B5EF4-FFF2-40B4-BE49-F238E27FC236}">
                <a16:creationId xmlns:a16="http://schemas.microsoft.com/office/drawing/2014/main" id="{CE4B0AEF-3D60-76AF-BB22-AA59F35F0202}"/>
              </a:ext>
            </a:extLst>
          </p:cNvPr>
          <p:cNvSpPr>
            <a:spLocks noGrp="1"/>
          </p:cNvSpPr>
          <p:nvPr>
            <p:ph type="body" sz="quarter" idx="26" hasCustomPrompt="1"/>
          </p:nvPr>
        </p:nvSpPr>
        <p:spPr>
          <a:xfrm>
            <a:off x="7954955"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8" name="Espace réservé du texte 12">
            <a:extLst>
              <a:ext uri="{FF2B5EF4-FFF2-40B4-BE49-F238E27FC236}">
                <a16:creationId xmlns:a16="http://schemas.microsoft.com/office/drawing/2014/main" id="{05EF9736-0654-9212-B85B-C9B0D1284F8D}"/>
              </a:ext>
            </a:extLst>
          </p:cNvPr>
          <p:cNvSpPr>
            <a:spLocks noGrp="1"/>
          </p:cNvSpPr>
          <p:nvPr>
            <p:ph type="body" sz="quarter" idx="27" hasCustomPrompt="1"/>
          </p:nvPr>
        </p:nvSpPr>
        <p:spPr>
          <a:xfrm>
            <a:off x="7324955" y="4449964"/>
            <a:ext cx="306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22" name="Espace réservé du texte 12">
            <a:extLst>
              <a:ext uri="{FF2B5EF4-FFF2-40B4-BE49-F238E27FC236}">
                <a16:creationId xmlns:a16="http://schemas.microsoft.com/office/drawing/2014/main" id="{23590A1B-1CBB-D8BB-38F0-7985B9B9B0B4}"/>
              </a:ext>
            </a:extLst>
          </p:cNvPr>
          <p:cNvSpPr>
            <a:spLocks noGrp="1"/>
          </p:cNvSpPr>
          <p:nvPr>
            <p:ph type="body" sz="quarter" idx="28" hasCustomPrompt="1"/>
          </p:nvPr>
        </p:nvSpPr>
        <p:spPr>
          <a:xfrm>
            <a:off x="7324955" y="5152099"/>
            <a:ext cx="306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21000185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ircles - 3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8" name="Espace réservé du texte 3">
            <a:extLst>
              <a:ext uri="{FF2B5EF4-FFF2-40B4-BE49-F238E27FC236}">
                <a16:creationId xmlns:a16="http://schemas.microsoft.com/office/drawing/2014/main" id="{55C85639-51CA-B6C5-9D2F-2C07745FBFF1}"/>
              </a:ext>
            </a:extLst>
          </p:cNvPr>
          <p:cNvSpPr>
            <a:spLocks noGrp="1"/>
          </p:cNvSpPr>
          <p:nvPr>
            <p:ph type="body" sz="quarter" idx="20" hasCustomPrompt="1"/>
          </p:nvPr>
        </p:nvSpPr>
        <p:spPr>
          <a:xfrm>
            <a:off x="5196000"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19" name="Espace réservé du texte 12">
            <a:extLst>
              <a:ext uri="{FF2B5EF4-FFF2-40B4-BE49-F238E27FC236}">
                <a16:creationId xmlns:a16="http://schemas.microsoft.com/office/drawing/2014/main" id="{78F30498-141D-8F10-1160-D112F5860694}"/>
              </a:ext>
            </a:extLst>
          </p:cNvPr>
          <p:cNvSpPr>
            <a:spLocks noGrp="1"/>
          </p:cNvSpPr>
          <p:nvPr>
            <p:ph type="body" sz="quarter" idx="21" hasCustomPrompt="1"/>
          </p:nvPr>
        </p:nvSpPr>
        <p:spPr>
          <a:xfrm>
            <a:off x="4566000" y="4449964"/>
            <a:ext cx="306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20" name="Espace réservé du texte 12">
            <a:extLst>
              <a:ext uri="{FF2B5EF4-FFF2-40B4-BE49-F238E27FC236}">
                <a16:creationId xmlns:a16="http://schemas.microsoft.com/office/drawing/2014/main" id="{8C7FB839-16A5-C363-23A4-EFCB2B912F39}"/>
              </a:ext>
            </a:extLst>
          </p:cNvPr>
          <p:cNvSpPr>
            <a:spLocks noGrp="1"/>
          </p:cNvSpPr>
          <p:nvPr>
            <p:ph type="body" sz="quarter" idx="22" hasCustomPrompt="1"/>
          </p:nvPr>
        </p:nvSpPr>
        <p:spPr>
          <a:xfrm>
            <a:off x="4566000" y="5152099"/>
            <a:ext cx="306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3">
            <a:extLst>
              <a:ext uri="{FF2B5EF4-FFF2-40B4-BE49-F238E27FC236}">
                <a16:creationId xmlns:a16="http://schemas.microsoft.com/office/drawing/2014/main" id="{7EE7AC4C-82BC-2AE2-AFBA-8BDF5CDE3764}"/>
              </a:ext>
            </a:extLst>
          </p:cNvPr>
          <p:cNvSpPr>
            <a:spLocks noGrp="1"/>
          </p:cNvSpPr>
          <p:nvPr>
            <p:ph type="body" sz="quarter" idx="23" hasCustomPrompt="1"/>
          </p:nvPr>
        </p:nvSpPr>
        <p:spPr>
          <a:xfrm>
            <a:off x="1326000"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5" name="Espace réservé du texte 12">
            <a:extLst>
              <a:ext uri="{FF2B5EF4-FFF2-40B4-BE49-F238E27FC236}">
                <a16:creationId xmlns:a16="http://schemas.microsoft.com/office/drawing/2014/main" id="{6A182F6A-BA15-0EA3-470E-2144DCE00ADD}"/>
              </a:ext>
            </a:extLst>
          </p:cNvPr>
          <p:cNvSpPr>
            <a:spLocks noGrp="1"/>
          </p:cNvSpPr>
          <p:nvPr>
            <p:ph type="body" sz="quarter" idx="24" hasCustomPrompt="1"/>
          </p:nvPr>
        </p:nvSpPr>
        <p:spPr>
          <a:xfrm>
            <a:off x="696000" y="4449964"/>
            <a:ext cx="306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6" name="Espace réservé du texte 12">
            <a:extLst>
              <a:ext uri="{FF2B5EF4-FFF2-40B4-BE49-F238E27FC236}">
                <a16:creationId xmlns:a16="http://schemas.microsoft.com/office/drawing/2014/main" id="{10002F95-A760-0AC2-ED39-CBA0B70091FE}"/>
              </a:ext>
            </a:extLst>
          </p:cNvPr>
          <p:cNvSpPr>
            <a:spLocks noGrp="1"/>
          </p:cNvSpPr>
          <p:nvPr>
            <p:ph type="body" sz="quarter" idx="25" hasCustomPrompt="1"/>
          </p:nvPr>
        </p:nvSpPr>
        <p:spPr>
          <a:xfrm>
            <a:off x="696000" y="5152099"/>
            <a:ext cx="306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7" name="Espace réservé du texte 3">
            <a:extLst>
              <a:ext uri="{FF2B5EF4-FFF2-40B4-BE49-F238E27FC236}">
                <a16:creationId xmlns:a16="http://schemas.microsoft.com/office/drawing/2014/main" id="{CE4B0AEF-3D60-76AF-BB22-AA59F35F0202}"/>
              </a:ext>
            </a:extLst>
          </p:cNvPr>
          <p:cNvSpPr>
            <a:spLocks noGrp="1"/>
          </p:cNvSpPr>
          <p:nvPr>
            <p:ph type="body" sz="quarter" idx="26" hasCustomPrompt="1"/>
          </p:nvPr>
        </p:nvSpPr>
        <p:spPr>
          <a:xfrm>
            <a:off x="9066000"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8" name="Espace réservé du texte 12">
            <a:extLst>
              <a:ext uri="{FF2B5EF4-FFF2-40B4-BE49-F238E27FC236}">
                <a16:creationId xmlns:a16="http://schemas.microsoft.com/office/drawing/2014/main" id="{05EF9736-0654-9212-B85B-C9B0D1284F8D}"/>
              </a:ext>
            </a:extLst>
          </p:cNvPr>
          <p:cNvSpPr>
            <a:spLocks noGrp="1"/>
          </p:cNvSpPr>
          <p:nvPr>
            <p:ph type="body" sz="quarter" idx="27" hasCustomPrompt="1"/>
          </p:nvPr>
        </p:nvSpPr>
        <p:spPr>
          <a:xfrm>
            <a:off x="8436000" y="4449964"/>
            <a:ext cx="306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22" name="Espace réservé du texte 12">
            <a:extLst>
              <a:ext uri="{FF2B5EF4-FFF2-40B4-BE49-F238E27FC236}">
                <a16:creationId xmlns:a16="http://schemas.microsoft.com/office/drawing/2014/main" id="{23590A1B-1CBB-D8BB-38F0-7985B9B9B0B4}"/>
              </a:ext>
            </a:extLst>
          </p:cNvPr>
          <p:cNvSpPr>
            <a:spLocks noGrp="1"/>
          </p:cNvSpPr>
          <p:nvPr>
            <p:ph type="body" sz="quarter" idx="28" hasCustomPrompt="1"/>
          </p:nvPr>
        </p:nvSpPr>
        <p:spPr>
          <a:xfrm>
            <a:off x="8436000" y="5152099"/>
            <a:ext cx="306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14856157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ircles - 4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3">
            <a:extLst>
              <a:ext uri="{FF2B5EF4-FFF2-40B4-BE49-F238E27FC236}">
                <a16:creationId xmlns:a16="http://schemas.microsoft.com/office/drawing/2014/main" id="{7EE7AC4C-82BC-2AE2-AFBA-8BDF5CDE3764}"/>
              </a:ext>
            </a:extLst>
          </p:cNvPr>
          <p:cNvSpPr>
            <a:spLocks noGrp="1"/>
          </p:cNvSpPr>
          <p:nvPr>
            <p:ph type="body" sz="quarter" idx="23" hasCustomPrompt="1"/>
          </p:nvPr>
        </p:nvSpPr>
        <p:spPr>
          <a:xfrm>
            <a:off x="1056000"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5" name="Espace réservé du texte 12">
            <a:extLst>
              <a:ext uri="{FF2B5EF4-FFF2-40B4-BE49-F238E27FC236}">
                <a16:creationId xmlns:a16="http://schemas.microsoft.com/office/drawing/2014/main" id="{6A182F6A-BA15-0EA3-470E-2144DCE00ADD}"/>
              </a:ext>
            </a:extLst>
          </p:cNvPr>
          <p:cNvSpPr>
            <a:spLocks noGrp="1"/>
          </p:cNvSpPr>
          <p:nvPr>
            <p:ph type="body" sz="quarter" idx="24" hasCustomPrompt="1"/>
          </p:nvPr>
        </p:nvSpPr>
        <p:spPr>
          <a:xfrm>
            <a:off x="696000" y="4449964"/>
            <a:ext cx="252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6" name="Espace réservé du texte 12">
            <a:extLst>
              <a:ext uri="{FF2B5EF4-FFF2-40B4-BE49-F238E27FC236}">
                <a16:creationId xmlns:a16="http://schemas.microsoft.com/office/drawing/2014/main" id="{10002F95-A760-0AC2-ED39-CBA0B70091FE}"/>
              </a:ext>
            </a:extLst>
          </p:cNvPr>
          <p:cNvSpPr>
            <a:spLocks noGrp="1"/>
          </p:cNvSpPr>
          <p:nvPr>
            <p:ph type="body" sz="quarter" idx="25" hasCustomPrompt="1"/>
          </p:nvPr>
        </p:nvSpPr>
        <p:spPr>
          <a:xfrm>
            <a:off x="696000" y="5152099"/>
            <a:ext cx="252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9" name="Espace réservé du texte 3">
            <a:extLst>
              <a:ext uri="{FF2B5EF4-FFF2-40B4-BE49-F238E27FC236}">
                <a16:creationId xmlns:a16="http://schemas.microsoft.com/office/drawing/2014/main" id="{75B64AD6-7559-80ED-EE9B-B069E1A6C916}"/>
              </a:ext>
            </a:extLst>
          </p:cNvPr>
          <p:cNvSpPr>
            <a:spLocks noGrp="1"/>
          </p:cNvSpPr>
          <p:nvPr>
            <p:ph type="body" sz="quarter" idx="26" hasCustomPrompt="1"/>
          </p:nvPr>
        </p:nvSpPr>
        <p:spPr>
          <a:xfrm>
            <a:off x="9336002"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10" name="Espace réservé du texte 12">
            <a:extLst>
              <a:ext uri="{FF2B5EF4-FFF2-40B4-BE49-F238E27FC236}">
                <a16:creationId xmlns:a16="http://schemas.microsoft.com/office/drawing/2014/main" id="{D793EAF9-5C9E-9CA8-9AAF-D2A0C80C4E0D}"/>
              </a:ext>
            </a:extLst>
          </p:cNvPr>
          <p:cNvSpPr>
            <a:spLocks noGrp="1"/>
          </p:cNvSpPr>
          <p:nvPr>
            <p:ph type="body" sz="quarter" idx="27" hasCustomPrompt="1"/>
          </p:nvPr>
        </p:nvSpPr>
        <p:spPr>
          <a:xfrm>
            <a:off x="8976002" y="4449964"/>
            <a:ext cx="252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11" name="Espace réservé du texte 12">
            <a:extLst>
              <a:ext uri="{FF2B5EF4-FFF2-40B4-BE49-F238E27FC236}">
                <a16:creationId xmlns:a16="http://schemas.microsoft.com/office/drawing/2014/main" id="{891F8640-BFA7-C134-A4EA-D017CB4CD508}"/>
              </a:ext>
            </a:extLst>
          </p:cNvPr>
          <p:cNvSpPr>
            <a:spLocks noGrp="1"/>
          </p:cNvSpPr>
          <p:nvPr>
            <p:ph type="body" sz="quarter" idx="28" hasCustomPrompt="1"/>
          </p:nvPr>
        </p:nvSpPr>
        <p:spPr>
          <a:xfrm>
            <a:off x="8976002" y="5152099"/>
            <a:ext cx="252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12" name="Espace réservé du texte 3">
            <a:extLst>
              <a:ext uri="{FF2B5EF4-FFF2-40B4-BE49-F238E27FC236}">
                <a16:creationId xmlns:a16="http://schemas.microsoft.com/office/drawing/2014/main" id="{C1E474AE-391E-174E-A604-8988D1C5BCE5}"/>
              </a:ext>
            </a:extLst>
          </p:cNvPr>
          <p:cNvSpPr>
            <a:spLocks noGrp="1"/>
          </p:cNvSpPr>
          <p:nvPr>
            <p:ph type="body" sz="quarter" idx="29" hasCustomPrompt="1"/>
          </p:nvPr>
        </p:nvSpPr>
        <p:spPr>
          <a:xfrm>
            <a:off x="3818013"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13" name="Espace réservé du texte 12">
            <a:extLst>
              <a:ext uri="{FF2B5EF4-FFF2-40B4-BE49-F238E27FC236}">
                <a16:creationId xmlns:a16="http://schemas.microsoft.com/office/drawing/2014/main" id="{B0C77430-A9DB-BC68-632C-83CE7F72B561}"/>
              </a:ext>
            </a:extLst>
          </p:cNvPr>
          <p:cNvSpPr>
            <a:spLocks noGrp="1"/>
          </p:cNvSpPr>
          <p:nvPr>
            <p:ph type="body" sz="quarter" idx="30" hasCustomPrompt="1"/>
          </p:nvPr>
        </p:nvSpPr>
        <p:spPr>
          <a:xfrm>
            <a:off x="3458013" y="4449964"/>
            <a:ext cx="252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14" name="Espace réservé du texte 12">
            <a:extLst>
              <a:ext uri="{FF2B5EF4-FFF2-40B4-BE49-F238E27FC236}">
                <a16:creationId xmlns:a16="http://schemas.microsoft.com/office/drawing/2014/main" id="{26D7ADA2-6DDD-7321-531E-28322335E4B9}"/>
              </a:ext>
            </a:extLst>
          </p:cNvPr>
          <p:cNvSpPr>
            <a:spLocks noGrp="1"/>
          </p:cNvSpPr>
          <p:nvPr>
            <p:ph type="body" sz="quarter" idx="31" hasCustomPrompt="1"/>
          </p:nvPr>
        </p:nvSpPr>
        <p:spPr>
          <a:xfrm>
            <a:off x="3458013" y="5152099"/>
            <a:ext cx="252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15" name="Espace réservé du texte 3">
            <a:extLst>
              <a:ext uri="{FF2B5EF4-FFF2-40B4-BE49-F238E27FC236}">
                <a16:creationId xmlns:a16="http://schemas.microsoft.com/office/drawing/2014/main" id="{0842622E-0349-9BA2-1C21-EADD67D5A964}"/>
              </a:ext>
            </a:extLst>
          </p:cNvPr>
          <p:cNvSpPr>
            <a:spLocks noGrp="1"/>
          </p:cNvSpPr>
          <p:nvPr>
            <p:ph type="body" sz="quarter" idx="32" hasCustomPrompt="1"/>
          </p:nvPr>
        </p:nvSpPr>
        <p:spPr>
          <a:xfrm>
            <a:off x="6573989"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16" name="Espace réservé du texte 12">
            <a:extLst>
              <a:ext uri="{FF2B5EF4-FFF2-40B4-BE49-F238E27FC236}">
                <a16:creationId xmlns:a16="http://schemas.microsoft.com/office/drawing/2014/main" id="{F07AF857-E6A8-AB6E-9BC1-5C0C814039B9}"/>
              </a:ext>
            </a:extLst>
          </p:cNvPr>
          <p:cNvSpPr>
            <a:spLocks noGrp="1"/>
          </p:cNvSpPr>
          <p:nvPr>
            <p:ph type="body" sz="quarter" idx="33" hasCustomPrompt="1"/>
          </p:nvPr>
        </p:nvSpPr>
        <p:spPr>
          <a:xfrm>
            <a:off x="6213989" y="4449964"/>
            <a:ext cx="252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17" name="Espace réservé du texte 12">
            <a:extLst>
              <a:ext uri="{FF2B5EF4-FFF2-40B4-BE49-F238E27FC236}">
                <a16:creationId xmlns:a16="http://schemas.microsoft.com/office/drawing/2014/main" id="{21F2FCEA-0391-B272-7341-7F2E9AA674E9}"/>
              </a:ext>
            </a:extLst>
          </p:cNvPr>
          <p:cNvSpPr>
            <a:spLocks noGrp="1"/>
          </p:cNvSpPr>
          <p:nvPr>
            <p:ph type="body" sz="quarter" idx="34" hasCustomPrompt="1"/>
          </p:nvPr>
        </p:nvSpPr>
        <p:spPr>
          <a:xfrm>
            <a:off x="6213989" y="5152099"/>
            <a:ext cx="252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39844288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ircles - 2 columns X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3">
            <a:extLst>
              <a:ext uri="{FF2B5EF4-FFF2-40B4-BE49-F238E27FC236}">
                <a16:creationId xmlns:a16="http://schemas.microsoft.com/office/drawing/2014/main" id="{7EE7AC4C-82BC-2AE2-AFBA-8BDF5CDE3764}"/>
              </a:ext>
            </a:extLst>
          </p:cNvPr>
          <p:cNvSpPr>
            <a:spLocks noGrp="1"/>
          </p:cNvSpPr>
          <p:nvPr>
            <p:ph type="body" sz="quarter" idx="23" hasCustomPrompt="1"/>
          </p:nvPr>
        </p:nvSpPr>
        <p:spPr>
          <a:xfrm>
            <a:off x="696000" y="2573304"/>
            <a:ext cx="1516915" cy="1516915"/>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5" name="Espace réservé du texte 12">
            <a:extLst>
              <a:ext uri="{FF2B5EF4-FFF2-40B4-BE49-F238E27FC236}">
                <a16:creationId xmlns:a16="http://schemas.microsoft.com/office/drawing/2014/main" id="{6A182F6A-BA15-0EA3-470E-2144DCE00ADD}"/>
              </a:ext>
            </a:extLst>
          </p:cNvPr>
          <p:cNvSpPr>
            <a:spLocks noGrp="1"/>
          </p:cNvSpPr>
          <p:nvPr>
            <p:ph type="body" sz="quarter" idx="24" hasCustomPrompt="1"/>
          </p:nvPr>
        </p:nvSpPr>
        <p:spPr>
          <a:xfrm>
            <a:off x="2406000" y="2573304"/>
            <a:ext cx="3395032" cy="625475"/>
          </a:xfrm>
        </p:spPr>
        <p:txBody>
          <a:bodyPr anchor="ctr" anchorCtr="0">
            <a:noAutofit/>
          </a:bodyPr>
          <a:lstStyle>
            <a:lvl1pPr marL="0" indent="0" algn="l">
              <a:buFont typeface="Arial" panose="020B0604020202020204" pitchFamily="34" charset="0"/>
              <a:buNone/>
              <a:defRPr sz="2000" b="1">
                <a:latin typeface="+mj-lt"/>
              </a:defRPr>
            </a:lvl1pPr>
          </a:lstStyle>
          <a:p>
            <a:pPr lvl="0"/>
            <a:r>
              <a:rPr lang="fr-FR" dirty="0"/>
              <a:t>Cliquez pour modifier le texte</a:t>
            </a:r>
          </a:p>
        </p:txBody>
      </p:sp>
      <p:sp>
        <p:nvSpPr>
          <p:cNvPr id="6" name="Espace réservé du texte 12">
            <a:extLst>
              <a:ext uri="{FF2B5EF4-FFF2-40B4-BE49-F238E27FC236}">
                <a16:creationId xmlns:a16="http://schemas.microsoft.com/office/drawing/2014/main" id="{10002F95-A760-0AC2-ED39-CBA0B70091FE}"/>
              </a:ext>
            </a:extLst>
          </p:cNvPr>
          <p:cNvSpPr>
            <a:spLocks noGrp="1"/>
          </p:cNvSpPr>
          <p:nvPr>
            <p:ph type="body" sz="quarter" idx="25" hasCustomPrompt="1"/>
          </p:nvPr>
        </p:nvSpPr>
        <p:spPr>
          <a:xfrm>
            <a:off x="2406000" y="3198779"/>
            <a:ext cx="3395032" cy="891441"/>
          </a:xfrm>
        </p:spPr>
        <p:txBody>
          <a:bodyPr anchor="ctr" anchorCtr="0">
            <a:noAutofit/>
          </a:bodyPr>
          <a:lstStyle>
            <a:lvl1pPr marL="0" indent="0" algn="l">
              <a:buFont typeface="Arial" panose="020B0604020202020204" pitchFamily="34" charset="0"/>
              <a:buNone/>
              <a:defRPr sz="1800"/>
            </a:lvl1pPr>
          </a:lstStyle>
          <a:p>
            <a:pPr lvl="0"/>
            <a:r>
              <a:rPr lang="fr-FR" dirty="0"/>
              <a:t>Cliquez pour modifier le texte</a:t>
            </a:r>
          </a:p>
        </p:txBody>
      </p:sp>
      <p:sp>
        <p:nvSpPr>
          <p:cNvPr id="7" name="Espace réservé du texte 3">
            <a:extLst>
              <a:ext uri="{FF2B5EF4-FFF2-40B4-BE49-F238E27FC236}">
                <a16:creationId xmlns:a16="http://schemas.microsoft.com/office/drawing/2014/main" id="{3A687307-0946-84C5-A4F3-DCFCC6DB0C07}"/>
              </a:ext>
            </a:extLst>
          </p:cNvPr>
          <p:cNvSpPr>
            <a:spLocks noGrp="1"/>
          </p:cNvSpPr>
          <p:nvPr>
            <p:ph type="body" sz="quarter" idx="26" hasCustomPrompt="1"/>
          </p:nvPr>
        </p:nvSpPr>
        <p:spPr>
          <a:xfrm>
            <a:off x="708484" y="4434253"/>
            <a:ext cx="1516915" cy="1516915"/>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8" name="Espace réservé du texte 12">
            <a:extLst>
              <a:ext uri="{FF2B5EF4-FFF2-40B4-BE49-F238E27FC236}">
                <a16:creationId xmlns:a16="http://schemas.microsoft.com/office/drawing/2014/main" id="{5C45B8A4-CE81-8459-4922-EACB627D37E5}"/>
              </a:ext>
            </a:extLst>
          </p:cNvPr>
          <p:cNvSpPr>
            <a:spLocks noGrp="1"/>
          </p:cNvSpPr>
          <p:nvPr>
            <p:ph type="body" sz="quarter" idx="27" hasCustomPrompt="1"/>
          </p:nvPr>
        </p:nvSpPr>
        <p:spPr>
          <a:xfrm>
            <a:off x="2418484" y="4434253"/>
            <a:ext cx="3395032" cy="625475"/>
          </a:xfrm>
        </p:spPr>
        <p:txBody>
          <a:bodyPr anchor="ctr" anchorCtr="0">
            <a:noAutofit/>
          </a:bodyPr>
          <a:lstStyle>
            <a:lvl1pPr marL="0" indent="0" algn="l">
              <a:buFont typeface="Arial" panose="020B0604020202020204" pitchFamily="34" charset="0"/>
              <a:buNone/>
              <a:defRPr sz="2000" b="1">
                <a:latin typeface="+mj-lt"/>
              </a:defRPr>
            </a:lvl1pPr>
          </a:lstStyle>
          <a:p>
            <a:pPr lvl="0"/>
            <a:r>
              <a:rPr lang="fr-FR" dirty="0"/>
              <a:t>Cliquez pour modifier le texte</a:t>
            </a:r>
          </a:p>
        </p:txBody>
      </p:sp>
      <p:sp>
        <p:nvSpPr>
          <p:cNvPr id="18" name="Espace réservé du texte 12">
            <a:extLst>
              <a:ext uri="{FF2B5EF4-FFF2-40B4-BE49-F238E27FC236}">
                <a16:creationId xmlns:a16="http://schemas.microsoft.com/office/drawing/2014/main" id="{2AD5604D-58A2-4B59-0DEA-3982B05C3269}"/>
              </a:ext>
            </a:extLst>
          </p:cNvPr>
          <p:cNvSpPr>
            <a:spLocks noGrp="1"/>
          </p:cNvSpPr>
          <p:nvPr>
            <p:ph type="body" sz="quarter" idx="28" hasCustomPrompt="1"/>
          </p:nvPr>
        </p:nvSpPr>
        <p:spPr>
          <a:xfrm>
            <a:off x="2418484" y="5059728"/>
            <a:ext cx="3395032" cy="891441"/>
          </a:xfrm>
        </p:spPr>
        <p:txBody>
          <a:bodyPr anchor="ctr" anchorCtr="0">
            <a:noAutofit/>
          </a:bodyPr>
          <a:lstStyle>
            <a:lvl1pPr marL="0" indent="0" algn="l">
              <a:buFont typeface="Arial" panose="020B0604020202020204" pitchFamily="34" charset="0"/>
              <a:buNone/>
              <a:defRPr sz="1800"/>
            </a:lvl1pPr>
          </a:lstStyle>
          <a:p>
            <a:pPr lvl="0"/>
            <a:r>
              <a:rPr lang="fr-FR" dirty="0"/>
              <a:t>Cliquez pour modifier le texte</a:t>
            </a:r>
          </a:p>
        </p:txBody>
      </p:sp>
      <p:sp>
        <p:nvSpPr>
          <p:cNvPr id="23" name="Espace réservé du texte 3">
            <a:extLst>
              <a:ext uri="{FF2B5EF4-FFF2-40B4-BE49-F238E27FC236}">
                <a16:creationId xmlns:a16="http://schemas.microsoft.com/office/drawing/2014/main" id="{C623A159-79A9-C798-3290-C939BEE2F009}"/>
              </a:ext>
            </a:extLst>
          </p:cNvPr>
          <p:cNvSpPr>
            <a:spLocks noGrp="1"/>
          </p:cNvSpPr>
          <p:nvPr>
            <p:ph type="body" sz="quarter" idx="29" hasCustomPrompt="1"/>
          </p:nvPr>
        </p:nvSpPr>
        <p:spPr>
          <a:xfrm>
            <a:off x="6378484" y="2573303"/>
            <a:ext cx="1516915" cy="1516915"/>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24" name="Espace réservé du texte 12">
            <a:extLst>
              <a:ext uri="{FF2B5EF4-FFF2-40B4-BE49-F238E27FC236}">
                <a16:creationId xmlns:a16="http://schemas.microsoft.com/office/drawing/2014/main" id="{E0CCD470-F6D6-D038-A4BB-4C34F00666F5}"/>
              </a:ext>
            </a:extLst>
          </p:cNvPr>
          <p:cNvSpPr>
            <a:spLocks noGrp="1"/>
          </p:cNvSpPr>
          <p:nvPr>
            <p:ph type="body" sz="quarter" idx="30" hasCustomPrompt="1"/>
          </p:nvPr>
        </p:nvSpPr>
        <p:spPr>
          <a:xfrm>
            <a:off x="8088484" y="2573303"/>
            <a:ext cx="3395032" cy="625475"/>
          </a:xfrm>
        </p:spPr>
        <p:txBody>
          <a:bodyPr anchor="ctr" anchorCtr="0">
            <a:noAutofit/>
          </a:bodyPr>
          <a:lstStyle>
            <a:lvl1pPr marL="0" indent="0" algn="l">
              <a:buFont typeface="Arial" panose="020B0604020202020204" pitchFamily="34" charset="0"/>
              <a:buNone/>
              <a:defRPr sz="2000" b="1">
                <a:latin typeface="+mj-lt"/>
              </a:defRPr>
            </a:lvl1pPr>
          </a:lstStyle>
          <a:p>
            <a:pPr lvl="0"/>
            <a:r>
              <a:rPr lang="fr-FR" dirty="0"/>
              <a:t>Cliquez pour modifier le texte</a:t>
            </a:r>
          </a:p>
        </p:txBody>
      </p:sp>
      <p:sp>
        <p:nvSpPr>
          <p:cNvPr id="25" name="Espace réservé du texte 12">
            <a:extLst>
              <a:ext uri="{FF2B5EF4-FFF2-40B4-BE49-F238E27FC236}">
                <a16:creationId xmlns:a16="http://schemas.microsoft.com/office/drawing/2014/main" id="{33B48A22-D55D-73A5-ADFD-36F0ED73320A}"/>
              </a:ext>
            </a:extLst>
          </p:cNvPr>
          <p:cNvSpPr>
            <a:spLocks noGrp="1"/>
          </p:cNvSpPr>
          <p:nvPr>
            <p:ph type="body" sz="quarter" idx="31" hasCustomPrompt="1"/>
          </p:nvPr>
        </p:nvSpPr>
        <p:spPr>
          <a:xfrm>
            <a:off x="8088484" y="3198778"/>
            <a:ext cx="3395032" cy="891441"/>
          </a:xfrm>
        </p:spPr>
        <p:txBody>
          <a:bodyPr anchor="ctr" anchorCtr="0">
            <a:noAutofit/>
          </a:bodyPr>
          <a:lstStyle>
            <a:lvl1pPr marL="0" indent="0" algn="l">
              <a:buFont typeface="Arial" panose="020B0604020202020204" pitchFamily="34" charset="0"/>
              <a:buNone/>
              <a:defRPr sz="1800"/>
            </a:lvl1pPr>
          </a:lstStyle>
          <a:p>
            <a:pPr lvl="0"/>
            <a:r>
              <a:rPr lang="fr-FR" dirty="0"/>
              <a:t>Cliquez pour modifier le texte</a:t>
            </a:r>
          </a:p>
        </p:txBody>
      </p:sp>
      <p:sp>
        <p:nvSpPr>
          <p:cNvPr id="26" name="Espace réservé du texte 3">
            <a:extLst>
              <a:ext uri="{FF2B5EF4-FFF2-40B4-BE49-F238E27FC236}">
                <a16:creationId xmlns:a16="http://schemas.microsoft.com/office/drawing/2014/main" id="{1EE494DC-781D-34F1-3A9D-92EC84FB020A}"/>
              </a:ext>
            </a:extLst>
          </p:cNvPr>
          <p:cNvSpPr>
            <a:spLocks noGrp="1"/>
          </p:cNvSpPr>
          <p:nvPr>
            <p:ph type="body" sz="quarter" idx="32" hasCustomPrompt="1"/>
          </p:nvPr>
        </p:nvSpPr>
        <p:spPr>
          <a:xfrm>
            <a:off x="6390968" y="4434252"/>
            <a:ext cx="1516915" cy="1516915"/>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27" name="Espace réservé du texte 12">
            <a:extLst>
              <a:ext uri="{FF2B5EF4-FFF2-40B4-BE49-F238E27FC236}">
                <a16:creationId xmlns:a16="http://schemas.microsoft.com/office/drawing/2014/main" id="{66900C00-8DC3-63A7-DE70-7388EEE04C7D}"/>
              </a:ext>
            </a:extLst>
          </p:cNvPr>
          <p:cNvSpPr>
            <a:spLocks noGrp="1"/>
          </p:cNvSpPr>
          <p:nvPr>
            <p:ph type="body" sz="quarter" idx="33" hasCustomPrompt="1"/>
          </p:nvPr>
        </p:nvSpPr>
        <p:spPr>
          <a:xfrm>
            <a:off x="8100968" y="4434252"/>
            <a:ext cx="3395032" cy="625475"/>
          </a:xfrm>
        </p:spPr>
        <p:txBody>
          <a:bodyPr anchor="ctr" anchorCtr="0">
            <a:noAutofit/>
          </a:bodyPr>
          <a:lstStyle>
            <a:lvl1pPr marL="0" indent="0" algn="l">
              <a:buFont typeface="Arial" panose="020B0604020202020204" pitchFamily="34" charset="0"/>
              <a:buNone/>
              <a:defRPr sz="2000" b="1">
                <a:latin typeface="+mj-lt"/>
              </a:defRPr>
            </a:lvl1pPr>
          </a:lstStyle>
          <a:p>
            <a:pPr lvl="0"/>
            <a:r>
              <a:rPr lang="fr-FR" dirty="0"/>
              <a:t>Cliquez pour modifier le texte</a:t>
            </a:r>
          </a:p>
        </p:txBody>
      </p:sp>
      <p:sp>
        <p:nvSpPr>
          <p:cNvPr id="28" name="Espace réservé du texte 12">
            <a:extLst>
              <a:ext uri="{FF2B5EF4-FFF2-40B4-BE49-F238E27FC236}">
                <a16:creationId xmlns:a16="http://schemas.microsoft.com/office/drawing/2014/main" id="{1A69C451-362B-A8A1-3C94-5B5B5ACBFDD2}"/>
              </a:ext>
            </a:extLst>
          </p:cNvPr>
          <p:cNvSpPr>
            <a:spLocks noGrp="1"/>
          </p:cNvSpPr>
          <p:nvPr>
            <p:ph type="body" sz="quarter" idx="34" hasCustomPrompt="1"/>
          </p:nvPr>
        </p:nvSpPr>
        <p:spPr>
          <a:xfrm>
            <a:off x="8100968" y="5059727"/>
            <a:ext cx="3395032" cy="891441"/>
          </a:xfrm>
        </p:spPr>
        <p:txBody>
          <a:bodyPr anchor="ctr" anchorCtr="0">
            <a:noAutofit/>
          </a:bodyPr>
          <a:lstStyle>
            <a:lvl1pPr marL="0" indent="0" algn="l">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30398895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sign - Circle left">
    <p:spTree>
      <p:nvGrpSpPr>
        <p:cNvPr id="1" name=""/>
        <p:cNvGrpSpPr/>
        <p:nvPr/>
      </p:nvGrpSpPr>
      <p:grpSpPr>
        <a:xfrm>
          <a:off x="0" y="0"/>
          <a:ext cx="0" cy="0"/>
          <a:chOff x="0" y="0"/>
          <a:chExt cx="0" cy="0"/>
        </a:xfrm>
      </p:grpSpPr>
      <p:sp>
        <p:nvSpPr>
          <p:cNvPr id="10" name="Organigramme : Délai 9">
            <a:extLst>
              <a:ext uri="{FF2B5EF4-FFF2-40B4-BE49-F238E27FC236}">
                <a16:creationId xmlns:a16="http://schemas.microsoft.com/office/drawing/2014/main" id="{706F2CD8-088D-A175-027A-7564F0D67DB1}"/>
              </a:ext>
            </a:extLst>
          </p:cNvPr>
          <p:cNvSpPr/>
          <p:nvPr userDrawn="1"/>
        </p:nvSpPr>
        <p:spPr>
          <a:xfrm>
            <a:off x="0" y="0"/>
            <a:ext cx="5801032" cy="6858000"/>
          </a:xfrm>
          <a:prstGeom prst="flowChartDelay">
            <a:avLst/>
          </a:prstGeom>
          <a:gradFill>
            <a:gsLst>
              <a:gs pos="100000">
                <a:schemeClr val="accent2"/>
              </a:gs>
              <a:gs pos="0">
                <a:schemeClr val="accent1"/>
              </a:gs>
            </a:gsLst>
            <a:lin ang="2700000" scaled="0"/>
          </a:gradFill>
          <a:ln w="3175">
            <a:solidFill>
              <a:srgbClr val="EDE3E3"/>
            </a:solidFill>
            <a:prstDash val="solid"/>
          </a:ln>
          <a:effectLst>
            <a:outerShdw blurRad="114300" dist="38100" dir="5400000" algn="bl" rotWithShape="0">
              <a:srgbClr val="223843">
                <a:alpha val="13000"/>
              </a:srgbClr>
            </a:outerShdw>
          </a:effectLst>
        </p:spPr>
        <p:txBody>
          <a:bodyPr vert="horz" lIns="2052000" tIns="45720" rIns="91440" bIns="45720" rtlCol="0" anchor="ctr">
            <a:normAutofit/>
          </a:bodyPr>
          <a:lstStyle/>
          <a:p>
            <a:pPr lvl="0" indent="0">
              <a:lnSpc>
                <a:spcPct val="90000"/>
              </a:lnSpc>
              <a:spcBef>
                <a:spcPts val="1000"/>
              </a:spcBef>
              <a:buClr>
                <a:schemeClr val="accent2"/>
              </a:buClr>
              <a:buFont typeface="Arial" panose="020B0604020202020204" pitchFamily="34" charset="0"/>
              <a:buNone/>
            </a:pPr>
            <a:endParaRPr lang="fr-FR" sz="1100">
              <a:solidFill>
                <a:schemeClr val="tx1"/>
              </a:solidFill>
            </a:endParaRPr>
          </a:p>
        </p:txBody>
      </p:sp>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a:xfrm>
            <a:off x="696000" y="1352550"/>
            <a:ext cx="3895665" cy="2076449"/>
          </a:xfrm>
        </p:spPr>
        <p:txBody>
          <a:bodyPr/>
          <a:lstStyle>
            <a:lvl1pPr>
              <a:defRPr>
                <a:solidFill>
                  <a:schemeClr val="bg1"/>
                </a:solidFill>
              </a:defRPr>
            </a:lvl1p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bg1"/>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tx1"/>
                </a:solidFill>
              </a:defRPr>
            </a:lvl1pPr>
          </a:lstStyle>
          <a:p>
            <a:pPr lvl="0"/>
            <a:r>
              <a:rPr lang="fr-FR" dirty="0"/>
              <a:t>Titre</a:t>
            </a:r>
            <a:endParaRPr lang="en-US" dirty="0"/>
          </a:p>
        </p:txBody>
      </p:sp>
      <p:sp>
        <p:nvSpPr>
          <p:cNvPr id="12" name="Espace réservé du texte 11">
            <a:extLst>
              <a:ext uri="{FF2B5EF4-FFF2-40B4-BE49-F238E27FC236}">
                <a16:creationId xmlns:a16="http://schemas.microsoft.com/office/drawing/2014/main" id="{D0A77B0D-4CDA-836B-0F50-6D89831D01F7}"/>
              </a:ext>
            </a:extLst>
          </p:cNvPr>
          <p:cNvSpPr>
            <a:spLocks noGrp="1"/>
          </p:cNvSpPr>
          <p:nvPr>
            <p:ph type="body" sz="quarter" idx="14"/>
          </p:nvPr>
        </p:nvSpPr>
        <p:spPr>
          <a:xfrm>
            <a:off x="6095999" y="646111"/>
            <a:ext cx="5400675" cy="5565775"/>
          </a:xfrm>
        </p:spPr>
        <p:txBody>
          <a:bodyPr anchor="ct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4" name="Espace réservé du texte 12">
            <a:extLst>
              <a:ext uri="{FF2B5EF4-FFF2-40B4-BE49-F238E27FC236}">
                <a16:creationId xmlns:a16="http://schemas.microsoft.com/office/drawing/2014/main" id="{8DE8A481-78C7-E7A2-3A06-C6FF7863929A}"/>
              </a:ext>
            </a:extLst>
          </p:cNvPr>
          <p:cNvSpPr>
            <a:spLocks noGrp="1"/>
          </p:cNvSpPr>
          <p:nvPr>
            <p:ph type="body" sz="quarter" idx="25" hasCustomPrompt="1"/>
          </p:nvPr>
        </p:nvSpPr>
        <p:spPr>
          <a:xfrm>
            <a:off x="695325" y="3429000"/>
            <a:ext cx="3895665" cy="2332704"/>
          </a:xfrm>
        </p:spPr>
        <p:txBody>
          <a:bodyPr anchor="ctr" anchorCtr="0">
            <a:noAutofit/>
          </a:bodyPr>
          <a:lstStyle>
            <a:lvl1pPr marL="0" indent="0" algn="l">
              <a:buFont typeface="Arial" panose="020B0604020202020204" pitchFamily="34" charset="0"/>
              <a:buNone/>
              <a:defRPr sz="1800">
                <a:solidFill>
                  <a:schemeClr val="bg1"/>
                </a:solidFill>
              </a:defRPr>
            </a:lvl1pPr>
          </a:lstStyle>
          <a:p>
            <a:pPr lvl="0"/>
            <a:r>
              <a:rPr lang="fr-FR" dirty="0"/>
              <a:t>Cliquez pour modifier le texte</a:t>
            </a:r>
          </a:p>
        </p:txBody>
      </p:sp>
    </p:spTree>
    <p:extLst>
      <p:ext uri="{BB962C8B-B14F-4D97-AF65-F5344CB8AC3E}">
        <p14:creationId xmlns:p14="http://schemas.microsoft.com/office/powerpoint/2010/main" val="5870939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esign - Arrow down">
    <p:spTree>
      <p:nvGrpSpPr>
        <p:cNvPr id="1" name=""/>
        <p:cNvGrpSpPr/>
        <p:nvPr/>
      </p:nvGrpSpPr>
      <p:grpSpPr>
        <a:xfrm>
          <a:off x="0" y="0"/>
          <a:ext cx="0" cy="0"/>
          <a:chOff x="0" y="0"/>
          <a:chExt cx="0" cy="0"/>
        </a:xfrm>
      </p:grpSpPr>
      <p:pic>
        <p:nvPicPr>
          <p:cNvPr id="19" name="Graphique 18">
            <a:extLst>
              <a:ext uri="{FF2B5EF4-FFF2-40B4-BE49-F238E27FC236}">
                <a16:creationId xmlns:a16="http://schemas.microsoft.com/office/drawing/2014/main" id="{5C211679-39FE-B4C3-8293-DAEE705ACDF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3053" y="0"/>
            <a:ext cx="11207334" cy="6204155"/>
          </a:xfrm>
          <a:prstGeom prst="rect">
            <a:avLst/>
          </a:prstGeom>
        </p:spPr>
      </p:pic>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a:xfrm>
            <a:off x="696001" y="1352550"/>
            <a:ext cx="10800000" cy="1272663"/>
          </a:xfrm>
        </p:spPr>
        <p:txBody>
          <a:bodyPr/>
          <a:lstStyle>
            <a:lvl1pPr algn="ctr">
              <a:defRPr>
                <a:solidFill>
                  <a:schemeClr val="bg1"/>
                </a:solidFill>
              </a:defRPr>
            </a:lvl1pPr>
          </a:lstStyle>
          <a:p>
            <a:r>
              <a:rPr lang="fr-FR" dirty="0"/>
              <a:t>Modifiez le style du titre</a:t>
            </a:r>
            <a:endParaRPr lang="en-US" dirty="0"/>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4386000" y="750887"/>
            <a:ext cx="3420000" cy="432000"/>
          </a:xfrm>
          <a:prstGeom prst="roundRect">
            <a:avLst>
              <a:gd name="adj" fmla="val 50000"/>
            </a:avLst>
          </a:prstGeom>
          <a:solidFill>
            <a:schemeClr val="bg1"/>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tx1"/>
                </a:solidFill>
              </a:defRPr>
            </a:lvl1pPr>
          </a:lstStyle>
          <a:p>
            <a:pPr lvl="0"/>
            <a:r>
              <a:rPr lang="fr-FR" dirty="0"/>
              <a:t>Titre</a:t>
            </a:r>
            <a:endParaRPr lang="en-US" dirty="0"/>
          </a:p>
        </p:txBody>
      </p:sp>
      <p:sp>
        <p:nvSpPr>
          <p:cNvPr id="14" name="Espace réservé du texte 12">
            <a:extLst>
              <a:ext uri="{FF2B5EF4-FFF2-40B4-BE49-F238E27FC236}">
                <a16:creationId xmlns:a16="http://schemas.microsoft.com/office/drawing/2014/main" id="{8DE8A481-78C7-E7A2-3A06-C6FF7863929A}"/>
              </a:ext>
            </a:extLst>
          </p:cNvPr>
          <p:cNvSpPr>
            <a:spLocks noGrp="1"/>
          </p:cNvSpPr>
          <p:nvPr>
            <p:ph type="body" sz="quarter" idx="25" hasCustomPrompt="1"/>
          </p:nvPr>
        </p:nvSpPr>
        <p:spPr>
          <a:xfrm>
            <a:off x="696001" y="2632587"/>
            <a:ext cx="10800000" cy="2332704"/>
          </a:xfrm>
        </p:spPr>
        <p:txBody>
          <a:bodyPr anchor="ctr" anchorCtr="0">
            <a:noAutofit/>
          </a:bodyPr>
          <a:lstStyle>
            <a:lvl1pPr marL="0" indent="0" algn="ctr">
              <a:buFont typeface="Arial" panose="020B0604020202020204" pitchFamily="34" charset="0"/>
              <a:buNone/>
              <a:defRPr sz="1800">
                <a:solidFill>
                  <a:schemeClr val="bg1"/>
                </a:solidFill>
              </a:defRPr>
            </a:lvl1pPr>
          </a:lstStyle>
          <a:p>
            <a:pPr lvl="0"/>
            <a:r>
              <a:rPr lang="fr-FR" dirty="0"/>
              <a:t>Cliquez pour modifier le texte</a:t>
            </a:r>
          </a:p>
        </p:txBody>
      </p:sp>
    </p:spTree>
    <p:extLst>
      <p:ext uri="{BB962C8B-B14F-4D97-AF65-F5344CB8AC3E}">
        <p14:creationId xmlns:p14="http://schemas.microsoft.com/office/powerpoint/2010/main" val="26781807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Circles - 2 columns X2">
    <p:spTree>
      <p:nvGrpSpPr>
        <p:cNvPr id="1" name=""/>
        <p:cNvGrpSpPr/>
        <p:nvPr/>
      </p:nvGrpSpPr>
      <p:grpSpPr>
        <a:xfrm>
          <a:off x="0" y="0"/>
          <a:ext cx="0" cy="0"/>
          <a:chOff x="0" y="0"/>
          <a:chExt cx="0" cy="0"/>
        </a:xfrm>
      </p:grpSpPr>
      <p:pic>
        <p:nvPicPr>
          <p:cNvPr id="11" name="Graphique 10">
            <a:extLst>
              <a:ext uri="{FF2B5EF4-FFF2-40B4-BE49-F238E27FC236}">
                <a16:creationId xmlns:a16="http://schemas.microsoft.com/office/drawing/2014/main" id="{708D0175-951A-3D62-E648-D3AD4D84BF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622998"/>
            <a:ext cx="11495999" cy="5612004"/>
          </a:xfrm>
          <a:prstGeom prst="rect">
            <a:avLst/>
          </a:prstGeom>
        </p:spPr>
      </p:pic>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a:xfrm>
            <a:off x="696001" y="1844964"/>
            <a:ext cx="8749450" cy="1272619"/>
          </a:xfrm>
        </p:spPr>
        <p:txBody>
          <a:bodyPr/>
          <a:lstStyle>
            <a:lvl1pPr algn="l">
              <a:defRPr>
                <a:solidFill>
                  <a:schemeClr val="bg1"/>
                </a:solidFill>
              </a:defRPr>
            </a:lvl1pPr>
          </a:lstStyle>
          <a:p>
            <a:r>
              <a:rPr lang="fr-FR" dirty="0"/>
              <a:t>Modifiez le style du titre</a:t>
            </a:r>
            <a:endParaRPr lang="en-US" dirty="0"/>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1243257"/>
            <a:ext cx="3420000" cy="432000"/>
          </a:xfrm>
          <a:prstGeom prst="roundRect">
            <a:avLst>
              <a:gd name="adj" fmla="val 50000"/>
            </a:avLst>
          </a:prstGeom>
          <a:solidFill>
            <a:schemeClr val="bg1"/>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tx1"/>
                </a:solidFill>
              </a:defRPr>
            </a:lvl1pPr>
          </a:lstStyle>
          <a:p>
            <a:pPr lvl="0"/>
            <a:r>
              <a:rPr lang="fr-FR" dirty="0"/>
              <a:t>Titre</a:t>
            </a:r>
            <a:endParaRPr lang="en-US" dirty="0"/>
          </a:p>
        </p:txBody>
      </p:sp>
      <p:sp>
        <p:nvSpPr>
          <p:cNvPr id="14" name="Espace réservé du texte 12">
            <a:extLst>
              <a:ext uri="{FF2B5EF4-FFF2-40B4-BE49-F238E27FC236}">
                <a16:creationId xmlns:a16="http://schemas.microsoft.com/office/drawing/2014/main" id="{8DE8A481-78C7-E7A2-3A06-C6FF7863929A}"/>
              </a:ext>
            </a:extLst>
          </p:cNvPr>
          <p:cNvSpPr>
            <a:spLocks noGrp="1"/>
          </p:cNvSpPr>
          <p:nvPr>
            <p:ph type="body" sz="quarter" idx="25" hasCustomPrompt="1"/>
          </p:nvPr>
        </p:nvSpPr>
        <p:spPr>
          <a:xfrm>
            <a:off x="696001" y="3125037"/>
            <a:ext cx="8749450" cy="2332623"/>
          </a:xfrm>
        </p:spPr>
        <p:txBody>
          <a:bodyPr anchor="ctr" anchorCtr="0">
            <a:noAutofit/>
          </a:bodyPr>
          <a:lstStyle>
            <a:lvl1pPr marL="0" indent="0" algn="l">
              <a:buFont typeface="Arial" panose="020B0604020202020204" pitchFamily="34" charset="0"/>
              <a:buNone/>
              <a:defRPr sz="1800">
                <a:solidFill>
                  <a:schemeClr val="bg1"/>
                </a:solidFill>
              </a:defRPr>
            </a:lvl1pPr>
          </a:lstStyle>
          <a:p>
            <a:pPr lvl="0"/>
            <a:r>
              <a:rPr lang="fr-FR" dirty="0"/>
              <a:t>Cliquez pour modifier le texte</a:t>
            </a:r>
          </a:p>
        </p:txBody>
      </p:sp>
    </p:spTree>
    <p:extLst>
      <p:ext uri="{BB962C8B-B14F-4D97-AF65-F5344CB8AC3E}">
        <p14:creationId xmlns:p14="http://schemas.microsoft.com/office/powerpoint/2010/main" val="25701666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Organigramme : Délai 3">
            <a:extLst>
              <a:ext uri="{FF2B5EF4-FFF2-40B4-BE49-F238E27FC236}">
                <a16:creationId xmlns:a16="http://schemas.microsoft.com/office/drawing/2014/main" id="{8E602A06-9A55-A2D8-4696-39A3B5EE612B}"/>
              </a:ext>
            </a:extLst>
          </p:cNvPr>
          <p:cNvSpPr/>
          <p:nvPr userDrawn="1"/>
        </p:nvSpPr>
        <p:spPr>
          <a:xfrm rot="16200000">
            <a:off x="4152900" y="-1181101"/>
            <a:ext cx="3886201" cy="12192002"/>
          </a:xfrm>
          <a:prstGeom prst="flowChartDelay">
            <a:avLst/>
          </a:prstGeom>
          <a:gradFill>
            <a:gsLst>
              <a:gs pos="100000">
                <a:schemeClr val="accent2"/>
              </a:gs>
              <a:gs pos="0">
                <a:schemeClr val="accent1"/>
              </a:gs>
            </a:gsLst>
            <a:lin ang="8100000" scaled="0"/>
          </a:gradFill>
          <a:ln w="3175">
            <a:solidFill>
              <a:srgbClr val="EDE3E3"/>
            </a:solidFill>
            <a:prstDash val="solid"/>
          </a:ln>
          <a:effectLst>
            <a:outerShdw blurRad="114300" dist="38100" dir="5400000" algn="bl" rotWithShape="0">
              <a:srgbClr val="223843">
                <a:alpha val="13000"/>
              </a:srgbClr>
            </a:outerShdw>
          </a:effectLst>
        </p:spPr>
        <p:txBody>
          <a:bodyPr rtlCol="0" anchor="ctr"/>
          <a:lstStyle/>
          <a:p>
            <a:pPr algn="l"/>
            <a:endParaRPr lang="en-US"/>
          </a:p>
        </p:txBody>
      </p:sp>
      <p:sp>
        <p:nvSpPr>
          <p:cNvPr id="39" name="Espace réservé du contenu 38">
            <a:extLst>
              <a:ext uri="{FF2B5EF4-FFF2-40B4-BE49-F238E27FC236}">
                <a16:creationId xmlns:a16="http://schemas.microsoft.com/office/drawing/2014/main" id="{EE620D96-FE46-9D76-8E36-C5BF0A42F982}"/>
              </a:ext>
            </a:extLst>
          </p:cNvPr>
          <p:cNvSpPr>
            <a:spLocks noGrp="1"/>
          </p:cNvSpPr>
          <p:nvPr>
            <p:ph sz="quarter" idx="11" hasCustomPrompt="1"/>
          </p:nvPr>
        </p:nvSpPr>
        <p:spPr>
          <a:xfrm>
            <a:off x="4262010" y="2114549"/>
            <a:ext cx="4414837" cy="1714500"/>
          </a:xfrm>
          <a:prstGeom prst="roundRect">
            <a:avLst>
              <a:gd name="adj" fmla="val 13334"/>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1080000" tIns="46800" numCol="1" anchor="ctr"/>
          <a:lstStyle>
            <a:lvl1pPr>
              <a:buNone/>
              <a:defRPr lang="fr-FR" sz="1400" b="1" dirty="0" smtClean="0"/>
            </a:lvl1pPr>
            <a:lvl2pPr>
              <a:defRPr sz="1400"/>
            </a:lvl2pPr>
            <a:lvl3pPr>
              <a:defRPr sz="1400"/>
            </a:lvl3pPr>
            <a:lvl4pPr>
              <a:defRPr sz="1400"/>
            </a:lvl4pPr>
            <a:lvl5pPr>
              <a:defRPr sz="1400"/>
            </a:lvl5pPr>
          </a:lstStyle>
          <a:p>
            <a:pPr marL="0" lvl="0"/>
            <a:r>
              <a:rPr lang="fr-FR" dirty="0"/>
              <a:t>{Prénom NOM}</a:t>
            </a:r>
          </a:p>
          <a:p>
            <a:pPr marL="0" lvl="0"/>
            <a:r>
              <a:rPr lang="fr-FR" dirty="0"/>
              <a:t>{rôle}</a:t>
            </a:r>
          </a:p>
          <a:p>
            <a:pPr marL="0" lvl="0"/>
            <a:r>
              <a:rPr lang="fr-FR" dirty="0"/>
              <a:t>{email}</a:t>
            </a:r>
          </a:p>
          <a:p>
            <a:pPr marL="0" lvl="0"/>
            <a:r>
              <a:rPr lang="fr-FR" dirty="0"/>
              <a:t>{phone}</a:t>
            </a:r>
          </a:p>
        </p:txBody>
      </p:sp>
      <p:sp>
        <p:nvSpPr>
          <p:cNvPr id="5" name="Shape 13">
            <a:extLst>
              <a:ext uri="{FF2B5EF4-FFF2-40B4-BE49-F238E27FC236}">
                <a16:creationId xmlns:a16="http://schemas.microsoft.com/office/drawing/2014/main" id="{B6D09F66-075D-C880-967C-21871DCAEAC7}"/>
              </a:ext>
            </a:extLst>
          </p:cNvPr>
          <p:cNvSpPr/>
          <p:nvPr userDrawn="1"/>
        </p:nvSpPr>
        <p:spPr>
          <a:xfrm>
            <a:off x="696000" y="4099727"/>
            <a:ext cx="2520000" cy="2570212"/>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dirty="0"/>
          </a:p>
        </p:txBody>
      </p:sp>
      <p:sp>
        <p:nvSpPr>
          <p:cNvPr id="7" name="Shape 13">
            <a:extLst>
              <a:ext uri="{FF2B5EF4-FFF2-40B4-BE49-F238E27FC236}">
                <a16:creationId xmlns:a16="http://schemas.microsoft.com/office/drawing/2014/main" id="{67802574-7BFB-6C01-B815-AAF479893E78}"/>
              </a:ext>
            </a:extLst>
          </p:cNvPr>
          <p:cNvSpPr/>
          <p:nvPr userDrawn="1"/>
        </p:nvSpPr>
        <p:spPr>
          <a:xfrm>
            <a:off x="8976000" y="4099727"/>
            <a:ext cx="2520000" cy="2570212"/>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dirty="0"/>
          </a:p>
        </p:txBody>
      </p:sp>
      <p:sp>
        <p:nvSpPr>
          <p:cNvPr id="9" name="Shape 13">
            <a:extLst>
              <a:ext uri="{FF2B5EF4-FFF2-40B4-BE49-F238E27FC236}">
                <a16:creationId xmlns:a16="http://schemas.microsoft.com/office/drawing/2014/main" id="{7018B33A-4785-7F7D-570D-ED2CC19C693C}"/>
              </a:ext>
            </a:extLst>
          </p:cNvPr>
          <p:cNvSpPr/>
          <p:nvPr userDrawn="1"/>
        </p:nvSpPr>
        <p:spPr>
          <a:xfrm>
            <a:off x="3473612" y="4099727"/>
            <a:ext cx="2520000" cy="2570212"/>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dirty="0"/>
          </a:p>
        </p:txBody>
      </p:sp>
      <p:sp>
        <p:nvSpPr>
          <p:cNvPr id="11" name="Shape 13">
            <a:extLst>
              <a:ext uri="{FF2B5EF4-FFF2-40B4-BE49-F238E27FC236}">
                <a16:creationId xmlns:a16="http://schemas.microsoft.com/office/drawing/2014/main" id="{C40A6881-443C-490F-B15D-7E4A7DCDA037}"/>
              </a:ext>
            </a:extLst>
          </p:cNvPr>
          <p:cNvSpPr/>
          <p:nvPr userDrawn="1"/>
        </p:nvSpPr>
        <p:spPr>
          <a:xfrm>
            <a:off x="6198388" y="4099727"/>
            <a:ext cx="2520000" cy="2570212"/>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dirty="0"/>
          </a:p>
        </p:txBody>
      </p:sp>
      <p:sp>
        <p:nvSpPr>
          <p:cNvPr id="41" name="Espace réservé pour une image  40">
            <a:extLst>
              <a:ext uri="{FF2B5EF4-FFF2-40B4-BE49-F238E27FC236}">
                <a16:creationId xmlns:a16="http://schemas.microsoft.com/office/drawing/2014/main" id="{C3411395-E3D4-C7E3-A342-808963725FAB}"/>
              </a:ext>
            </a:extLst>
          </p:cNvPr>
          <p:cNvSpPr>
            <a:spLocks noGrp="1"/>
          </p:cNvSpPr>
          <p:nvPr>
            <p:ph type="pic" sz="quarter" idx="12"/>
          </p:nvPr>
        </p:nvSpPr>
        <p:spPr>
          <a:xfrm>
            <a:off x="3502025" y="2114550"/>
            <a:ext cx="1714500" cy="1714500"/>
          </a:xfrm>
          <a:prstGeom prst="ellipse">
            <a:avLst/>
          </a:prstGeom>
          <a:solidFill>
            <a:schemeClr val="bg1"/>
          </a:solidFill>
          <a:effectLst>
            <a:outerShdw blurRad="114300" dist="38100" dir="2700000" algn="tl" rotWithShape="0">
              <a:prstClr val="black">
                <a:alpha val="13000"/>
              </a:prstClr>
            </a:outerShdw>
          </a:effectLst>
        </p:spPr>
        <p:txBody>
          <a:bodyPr/>
          <a:lstStyle/>
          <a:p>
            <a:endParaRPr lang="en-US"/>
          </a:p>
        </p:txBody>
      </p:sp>
      <p:pic>
        <p:nvPicPr>
          <p:cNvPr id="13" name="Graphique 12">
            <a:extLst>
              <a:ext uri="{FF2B5EF4-FFF2-40B4-BE49-F238E27FC236}">
                <a16:creationId xmlns:a16="http://schemas.microsoft.com/office/drawing/2014/main" id="{7573D0AA-4134-73F2-54F2-B0524832B1C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473613" y="347083"/>
            <a:ext cx="5244774" cy="1619192"/>
          </a:xfrm>
          <a:prstGeom prst="rect">
            <a:avLst/>
          </a:prstGeom>
        </p:spPr>
      </p:pic>
    </p:spTree>
    <p:extLst>
      <p:ext uri="{BB962C8B-B14F-4D97-AF65-F5344CB8AC3E}">
        <p14:creationId xmlns:p14="http://schemas.microsoft.com/office/powerpoint/2010/main" val="10957035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theme" Target="../theme/theme1.xml"/><Relationship Id="rId30"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885BA6A-7301-FA7E-4ADD-174AB6688057}"/>
              </a:ext>
            </a:extLst>
          </p:cNvPr>
          <p:cNvSpPr>
            <a:spLocks noGrp="1"/>
          </p:cNvSpPr>
          <p:nvPr>
            <p:ph type="title"/>
          </p:nvPr>
        </p:nvSpPr>
        <p:spPr>
          <a:xfrm>
            <a:off x="696000" y="1352551"/>
            <a:ext cx="10800000" cy="847184"/>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5C8793C1-DAFA-E6B9-87C4-71F09EE2855E}"/>
              </a:ext>
            </a:extLst>
          </p:cNvPr>
          <p:cNvSpPr>
            <a:spLocks noGrp="1"/>
          </p:cNvSpPr>
          <p:nvPr>
            <p:ph type="body" idx="1"/>
          </p:nvPr>
        </p:nvSpPr>
        <p:spPr>
          <a:xfrm>
            <a:off x="696000" y="2379123"/>
            <a:ext cx="10800000" cy="3797839"/>
          </a:xfrm>
          <a:prstGeom prst="rect">
            <a:avLst/>
          </a:prstGeom>
        </p:spPr>
        <p:txBody>
          <a:bodyPr vert="horz" lIns="91440" tIns="45720" rIns="91440" bIns="45720" rtlCol="0" anchor="t">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6" name="Espace réservé du numéro de diapositive 5">
            <a:extLst>
              <a:ext uri="{FF2B5EF4-FFF2-40B4-BE49-F238E27FC236}">
                <a16:creationId xmlns:a16="http://schemas.microsoft.com/office/drawing/2014/main" id="{FC112171-3162-57E2-8CDE-B0DEA1441C26}"/>
              </a:ext>
            </a:extLst>
          </p:cNvPr>
          <p:cNvSpPr>
            <a:spLocks noGrp="1"/>
          </p:cNvSpPr>
          <p:nvPr>
            <p:ph type="sldNum" sz="quarter" idx="4"/>
          </p:nvPr>
        </p:nvSpPr>
        <p:spPr>
          <a:xfrm>
            <a:off x="696000" y="6356350"/>
            <a:ext cx="2743200" cy="365125"/>
          </a:xfrm>
          <a:prstGeom prst="rect">
            <a:avLst/>
          </a:prstGeom>
        </p:spPr>
        <p:txBody>
          <a:bodyPr vert="horz" lIns="91440" tIns="45720" rIns="91440" bIns="45720" rtlCol="0" anchor="ctr"/>
          <a:lstStyle>
            <a:lvl1pPr algn="l">
              <a:defRPr sz="1000">
                <a:solidFill>
                  <a:schemeClr val="bg2"/>
                </a:solidFill>
              </a:defRPr>
            </a:lvl1pPr>
          </a:lstStyle>
          <a:p>
            <a:fld id="{262175C0-8CD5-419A-A749-8C17692C9EAC}" type="slidenum">
              <a:rPr lang="en-US" smtClean="0"/>
              <a:pPr/>
              <a:t>‹N°›</a:t>
            </a:fld>
            <a:endParaRPr lang="en-US" sz="1000"/>
          </a:p>
        </p:txBody>
      </p:sp>
      <p:pic>
        <p:nvPicPr>
          <p:cNvPr id="11" name="Graphique 10">
            <a:extLst>
              <a:ext uri="{FF2B5EF4-FFF2-40B4-BE49-F238E27FC236}">
                <a16:creationId xmlns:a16="http://schemas.microsoft.com/office/drawing/2014/main" id="{0CDCA030-CF2F-9749-6571-0854E26F953A}"/>
              </a:ext>
            </a:extLst>
          </p:cNvPr>
          <p:cNvPicPr>
            <a:picLocks noChangeAspect="1"/>
          </p:cNvPicPr>
          <p:nvPr userDrawn="1"/>
        </p:nvPicPr>
        <p:blipFill>
          <a:blip>
            <a:extLst>
              <a:ext uri="{96DAC541-7B7A-43D3-8B79-37D633B846F1}">
                <asvg:svgBlip xmlns:asvg="http://schemas.microsoft.com/office/drawing/2016/SVG/main" r:embed="rId30"/>
              </a:ext>
            </a:extLst>
          </a:blip>
          <a:stretch>
            <a:fillRect/>
          </a:stretch>
        </p:blipFill>
        <p:spPr>
          <a:xfrm>
            <a:off x="10076775" y="6321425"/>
            <a:ext cx="1419225" cy="400050"/>
          </a:xfrm>
          <a:prstGeom prst="rect">
            <a:avLst/>
          </a:prstGeom>
        </p:spPr>
      </p:pic>
    </p:spTree>
    <p:extLst>
      <p:ext uri="{BB962C8B-B14F-4D97-AF65-F5344CB8AC3E}">
        <p14:creationId xmlns:p14="http://schemas.microsoft.com/office/powerpoint/2010/main" val="2257558335"/>
      </p:ext>
    </p:extLst>
  </p:cSld>
  <p:clrMap bg1="lt1" tx1="dk1" bg2="lt2" tx2="dk2" accent1="accent1" accent2="accent2" accent3="accent3" accent4="accent4" accent5="accent5" accent6="accent6" hlink="hlink" folHlink="folHlink"/>
  <p:sldLayoutIdLst>
    <p:sldLayoutId id="2147483677" r:id="rId1"/>
    <p:sldLayoutId id="2147483651" r:id="rId2"/>
    <p:sldLayoutId id="2147483657" r:id="rId3"/>
    <p:sldLayoutId id="2147483650" r:id="rId4"/>
    <p:sldLayoutId id="2147483652" r:id="rId5"/>
    <p:sldLayoutId id="2147483653" r:id="rId6"/>
    <p:sldLayoutId id="2147483676" r:id="rId7"/>
    <p:sldLayoutId id="2147483654" r:id="rId8"/>
    <p:sldLayoutId id="2147483675" r:id="rId9"/>
    <p:sldLayoutId id="2147483655" r:id="rId10"/>
    <p:sldLayoutId id="2147483656" r:id="rId11"/>
    <p:sldLayoutId id="2147483674" r:id="rId12"/>
    <p:sldLayoutId id="2147483660" r:id="rId13"/>
    <p:sldLayoutId id="2147483661" r:id="rId14"/>
    <p:sldLayoutId id="2147483658" r:id="rId15"/>
    <p:sldLayoutId id="2147483659" r:id="rId16"/>
    <p:sldLayoutId id="2147483662" r:id="rId17"/>
    <p:sldLayoutId id="2147483663" r:id="rId18"/>
    <p:sldLayoutId id="2147483664" r:id="rId19"/>
    <p:sldLayoutId id="2147483665" r:id="rId20"/>
    <p:sldLayoutId id="2147483667" r:id="rId21"/>
    <p:sldLayoutId id="2147483666" r:id="rId22"/>
    <p:sldLayoutId id="2147483668" r:id="rId23"/>
    <p:sldLayoutId id="2147483669" r:id="rId24"/>
    <p:sldLayoutId id="2147483670" r:id="rId25"/>
    <p:sldLayoutId id="2147483672" r:id="rId26"/>
    <p:sldLayoutId id="2147483673" r:id="rId27"/>
    <p:sldLayoutId id="2147483678" r:id="rId28"/>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7.svg"/><Relationship Id="rId6" Type="http://schemas.openxmlformats.org/officeDocument/2006/relationships/image" Target="../media/image6.png"/><Relationship Id="rId7" Type="http://schemas.openxmlformats.org/officeDocument/2006/relationships/image" Target="../media/image8.svg"/><Relationship Id="rId8" Type="http://schemas.openxmlformats.org/officeDocument/2006/relationships/image" Target="../media/image7.png"/><Relationship Id="rId9" Type="http://schemas.openxmlformats.org/officeDocument/2006/relationships/image" Target="../media/image9.svg"/><Relationship Id="rId10" Type="http://schemas.openxmlformats.org/officeDocument/2006/relationships/notesSlide" Target="../notesSlides/notesSlide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8.png"/><Relationship Id="rId3" Type="http://schemas.openxmlformats.org/officeDocument/2006/relationships/image" Target="../media/image10.svg"/><Relationship Id="rId4" Type="http://schemas.openxmlformats.org/officeDocument/2006/relationships/image" Target="../media/image9.png"/><Relationship Id="rId5" Type="http://schemas.openxmlformats.org/officeDocument/2006/relationships/image" Target="../media/image11.svg"/><Relationship Id="rId6" Type="http://schemas.openxmlformats.org/officeDocument/2006/relationships/image" Target="../media/image10.png"/><Relationship Id="rId7" Type="http://schemas.openxmlformats.org/officeDocument/2006/relationships/image" Target="../media/image12.svg"/><Relationship Id="rId8" Type="http://schemas.openxmlformats.org/officeDocument/2006/relationships/image" Target="../media/image11.png"/><Relationship Id="rId9" Type="http://schemas.openxmlformats.org/officeDocument/2006/relationships/image" Target="../media/image13.svg"/><Relationship Id="rId10" Type="http://schemas.openxmlformats.org/officeDocument/2006/relationships/image" Target="../media/image12.png"/><Relationship Id="rId11" Type="http://schemas.openxmlformats.org/officeDocument/2006/relationships/image" Target="../media/image14.sv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13.png"/><Relationship Id="rId3" Type="http://schemas.openxmlformats.org/officeDocument/2006/relationships/image" Target="../media/image15.svg"/><Relationship Id="rId4" Type="http://schemas.openxmlformats.org/officeDocument/2006/relationships/image" Target="../media/image16.svg"/><Relationship Id="rId5" Type="http://schemas.openxmlformats.org/officeDocument/2006/relationships/image" Target="../media/image17.svg"/><Relationship Id="rId6" Type="http://schemas.openxmlformats.org/officeDocument/2006/relationships/image" Target="../media/image14.png"/><Relationship Id="rId7" Type="http://schemas.openxmlformats.org/officeDocument/2006/relationships/image" Target="../media/image18.svg"/><Relationship Id="rId8" Type="http://schemas.openxmlformats.org/officeDocument/2006/relationships/image" Target="../media/image19.svg"/><Relationship Id="rId9" Type="http://schemas.openxmlformats.org/officeDocument/2006/relationships/notesSlide" Target="../notesSlides/notesSlide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notesSlide" Target="../notesSlides/notesSlide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6.png"/><Relationship Id="rId3" Type="http://schemas.openxmlformats.org/officeDocument/2006/relationships/image" Target="../media/image20.svg"/><Relationship Id="rId4" Type="http://schemas.openxmlformats.org/officeDocument/2006/relationships/image" Target="../media/image17.png"/><Relationship Id="rId5" Type="http://schemas.openxmlformats.org/officeDocument/2006/relationships/image" Target="../media/image21.svg"/><Relationship Id="rId6" Type="http://schemas.openxmlformats.org/officeDocument/2006/relationships/image" Target="../media/image18.png"/><Relationship Id="rId7" Type="http://schemas.openxmlformats.org/officeDocument/2006/relationships/image" Target="../media/image22.svg"/><Relationship Id="rId8" Type="http://schemas.openxmlformats.org/officeDocument/2006/relationships/image" Target="../media/image19.png"/><Relationship Id="rId9" Type="http://schemas.openxmlformats.org/officeDocument/2006/relationships/image" Target="../media/image23.svg"/><Relationship Id="rId10" Type="http://schemas.openxmlformats.org/officeDocument/2006/relationships/image" Target="../media/image20.png"/><Relationship Id="rId11" Type="http://schemas.openxmlformats.org/officeDocument/2006/relationships/image" Target="../media/image24.svg"/><Relationship Id="rId12" Type="http://schemas.openxmlformats.org/officeDocument/2006/relationships/image" Target="../media/image21.png"/><Relationship Id="rId13" Type="http://schemas.openxmlformats.org/officeDocument/2006/relationships/image" Target="../media/image25.svg"/><Relationship Id="rId14" Type="http://schemas.openxmlformats.org/officeDocument/2006/relationships/image" Target="../media/image22.png"/><Relationship Id="rId15" Type="http://schemas.openxmlformats.org/officeDocument/2006/relationships/image" Target="../media/image26.svg"/><Relationship Id="rId16" Type="http://schemas.openxmlformats.org/officeDocument/2006/relationships/image" Target="../media/image23.png"/><Relationship Id="rId17" Type="http://schemas.openxmlformats.org/officeDocument/2006/relationships/image" Target="../media/image27.svg"/><Relationship Id="rId18" Type="http://schemas.openxmlformats.org/officeDocument/2006/relationships/image" Target="../media/image24.png"/><Relationship Id="rId19" Type="http://schemas.openxmlformats.org/officeDocument/2006/relationships/image" Target="../media/image28.svg"/><Relationship Id="rId20" Type="http://schemas.openxmlformats.org/officeDocument/2006/relationships/notesSlide" Target="../notesSlides/notesSlide1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5.png"/><Relationship Id="rId3" Type="http://schemas.openxmlformats.org/officeDocument/2006/relationships/image" Target="../media/image29.sv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6.png"/><Relationship Id="rId3" Type="http://schemas.openxmlformats.org/officeDocument/2006/relationships/image" Target="../media/image30.svg"/><Relationship Id="rId4" Type="http://schemas.openxmlformats.org/officeDocument/2006/relationships/notesSlide" Target="../notesSlides/notesSlide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27.png"/><Relationship Id="rId3" Type="http://schemas.openxmlformats.org/officeDocument/2006/relationships/image" Target="../media/image31.svg"/><Relationship Id="rId4" Type="http://schemas.openxmlformats.org/officeDocument/2006/relationships/image" Target="../media/image28.png"/><Relationship Id="rId5" Type="http://schemas.openxmlformats.org/officeDocument/2006/relationships/image" Target="../media/image32.svg"/><Relationship Id="rId6" Type="http://schemas.openxmlformats.org/officeDocument/2006/relationships/image" Target="../media/image33.svg"/><Relationship Id="rId7" Type="http://schemas.openxmlformats.org/officeDocument/2006/relationships/image" Target="../media/image34.svg"/><Relationship Id="rId8" Type="http://schemas.openxmlformats.org/officeDocument/2006/relationships/notesSlide" Target="../notesSlides/notesSlide1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29.png"/><Relationship Id="rId3" Type="http://schemas.openxmlformats.org/officeDocument/2006/relationships/image" Target="../media/image35.svg"/><Relationship Id="rId4" Type="http://schemas.openxmlformats.org/officeDocument/2006/relationships/image" Target="../media/image30.png"/><Relationship Id="rId5" Type="http://schemas.openxmlformats.org/officeDocument/2006/relationships/image" Target="../media/image36.svg"/><Relationship Id="rId6" Type="http://schemas.openxmlformats.org/officeDocument/2006/relationships/notesSlide" Target="../notesSlides/notesSlide2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7.svg"/><Relationship Id="rId6" Type="http://schemas.openxmlformats.org/officeDocument/2006/relationships/image" Target="../media/image34.png"/><Relationship Id="rId7" Type="http://schemas.openxmlformats.org/officeDocument/2006/relationships/image" Target="../media/image38.sv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793B4F50-93BB-146F-EF1E-398B097AEAB6}"/>
              </a:ext>
            </a:extLst>
          </p:cNvPr>
          <p:cNvSpPr>
            <a:spLocks noGrp="1"/>
          </p:cNvSpPr>
          <p:nvPr>
            <p:ph type="ctrTitle"/>
          </p:nvPr>
        </p:nvSpPr>
        <p:spPr/>
        <p:txBody>
          <a:bodyPr/>
          <a:lstStyle/>
          <a:p>
            <a:pPr/>
            <a:r>
              <a:t>IMPLÉMENTATION BI DANS ODOO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5B5098B2-5859-A676-116D-E66B61F20C33}"/>
              </a:ext>
            </a:extLst>
          </p:cNvPr>
          <p:cNvSpPr>
            <a:spLocks noGrp="1"/>
          </p:cNvSpPr>
          <p:nvPr>
            <p:ph type="title"/>
          </p:nvPr>
        </p:nvSpPr>
        <p:spPr/>
        <p:txBody>
          <a:bodyPr/>
          <a:lstStyle/>
          <a:p>
            <a:pPr/>
            <a:r>
              <a:t>SOMMAIRE</a:t>
            </a:r>
          </a:p>
        </p:txBody>
      </p:sp>
      <p:sp>
        <p:nvSpPr>
          <p:cNvPr id="3" name="Espace réservé du texte 2">
            <a:extLst>
              <a:ext uri="{FF2B5EF4-FFF2-40B4-BE49-F238E27FC236}">
                <a16:creationId xmlns:a16="http://schemas.microsoft.com/office/drawing/2014/main" id="{C182DD91-DCB6-1042-2BE1-2499D287F356}"/>
              </a:ext>
            </a:extLst>
          </p:cNvPr>
          <p:cNvSpPr>
            <a:spLocks noGrp="1"/>
          </p:cNvSpPr>
          <p:nvPr>
            <p:ph type="body" sz="quarter" idx="14"/>
          </p:nvPr>
        </p:nvSpPr>
        <p:spPr/>
        <p:txBody>
          <a:bodyPr/>
          <a:lstStyle/>
          <a:p>
            <a:pPr/>
            <a:r>
              <a:t>01</a:t>
            </a:r>
            <a:endParaRPr lang="en-US"/>
          </a:p>
        </p:txBody>
      </p:sp>
      <p:sp>
        <p:nvSpPr>
          <p:cNvPr id="4" name="Espace réservé du texte 3">
            <a:extLst>
              <a:ext uri="{FF2B5EF4-FFF2-40B4-BE49-F238E27FC236}">
                <a16:creationId xmlns:a16="http://schemas.microsoft.com/office/drawing/2014/main" id="{528C5AEA-AC05-A0CC-2D07-E872EC78D8B8}"/>
              </a:ext>
            </a:extLst>
          </p:cNvPr>
          <p:cNvSpPr>
            <a:spLocks noGrp="1"/>
          </p:cNvSpPr>
          <p:nvPr>
            <p:ph type="body" sz="quarter" idx="15"/>
          </p:nvPr>
        </p:nvSpPr>
        <p:spPr/>
        <p:txBody>
          <a:bodyPr/>
          <a:lstStyle/>
          <a:p>
            <a:pPr/>
            <a:r>
              <a:t>Captivea et Odoo</a:t>
            </a:r>
            <a:endParaRPr lang="en-US"/>
          </a:p>
        </p:txBody>
      </p:sp>
      <p:sp>
        <p:nvSpPr>
          <p:cNvPr id="7" name="Espace réservé du texte 6">
            <a:extLst>
              <a:ext uri="{FF2B5EF4-FFF2-40B4-BE49-F238E27FC236}">
                <a16:creationId xmlns:a16="http://schemas.microsoft.com/office/drawing/2014/main" id="{6FAE23EB-E9B2-C401-5028-1642CDDD13CF}"/>
              </a:ext>
            </a:extLst>
          </p:cNvPr>
          <p:cNvSpPr>
            <a:spLocks noGrp="1"/>
          </p:cNvSpPr>
          <p:nvPr>
            <p:ph type="body" sz="quarter" idx="18"/>
          </p:nvPr>
        </p:nvSpPr>
        <p:spPr/>
        <p:txBody>
          <a:bodyPr/>
          <a:lstStyle/>
          <a:p>
            <a:pPr/>
            <a:r>
              <a:t>02</a:t>
            </a:r>
            <a:endParaRPr lang="en-US"/>
          </a:p>
        </p:txBody>
      </p:sp>
      <p:sp>
        <p:nvSpPr>
          <p:cNvPr id="8" name="Espace réservé du texte 7">
            <a:extLst>
              <a:ext uri="{FF2B5EF4-FFF2-40B4-BE49-F238E27FC236}">
                <a16:creationId xmlns:a16="http://schemas.microsoft.com/office/drawing/2014/main" id="{8748278C-56E6-49AD-6F5A-3E018DF50E19}"/>
              </a:ext>
            </a:extLst>
          </p:cNvPr>
          <p:cNvSpPr>
            <a:spLocks noGrp="1"/>
          </p:cNvSpPr>
          <p:nvPr>
            <p:ph type="body" sz="quarter" idx="19"/>
          </p:nvPr>
        </p:nvSpPr>
        <p:spPr/>
        <p:txBody>
          <a:bodyPr/>
          <a:lstStyle/>
          <a:p>
            <a:pPr/>
            <a:r>
              <a:t>Démonstration</a:t>
            </a:r>
            <a:endParaRPr lang="en-US"/>
          </a:p>
        </p:txBody>
      </p:sp>
      <p:sp>
        <p:nvSpPr>
          <p:cNvPr id="11" name="Espace réservé du texte 10">
            <a:extLst>
              <a:ext uri="{FF2B5EF4-FFF2-40B4-BE49-F238E27FC236}">
                <a16:creationId xmlns:a16="http://schemas.microsoft.com/office/drawing/2014/main" id="{F36E16D7-4F57-B3A6-CA3B-6AF29102A79F}"/>
              </a:ext>
            </a:extLst>
          </p:cNvPr>
          <p:cNvSpPr>
            <a:spLocks noGrp="1"/>
          </p:cNvSpPr>
          <p:nvPr>
            <p:ph type="body" sz="quarter" idx="22"/>
          </p:nvPr>
        </p:nvSpPr>
        <p:spPr/>
        <p:txBody>
          <a:bodyPr/>
          <a:lstStyle/>
          <a:p>
            <a:pPr/>
            <a:r>
              <a:t>03</a:t>
            </a:r>
            <a:endParaRPr lang="en-US"/>
          </a:p>
        </p:txBody>
      </p:sp>
      <p:sp>
        <p:nvSpPr>
          <p:cNvPr id="12" name="Espace réservé du texte 11">
            <a:extLst>
              <a:ext uri="{FF2B5EF4-FFF2-40B4-BE49-F238E27FC236}">
                <a16:creationId xmlns:a16="http://schemas.microsoft.com/office/drawing/2014/main" id="{E30A6114-F93C-CA19-81A8-3C600E461D7D}"/>
              </a:ext>
            </a:extLst>
          </p:cNvPr>
          <p:cNvSpPr>
            <a:spLocks noGrp="1"/>
          </p:cNvSpPr>
          <p:nvPr>
            <p:ph type="body" sz="quarter" idx="23"/>
          </p:nvPr>
        </p:nvSpPr>
        <p:spPr/>
        <p:txBody>
          <a:bodyPr/>
          <a:lstStyle/>
          <a:p>
            <a:pPr/>
            <a:r>
              <a:t>Notre vision d’un projet réussi</a:t>
            </a:r>
            <a:endParaRPr lang="en-US"/>
          </a:p>
        </p:txBody>
      </p:sp>
      <p:sp>
        <p:nvSpPr>
          <p:cNvPr id="15" name="Espace réservé du texte 14">
            <a:extLst>
              <a:ext uri="{FF2B5EF4-FFF2-40B4-BE49-F238E27FC236}">
                <a16:creationId xmlns:a16="http://schemas.microsoft.com/office/drawing/2014/main" id="{3C70E78D-0FC7-ACEA-75B5-228EE43F71C9}"/>
              </a:ext>
            </a:extLst>
          </p:cNvPr>
          <p:cNvSpPr>
            <a:spLocks noGrp="1"/>
          </p:cNvSpPr>
          <p:nvPr>
            <p:ph type="body" sz="quarter" idx="26"/>
          </p:nvPr>
        </p:nvSpPr>
        <p:spPr/>
        <p:txBody>
          <a:bodyPr/>
          <a:lstStyle/>
          <a:p>
            <a:pPr/>
            <a:r>
              <a:t>04</a:t>
            </a:r>
            <a:endParaRPr lang="en-US"/>
          </a:p>
        </p:txBody>
      </p:sp>
      <p:sp>
        <p:nvSpPr>
          <p:cNvPr id="16" name="Espace réservé du texte 15">
            <a:extLst>
              <a:ext uri="{FF2B5EF4-FFF2-40B4-BE49-F238E27FC236}">
                <a16:creationId xmlns:a16="http://schemas.microsoft.com/office/drawing/2014/main" id="{47F64B9C-8BFB-54F5-AAA4-ED1B21276E34}"/>
              </a:ext>
            </a:extLst>
          </p:cNvPr>
          <p:cNvSpPr>
            <a:spLocks noGrp="1"/>
          </p:cNvSpPr>
          <p:nvPr>
            <p:ph type="body" sz="quarter" idx="27"/>
          </p:nvPr>
        </p:nvSpPr>
        <p:spPr/>
        <p:txBody>
          <a:bodyPr/>
          <a:lstStyle/>
          <a:p>
            <a:pPr/>
            <a:r>
              <a:t>Phase d’analyse</a:t>
            </a:r>
            <a:endParaRPr lang="en-US"/>
          </a:p>
        </p:txBody>
      </p:sp>
      <p:sp>
        <p:nvSpPr>
          <p:cNvPr id="19" name="Espace réservé du texte 18">
            <a:extLst>
              <a:ext uri="{FF2B5EF4-FFF2-40B4-BE49-F238E27FC236}">
                <a16:creationId xmlns:a16="http://schemas.microsoft.com/office/drawing/2014/main" id="{781C0740-4CA9-B37D-EE48-FAB1AF547C80}"/>
              </a:ext>
            </a:extLst>
          </p:cNvPr>
          <p:cNvSpPr>
            <a:spLocks noGrp="1"/>
          </p:cNvSpPr>
          <p:nvPr>
            <p:ph type="body" sz="quarter" idx="30"/>
          </p:nvPr>
        </p:nvSpPr>
        <p:spPr/>
        <p:txBody>
          <a:bodyPr/>
          <a:lstStyle/>
          <a:p>
            <a:pPr/>
            <a:r>
              <a:t>05</a:t>
            </a:r>
            <a:endParaRPr lang="en-US"/>
          </a:p>
        </p:txBody>
      </p:sp>
      <p:sp>
        <p:nvSpPr>
          <p:cNvPr id="20" name="Espace réservé du texte 19">
            <a:extLst>
              <a:ext uri="{FF2B5EF4-FFF2-40B4-BE49-F238E27FC236}">
                <a16:creationId xmlns:a16="http://schemas.microsoft.com/office/drawing/2014/main" id="{DEA898EC-D287-F400-7B6F-09A350C8CEEC}"/>
              </a:ext>
            </a:extLst>
          </p:cNvPr>
          <p:cNvSpPr>
            <a:spLocks noGrp="1"/>
          </p:cNvSpPr>
          <p:nvPr>
            <p:ph type="body" sz="quarter" idx="31"/>
          </p:nvPr>
        </p:nvSpPr>
        <p:spPr/>
        <p:txBody>
          <a:bodyPr/>
          <a:lstStyle/>
          <a:p>
            <a:pPr/>
            <a:r>
              <a:t>Approche budgétaire</a:t>
            </a:r>
            <a:endParaRPr lang="en-US"/>
          </a:p>
        </p:txBody>
      </p:sp>
      <p:sp>
        <p:nvSpPr>
          <p:cNvPr id="23" name="Espace réservé du texte 22">
            <a:extLst>
              <a:ext uri="{FF2B5EF4-FFF2-40B4-BE49-F238E27FC236}">
                <a16:creationId xmlns:a16="http://schemas.microsoft.com/office/drawing/2014/main" id="{DB16C0E0-3EAE-54B2-7CCE-341E58289FC3}"/>
              </a:ext>
            </a:extLst>
          </p:cNvPr>
          <p:cNvSpPr>
            <a:spLocks noGrp="1"/>
          </p:cNvSpPr>
          <p:nvPr>
            <p:ph type="body" sz="quarter" idx="13"/>
          </p:nvPr>
        </p:nvSpPr>
        <p:spPr/>
        <p:txBody>
          <a:bodyPr/>
          <a:lstStyle/>
          <a:p>
            <a:pPr/>
            <a:r>
              <a:t>SOMMAIRE</a:t>
            </a:r>
            <a:endParaRPr lang="en-US"/>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776693BB-AA83-4072-9715-AA9BC0D4E25C}"/>
              </a:ext>
            </a:extLst>
          </p:cNvPr>
          <p:cNvSpPr>
            <a:spLocks noGrp="1"/>
          </p:cNvSpPr>
          <p:nvPr>
            <p:ph type="title"/>
          </p:nvPr>
        </p:nvSpPr>
        <p:spPr/>
        <p:txBody>
          <a:bodyPr/>
          <a:lstStyle/>
          <a:p>
            <a:pPr/>
            <a:r>
              <a:t>CAPTIVEA ET ODOO</a:t>
            </a:r>
          </a:p>
        </p:txBody>
      </p:sp>
      <p:sp>
        <p:nvSpPr>
          <p:cNvPr id="3" name="Espace réservé du texte 2">
            <a:extLst>
              <a:ext uri="{FF2B5EF4-FFF2-40B4-BE49-F238E27FC236}">
                <a16:creationId xmlns:a16="http://schemas.microsoft.com/office/drawing/2014/main" id="{AA14A04B-EBD5-902B-4F33-B256D611E2F1}"/>
              </a:ext>
            </a:extLst>
          </p:cNvPr>
          <p:cNvSpPr>
            <a:spLocks noGrp="1"/>
          </p:cNvSpPr>
          <p:nvPr>
            <p:ph type="body" idx="1"/>
          </p:nvPr>
        </p:nvSpPr>
        <p:spPr/>
        <p:txBody>
          <a:bodyPr/>
          <a:lstStyle/>
          <a:p>
            <a:pPr/>
            <a:r>
              <a:t>01</a:t>
            </a:r>
            <a:endParaRPr lang="en-US"/>
          </a:p>
        </p:txBody>
      </p:sp>
      <p:sp>
        <p:nvSpPr>
          <p:cNvPr id="5" name="Espace réservé du texte 4">
            <a:extLst>
              <a:ext uri="{FF2B5EF4-FFF2-40B4-BE49-F238E27FC236}">
                <a16:creationId xmlns:a16="http://schemas.microsoft.com/office/drawing/2014/main" id="{2A347D23-6373-2C86-5BFE-EAFA7C15BEE8}"/>
              </a:ext>
            </a:extLst>
          </p:cNvPr>
          <p:cNvSpPr>
            <a:spLocks noGrp="1"/>
          </p:cNvSpPr>
          <p:nvPr>
            <p:ph type="body" sz="quarter" idx="13"/>
          </p:nvPr>
        </p:nvSpPr>
        <p:spPr/>
        <p:txBody>
          <a:bodyPr/>
          <a:lstStyle/>
          <a:p>
            <a:pPr/>
            <a:r>
              <a:t>NOUS DÉCOUVRIR</a:t>
            </a:r>
            <a:endParaRPr lang="en-US"/>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lstStyle/>
          <a:p>
            <a:pPr/>
            <a:r>
              <a:rPr lang="fr-FR"/>
              <a:t>Logiciel de gestion tout-en-un</a:t>
            </a:r>
          </a:p>
          <a:p>
            <a:pPr/>
            <a:r>
              <a:rPr lang="fr-FR"/>
              <a:t>Évolutif et modulable</a:t>
            </a:r>
          </a:p>
          <a:p>
            <a:pPr/>
            <a:r>
              <a:rPr lang="fr-FR"/>
              <a:t>Facile à utiliser</a:t>
            </a:r>
          </a:p>
          <a:p>
            <a:pPr/>
            <a:r>
              <a:rPr lang="fr-FR"/>
              <a:t>Entièrement intégré</a:t>
            </a:r>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LA SOLUTION</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ODOO</a:t>
            </a:r>
          </a:p>
        </p:txBody>
      </p:sp>
      <p:grpSp>
        <p:nvGrpSpPr>
          <p:cNvPr id="7" name="Transplant"/>
          <p:cNvGrpSpPr/>
          <p:nvPr/>
        </p:nvGrpSpPr>
        <p:grpSpPr>
          <a:xfrm>
            <a:off x="7159752" y="2502991"/>
            <a:ext cx="4343400" cy="3223617"/>
            <a:chOff x="6816000" y="909000"/>
            <a:chExt cx="5219700" cy="3873997"/>
          </a:xfrm>
        </p:grpSpPr>
        <p:pic>
          <p:nvPicPr>
            <p:cNvPr id="8" name="Image 3" descr="Une image contenant texte, capture d’écran, diagramme, conception&#10;&#10;Le contenu généré par l’IA peut être incorrect.">
              <a:extLst>
                <a:ext uri="{FF2B5EF4-FFF2-40B4-BE49-F238E27FC236}">
                  <a16:creationId xmlns:a16="http://schemas.microsoft.com/office/drawing/2014/main" id="{5A2C15F1-9DCE-0119-F87F-CD06E8CFFA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6000" y="909000"/>
              <a:ext cx="5219700" cy="3873997"/>
            </a:xfrm>
            <a:prstGeom prst="rect">
              <a:avLst/>
            </a:prstGeom>
          </p:spPr>
        </p:pic>
      </p:gr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F67CD525-38C5-F409-B0C0-BADBBABBBEB2}"/>
              </a:ext>
            </a:extLst>
          </p:cNvPr>
          <p:cNvSpPr>
            <a:spLocks noGrp="1"/>
          </p:cNvSpPr>
          <p:nvPr>
            <p:ph type="title"/>
          </p:nvPr>
        </p:nvSpPr>
        <p:spPr/>
        <p:txBody>
          <a:bodyPr/>
          <a:lstStyle/>
          <a:p>
            <a:pPr/>
            <a:r>
              <a:t>UN LOGICIEL, UNE SUCCESS STORY</a:t>
            </a:r>
          </a:p>
        </p:txBody>
      </p:sp>
      <p:sp>
        <p:nvSpPr>
          <p:cNvPr id="3" name="Espace réservé du texte 2">
            <a:extLst>
              <a:ext uri="{FF2B5EF4-FFF2-40B4-BE49-F238E27FC236}">
                <a16:creationId xmlns:a16="http://schemas.microsoft.com/office/drawing/2014/main" id="{6D7EBAF3-0B92-9D29-9863-12271A2426DB}"/>
              </a:ext>
            </a:extLst>
          </p:cNvPr>
          <p:cNvSpPr>
            <a:spLocks noGrp="1"/>
          </p:cNvSpPr>
          <p:nvPr>
            <p:ph type="body" sz="quarter" idx="20"/>
          </p:nvPr>
        </p:nvSpPr>
        <p:spPr/>
        <p:txBody>
          <a:bodyPr/>
          <a:lstStyle/>
          <a:p>
            <a:pPr/>
            <a:r>
              <a:rPr sz="3000"/>
              <a:t>+6K</a:t>
            </a:r>
            <a:endParaRPr lang="en-US" sz="3000"/>
          </a:p>
        </p:txBody>
      </p:sp>
      <p:sp>
        <p:nvSpPr>
          <p:cNvPr id="4" name="Espace réservé du texte 3">
            <a:extLst>
              <a:ext uri="{FF2B5EF4-FFF2-40B4-BE49-F238E27FC236}">
                <a16:creationId xmlns:a16="http://schemas.microsoft.com/office/drawing/2014/main" id="{32BF135C-83BC-556F-3D04-AF47FD898F22}"/>
              </a:ext>
            </a:extLst>
          </p:cNvPr>
          <p:cNvSpPr>
            <a:spLocks noGrp="1"/>
          </p:cNvSpPr>
          <p:nvPr>
            <p:ph type="body" sz="quarter" idx="21"/>
          </p:nvPr>
        </p:nvSpPr>
        <p:spPr/>
        <p:txBody>
          <a:bodyPr/>
          <a:lstStyle/>
          <a:p>
            <a:pPr/>
            <a:r>
              <a:t>EMPLOYÉS</a:t>
            </a:r>
            <a:endParaRPr lang="en-US"/>
          </a:p>
        </p:txBody>
      </p:sp>
      <p:sp>
        <p:nvSpPr>
          <p:cNvPr id="6" name="Espace réservé du texte 5">
            <a:extLst>
              <a:ext uri="{FF2B5EF4-FFF2-40B4-BE49-F238E27FC236}">
                <a16:creationId xmlns:a16="http://schemas.microsoft.com/office/drawing/2014/main" id="{229E4294-47B8-A93E-3C02-F2E64761DA0B}"/>
              </a:ext>
            </a:extLst>
          </p:cNvPr>
          <p:cNvSpPr>
            <a:spLocks noGrp="1"/>
          </p:cNvSpPr>
          <p:nvPr>
            <p:ph type="body" sz="quarter" idx="13"/>
          </p:nvPr>
        </p:nvSpPr>
        <p:spPr/>
        <p:txBody>
          <a:bodyPr/>
          <a:lstStyle/>
          <a:p>
            <a:pPr/>
            <a:r>
              <a:t>ODOO</a:t>
            </a:r>
            <a:endParaRPr lang="en-US"/>
          </a:p>
        </p:txBody>
      </p:sp>
      <p:sp>
        <p:nvSpPr>
          <p:cNvPr id="7" name="Espace réservé du texte 6">
            <a:extLst>
              <a:ext uri="{FF2B5EF4-FFF2-40B4-BE49-F238E27FC236}">
                <a16:creationId xmlns:a16="http://schemas.microsoft.com/office/drawing/2014/main" id="{A2B09722-1122-F566-903B-B46D6808B603}"/>
              </a:ext>
            </a:extLst>
          </p:cNvPr>
          <p:cNvSpPr>
            <a:spLocks noGrp="1"/>
          </p:cNvSpPr>
          <p:nvPr>
            <p:ph type="body" sz="quarter" idx="23"/>
          </p:nvPr>
        </p:nvSpPr>
        <p:spPr/>
        <p:txBody>
          <a:bodyPr/>
          <a:lstStyle/>
          <a:p>
            <a:pPr/>
            <a:r>
              <a:rPr sz="3000"/>
              <a:t>+15M</a:t>
            </a:r>
            <a:endParaRPr lang="en-US" sz="3000"/>
          </a:p>
        </p:txBody>
      </p:sp>
      <p:sp>
        <p:nvSpPr>
          <p:cNvPr id="8" name="Espace réservé du texte 7">
            <a:extLst>
              <a:ext uri="{FF2B5EF4-FFF2-40B4-BE49-F238E27FC236}">
                <a16:creationId xmlns:a16="http://schemas.microsoft.com/office/drawing/2014/main" id="{9E6E315A-8B37-34D4-E18F-DC3A8468CEEE}"/>
              </a:ext>
            </a:extLst>
          </p:cNvPr>
          <p:cNvSpPr>
            <a:spLocks noGrp="1"/>
          </p:cNvSpPr>
          <p:nvPr>
            <p:ph type="body" sz="quarter" idx="24"/>
          </p:nvPr>
        </p:nvSpPr>
        <p:spPr/>
        <p:txBody>
          <a:bodyPr/>
          <a:lstStyle/>
          <a:p>
            <a:pPr/>
            <a:r>
              <a:t>D’UTILISATEURS</a:t>
            </a:r>
            <a:endParaRPr lang="en-US"/>
          </a:p>
        </p:txBody>
      </p:sp>
      <p:sp>
        <p:nvSpPr>
          <p:cNvPr id="10" name="Espace réservé du texte 9">
            <a:extLst>
              <a:ext uri="{FF2B5EF4-FFF2-40B4-BE49-F238E27FC236}">
                <a16:creationId xmlns:a16="http://schemas.microsoft.com/office/drawing/2014/main" id="{1B15CBC4-6C68-D92C-F969-8BD5D798EC04}"/>
              </a:ext>
            </a:extLst>
          </p:cNvPr>
          <p:cNvSpPr>
            <a:spLocks noGrp="1"/>
          </p:cNvSpPr>
          <p:nvPr>
            <p:ph type="body" sz="quarter" idx="26"/>
          </p:nvPr>
        </p:nvSpPr>
        <p:spPr/>
        <p:txBody>
          <a:bodyPr/>
          <a:lstStyle/>
          <a:p>
            <a:pPr/>
            <a:r>
              <a:rPr sz="3000"/>
              <a:t>+50K</a:t>
            </a:r>
            <a:endParaRPr lang="en-US" sz="3000"/>
          </a:p>
        </p:txBody>
      </p:sp>
      <p:sp>
        <p:nvSpPr>
          <p:cNvPr id="11" name="Espace réservé du texte 10">
            <a:extLst>
              <a:ext uri="{FF2B5EF4-FFF2-40B4-BE49-F238E27FC236}">
                <a16:creationId xmlns:a16="http://schemas.microsoft.com/office/drawing/2014/main" id="{4C94FEB1-8051-5B6E-DE61-617C78130CCA}"/>
              </a:ext>
            </a:extLst>
          </p:cNvPr>
          <p:cNvSpPr>
            <a:spLocks noGrp="1"/>
          </p:cNvSpPr>
          <p:nvPr>
            <p:ph type="body" sz="quarter" idx="27"/>
          </p:nvPr>
        </p:nvSpPr>
        <p:spPr/>
        <p:txBody>
          <a:bodyPr/>
          <a:lstStyle/>
          <a:p>
            <a:pPr/>
            <a:r>
              <a:t>MODULES</a:t>
            </a:r>
            <a:endParaRPr lang="en-US"/>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ED82E5AB-0793-AE16-00C7-225B5CF6A4A5}"/>
              </a:ext>
            </a:extLst>
          </p:cNvPr>
          <p:cNvSpPr>
            <a:spLocks noGrp="1"/>
          </p:cNvSpPr>
          <p:nvPr>
            <p:ph type="title"/>
          </p:nvPr>
        </p:nvSpPr>
        <p:spPr/>
        <p:txBody>
          <a:bodyPr/>
          <a:lstStyle/>
          <a:p>
            <a:pPr/>
            <a:r>
              <a:t>CAPTIVEA</a:t>
            </a:r>
          </a:p>
        </p:txBody>
      </p:sp>
      <p:sp>
        <p:nvSpPr>
          <p:cNvPr id="3" name="Espace réservé du texte 2">
            <a:extLst>
              <a:ext uri="{FF2B5EF4-FFF2-40B4-BE49-F238E27FC236}">
                <a16:creationId xmlns:a16="http://schemas.microsoft.com/office/drawing/2014/main" id="{7CC710F8-A662-A45D-F2AC-8D86A7F85224}"/>
              </a:ext>
            </a:extLst>
          </p:cNvPr>
          <p:cNvSpPr>
            <a:spLocks noGrp="1"/>
          </p:cNvSpPr>
          <p:nvPr>
            <p:ph type="body" sz="quarter" idx="13"/>
          </p:nvPr>
        </p:nvSpPr>
        <p:spPr/>
        <p:txBody>
          <a:bodyPr/>
          <a:lstStyle/>
          <a:p>
            <a:pPr/>
            <a:r>
              <a:t>EXPERTISES</a:t>
            </a:r>
            <a:endParaRPr lang="en-US"/>
          </a:p>
        </p:txBody>
      </p:sp>
      <p:sp>
        <p:nvSpPr>
          <p:cNvPr id="4" name="Espace réservé du texte 3">
            <a:extLst>
              <a:ext uri="{FF2B5EF4-FFF2-40B4-BE49-F238E27FC236}">
                <a16:creationId xmlns:a16="http://schemas.microsoft.com/office/drawing/2014/main" id="{D49EEC0A-10E9-4488-739A-29D956D6040A}"/>
              </a:ext>
            </a:extLst>
          </p:cNvPr>
          <p:cNvSpPr>
            <a:spLocks noGrp="1"/>
          </p:cNvSpPr>
          <p:nvPr>
            <p:ph type="body" sz="quarter" idx="23"/>
          </p:nvPr>
        </p:nvSpPr>
        <p:spPr/>
        <p:txBody>
          <a:bodyPr/>
          <a:lstStyle/>
          <a:p>
            <a:pPr/>
            <a:r>
              <a:t>ERP</a:t>
            </a:r>
            <a:endParaRPr lang="en-US"/>
          </a:p>
        </p:txBody>
      </p:sp>
      <p:sp>
        <p:nvSpPr>
          <p:cNvPr id="7" name="Espace réservé du texte 6">
            <a:extLst>
              <a:ext uri="{FF2B5EF4-FFF2-40B4-BE49-F238E27FC236}">
                <a16:creationId xmlns:a16="http://schemas.microsoft.com/office/drawing/2014/main" id="{C4A6AC82-185F-5FC3-5836-A141F0F205B5}"/>
              </a:ext>
            </a:extLst>
          </p:cNvPr>
          <p:cNvSpPr>
            <a:spLocks noGrp="1"/>
          </p:cNvSpPr>
          <p:nvPr>
            <p:ph type="body" sz="quarter" idx="26"/>
          </p:nvPr>
        </p:nvSpPr>
        <p:spPr/>
        <p:txBody>
          <a:bodyPr/>
          <a:lstStyle/>
          <a:p>
            <a:pPr/>
            <a:r>
              <a:t>BI</a:t>
            </a:r>
            <a:endParaRPr lang="en-US"/>
          </a:p>
        </p:txBody>
      </p:sp>
      <p:sp>
        <p:nvSpPr>
          <p:cNvPr id="10" name="Espace réservé du texte 9">
            <a:extLst>
              <a:ext uri="{FF2B5EF4-FFF2-40B4-BE49-F238E27FC236}">
                <a16:creationId xmlns:a16="http://schemas.microsoft.com/office/drawing/2014/main" id="{5CDE30D1-7868-FCB4-464E-DA917B641226}"/>
              </a:ext>
            </a:extLst>
          </p:cNvPr>
          <p:cNvSpPr>
            <a:spLocks noGrp="1"/>
          </p:cNvSpPr>
          <p:nvPr>
            <p:ph type="body" sz="quarter" idx="29"/>
          </p:nvPr>
        </p:nvSpPr>
        <p:spPr/>
        <p:txBody>
          <a:bodyPr/>
          <a:lstStyle/>
          <a:p>
            <a:pPr/>
            <a:r>
              <a:t>WEB</a:t>
            </a:r>
            <a:endParaRPr lang="en-US"/>
          </a:p>
        </p:txBody>
      </p:sp>
      <p:sp>
        <p:nvSpPr>
          <p:cNvPr id="13" name="Espace réservé du texte 12">
            <a:extLst>
              <a:ext uri="{FF2B5EF4-FFF2-40B4-BE49-F238E27FC236}">
                <a16:creationId xmlns:a16="http://schemas.microsoft.com/office/drawing/2014/main" id="{9152BC73-1DDA-9E5D-C710-EED3E9E28BDF}"/>
              </a:ext>
            </a:extLst>
          </p:cNvPr>
          <p:cNvSpPr>
            <a:spLocks noGrp="1"/>
          </p:cNvSpPr>
          <p:nvPr>
            <p:ph type="body" sz="quarter" idx="32"/>
          </p:nvPr>
        </p:nvSpPr>
        <p:spPr/>
        <p:txBody>
          <a:bodyPr/>
          <a:lstStyle/>
          <a:p>
            <a:pPr/>
            <a:r>
              <a:t>AI</a:t>
            </a:r>
            <a:endParaRPr lang="en-US"/>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F67CD525-38C5-F409-B0C0-BADBBABBBEB2}"/>
              </a:ext>
            </a:extLst>
          </p:cNvPr>
          <p:cNvSpPr>
            <a:spLocks noGrp="1"/>
          </p:cNvSpPr>
          <p:nvPr>
            <p:ph type="title"/>
          </p:nvPr>
        </p:nvSpPr>
        <p:spPr/>
        <p:txBody>
          <a:bodyPr/>
          <a:lstStyle/>
          <a:p>
            <a:pPr/>
            <a:r>
              <a:t>CAPTIVEA</a:t>
            </a:r>
          </a:p>
        </p:txBody>
      </p:sp>
      <p:sp>
        <p:nvSpPr>
          <p:cNvPr id="3" name="Espace réservé du texte 2">
            <a:extLst>
              <a:ext uri="{FF2B5EF4-FFF2-40B4-BE49-F238E27FC236}">
                <a16:creationId xmlns:a16="http://schemas.microsoft.com/office/drawing/2014/main" id="{6D7EBAF3-0B92-9D29-9863-12271A2426DB}"/>
              </a:ext>
            </a:extLst>
          </p:cNvPr>
          <p:cNvSpPr>
            <a:spLocks noGrp="1"/>
          </p:cNvSpPr>
          <p:nvPr>
            <p:ph type="body" sz="quarter" idx="20"/>
          </p:nvPr>
        </p:nvSpPr>
        <p:spPr/>
        <p:txBody>
          <a:bodyPr/>
          <a:lstStyle/>
          <a:p>
            <a:pPr/>
            <a:r>
              <a:rPr sz="3000"/>
              <a:t>+200</a:t>
            </a:r>
            <a:endParaRPr lang="en-US" sz="3000"/>
          </a:p>
        </p:txBody>
      </p:sp>
      <p:sp>
        <p:nvSpPr>
          <p:cNvPr id="4" name="Espace réservé du texte 3">
            <a:extLst>
              <a:ext uri="{FF2B5EF4-FFF2-40B4-BE49-F238E27FC236}">
                <a16:creationId xmlns:a16="http://schemas.microsoft.com/office/drawing/2014/main" id="{32BF135C-83BC-556F-3D04-AF47FD898F22}"/>
              </a:ext>
            </a:extLst>
          </p:cNvPr>
          <p:cNvSpPr>
            <a:spLocks noGrp="1"/>
          </p:cNvSpPr>
          <p:nvPr>
            <p:ph type="body" sz="quarter" idx="21"/>
          </p:nvPr>
        </p:nvSpPr>
        <p:spPr/>
        <p:txBody>
          <a:bodyPr/>
          <a:lstStyle/>
          <a:p>
            <a:pPr/>
            <a:r>
              <a:t>EMPLOYÉS HEUREUX</a:t>
            </a:r>
            <a:endParaRPr lang="en-US"/>
          </a:p>
        </p:txBody>
      </p:sp>
      <p:sp>
        <p:nvSpPr>
          <p:cNvPr id="6" name="Espace réservé du texte 5">
            <a:extLst>
              <a:ext uri="{FF2B5EF4-FFF2-40B4-BE49-F238E27FC236}">
                <a16:creationId xmlns:a16="http://schemas.microsoft.com/office/drawing/2014/main" id="{229E4294-47B8-A93E-3C02-F2E64761DA0B}"/>
              </a:ext>
            </a:extLst>
          </p:cNvPr>
          <p:cNvSpPr>
            <a:spLocks noGrp="1"/>
          </p:cNvSpPr>
          <p:nvPr>
            <p:ph type="body" sz="quarter" idx="13"/>
          </p:nvPr>
        </p:nvSpPr>
        <p:spPr/>
        <p:txBody>
          <a:bodyPr/>
          <a:lstStyle/>
          <a:p>
            <a:pPr/>
            <a:r>
              <a:t>EN CHIFFRES</a:t>
            </a:r>
            <a:endParaRPr lang="en-US"/>
          </a:p>
        </p:txBody>
      </p:sp>
      <p:sp>
        <p:nvSpPr>
          <p:cNvPr id="7" name="Espace réservé du texte 6">
            <a:extLst>
              <a:ext uri="{FF2B5EF4-FFF2-40B4-BE49-F238E27FC236}">
                <a16:creationId xmlns:a16="http://schemas.microsoft.com/office/drawing/2014/main" id="{A2B09722-1122-F566-903B-B46D6808B603}"/>
              </a:ext>
            </a:extLst>
          </p:cNvPr>
          <p:cNvSpPr>
            <a:spLocks noGrp="1"/>
          </p:cNvSpPr>
          <p:nvPr>
            <p:ph type="body" sz="quarter" idx="23"/>
          </p:nvPr>
        </p:nvSpPr>
        <p:spPr/>
        <p:txBody>
          <a:bodyPr/>
          <a:lstStyle/>
          <a:p>
            <a:pPr/>
            <a:r>
              <a:rPr sz="3000"/>
              <a:t>+800</a:t>
            </a:r>
            <a:endParaRPr lang="en-US" sz="3000"/>
          </a:p>
        </p:txBody>
      </p:sp>
      <p:sp>
        <p:nvSpPr>
          <p:cNvPr id="8" name="Espace réservé du texte 7">
            <a:extLst>
              <a:ext uri="{FF2B5EF4-FFF2-40B4-BE49-F238E27FC236}">
                <a16:creationId xmlns:a16="http://schemas.microsoft.com/office/drawing/2014/main" id="{9E6E315A-8B37-34D4-E18F-DC3A8468CEEE}"/>
              </a:ext>
            </a:extLst>
          </p:cNvPr>
          <p:cNvSpPr>
            <a:spLocks noGrp="1"/>
          </p:cNvSpPr>
          <p:nvPr>
            <p:ph type="body" sz="quarter" idx="24"/>
          </p:nvPr>
        </p:nvSpPr>
        <p:spPr/>
        <p:txBody>
          <a:bodyPr/>
          <a:lstStyle/>
          <a:p>
            <a:pPr/>
            <a:r>
              <a:t>CLIENTS SATISFAITS</a:t>
            </a:r>
            <a:endParaRPr lang="en-US"/>
          </a:p>
        </p:txBody>
      </p:sp>
      <p:sp>
        <p:nvSpPr>
          <p:cNvPr id="10" name="Espace réservé du texte 9">
            <a:extLst>
              <a:ext uri="{FF2B5EF4-FFF2-40B4-BE49-F238E27FC236}">
                <a16:creationId xmlns:a16="http://schemas.microsoft.com/office/drawing/2014/main" id="{1B15CBC4-6C68-D92C-F969-8BD5D798EC04}"/>
              </a:ext>
            </a:extLst>
          </p:cNvPr>
          <p:cNvSpPr>
            <a:spLocks noGrp="1"/>
          </p:cNvSpPr>
          <p:nvPr>
            <p:ph type="body" sz="quarter" idx="26"/>
          </p:nvPr>
        </p:nvSpPr>
        <p:spPr/>
        <p:txBody>
          <a:bodyPr/>
          <a:lstStyle/>
          <a:p>
            <a:pPr/>
            <a:r>
              <a:rPr sz="3000"/>
              <a:t>+18 ans</a:t>
            </a:r>
            <a:endParaRPr lang="en-US" sz="3000"/>
          </a:p>
        </p:txBody>
      </p:sp>
      <p:sp>
        <p:nvSpPr>
          <p:cNvPr id="11" name="Espace réservé du texte 10">
            <a:extLst>
              <a:ext uri="{FF2B5EF4-FFF2-40B4-BE49-F238E27FC236}">
                <a16:creationId xmlns:a16="http://schemas.microsoft.com/office/drawing/2014/main" id="{4C94FEB1-8051-5B6E-DE61-617C78130CCA}"/>
              </a:ext>
            </a:extLst>
          </p:cNvPr>
          <p:cNvSpPr>
            <a:spLocks noGrp="1"/>
          </p:cNvSpPr>
          <p:nvPr>
            <p:ph type="body" sz="quarter" idx="27"/>
          </p:nvPr>
        </p:nvSpPr>
        <p:spPr/>
        <p:txBody>
          <a:bodyPr/>
          <a:lstStyle/>
          <a:p>
            <a:pPr/>
            <a:r>
              <a:t>D’INTÉGRATION ERP</a:t>
            </a:r>
            <a:endParaRPr lang="en-US"/>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NOS RÉFÉRENCES</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RÉFÉRENCES</a:t>
            </a:r>
            <a:endParaRPr lang="en-US"/>
          </a:p>
        </p:txBody>
      </p:sp>
      <p:grpSp>
        <p:nvGrpSpPr>
          <p:cNvPr id="5" name="Transplant"/>
          <p:cNvGrpSpPr/>
          <p:nvPr/>
        </p:nvGrpSpPr>
        <p:grpSpPr>
          <a:xfrm>
            <a:off x="2714965" y="1508760"/>
            <a:ext cx="6759022" cy="4754880"/>
            <a:chOff x="2761797" y="193675"/>
            <a:chExt cx="9197975" cy="6470650"/>
          </a:xfrm>
        </p:grpSpPr>
        <p:pic>
          <p:nvPicPr>
            <p:cNvPr id="6" name="Espace réservé du contenu 10" descr="Une image contenant capture d’écran, carré, Caractère coloré, art&#10;&#10;Le contenu généré par l’IA peut être incorrect.">
              <a:extLst>
                <a:ext uri="{FF2B5EF4-FFF2-40B4-BE49-F238E27FC236}">
                  <a16:creationId xmlns:a16="http://schemas.microsoft.com/office/drawing/2014/main" id="{4285A551-0031-7974-FAE8-5C3963D337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1797" y="193675"/>
              <a:ext cx="9197975" cy="6470650"/>
            </a:xfrm>
            <a:prstGeom prst="rect">
              <a:avLst/>
            </a:prstGeom>
          </p:spPr>
        </p:pic>
      </p:gr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ED82E5AB-0793-AE16-00C7-225B5CF6A4A5}"/>
              </a:ext>
            </a:extLst>
          </p:cNvPr>
          <p:cNvSpPr>
            <a:spLocks noGrp="1"/>
          </p:cNvSpPr>
          <p:nvPr>
            <p:ph type="title"/>
          </p:nvPr>
        </p:nvSpPr>
        <p:spPr/>
        <p:txBody>
          <a:bodyPr/>
          <a:lstStyle/>
          <a:p>
            <a:pPr/>
            <a:r>
              <a:t>CHRONOLOGIE DU PROJET CAPTIVEA</a:t>
            </a:r>
          </a:p>
        </p:txBody>
      </p:sp>
      <p:sp>
        <p:nvSpPr>
          <p:cNvPr id="4" name="Espace réservé du texte 2">
            <a:extLst>
              <a:ext uri="{FF2B5EF4-FFF2-40B4-BE49-F238E27FC236}">
                <a16:creationId xmlns:a16="http://schemas.microsoft.com/office/drawing/2014/main" id="{7CC710F8-A662-A45D-F2AC-8D86A7F85224}"/>
              </a:ext>
            </a:extLst>
          </p:cNvPr>
          <p:cNvSpPr>
            <a:spLocks noGrp="1"/>
          </p:cNvSpPr>
          <p:nvPr>
            <p:ph type="body" sz="quarter" idx="13"/>
          </p:nvPr>
        </p:nvSpPr>
        <p:spPr/>
        <p:txBody>
          <a:bodyPr/>
          <a:lstStyle/>
          <a:p>
            <a:pPr/>
            <a:r>
              <a:t>CHRONOLOGIE</a:t>
            </a:r>
            <a:endParaRPr lang="en-US"/>
          </a:p>
        </p:txBody>
      </p:sp>
      <p:sp>
        <p:nvSpPr>
          <p:cNvPr id="5" name="Espace réservé du texte 3">
            <a:extLst>
              <a:ext uri="{FF2B5EF4-FFF2-40B4-BE49-F238E27FC236}">
                <a16:creationId xmlns:a16="http://schemas.microsoft.com/office/drawing/2014/main" id="{D49EEC0A-10E9-4488-739A-29D956D6040A}"/>
              </a:ext>
            </a:extLst>
          </p:cNvPr>
          <p:cNvSpPr>
            <a:spLocks noGrp="1"/>
          </p:cNvSpPr>
          <p:nvPr>
            <p:ph type="body" sz="quarter" idx="23"/>
          </p:nvPr>
        </p:nvSpPr>
        <p:spPr/>
        <p:txBody>
          <a:bodyPr/>
          <a:lstStyle/>
          <a:p>
            <a:pPr/>
            <a:r>
              <a:t>​</a:t>
            </a:r>
            <a:endParaRPr lang="en-US"/>
          </a:p>
        </p:txBody>
      </p:sp>
      <p:sp>
        <p:nvSpPr>
          <p:cNvPr id="6" name="Espace réservé du texte 4">
            <a:extLst>
              <a:ext uri="{FF2B5EF4-FFF2-40B4-BE49-F238E27FC236}">
                <a16:creationId xmlns:a16="http://schemas.microsoft.com/office/drawing/2014/main" id="{602D769C-3C8F-3002-9BC2-510C6182A502}"/>
              </a:ext>
            </a:extLst>
          </p:cNvPr>
          <p:cNvSpPr>
            <a:spLocks noGrp="1"/>
          </p:cNvSpPr>
          <p:nvPr>
            <p:ph type="body" sz="quarter" idx="24"/>
          </p:nvPr>
        </p:nvSpPr>
        <p:spPr/>
        <p:txBody>
          <a:bodyPr/>
          <a:lstStyle/>
          <a:p>
            <a:pPr/>
            <a:r>
              <a:t>CONSULTATION GRATUITE</a:t>
            </a:r>
            <a:endParaRPr lang="en-US"/>
          </a:p>
        </p:txBody>
      </p:sp>
      <p:sp>
        <p:nvSpPr>
          <p:cNvPr id="8" name="Espace réservé du texte 6">
            <a:extLst>
              <a:ext uri="{FF2B5EF4-FFF2-40B4-BE49-F238E27FC236}">
                <a16:creationId xmlns:a16="http://schemas.microsoft.com/office/drawing/2014/main" id="{C4A6AC82-185F-5FC3-5836-A141F0F205B5}"/>
              </a:ext>
            </a:extLst>
          </p:cNvPr>
          <p:cNvSpPr>
            <a:spLocks noGrp="1"/>
          </p:cNvSpPr>
          <p:nvPr>
            <p:ph type="body" sz="quarter" idx="26"/>
          </p:nvPr>
        </p:nvSpPr>
        <p:spPr/>
        <p:txBody>
          <a:bodyPr/>
          <a:lstStyle/>
          <a:p>
            <a:pPr/>
            <a:r>
              <a:t>​</a:t>
            </a:r>
            <a:endParaRPr lang="en-US"/>
          </a:p>
        </p:txBody>
      </p:sp>
      <p:sp>
        <p:nvSpPr>
          <p:cNvPr id="9" name="Espace réservé du texte 7">
            <a:extLst>
              <a:ext uri="{FF2B5EF4-FFF2-40B4-BE49-F238E27FC236}">
                <a16:creationId xmlns:a16="http://schemas.microsoft.com/office/drawing/2014/main" id="{6ED4DDE7-B913-B202-738B-D95058C6F2A6}"/>
              </a:ext>
            </a:extLst>
          </p:cNvPr>
          <p:cNvSpPr>
            <a:spLocks noGrp="1"/>
          </p:cNvSpPr>
          <p:nvPr>
            <p:ph type="body" sz="quarter" idx="27"/>
          </p:nvPr>
        </p:nvSpPr>
        <p:spPr/>
        <p:txBody>
          <a:bodyPr/>
          <a:lstStyle/>
          <a:p>
            <a:pPr/>
            <a:r>
              <a:t>PHASE D'IMPLÉMENTATION</a:t>
            </a:r>
            <a:endParaRPr lang="en-US"/>
          </a:p>
        </p:txBody>
      </p:sp>
      <p:sp>
        <p:nvSpPr>
          <p:cNvPr id="11" name="Espace réservé du texte 9">
            <a:extLst>
              <a:ext uri="{FF2B5EF4-FFF2-40B4-BE49-F238E27FC236}">
                <a16:creationId xmlns:a16="http://schemas.microsoft.com/office/drawing/2014/main" id="{5CDE30D1-7868-FCB4-464E-DA917B641226}"/>
              </a:ext>
            </a:extLst>
          </p:cNvPr>
          <p:cNvSpPr>
            <a:spLocks noGrp="1"/>
          </p:cNvSpPr>
          <p:nvPr>
            <p:ph type="body" sz="quarter" idx="29"/>
          </p:nvPr>
        </p:nvSpPr>
        <p:spPr/>
        <p:txBody>
          <a:bodyPr/>
          <a:lstStyle/>
          <a:p>
            <a:pPr/>
            <a:r>
              <a:t>​</a:t>
            </a:r>
            <a:endParaRPr lang="en-US"/>
          </a:p>
        </p:txBody>
      </p:sp>
      <p:sp>
        <p:nvSpPr>
          <p:cNvPr id="12" name="Espace réservé du texte 10">
            <a:extLst>
              <a:ext uri="{FF2B5EF4-FFF2-40B4-BE49-F238E27FC236}">
                <a16:creationId xmlns:a16="http://schemas.microsoft.com/office/drawing/2014/main" id="{6B7BE612-E5BE-26DF-3A0A-A6E534DE73FC}"/>
              </a:ext>
            </a:extLst>
          </p:cNvPr>
          <p:cNvSpPr>
            <a:spLocks noGrp="1"/>
          </p:cNvSpPr>
          <p:nvPr>
            <p:ph type="body" sz="quarter" idx="30"/>
          </p:nvPr>
        </p:nvSpPr>
        <p:spPr/>
        <p:txBody>
          <a:bodyPr/>
          <a:lstStyle/>
          <a:p>
            <a:pPr/>
            <a:r>
              <a:t>ESTIMATION GLOBALE</a:t>
            </a:r>
            <a:endParaRPr lang="en-US"/>
          </a:p>
        </p:txBody>
      </p:sp>
      <p:sp>
        <p:nvSpPr>
          <p:cNvPr id="14" name="Espace réservé du texte 12">
            <a:extLst>
              <a:ext uri="{FF2B5EF4-FFF2-40B4-BE49-F238E27FC236}">
                <a16:creationId xmlns:a16="http://schemas.microsoft.com/office/drawing/2014/main" id="{9152BC73-1DDA-9E5D-C710-EED3E9E28BDF}"/>
              </a:ext>
            </a:extLst>
          </p:cNvPr>
          <p:cNvSpPr>
            <a:spLocks noGrp="1"/>
          </p:cNvSpPr>
          <p:nvPr>
            <p:ph type="body" sz="quarter" idx="32"/>
          </p:nvPr>
        </p:nvSpPr>
        <p:spPr/>
        <p:txBody>
          <a:bodyPr/>
          <a:lstStyle/>
          <a:p>
            <a:pPr/>
            <a:r>
              <a:t>​</a:t>
            </a:r>
            <a:endParaRPr lang="en-US"/>
          </a:p>
        </p:txBody>
      </p:sp>
      <p:sp>
        <p:nvSpPr>
          <p:cNvPr id="15" name="Espace réservé du texte 13">
            <a:extLst>
              <a:ext uri="{FF2B5EF4-FFF2-40B4-BE49-F238E27FC236}">
                <a16:creationId xmlns:a16="http://schemas.microsoft.com/office/drawing/2014/main" id="{E043F1B4-355E-87F3-612E-5F73C5189707}"/>
              </a:ext>
            </a:extLst>
          </p:cNvPr>
          <p:cNvSpPr>
            <a:spLocks noGrp="1"/>
          </p:cNvSpPr>
          <p:nvPr>
            <p:ph type="body" sz="quarter" idx="33"/>
          </p:nvPr>
        </p:nvSpPr>
        <p:spPr/>
        <p:txBody>
          <a:bodyPr/>
          <a:lstStyle/>
          <a:p>
            <a:pPr/>
            <a:r>
              <a:t>PHASE D'ANALYSE</a:t>
            </a:r>
            <a:endParaRPr lang="en-US"/>
          </a:p>
        </p:txBody>
      </p:sp>
      <p:grpSp>
        <p:nvGrpSpPr>
          <p:cNvPr id="17" name="Transplant"/>
          <p:cNvGrpSpPr/>
          <p:nvPr/>
        </p:nvGrpSpPr>
        <p:grpSpPr>
          <a:xfrm>
            <a:off x="1612805" y="3058668"/>
            <a:ext cx="678878" cy="822960"/>
            <a:chOff x="1449334" y="4262110"/>
            <a:chExt cx="461243" cy="559135"/>
          </a:xfrm>
        </p:grpSpPr>
        <p:grpSp>
          <p:nvGrpSpPr>
            <p:cNvPr id="18" name="Groupe 13">
              <a:extLst>
                <a:ext uri="{FF2B5EF4-FFF2-40B4-BE49-F238E27FC236}">
                  <a16:creationId xmlns:a16="http://schemas.microsoft.com/office/drawing/2014/main" id="{F8111309-31D4-E5AD-E496-36AC0A476D35}"/>
                </a:ext>
              </a:extLst>
            </p:cNvPr>
            <p:cNvGrpSpPr/>
            <p:nvPr/>
          </p:nvGrpSpPr>
          <p:grpSpPr>
            <a:xfrm>
              <a:off x="1449334" y="4262110"/>
              <a:ext cx="461243" cy="559135"/>
              <a:chOff x="1356788" y="2424605"/>
              <a:chExt cx="461243" cy="559135"/>
            </a:xfrm>
          </p:grpSpPr>
          <p:grpSp>
            <p:nvGrpSpPr>
              <p:cNvPr id="19" name="Google Shape;1407;p36">
                <a:extLst>
                  <a:ext uri="{FF2B5EF4-FFF2-40B4-BE49-F238E27FC236}">
                    <a16:creationId xmlns:a16="http://schemas.microsoft.com/office/drawing/2014/main" id="{E3F452A6-97AD-66A6-6FC7-CED7873FB40E}"/>
                  </a:ext>
                </a:extLst>
              </p:cNvPr>
              <p:cNvGrpSpPr/>
              <p:nvPr/>
            </p:nvGrpSpPr>
            <p:grpSpPr>
              <a:xfrm rot="5400000">
                <a:off x="1307842" y="2473551"/>
                <a:ext cx="559135" cy="461243"/>
                <a:chOff x="4892107" y="893400"/>
                <a:chExt cx="610975" cy="504008"/>
              </a:xfrm>
            </p:grpSpPr>
            <p:sp>
              <p:nvSpPr>
                <p:cNvPr id="20" name="Google Shape;1408;p36">
                  <a:extLst>
                    <a:ext uri="{FF2B5EF4-FFF2-40B4-BE49-F238E27FC236}">
                      <a16:creationId xmlns:a16="http://schemas.microsoft.com/office/drawing/2014/main" id="{E4AA291C-0607-E85D-CB7A-151A1283A489}"/>
                    </a:ext>
                  </a:extLst>
                </p:cNvPr>
                <p:cNvSpPr/>
                <p:nvPr/>
              </p:nvSpPr>
              <p:spPr>
                <a:xfrm>
                  <a:off x="4892107" y="893400"/>
                  <a:ext cx="610975" cy="504008"/>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flip="none" rotWithShape="1">
                  <a:gsLst>
                    <a:gs pos="0">
                      <a:schemeClr val="accent1"/>
                    </a:gs>
                    <a:gs pos="65000">
                      <a:schemeClr val="accent2"/>
                    </a:gs>
                    <a:gs pos="100000">
                      <a:schemeClr val="accent2"/>
                    </a:gs>
                  </a:gsLst>
                  <a:lin ang="13500000" scaled="1"/>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649" b="0" i="0" u="none" strike="noStrike" kern="1200" cap="none" spc="0" normalizeH="0" baseline="0" noProof="0">
                    <a:ln>
                      <a:noFill/>
                    </a:ln>
                    <a:solidFill>
                      <a:srgbClr val="212529"/>
                    </a:solidFill>
                    <a:effectLst/>
                    <a:uLnTx/>
                    <a:uFillTx/>
                    <a:ea typeface="+mn-ea"/>
                    <a:cs typeface="+mn-cs"/>
                  </a:endParaRPr>
                </a:p>
              </p:txBody>
            </p:sp>
            <p:sp>
              <p:nvSpPr>
                <p:cNvPr id="21" name="Google Shape;1409;p36">
                  <a:extLst>
                    <a:ext uri="{FF2B5EF4-FFF2-40B4-BE49-F238E27FC236}">
                      <a16:creationId xmlns:a16="http://schemas.microsoft.com/office/drawing/2014/main" id="{87849615-90D0-743B-52ED-0A3218BA9590}"/>
                    </a:ext>
                  </a:extLst>
                </p:cNvPr>
                <p:cNvSpPr/>
                <p:nvPr/>
              </p:nvSpPr>
              <p:spPr>
                <a:xfrm>
                  <a:off x="4929524" y="930880"/>
                  <a:ext cx="429569" cy="429036"/>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649" b="0" i="0" u="none" strike="noStrike" kern="1200" cap="none" spc="0" normalizeH="0" baseline="0" noProof="0">
                    <a:ln>
                      <a:noFill/>
                    </a:ln>
                    <a:solidFill>
                      <a:srgbClr val="212529"/>
                    </a:solidFill>
                    <a:effectLst/>
                    <a:uLnTx/>
                    <a:uFillTx/>
                    <a:ea typeface="+mn-ea"/>
                    <a:cs typeface="+mn-cs"/>
                  </a:endParaRPr>
                </a:p>
              </p:txBody>
            </p:sp>
          </p:grpSp>
          <p:pic>
            <p:nvPicPr>
              <p:cNvPr id="22" name="Graphic 105">
                <a:extLst>
                  <a:ext uri="{FF2B5EF4-FFF2-40B4-BE49-F238E27FC236}">
                    <a16:creationId xmlns:a16="http://schemas.microsoft.com/office/drawing/2014/main" id="{66D82719-CFF6-5BDF-887C-837082717F1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1450693" y="2518692"/>
                <a:ext cx="273431" cy="273432"/>
              </a:xfrm>
              <a:prstGeom prst="rect">
                <a:avLst/>
              </a:prstGeom>
            </p:spPr>
          </p:pic>
        </p:grpSp>
      </p:grpSp>
      <p:grpSp>
        <p:nvGrpSpPr>
          <p:cNvPr id="23" name="Transplant"/>
          <p:cNvGrpSpPr/>
          <p:nvPr/>
        </p:nvGrpSpPr>
        <p:grpSpPr>
          <a:xfrm>
            <a:off x="4383437" y="3058668"/>
            <a:ext cx="678878" cy="822960"/>
            <a:chOff x="4335907" y="4262110"/>
            <a:chExt cx="461243" cy="559135"/>
          </a:xfrm>
        </p:grpSpPr>
        <p:grpSp>
          <p:nvGrpSpPr>
            <p:cNvPr id="24" name="Groupe 19">
              <a:extLst>
                <a:ext uri="{FF2B5EF4-FFF2-40B4-BE49-F238E27FC236}">
                  <a16:creationId xmlns:a16="http://schemas.microsoft.com/office/drawing/2014/main" id="{85203607-BC1C-F9EB-BCDD-0DCBCB529161}"/>
                </a:ext>
              </a:extLst>
            </p:cNvPr>
            <p:cNvGrpSpPr/>
            <p:nvPr/>
          </p:nvGrpSpPr>
          <p:grpSpPr>
            <a:xfrm>
              <a:off x="4335907" y="4262110"/>
              <a:ext cx="461243" cy="559135"/>
              <a:chOff x="3449807" y="5794147"/>
              <a:chExt cx="461243" cy="559135"/>
            </a:xfrm>
          </p:grpSpPr>
          <p:grpSp>
            <p:nvGrpSpPr>
              <p:cNvPr id="25" name="Google Shape;1407;p36">
                <a:extLst>
                  <a:ext uri="{FF2B5EF4-FFF2-40B4-BE49-F238E27FC236}">
                    <a16:creationId xmlns:a16="http://schemas.microsoft.com/office/drawing/2014/main" id="{ABE002A8-1EAD-8622-1771-5AFB40334444}"/>
                  </a:ext>
                </a:extLst>
              </p:cNvPr>
              <p:cNvGrpSpPr/>
              <p:nvPr/>
            </p:nvGrpSpPr>
            <p:grpSpPr>
              <a:xfrm rot="16200000">
                <a:off x="3400861" y="5843093"/>
                <a:ext cx="559135" cy="461243"/>
                <a:chOff x="4779516" y="893399"/>
                <a:chExt cx="610975" cy="504008"/>
              </a:xfrm>
            </p:grpSpPr>
            <p:sp>
              <p:nvSpPr>
                <p:cNvPr id="26" name="Google Shape;1408;p36">
                  <a:extLst>
                    <a:ext uri="{FF2B5EF4-FFF2-40B4-BE49-F238E27FC236}">
                      <a16:creationId xmlns:a16="http://schemas.microsoft.com/office/drawing/2014/main" id="{F07D1765-A5C9-057B-C123-44342355E1AF}"/>
                    </a:ext>
                  </a:extLst>
                </p:cNvPr>
                <p:cNvSpPr/>
                <p:nvPr/>
              </p:nvSpPr>
              <p:spPr>
                <a:xfrm rot="10800000">
                  <a:off x="4779516" y="893399"/>
                  <a:ext cx="610975" cy="504008"/>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flip="none" rotWithShape="1">
                  <a:gsLst>
                    <a:gs pos="0">
                      <a:schemeClr val="accent1"/>
                    </a:gs>
                    <a:gs pos="65000">
                      <a:schemeClr val="accent2"/>
                    </a:gs>
                    <a:gs pos="100000">
                      <a:schemeClr val="accent2"/>
                    </a:gs>
                  </a:gsLst>
                  <a:lin ang="13500000" scaled="1"/>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649" b="0" i="0" u="none" strike="noStrike" kern="1200" cap="none" spc="0" normalizeH="0" baseline="0" noProof="0">
                    <a:ln>
                      <a:noFill/>
                    </a:ln>
                    <a:solidFill>
                      <a:srgbClr val="212529"/>
                    </a:solidFill>
                    <a:effectLst/>
                    <a:uLnTx/>
                    <a:uFillTx/>
                    <a:ea typeface="+mn-ea"/>
                    <a:cs typeface="+mn-cs"/>
                  </a:endParaRPr>
                </a:p>
              </p:txBody>
            </p:sp>
            <p:sp>
              <p:nvSpPr>
                <p:cNvPr id="27" name="Google Shape;1409;p36">
                  <a:extLst>
                    <a:ext uri="{FF2B5EF4-FFF2-40B4-BE49-F238E27FC236}">
                      <a16:creationId xmlns:a16="http://schemas.microsoft.com/office/drawing/2014/main" id="{14B39955-B1D2-6637-707B-7E45AE2F4B0F}"/>
                    </a:ext>
                  </a:extLst>
                </p:cNvPr>
                <p:cNvSpPr/>
                <p:nvPr/>
              </p:nvSpPr>
              <p:spPr>
                <a:xfrm>
                  <a:off x="4929526" y="930880"/>
                  <a:ext cx="429569" cy="429036"/>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649" b="0" i="0" u="none" strike="noStrike" kern="1200" cap="none" spc="0" normalizeH="0" baseline="0" noProof="0">
                    <a:ln>
                      <a:noFill/>
                    </a:ln>
                    <a:solidFill>
                      <a:srgbClr val="212529"/>
                    </a:solidFill>
                    <a:effectLst/>
                    <a:uLnTx/>
                    <a:uFillTx/>
                    <a:ea typeface="+mn-ea"/>
                    <a:cs typeface="+mn-cs"/>
                  </a:endParaRPr>
                </a:p>
              </p:txBody>
            </p:sp>
          </p:grpSp>
          <p:pic>
            <p:nvPicPr>
              <p:cNvPr id="28" name="Graphic 100">
                <a:extLst>
                  <a:ext uri="{FF2B5EF4-FFF2-40B4-BE49-F238E27FC236}">
                    <a16:creationId xmlns:a16="http://schemas.microsoft.com/office/drawing/2014/main" id="{5C973197-8E63-0E1A-7412-58E1A4D3986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17206" y="5856628"/>
                <a:ext cx="326443" cy="323888"/>
              </a:xfrm>
              <a:prstGeom prst="rect">
                <a:avLst/>
              </a:prstGeom>
            </p:spPr>
          </p:pic>
        </p:grpSp>
      </p:grpSp>
      <p:grpSp>
        <p:nvGrpSpPr>
          <p:cNvPr id="29" name="Transplant"/>
          <p:cNvGrpSpPr/>
          <p:nvPr/>
        </p:nvGrpSpPr>
        <p:grpSpPr>
          <a:xfrm>
            <a:off x="7135781" y="3058668"/>
            <a:ext cx="678878" cy="822960"/>
            <a:chOff x="7394850" y="4262110"/>
            <a:chExt cx="461243" cy="559135"/>
          </a:xfrm>
        </p:grpSpPr>
        <p:grpSp>
          <p:nvGrpSpPr>
            <p:cNvPr id="30" name="Groupe 5">
              <a:extLst>
                <a:ext uri="{FF2B5EF4-FFF2-40B4-BE49-F238E27FC236}">
                  <a16:creationId xmlns:a16="http://schemas.microsoft.com/office/drawing/2014/main" id="{5F17D292-C4C2-A941-ABFE-FFDAC72CA839}"/>
                </a:ext>
              </a:extLst>
            </p:cNvPr>
            <p:cNvGrpSpPr/>
            <p:nvPr/>
          </p:nvGrpSpPr>
          <p:grpSpPr>
            <a:xfrm>
              <a:off x="7394850" y="4262110"/>
              <a:ext cx="461243" cy="559135"/>
              <a:chOff x="3418535" y="2309575"/>
              <a:chExt cx="461243" cy="559135"/>
            </a:xfrm>
          </p:grpSpPr>
          <p:grpSp>
            <p:nvGrpSpPr>
              <p:cNvPr id="31" name="Google Shape;1407;p36">
                <a:extLst>
                  <a:ext uri="{FF2B5EF4-FFF2-40B4-BE49-F238E27FC236}">
                    <a16:creationId xmlns:a16="http://schemas.microsoft.com/office/drawing/2014/main" id="{6C3DF8FB-D452-B17E-35EC-18D34E68EACC}"/>
                  </a:ext>
                </a:extLst>
              </p:cNvPr>
              <p:cNvGrpSpPr/>
              <p:nvPr/>
            </p:nvGrpSpPr>
            <p:grpSpPr>
              <a:xfrm rot="5400000">
                <a:off x="3369589" y="2358521"/>
                <a:ext cx="559135" cy="461243"/>
                <a:chOff x="4892107" y="893400"/>
                <a:chExt cx="610975" cy="504008"/>
              </a:xfrm>
            </p:grpSpPr>
            <p:sp>
              <p:nvSpPr>
                <p:cNvPr id="32" name="Google Shape;1408;p36">
                  <a:extLst>
                    <a:ext uri="{FF2B5EF4-FFF2-40B4-BE49-F238E27FC236}">
                      <a16:creationId xmlns:a16="http://schemas.microsoft.com/office/drawing/2014/main" id="{95E707E0-1A05-892B-ADC3-3E77C0AF2A44}"/>
                    </a:ext>
                  </a:extLst>
                </p:cNvPr>
                <p:cNvSpPr/>
                <p:nvPr/>
              </p:nvSpPr>
              <p:spPr>
                <a:xfrm>
                  <a:off x="4892107" y="893400"/>
                  <a:ext cx="610975" cy="504008"/>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flip="none" rotWithShape="1">
                  <a:gsLst>
                    <a:gs pos="0">
                      <a:schemeClr val="accent1"/>
                    </a:gs>
                    <a:gs pos="65000">
                      <a:schemeClr val="accent2"/>
                    </a:gs>
                    <a:gs pos="100000">
                      <a:schemeClr val="accent2"/>
                    </a:gs>
                  </a:gsLst>
                  <a:lin ang="13500000" scaled="1"/>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649" b="0" i="0" u="none" strike="noStrike" kern="1200" cap="none" spc="0" normalizeH="0" baseline="0" noProof="0">
                    <a:ln>
                      <a:noFill/>
                    </a:ln>
                    <a:solidFill>
                      <a:srgbClr val="212529"/>
                    </a:solidFill>
                    <a:effectLst/>
                    <a:uLnTx/>
                    <a:uFillTx/>
                    <a:ea typeface="+mn-ea"/>
                    <a:cs typeface="+mn-cs"/>
                  </a:endParaRPr>
                </a:p>
              </p:txBody>
            </p:sp>
            <p:sp>
              <p:nvSpPr>
                <p:cNvPr id="33" name="Google Shape;1409;p36">
                  <a:extLst>
                    <a:ext uri="{FF2B5EF4-FFF2-40B4-BE49-F238E27FC236}">
                      <a16:creationId xmlns:a16="http://schemas.microsoft.com/office/drawing/2014/main" id="{C72838AC-357F-381C-FA07-A2F288050353}"/>
                    </a:ext>
                  </a:extLst>
                </p:cNvPr>
                <p:cNvSpPr/>
                <p:nvPr/>
              </p:nvSpPr>
              <p:spPr>
                <a:xfrm>
                  <a:off x="4929526" y="930880"/>
                  <a:ext cx="429569" cy="429036"/>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649" b="0" i="0" u="none" strike="noStrike" kern="1200" cap="none" spc="0" normalizeH="0" baseline="0" noProof="0">
                    <a:ln>
                      <a:noFill/>
                    </a:ln>
                    <a:solidFill>
                      <a:srgbClr val="212529"/>
                    </a:solidFill>
                    <a:effectLst/>
                    <a:uLnTx/>
                    <a:uFillTx/>
                    <a:ea typeface="+mn-ea"/>
                    <a:cs typeface="+mn-cs"/>
                  </a:endParaRPr>
                </a:p>
              </p:txBody>
            </p:sp>
          </p:grpSp>
          <p:grpSp>
            <p:nvGrpSpPr>
              <p:cNvPr id="34" name="Groupe 7">
                <a:extLst>
                  <a:ext uri="{FF2B5EF4-FFF2-40B4-BE49-F238E27FC236}">
                    <a16:creationId xmlns:a16="http://schemas.microsoft.com/office/drawing/2014/main" id="{4CA6D2F3-3FB1-7CB6-5D1C-7536A27174FD}"/>
                  </a:ext>
                </a:extLst>
              </p:cNvPr>
              <p:cNvGrpSpPr/>
              <p:nvPr/>
            </p:nvGrpSpPr>
            <p:grpSpPr>
              <a:xfrm>
                <a:off x="3452841" y="2344375"/>
                <a:ext cx="392632" cy="393121"/>
                <a:chOff x="3249202" y="2135110"/>
                <a:chExt cx="506418" cy="507048"/>
              </a:xfrm>
            </p:grpSpPr>
            <p:sp>
              <p:nvSpPr>
                <p:cNvPr id="35" name="Google Shape;1409;p36">
                  <a:extLst>
                    <a:ext uri="{FF2B5EF4-FFF2-40B4-BE49-F238E27FC236}">
                      <a16:creationId xmlns:a16="http://schemas.microsoft.com/office/drawing/2014/main" id="{B185E032-2DE6-21C4-E58E-E1DC3718789C}"/>
                    </a:ext>
                  </a:extLst>
                </p:cNvPr>
                <p:cNvSpPr/>
                <p:nvPr/>
              </p:nvSpPr>
              <p:spPr>
                <a:xfrm rot="4375381">
                  <a:off x="3248887" y="2135425"/>
                  <a:ext cx="507048" cy="506418"/>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649" b="0" i="0" u="none" strike="noStrike" kern="1200" cap="none" spc="0" normalizeH="0" baseline="0" noProof="0">
                    <a:ln>
                      <a:noFill/>
                    </a:ln>
                    <a:solidFill>
                      <a:srgbClr val="212529"/>
                    </a:solidFill>
                    <a:effectLst/>
                    <a:uLnTx/>
                    <a:uFillTx/>
                    <a:ea typeface="+mn-ea"/>
                    <a:cs typeface="+mn-cs"/>
                  </a:endParaRPr>
                </a:p>
              </p:txBody>
            </p:sp>
            <p:pic>
              <p:nvPicPr>
                <p:cNvPr id="36" name="Graphic 87">
                  <a:extLst>
                    <a:ext uri="{FF2B5EF4-FFF2-40B4-BE49-F238E27FC236}">
                      <a16:creationId xmlns:a16="http://schemas.microsoft.com/office/drawing/2014/main" id="{F519DA44-46E3-493D-0F09-A1E9F943E25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3321455" y="2203097"/>
                  <a:ext cx="344844" cy="344845"/>
                </a:xfrm>
                <a:prstGeom prst="rect">
                  <a:avLst/>
                </a:prstGeom>
              </p:spPr>
            </p:pic>
          </p:grpSp>
        </p:grpSp>
      </p:grpSp>
      <p:grpSp>
        <p:nvGrpSpPr>
          <p:cNvPr id="37" name="Transplant"/>
          <p:cNvGrpSpPr/>
          <p:nvPr/>
        </p:nvGrpSpPr>
        <p:grpSpPr>
          <a:xfrm>
            <a:off x="9897269" y="3058668"/>
            <a:ext cx="678878" cy="822960"/>
            <a:chOff x="10281423" y="4262110"/>
            <a:chExt cx="461243" cy="559135"/>
          </a:xfrm>
        </p:grpSpPr>
        <p:grpSp>
          <p:nvGrpSpPr>
            <p:cNvPr id="38" name="Groupe 25">
              <a:extLst>
                <a:ext uri="{FF2B5EF4-FFF2-40B4-BE49-F238E27FC236}">
                  <a16:creationId xmlns:a16="http://schemas.microsoft.com/office/drawing/2014/main" id="{EEB81F1E-51E4-61E4-B361-806DB588AE53}"/>
                </a:ext>
              </a:extLst>
            </p:cNvPr>
            <p:cNvGrpSpPr/>
            <p:nvPr/>
          </p:nvGrpSpPr>
          <p:grpSpPr>
            <a:xfrm>
              <a:off x="10281423" y="4262110"/>
              <a:ext cx="461243" cy="559135"/>
              <a:chOff x="7578887" y="4065604"/>
              <a:chExt cx="461243" cy="559135"/>
            </a:xfrm>
          </p:grpSpPr>
          <p:sp>
            <p:nvSpPr>
              <p:cNvPr id="39" name="Google Shape;1408;p36">
                <a:extLst>
                  <a:ext uri="{FF2B5EF4-FFF2-40B4-BE49-F238E27FC236}">
                    <a16:creationId xmlns:a16="http://schemas.microsoft.com/office/drawing/2014/main" id="{8C516C1C-6CC6-BF7A-8F7A-98B81E181CF7}"/>
                  </a:ext>
                </a:extLst>
              </p:cNvPr>
              <p:cNvSpPr/>
              <p:nvPr/>
            </p:nvSpPr>
            <p:spPr>
              <a:xfrm rot="5400000">
                <a:off x="7529941" y="4114550"/>
                <a:ext cx="559135" cy="461243"/>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a:gsLst>
                  <a:gs pos="0">
                    <a:schemeClr val="accent1"/>
                  </a:gs>
                  <a:gs pos="65000">
                    <a:schemeClr val="accent2"/>
                  </a:gs>
                </a:gsLst>
                <a:lin ang="13500000" scaled="1"/>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649" b="0" i="0" u="none" strike="noStrike" kern="1200" cap="none" spc="0" normalizeH="0" baseline="0" noProof="0">
                  <a:ln>
                    <a:noFill/>
                  </a:ln>
                  <a:solidFill>
                    <a:srgbClr val="212529"/>
                  </a:solidFill>
                  <a:effectLst/>
                  <a:uLnTx/>
                  <a:uFillTx/>
                  <a:ea typeface="+mn-ea"/>
                  <a:cs typeface="+mn-cs"/>
                </a:endParaRPr>
              </a:p>
            </p:txBody>
          </p:sp>
          <p:sp>
            <p:nvSpPr>
              <p:cNvPr id="40" name="Google Shape;1409;p36">
                <a:extLst>
                  <a:ext uri="{FF2B5EF4-FFF2-40B4-BE49-F238E27FC236}">
                    <a16:creationId xmlns:a16="http://schemas.microsoft.com/office/drawing/2014/main" id="{0B94D2AA-65E9-FFEF-4077-A859C54E75C1}"/>
                  </a:ext>
                </a:extLst>
              </p:cNvPr>
              <p:cNvSpPr/>
              <p:nvPr/>
            </p:nvSpPr>
            <p:spPr>
              <a:xfrm rot="5400000">
                <a:off x="7612954" y="4100091"/>
                <a:ext cx="393121" cy="392632"/>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649" b="0" i="0" u="none" strike="noStrike" kern="1200" cap="none" spc="0" normalizeH="0" baseline="0" noProof="0">
                  <a:ln>
                    <a:noFill/>
                  </a:ln>
                  <a:solidFill>
                    <a:srgbClr val="212529"/>
                  </a:solidFill>
                  <a:effectLst/>
                  <a:uLnTx/>
                  <a:uFillTx/>
                  <a:ea typeface="+mn-ea"/>
                  <a:cs typeface="+mn-cs"/>
                </a:endParaRPr>
              </a:p>
            </p:txBody>
          </p:sp>
          <p:pic>
            <p:nvPicPr>
              <p:cNvPr id="41" name="Graphic 94">
                <a:extLst>
                  <a:ext uri="{FF2B5EF4-FFF2-40B4-BE49-F238E27FC236}">
                    <a16:creationId xmlns:a16="http://schemas.microsoft.com/office/drawing/2014/main" id="{0D9B4E6B-B5A3-4C71-DC1E-237C2D9C45D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flipH="1">
                <a:off x="7678447" y="4174333"/>
                <a:ext cx="251418" cy="251419"/>
              </a:xfrm>
              <a:prstGeom prst="rect">
                <a:avLst/>
              </a:prstGeom>
            </p:spPr>
          </p:pic>
        </p:grpSp>
      </p:gr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EVOLUEZ AVEC ODOO</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ÉVOLUTION</a:t>
            </a:r>
            <a:endParaRPr lang="en-US"/>
          </a:p>
        </p:txBody>
      </p:sp>
      <p:grpSp>
        <p:nvGrpSpPr>
          <p:cNvPr id="5" name="Transplant"/>
          <p:cNvGrpSpPr/>
          <p:nvPr/>
        </p:nvGrpSpPr>
        <p:grpSpPr>
          <a:xfrm>
            <a:off x="694944" y="1619378"/>
            <a:ext cx="10799064" cy="4533644"/>
            <a:chOff x="-2" y="1476859"/>
            <a:chExt cx="11275650" cy="4733724"/>
          </a:xfrm>
        </p:grpSpPr>
        <p:grpSp>
          <p:nvGrpSpPr>
            <p:cNvPr id="6" name="Groupe 5">
              <a:extLst>
                <a:ext uri="{FF2B5EF4-FFF2-40B4-BE49-F238E27FC236}">
                  <a16:creationId xmlns:a16="http://schemas.microsoft.com/office/drawing/2014/main" id="{3CA9032B-A852-331B-E0BE-778A921BA552}"/>
                </a:ext>
              </a:extLst>
            </p:cNvPr>
            <p:cNvGrpSpPr/>
            <p:nvPr/>
          </p:nvGrpSpPr>
          <p:grpSpPr>
            <a:xfrm rot="5400000">
              <a:off x="6295391" y="4322196"/>
              <a:ext cx="768378" cy="102093"/>
              <a:chOff x="1370008" y="2240347"/>
              <a:chExt cx="1739858" cy="231172"/>
            </a:xfrm>
            <a:solidFill>
              <a:schemeClr val="accent2"/>
            </a:solidFill>
          </p:grpSpPr>
          <p:cxnSp>
            <p:nvCxnSpPr>
              <p:cNvPr id="7" name="Connecteur droit 6">
                <a:extLst>
                  <a:ext uri="{FF2B5EF4-FFF2-40B4-BE49-F238E27FC236}">
                    <a16:creationId xmlns:a16="http://schemas.microsoft.com/office/drawing/2014/main" id="{6ECC5D81-89A6-A6E9-93F8-3EBB4D4DB389}"/>
                  </a:ext>
                </a:extLst>
              </p:cNvPr>
              <p:cNvCxnSpPr>
                <a:cxnSpLocks/>
                <a:endCxn id="8" idx="2"/>
              </p:cNvCxnSpPr>
              <p:nvPr/>
            </p:nvCxnSpPr>
            <p:spPr>
              <a:xfrm>
                <a:off x="1370008" y="2355933"/>
                <a:ext cx="1508686" cy="0"/>
              </a:xfrm>
              <a:prstGeom prst="line">
                <a:avLst/>
              </a:prstGeom>
              <a:grpFill/>
              <a:ln w="28575">
                <a:solidFill>
                  <a:schemeClr val="accent2"/>
                </a:solidFill>
              </a:ln>
            </p:spPr>
            <p:style>
              <a:lnRef idx="3">
                <a:schemeClr val="dk1"/>
              </a:lnRef>
              <a:fillRef idx="0">
                <a:schemeClr val="dk1"/>
              </a:fillRef>
              <a:effectRef idx="2">
                <a:schemeClr val="dk1"/>
              </a:effectRef>
              <a:fontRef idx="minor">
                <a:schemeClr val="tx1"/>
              </a:fontRef>
            </p:style>
          </p:cxnSp>
          <p:sp>
            <p:nvSpPr>
              <p:cNvPr id="8" name="Ellipse 7">
                <a:extLst>
                  <a:ext uri="{FF2B5EF4-FFF2-40B4-BE49-F238E27FC236}">
                    <a16:creationId xmlns:a16="http://schemas.microsoft.com/office/drawing/2014/main" id="{208DEFFF-C255-096F-2BFB-F0B3142092BD}"/>
                  </a:ext>
                </a:extLst>
              </p:cNvPr>
              <p:cNvSpPr/>
              <p:nvPr/>
            </p:nvSpPr>
            <p:spPr>
              <a:xfrm>
                <a:off x="2878694" y="2240347"/>
                <a:ext cx="231172" cy="231172"/>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chemeClr val="accent2"/>
                  </a:solidFill>
                  <a:effectLst/>
                  <a:uLnTx/>
                  <a:uFillTx/>
                  <a:ea typeface="+mn-ea"/>
                  <a:cs typeface="+mn-cs"/>
                </a:endParaRPr>
              </a:p>
            </p:txBody>
          </p:sp>
        </p:grpSp>
        <p:grpSp>
          <p:nvGrpSpPr>
            <p:cNvPr id="9" name="Groupe 9">
              <a:extLst>
                <a:ext uri="{FF2B5EF4-FFF2-40B4-BE49-F238E27FC236}">
                  <a16:creationId xmlns:a16="http://schemas.microsoft.com/office/drawing/2014/main" id="{D02BAC71-B1FD-2A88-1DE7-26B1978FBD0B}"/>
                </a:ext>
              </a:extLst>
            </p:cNvPr>
            <p:cNvGrpSpPr/>
            <p:nvPr/>
          </p:nvGrpSpPr>
          <p:grpSpPr>
            <a:xfrm rot="5400000">
              <a:off x="2803002" y="5417714"/>
              <a:ext cx="768378" cy="102093"/>
              <a:chOff x="1370008" y="2240349"/>
              <a:chExt cx="1739856" cy="231172"/>
            </a:xfrm>
            <a:solidFill>
              <a:schemeClr val="accent2"/>
            </a:solidFill>
          </p:grpSpPr>
          <p:cxnSp>
            <p:nvCxnSpPr>
              <p:cNvPr id="10" name="Connecteur droit 10">
                <a:extLst>
                  <a:ext uri="{FF2B5EF4-FFF2-40B4-BE49-F238E27FC236}">
                    <a16:creationId xmlns:a16="http://schemas.microsoft.com/office/drawing/2014/main" id="{D64DFD22-2336-C48C-78EC-68236F7E60D0}"/>
                  </a:ext>
                </a:extLst>
              </p:cNvPr>
              <p:cNvCxnSpPr>
                <a:cxnSpLocks/>
                <a:endCxn id="12" idx="2"/>
              </p:cNvCxnSpPr>
              <p:nvPr/>
            </p:nvCxnSpPr>
            <p:spPr>
              <a:xfrm>
                <a:off x="1370008" y="2355934"/>
                <a:ext cx="1508684" cy="0"/>
              </a:xfrm>
              <a:prstGeom prst="line">
                <a:avLst/>
              </a:prstGeom>
              <a:grpFill/>
              <a:ln w="28575">
                <a:solidFill>
                  <a:schemeClr val="accent1"/>
                </a:solidFill>
              </a:ln>
            </p:spPr>
            <p:style>
              <a:lnRef idx="3">
                <a:schemeClr val="dk1"/>
              </a:lnRef>
              <a:fillRef idx="0">
                <a:schemeClr val="dk1"/>
              </a:fillRef>
              <a:effectRef idx="2">
                <a:schemeClr val="dk1"/>
              </a:effectRef>
              <a:fontRef idx="minor">
                <a:schemeClr val="tx1"/>
              </a:fontRef>
            </p:style>
          </p:cxnSp>
          <p:sp>
            <p:nvSpPr>
              <p:cNvPr id="11" name="Ellipse 11">
                <a:extLst>
                  <a:ext uri="{FF2B5EF4-FFF2-40B4-BE49-F238E27FC236}">
                    <a16:creationId xmlns:a16="http://schemas.microsoft.com/office/drawing/2014/main" id="{79E16252-F23A-0246-5EC2-FFE3FB0C80AA}"/>
                  </a:ext>
                </a:extLst>
              </p:cNvPr>
              <p:cNvSpPr/>
              <p:nvPr/>
            </p:nvSpPr>
            <p:spPr>
              <a:xfrm>
                <a:off x="2878692" y="2240349"/>
                <a:ext cx="231172" cy="231172"/>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C00000"/>
                  </a:solidFill>
                  <a:effectLst/>
                  <a:uLnTx/>
                  <a:uFillTx/>
                  <a:ea typeface="+mn-ea"/>
                  <a:cs typeface="+mn-cs"/>
                </a:endParaRPr>
              </a:p>
            </p:txBody>
          </p:sp>
        </p:grpSp>
        <p:grpSp>
          <p:nvGrpSpPr>
            <p:cNvPr id="12" name="Groupe 18">
              <a:extLst>
                <a:ext uri="{FF2B5EF4-FFF2-40B4-BE49-F238E27FC236}">
                  <a16:creationId xmlns:a16="http://schemas.microsoft.com/office/drawing/2014/main" id="{0CD0B869-92CF-A689-FB67-2ACFA4811B6E}"/>
                </a:ext>
              </a:extLst>
            </p:cNvPr>
            <p:cNvGrpSpPr/>
            <p:nvPr/>
          </p:nvGrpSpPr>
          <p:grpSpPr>
            <a:xfrm rot="5400000">
              <a:off x="8618801" y="2377293"/>
              <a:ext cx="768378" cy="102093"/>
              <a:chOff x="1370008" y="2240347"/>
              <a:chExt cx="1739858" cy="231172"/>
            </a:xfrm>
            <a:solidFill>
              <a:schemeClr val="accent2"/>
            </a:solidFill>
          </p:grpSpPr>
          <p:cxnSp>
            <p:nvCxnSpPr>
              <p:cNvPr id="13" name="Connecteur droit 19">
                <a:extLst>
                  <a:ext uri="{FF2B5EF4-FFF2-40B4-BE49-F238E27FC236}">
                    <a16:creationId xmlns:a16="http://schemas.microsoft.com/office/drawing/2014/main" id="{9DDD5099-1750-F1C0-940F-5907D9B7DACC}"/>
                  </a:ext>
                </a:extLst>
              </p:cNvPr>
              <p:cNvCxnSpPr>
                <a:cxnSpLocks/>
                <a:endCxn id="21" idx="2"/>
              </p:cNvCxnSpPr>
              <p:nvPr/>
            </p:nvCxnSpPr>
            <p:spPr>
              <a:xfrm>
                <a:off x="1370008" y="2355933"/>
                <a:ext cx="1508686" cy="0"/>
              </a:xfrm>
              <a:prstGeom prst="line">
                <a:avLst/>
              </a:prstGeom>
              <a:grpFill/>
              <a:ln w="28575">
                <a:solidFill>
                  <a:schemeClr val="accent2"/>
                </a:solidFill>
              </a:ln>
            </p:spPr>
            <p:style>
              <a:lnRef idx="3">
                <a:schemeClr val="dk1"/>
              </a:lnRef>
              <a:fillRef idx="0">
                <a:schemeClr val="dk1"/>
              </a:fillRef>
              <a:effectRef idx="2">
                <a:schemeClr val="dk1"/>
              </a:effectRef>
              <a:fontRef idx="minor">
                <a:schemeClr val="tx1"/>
              </a:fontRef>
            </p:style>
          </p:cxnSp>
          <p:sp>
            <p:nvSpPr>
              <p:cNvPr id="14" name="Ellipse 20">
                <a:extLst>
                  <a:ext uri="{FF2B5EF4-FFF2-40B4-BE49-F238E27FC236}">
                    <a16:creationId xmlns:a16="http://schemas.microsoft.com/office/drawing/2014/main" id="{6EDD8610-3F8A-AB93-2285-E7B1B6D20D9F}"/>
                  </a:ext>
                </a:extLst>
              </p:cNvPr>
              <p:cNvSpPr/>
              <p:nvPr/>
            </p:nvSpPr>
            <p:spPr>
              <a:xfrm>
                <a:off x="2878694" y="2240347"/>
                <a:ext cx="231172" cy="231172"/>
              </a:xfrm>
              <a:prstGeom prst="ellipse">
                <a:avLst/>
              </a:pr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C00000"/>
                  </a:solidFill>
                  <a:effectLst/>
                  <a:uLnTx/>
                  <a:uFillTx/>
                  <a:ea typeface="+mn-ea"/>
                  <a:cs typeface="+mn-cs"/>
                </a:endParaRPr>
              </a:p>
            </p:txBody>
          </p:sp>
        </p:grpSp>
        <p:sp>
          <p:nvSpPr>
            <p:cNvPr id="15" name="Forme libre : forme 37">
              <a:extLst>
                <a:ext uri="{FF2B5EF4-FFF2-40B4-BE49-F238E27FC236}">
                  <a16:creationId xmlns:a16="http://schemas.microsoft.com/office/drawing/2014/main" id="{6479923A-AB57-B1F3-D823-023A82C289DB}"/>
                </a:ext>
              </a:extLst>
            </p:cNvPr>
            <p:cNvSpPr/>
            <p:nvPr/>
          </p:nvSpPr>
          <p:spPr>
            <a:xfrm>
              <a:off x="-2" y="1476859"/>
              <a:ext cx="9457150" cy="3587792"/>
            </a:xfrm>
            <a:custGeom>
              <a:avLst/>
              <a:gdLst>
                <a:gd name="connsiteX0" fmla="*/ 0 w 9582411"/>
                <a:gd name="connsiteY0" fmla="*/ 2693096 h 2725571"/>
                <a:gd name="connsiteX1" fmla="*/ 4296427 w 9582411"/>
                <a:gd name="connsiteY1" fmla="*/ 2693096 h 2725571"/>
                <a:gd name="connsiteX2" fmla="*/ 4860099 w 9582411"/>
                <a:gd name="connsiteY2" fmla="*/ 2693096 h 2725571"/>
                <a:gd name="connsiteX3" fmla="*/ 6839211 w 9582411"/>
                <a:gd name="connsiteY3" fmla="*/ 2254685 h 2725571"/>
                <a:gd name="connsiteX4" fmla="*/ 9469677 w 9582411"/>
                <a:gd name="connsiteY4" fmla="*/ 112734 h 2725571"/>
                <a:gd name="connsiteX5" fmla="*/ 9469677 w 9582411"/>
                <a:gd name="connsiteY5" fmla="*/ 112734 h 2725571"/>
                <a:gd name="connsiteX6" fmla="*/ 9582411 w 9582411"/>
                <a:gd name="connsiteY6" fmla="*/ 0 h 2725571"/>
                <a:gd name="connsiteX0" fmla="*/ 0 w 9582411"/>
                <a:gd name="connsiteY0" fmla="*/ 2693096 h 2721693"/>
                <a:gd name="connsiteX1" fmla="*/ 3131507 w 9582411"/>
                <a:gd name="connsiteY1" fmla="*/ 2680570 h 2721693"/>
                <a:gd name="connsiteX2" fmla="*/ 4860099 w 9582411"/>
                <a:gd name="connsiteY2" fmla="*/ 2693096 h 2721693"/>
                <a:gd name="connsiteX3" fmla="*/ 6839211 w 9582411"/>
                <a:gd name="connsiteY3" fmla="*/ 2254685 h 2721693"/>
                <a:gd name="connsiteX4" fmla="*/ 9469677 w 9582411"/>
                <a:gd name="connsiteY4" fmla="*/ 112734 h 2721693"/>
                <a:gd name="connsiteX5" fmla="*/ 9469677 w 9582411"/>
                <a:gd name="connsiteY5" fmla="*/ 112734 h 2721693"/>
                <a:gd name="connsiteX6" fmla="*/ 9582411 w 9582411"/>
                <a:gd name="connsiteY6" fmla="*/ 0 h 2721693"/>
                <a:gd name="connsiteX0" fmla="*/ 0 w 9582411"/>
                <a:gd name="connsiteY0" fmla="*/ 2693096 h 2721693"/>
                <a:gd name="connsiteX1" fmla="*/ 3169927 w 9582411"/>
                <a:gd name="connsiteY1" fmla="*/ 2680570 h 2721693"/>
                <a:gd name="connsiteX2" fmla="*/ 4860099 w 9582411"/>
                <a:gd name="connsiteY2" fmla="*/ 2693096 h 2721693"/>
                <a:gd name="connsiteX3" fmla="*/ 6839211 w 9582411"/>
                <a:gd name="connsiteY3" fmla="*/ 2254685 h 2721693"/>
                <a:gd name="connsiteX4" fmla="*/ 9469677 w 9582411"/>
                <a:gd name="connsiteY4" fmla="*/ 112734 h 2721693"/>
                <a:gd name="connsiteX5" fmla="*/ 9469677 w 9582411"/>
                <a:gd name="connsiteY5" fmla="*/ 112734 h 2721693"/>
                <a:gd name="connsiteX6" fmla="*/ 9582411 w 9582411"/>
                <a:gd name="connsiteY6" fmla="*/ 0 h 2721693"/>
                <a:gd name="connsiteX0" fmla="*/ 0 w 9582411"/>
                <a:gd name="connsiteY0" fmla="*/ 2693096 h 2693096"/>
                <a:gd name="connsiteX1" fmla="*/ 3169927 w 9582411"/>
                <a:gd name="connsiteY1" fmla="*/ 2680570 h 2693096"/>
                <a:gd name="connsiteX2" fmla="*/ 6839211 w 9582411"/>
                <a:gd name="connsiteY2" fmla="*/ 2254685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582411"/>
                <a:gd name="connsiteY0" fmla="*/ 2693096 h 2693096"/>
                <a:gd name="connsiteX1" fmla="*/ 3169927 w 9582411"/>
                <a:gd name="connsiteY1" fmla="*/ 2680570 h 2693096"/>
                <a:gd name="connsiteX2" fmla="*/ 6624058 w 9582411"/>
                <a:gd name="connsiteY2" fmla="*/ 1586174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582411"/>
                <a:gd name="connsiteY0" fmla="*/ 2693096 h 2693096"/>
                <a:gd name="connsiteX1" fmla="*/ 3169927 w 9582411"/>
                <a:gd name="connsiteY1" fmla="*/ 2680570 h 2693096"/>
                <a:gd name="connsiteX2" fmla="*/ 6631742 w 9582411"/>
                <a:gd name="connsiteY2" fmla="*/ 1624595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582411"/>
                <a:gd name="connsiteY0" fmla="*/ 2693096 h 2693096"/>
                <a:gd name="connsiteX1" fmla="*/ 3169927 w 9582411"/>
                <a:gd name="connsiteY1" fmla="*/ 2680570 h 2693096"/>
                <a:gd name="connsiteX2" fmla="*/ 6631742 w 9582411"/>
                <a:gd name="connsiteY2" fmla="*/ 1624595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469677"/>
                <a:gd name="connsiteY0" fmla="*/ 3361606 h 3361606"/>
                <a:gd name="connsiteX1" fmla="*/ 3169927 w 9469677"/>
                <a:gd name="connsiteY1" fmla="*/ 3349080 h 3361606"/>
                <a:gd name="connsiteX2" fmla="*/ 6631742 w 9469677"/>
                <a:gd name="connsiteY2" fmla="*/ 2293105 h 3361606"/>
                <a:gd name="connsiteX3" fmla="*/ 9469677 w 9469677"/>
                <a:gd name="connsiteY3" fmla="*/ 781244 h 3361606"/>
                <a:gd name="connsiteX4" fmla="*/ 9469677 w 9469677"/>
                <a:gd name="connsiteY4" fmla="*/ 781244 h 3361606"/>
                <a:gd name="connsiteX5" fmla="*/ 9275050 w 9469677"/>
                <a:gd name="connsiteY5" fmla="*/ 0 h 3361606"/>
                <a:gd name="connsiteX0" fmla="*/ 0 w 9469677"/>
                <a:gd name="connsiteY0" fmla="*/ 2580362 h 2580362"/>
                <a:gd name="connsiteX1" fmla="*/ 3169927 w 9469677"/>
                <a:gd name="connsiteY1" fmla="*/ 2567836 h 2580362"/>
                <a:gd name="connsiteX2" fmla="*/ 6631742 w 9469677"/>
                <a:gd name="connsiteY2" fmla="*/ 1511861 h 2580362"/>
                <a:gd name="connsiteX3" fmla="*/ 9469677 w 9469677"/>
                <a:gd name="connsiteY3" fmla="*/ 0 h 2580362"/>
                <a:gd name="connsiteX4" fmla="*/ 9469677 w 9469677"/>
                <a:gd name="connsiteY4" fmla="*/ 0 h 2580362"/>
                <a:gd name="connsiteX0" fmla="*/ 0 w 9469677"/>
                <a:gd name="connsiteY0" fmla="*/ 3225821 h 3225821"/>
                <a:gd name="connsiteX1" fmla="*/ 3169927 w 9469677"/>
                <a:gd name="connsiteY1" fmla="*/ 3213295 h 3225821"/>
                <a:gd name="connsiteX2" fmla="*/ 6631742 w 9469677"/>
                <a:gd name="connsiteY2" fmla="*/ 2157320 h 3225821"/>
                <a:gd name="connsiteX3" fmla="*/ 9469677 w 9469677"/>
                <a:gd name="connsiteY3" fmla="*/ 645459 h 3225821"/>
                <a:gd name="connsiteX4" fmla="*/ 9116212 w 9469677"/>
                <a:gd name="connsiteY4" fmla="*/ 0 h 3225821"/>
                <a:gd name="connsiteX0" fmla="*/ 0 w 9116212"/>
                <a:gd name="connsiteY0" fmla="*/ 3225821 h 3225821"/>
                <a:gd name="connsiteX1" fmla="*/ 3169927 w 9116212"/>
                <a:gd name="connsiteY1" fmla="*/ 3213295 h 3225821"/>
                <a:gd name="connsiteX2" fmla="*/ 6631742 w 9116212"/>
                <a:gd name="connsiteY2" fmla="*/ 2157320 h 3225821"/>
                <a:gd name="connsiteX3" fmla="*/ 9116212 w 9116212"/>
                <a:gd name="connsiteY3" fmla="*/ 0 h 3225821"/>
                <a:gd name="connsiteX0" fmla="*/ 0 w 9116212"/>
                <a:gd name="connsiteY0" fmla="*/ 3225821 h 3225821"/>
                <a:gd name="connsiteX1" fmla="*/ 3169927 w 9116212"/>
                <a:gd name="connsiteY1" fmla="*/ 3213295 h 3225821"/>
                <a:gd name="connsiteX2" fmla="*/ 6631742 w 9116212"/>
                <a:gd name="connsiteY2" fmla="*/ 2157320 h 3225821"/>
                <a:gd name="connsiteX3" fmla="*/ 9116212 w 9116212"/>
                <a:gd name="connsiteY3" fmla="*/ 0 h 3225821"/>
                <a:gd name="connsiteX0" fmla="*/ 0 w 9116212"/>
                <a:gd name="connsiteY0" fmla="*/ 3225821 h 3225821"/>
                <a:gd name="connsiteX1" fmla="*/ 3169927 w 9116212"/>
                <a:gd name="connsiteY1" fmla="*/ 3213295 h 3225821"/>
                <a:gd name="connsiteX2" fmla="*/ 6631742 w 9116212"/>
                <a:gd name="connsiteY2" fmla="*/ 2157320 h 3225821"/>
                <a:gd name="connsiteX3" fmla="*/ 9116212 w 9116212"/>
                <a:gd name="connsiteY3" fmla="*/ 0 h 3225821"/>
                <a:gd name="connsiteX0" fmla="*/ 0 w 9116212"/>
                <a:gd name="connsiteY0" fmla="*/ 3225821 h 3225821"/>
                <a:gd name="connsiteX1" fmla="*/ 3169927 w 9116212"/>
                <a:gd name="connsiteY1" fmla="*/ 3213295 h 3225821"/>
                <a:gd name="connsiteX2" fmla="*/ 6685530 w 9116212"/>
                <a:gd name="connsiteY2" fmla="*/ 2149635 h 3225821"/>
                <a:gd name="connsiteX3" fmla="*/ 9116212 w 9116212"/>
                <a:gd name="connsiteY3" fmla="*/ 0 h 3225821"/>
                <a:gd name="connsiteX0" fmla="*/ 0 w 9485046"/>
                <a:gd name="connsiteY0" fmla="*/ 3533182 h 3533182"/>
                <a:gd name="connsiteX1" fmla="*/ 3169927 w 9485046"/>
                <a:gd name="connsiteY1" fmla="*/ 3520656 h 3533182"/>
                <a:gd name="connsiteX2" fmla="*/ 6685530 w 9485046"/>
                <a:gd name="connsiteY2" fmla="*/ 2456996 h 3533182"/>
                <a:gd name="connsiteX3" fmla="*/ 9485046 w 9485046"/>
                <a:gd name="connsiteY3" fmla="*/ 0 h 3533182"/>
                <a:gd name="connsiteX0" fmla="*/ 0 w 9400521"/>
                <a:gd name="connsiteY0" fmla="*/ 3533182 h 3533182"/>
                <a:gd name="connsiteX1" fmla="*/ 3169927 w 9400521"/>
                <a:gd name="connsiteY1" fmla="*/ 3520656 h 3533182"/>
                <a:gd name="connsiteX2" fmla="*/ 6685530 w 9400521"/>
                <a:gd name="connsiteY2" fmla="*/ 2456996 h 3533182"/>
                <a:gd name="connsiteX3" fmla="*/ 9400521 w 9400521"/>
                <a:gd name="connsiteY3" fmla="*/ 0 h 3533182"/>
                <a:gd name="connsiteX0" fmla="*/ 0 w 9400521"/>
                <a:gd name="connsiteY0" fmla="*/ 3533182 h 3533182"/>
                <a:gd name="connsiteX1" fmla="*/ 3169927 w 9400521"/>
                <a:gd name="connsiteY1" fmla="*/ 3520656 h 3533182"/>
                <a:gd name="connsiteX2" fmla="*/ 6685530 w 9400521"/>
                <a:gd name="connsiteY2" fmla="*/ 2456996 h 3533182"/>
                <a:gd name="connsiteX3" fmla="*/ 9400521 w 9400521"/>
                <a:gd name="connsiteY3" fmla="*/ 0 h 3533182"/>
              </a:gdLst>
              <a:ahLst/>
              <a:cxnLst>
                <a:cxn ang="0">
                  <a:pos x="connsiteX0" y="connsiteY0"/>
                </a:cxn>
                <a:cxn ang="0">
                  <a:pos x="connsiteX1" y="connsiteY1"/>
                </a:cxn>
                <a:cxn ang="0">
                  <a:pos x="connsiteX2" y="connsiteY2"/>
                </a:cxn>
                <a:cxn ang="0">
                  <a:pos x="connsiteX3" y="connsiteY3"/>
                </a:cxn>
              </a:cxnLst>
              <a:rect l="l" t="t" r="r" b="b"/>
              <a:pathLst>
                <a:path w="9400521" h="3533182">
                  <a:moveTo>
                    <a:pt x="0" y="3533182"/>
                  </a:moveTo>
                  <a:lnTo>
                    <a:pt x="3169927" y="3520656"/>
                  </a:lnTo>
                  <a:cubicBezTo>
                    <a:pt x="4284182" y="3341292"/>
                    <a:pt x="5647098" y="3043772"/>
                    <a:pt x="6685530" y="2456996"/>
                  </a:cubicBezTo>
                  <a:cubicBezTo>
                    <a:pt x="7723962" y="1870220"/>
                    <a:pt x="9075024" y="557019"/>
                    <a:pt x="9400521" y="0"/>
                  </a:cubicBezTo>
                </a:path>
              </a:pathLst>
            </a:custGeom>
            <a:noFill/>
            <a:ln w="88900">
              <a:gradFill>
                <a:gsLst>
                  <a:gs pos="100000">
                    <a:schemeClr val="accent1"/>
                  </a:gs>
                  <a:gs pos="65000">
                    <a:schemeClr val="accent2"/>
                  </a:gs>
                  <a:gs pos="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2">
              <a:extLst>
                <a:ext uri="{FF2B5EF4-FFF2-40B4-BE49-F238E27FC236}">
                  <a16:creationId xmlns:a16="http://schemas.microsoft.com/office/drawing/2014/main" id="{DA44DD5A-EFA2-BD58-68A9-7F5AD3DA8E3B}"/>
                </a:ext>
              </a:extLst>
            </p:cNvPr>
            <p:cNvSpPr txBox="1"/>
            <p:nvPr/>
          </p:nvSpPr>
          <p:spPr>
            <a:xfrm>
              <a:off x="1581864" y="2204183"/>
              <a:ext cx="269028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srgbClr val="CD5358"/>
                  </a:solidFill>
                  <a:effectLst/>
                  <a:uLnTx/>
                  <a:uFillTx/>
                  <a:ea typeface="+mn-ea"/>
                  <a:cs typeface="+mn-cs"/>
                </a:rPr>
                <a:t>CONFORT UTILISATEUR</a:t>
              </a:r>
              <a:endParaRPr kumimoji="0" lang="en-US" sz="1800" b="1" i="0" u="none" strike="noStrike" kern="1200" cap="none" spc="0" normalizeH="0" baseline="0" noProof="0">
                <a:ln>
                  <a:noFill/>
                </a:ln>
                <a:solidFill>
                  <a:srgbClr val="CD5358"/>
                </a:solidFill>
                <a:effectLst/>
                <a:uLnTx/>
                <a:uFillTx/>
                <a:ea typeface="+mn-ea"/>
                <a:cs typeface="+mn-cs"/>
              </a:endParaRPr>
            </a:p>
          </p:txBody>
        </p:sp>
        <p:sp>
          <p:nvSpPr>
            <p:cNvPr id="17" name="ZoneTexte 13">
              <a:extLst>
                <a:ext uri="{FF2B5EF4-FFF2-40B4-BE49-F238E27FC236}">
                  <a16:creationId xmlns:a16="http://schemas.microsoft.com/office/drawing/2014/main" id="{5A5B68D6-0CBE-05C6-F336-BFCC094A62E9}"/>
                </a:ext>
              </a:extLst>
            </p:cNvPr>
            <p:cNvSpPr txBox="1"/>
            <p:nvPr/>
          </p:nvSpPr>
          <p:spPr>
            <a:xfrm>
              <a:off x="1581864" y="3155571"/>
              <a:ext cx="177114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srgbClr val="CD5358"/>
                  </a:solidFill>
                  <a:effectLst/>
                  <a:uLnTx/>
                  <a:uFillTx/>
                  <a:ea typeface="+mn-ea"/>
                  <a:cs typeface="+mn-cs"/>
                </a:rPr>
                <a:t>PRODUCTIVITÉ</a:t>
              </a:r>
              <a:endParaRPr kumimoji="0" lang="en-US" sz="1800" b="1" i="0" u="none" strike="noStrike" kern="1200" cap="none" spc="0" normalizeH="0" baseline="0" noProof="0">
                <a:ln>
                  <a:noFill/>
                </a:ln>
                <a:solidFill>
                  <a:srgbClr val="CD5358"/>
                </a:solidFill>
                <a:effectLst/>
                <a:uLnTx/>
                <a:uFillTx/>
                <a:ea typeface="+mn-ea"/>
                <a:cs typeface="+mn-cs"/>
              </a:endParaRPr>
            </a:p>
          </p:txBody>
        </p:sp>
        <p:sp>
          <p:nvSpPr>
            <p:cNvPr id="18" name="Forme libre : forme 14">
              <a:extLst>
                <a:ext uri="{FF2B5EF4-FFF2-40B4-BE49-F238E27FC236}">
                  <a16:creationId xmlns:a16="http://schemas.microsoft.com/office/drawing/2014/main" id="{9360457A-7C9B-7C68-FE1D-8CBA5816A819}"/>
                </a:ext>
              </a:extLst>
            </p:cNvPr>
            <p:cNvSpPr/>
            <p:nvPr/>
          </p:nvSpPr>
          <p:spPr>
            <a:xfrm>
              <a:off x="1158367" y="2225974"/>
              <a:ext cx="329764" cy="329764"/>
            </a:xfrm>
            <a:custGeom>
              <a:avLst/>
              <a:gdLst>
                <a:gd name="connsiteX0" fmla="*/ 0 w 999858"/>
                <a:gd name="connsiteY0" fmla="*/ 627259 h 999857"/>
                <a:gd name="connsiteX1" fmla="*/ 0 w 999858"/>
                <a:gd name="connsiteY1" fmla="*/ 372599 h 999857"/>
                <a:gd name="connsiteX2" fmla="*/ 372599 w 999858"/>
                <a:gd name="connsiteY2" fmla="*/ 372599 h 999857"/>
                <a:gd name="connsiteX3" fmla="*/ 372599 w 999858"/>
                <a:gd name="connsiteY3" fmla="*/ 0 h 999857"/>
                <a:gd name="connsiteX4" fmla="*/ 627259 w 999858"/>
                <a:gd name="connsiteY4" fmla="*/ 0 h 999857"/>
                <a:gd name="connsiteX5" fmla="*/ 627259 w 999858"/>
                <a:gd name="connsiteY5" fmla="*/ 372599 h 999857"/>
                <a:gd name="connsiteX6" fmla="*/ 999858 w 999858"/>
                <a:gd name="connsiteY6" fmla="*/ 372599 h 999857"/>
                <a:gd name="connsiteX7" fmla="*/ 999858 w 999858"/>
                <a:gd name="connsiteY7" fmla="*/ 627259 h 999857"/>
                <a:gd name="connsiteX8" fmla="*/ 627259 w 999858"/>
                <a:gd name="connsiteY8" fmla="*/ 627259 h 999857"/>
                <a:gd name="connsiteX9" fmla="*/ 627259 w 999858"/>
                <a:gd name="connsiteY9" fmla="*/ 999857 h 999857"/>
                <a:gd name="connsiteX10" fmla="*/ 372599 w 999858"/>
                <a:gd name="connsiteY10" fmla="*/ 999857 h 999857"/>
                <a:gd name="connsiteX11" fmla="*/ 372599 w 999858"/>
                <a:gd name="connsiteY11" fmla="*/ 627259 h 999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9858" h="999857">
                  <a:moveTo>
                    <a:pt x="0" y="627259"/>
                  </a:moveTo>
                  <a:lnTo>
                    <a:pt x="0" y="372599"/>
                  </a:lnTo>
                  <a:lnTo>
                    <a:pt x="372599" y="372599"/>
                  </a:lnTo>
                  <a:lnTo>
                    <a:pt x="372599" y="0"/>
                  </a:lnTo>
                  <a:lnTo>
                    <a:pt x="627259" y="0"/>
                  </a:lnTo>
                  <a:lnTo>
                    <a:pt x="627259" y="372599"/>
                  </a:lnTo>
                  <a:lnTo>
                    <a:pt x="999858" y="372599"/>
                  </a:lnTo>
                  <a:lnTo>
                    <a:pt x="999858" y="627259"/>
                  </a:lnTo>
                  <a:lnTo>
                    <a:pt x="627259" y="627259"/>
                  </a:lnTo>
                  <a:lnTo>
                    <a:pt x="627259" y="999857"/>
                  </a:lnTo>
                  <a:lnTo>
                    <a:pt x="372599" y="999857"/>
                  </a:lnTo>
                  <a:lnTo>
                    <a:pt x="372599" y="627259"/>
                  </a:lnTo>
                  <a:close/>
                </a:path>
              </a:pathLst>
            </a:custGeom>
            <a:gradFill>
              <a:gsLst>
                <a:gs pos="0">
                  <a:srgbClr val="CD5358">
                    <a:lumMod val="100000"/>
                  </a:srgbClr>
                </a:gs>
                <a:gs pos="35000">
                  <a:srgbClr val="CD5358"/>
                </a:gs>
                <a:gs pos="81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sp>
          <p:nvSpPr>
            <p:cNvPr id="19" name="Forme libre : forme 15">
              <a:extLst>
                <a:ext uri="{FF2B5EF4-FFF2-40B4-BE49-F238E27FC236}">
                  <a16:creationId xmlns:a16="http://schemas.microsoft.com/office/drawing/2014/main" id="{8511844E-8C93-2792-6D83-79FCC85569F5}"/>
                </a:ext>
              </a:extLst>
            </p:cNvPr>
            <p:cNvSpPr/>
            <p:nvPr/>
          </p:nvSpPr>
          <p:spPr>
            <a:xfrm>
              <a:off x="1162297" y="3175355"/>
              <a:ext cx="329764" cy="329764"/>
            </a:xfrm>
            <a:custGeom>
              <a:avLst/>
              <a:gdLst>
                <a:gd name="connsiteX0" fmla="*/ 0 w 999858"/>
                <a:gd name="connsiteY0" fmla="*/ 627259 h 999857"/>
                <a:gd name="connsiteX1" fmla="*/ 0 w 999858"/>
                <a:gd name="connsiteY1" fmla="*/ 372599 h 999857"/>
                <a:gd name="connsiteX2" fmla="*/ 372599 w 999858"/>
                <a:gd name="connsiteY2" fmla="*/ 372599 h 999857"/>
                <a:gd name="connsiteX3" fmla="*/ 372599 w 999858"/>
                <a:gd name="connsiteY3" fmla="*/ 0 h 999857"/>
                <a:gd name="connsiteX4" fmla="*/ 627259 w 999858"/>
                <a:gd name="connsiteY4" fmla="*/ 0 h 999857"/>
                <a:gd name="connsiteX5" fmla="*/ 627259 w 999858"/>
                <a:gd name="connsiteY5" fmla="*/ 372599 h 999857"/>
                <a:gd name="connsiteX6" fmla="*/ 999858 w 999858"/>
                <a:gd name="connsiteY6" fmla="*/ 372599 h 999857"/>
                <a:gd name="connsiteX7" fmla="*/ 999858 w 999858"/>
                <a:gd name="connsiteY7" fmla="*/ 627259 h 999857"/>
                <a:gd name="connsiteX8" fmla="*/ 627259 w 999858"/>
                <a:gd name="connsiteY8" fmla="*/ 627259 h 999857"/>
                <a:gd name="connsiteX9" fmla="*/ 627259 w 999858"/>
                <a:gd name="connsiteY9" fmla="*/ 999857 h 999857"/>
                <a:gd name="connsiteX10" fmla="*/ 372599 w 999858"/>
                <a:gd name="connsiteY10" fmla="*/ 999857 h 999857"/>
                <a:gd name="connsiteX11" fmla="*/ 372599 w 999858"/>
                <a:gd name="connsiteY11" fmla="*/ 627259 h 999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9858" h="999857">
                  <a:moveTo>
                    <a:pt x="0" y="627259"/>
                  </a:moveTo>
                  <a:lnTo>
                    <a:pt x="0" y="372599"/>
                  </a:lnTo>
                  <a:lnTo>
                    <a:pt x="372599" y="372599"/>
                  </a:lnTo>
                  <a:lnTo>
                    <a:pt x="372599" y="0"/>
                  </a:lnTo>
                  <a:lnTo>
                    <a:pt x="627259" y="0"/>
                  </a:lnTo>
                  <a:lnTo>
                    <a:pt x="627259" y="372599"/>
                  </a:lnTo>
                  <a:lnTo>
                    <a:pt x="999858" y="372599"/>
                  </a:lnTo>
                  <a:lnTo>
                    <a:pt x="999858" y="627259"/>
                  </a:lnTo>
                  <a:lnTo>
                    <a:pt x="627259" y="627259"/>
                  </a:lnTo>
                  <a:lnTo>
                    <a:pt x="627259" y="999857"/>
                  </a:lnTo>
                  <a:lnTo>
                    <a:pt x="372599" y="999857"/>
                  </a:lnTo>
                  <a:lnTo>
                    <a:pt x="372599" y="627259"/>
                  </a:lnTo>
                  <a:close/>
                </a:path>
              </a:pathLst>
            </a:custGeom>
            <a:gradFill>
              <a:gsLst>
                <a:gs pos="0">
                  <a:srgbClr val="CD5358">
                    <a:lumMod val="100000"/>
                  </a:srgbClr>
                </a:gs>
                <a:gs pos="35000">
                  <a:srgbClr val="CD5358"/>
                </a:gs>
                <a:gs pos="81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sp>
          <p:nvSpPr>
            <p:cNvPr id="20" name="ZoneTexte 17">
              <a:extLst>
                <a:ext uri="{FF2B5EF4-FFF2-40B4-BE49-F238E27FC236}">
                  <a16:creationId xmlns:a16="http://schemas.microsoft.com/office/drawing/2014/main" id="{8DE25F7D-912C-08C9-6D31-14443B319159}"/>
                </a:ext>
              </a:extLst>
            </p:cNvPr>
            <p:cNvSpPr txBox="1"/>
            <p:nvPr/>
          </p:nvSpPr>
          <p:spPr>
            <a:xfrm>
              <a:off x="3224241" y="5625808"/>
              <a:ext cx="2221318"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a:ln>
                    <a:noFill/>
                  </a:ln>
                  <a:solidFill>
                    <a:schemeClr val="accent1"/>
                  </a:solidFill>
                  <a:effectLst/>
                  <a:uLnTx/>
                  <a:uFillTx/>
                  <a:ea typeface="+mn-ea"/>
                  <a:cs typeface="+mn-cs"/>
                </a:rPr>
                <a:t>MISE EN PRODUCTION</a:t>
              </a:r>
              <a:br>
                <a:rPr kumimoji="0" lang="fr-FR" sz="1600" b="1" i="0" u="none" strike="noStrike" kern="1200" cap="none" spc="0" normalizeH="0" baseline="0" noProof="0">
                  <a:ln>
                    <a:noFill/>
                  </a:ln>
                  <a:solidFill>
                    <a:schemeClr val="accent1"/>
                  </a:solidFill>
                  <a:effectLst/>
                  <a:uLnTx/>
                  <a:uFillTx/>
                  <a:ea typeface="+mn-ea"/>
                  <a:cs typeface="+mn-cs"/>
                </a:rPr>
              </a:br>
              <a:r>
                <a:rPr kumimoji="0" lang="fr-FR" sz="1600" b="1" i="0" u="none" strike="noStrike" kern="1200" cap="none" spc="0" normalizeH="0" baseline="0" noProof="0">
                  <a:ln>
                    <a:noFill/>
                  </a:ln>
                  <a:solidFill>
                    <a:schemeClr val="accent1"/>
                  </a:solidFill>
                  <a:effectLst/>
                  <a:uLnTx/>
                  <a:uFillTx/>
                  <a:ea typeface="+mn-ea"/>
                  <a:cs typeface="+mn-cs"/>
                </a:rPr>
                <a:t>VERSION 1</a:t>
              </a:r>
              <a:endParaRPr kumimoji="0" lang="fr-FR" sz="2800" b="1" i="0" u="none" strike="noStrike" kern="1200" cap="none" spc="0" normalizeH="0" baseline="0" noProof="0">
                <a:ln>
                  <a:noFill/>
                </a:ln>
                <a:solidFill>
                  <a:schemeClr val="accent1"/>
                </a:solidFill>
                <a:effectLst/>
                <a:uLnTx/>
                <a:uFillTx/>
                <a:ea typeface="+mn-ea"/>
                <a:cs typeface="+mn-cs"/>
              </a:endParaRPr>
            </a:p>
          </p:txBody>
        </p:sp>
        <p:sp>
          <p:nvSpPr>
            <p:cNvPr id="21" name="ZoneTexte 21">
              <a:extLst>
                <a:ext uri="{FF2B5EF4-FFF2-40B4-BE49-F238E27FC236}">
                  <a16:creationId xmlns:a16="http://schemas.microsoft.com/office/drawing/2014/main" id="{BEB8365B-FE4C-5DC8-C69F-ED533DC1A09E}"/>
                </a:ext>
              </a:extLst>
            </p:cNvPr>
            <p:cNvSpPr txBox="1"/>
            <p:nvPr/>
          </p:nvSpPr>
          <p:spPr>
            <a:xfrm>
              <a:off x="6730626" y="4512855"/>
              <a:ext cx="2221318"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a:ln>
                    <a:noFill/>
                  </a:ln>
                  <a:solidFill>
                    <a:schemeClr val="accent2"/>
                  </a:solidFill>
                  <a:effectLst/>
                  <a:uLnTx/>
                  <a:uFillTx/>
                  <a:ea typeface="+mn-ea"/>
                  <a:cs typeface="+mn-cs"/>
                </a:rPr>
                <a:t>VERSION 2</a:t>
              </a:r>
              <a:endParaRPr kumimoji="0" lang="fr-FR" sz="2800" b="1" i="0" u="none" strike="noStrike" kern="1200" cap="none" spc="0" normalizeH="0" baseline="0" noProof="0">
                <a:ln>
                  <a:noFill/>
                </a:ln>
                <a:solidFill>
                  <a:schemeClr val="accent2"/>
                </a:solidFill>
                <a:effectLst/>
                <a:uLnTx/>
                <a:uFillTx/>
                <a:ea typeface="+mn-ea"/>
                <a:cs typeface="+mn-cs"/>
              </a:endParaRPr>
            </a:p>
          </p:txBody>
        </p:sp>
        <p:sp>
          <p:nvSpPr>
            <p:cNvPr id="22" name="ZoneTexte 22">
              <a:extLst>
                <a:ext uri="{FF2B5EF4-FFF2-40B4-BE49-F238E27FC236}">
                  <a16:creationId xmlns:a16="http://schemas.microsoft.com/office/drawing/2014/main" id="{EACF84BE-131C-35DC-9C5F-71AE2259FDC6}"/>
                </a:ext>
              </a:extLst>
            </p:cNvPr>
            <p:cNvSpPr txBox="1"/>
            <p:nvPr/>
          </p:nvSpPr>
          <p:spPr>
            <a:xfrm>
              <a:off x="9054330" y="2574984"/>
              <a:ext cx="2221318"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a:ln>
                    <a:noFill/>
                  </a:ln>
                  <a:solidFill>
                    <a:schemeClr val="accent2"/>
                  </a:solidFill>
                  <a:effectLst/>
                  <a:uLnTx/>
                  <a:uFillTx/>
                  <a:ea typeface="+mn-ea"/>
                  <a:cs typeface="+mn-cs"/>
                </a:rPr>
                <a:t>VERSION 3</a:t>
              </a:r>
              <a:endParaRPr kumimoji="0" lang="fr-FR" sz="2800" b="1" i="0" u="none" strike="noStrike" kern="1200" cap="none" spc="0" normalizeH="0" baseline="0" noProof="0">
                <a:ln>
                  <a:noFill/>
                </a:ln>
                <a:solidFill>
                  <a:schemeClr val="accent2"/>
                </a:solidFill>
                <a:effectLst/>
                <a:uLnTx/>
                <a:uFillTx/>
                <a:ea typeface="+mn-ea"/>
                <a:cs typeface="+mn-cs"/>
              </a:endParaRPr>
            </a:p>
          </p:txBody>
        </p:sp>
      </p:gr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Vos interlocuteurs</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PARCOURS PROJET</a:t>
            </a:r>
            <a:endParaRPr lang="en-US"/>
          </a:p>
        </p:txBody>
      </p:sp>
      <p:grpSp>
        <p:nvGrpSpPr>
          <p:cNvPr id="5" name="Transplant"/>
          <p:cNvGrpSpPr/>
          <p:nvPr/>
        </p:nvGrpSpPr>
        <p:grpSpPr>
          <a:xfrm>
            <a:off x="694944" y="1729486"/>
            <a:ext cx="10799064" cy="4313427"/>
            <a:chOff x="-515821" y="1783797"/>
            <a:chExt cx="12707820" cy="5075834"/>
          </a:xfrm>
        </p:grpSpPr>
        <p:sp>
          <p:nvSpPr>
            <p:cNvPr id="6" name="Rectangle 32">
              <a:extLst>
                <a:ext uri="{FF2B5EF4-FFF2-40B4-BE49-F238E27FC236}">
                  <a16:creationId xmlns:a16="http://schemas.microsoft.com/office/drawing/2014/main" id="{09074736-CA7E-2FF8-18E4-82B8F0ACD2DA}"/>
                </a:ext>
              </a:extLst>
            </p:cNvPr>
            <p:cNvSpPr/>
            <p:nvPr/>
          </p:nvSpPr>
          <p:spPr>
            <a:xfrm rot="10800000">
              <a:off x="-3" y="5776920"/>
              <a:ext cx="12191993" cy="1082711"/>
            </a:xfrm>
            <a:prstGeom prst="rect">
              <a:avLst/>
            </a:prstGeom>
            <a:solidFill>
              <a:srgbClr val="F1F1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p>
          </p:txBody>
        </p:sp>
        <p:sp>
          <p:nvSpPr>
            <p:cNvPr id="7" name="Rectangle 26">
              <a:extLst>
                <a:ext uri="{FF2B5EF4-FFF2-40B4-BE49-F238E27FC236}">
                  <a16:creationId xmlns:a16="http://schemas.microsoft.com/office/drawing/2014/main" id="{B0D883B0-BB87-3867-92C4-13FF810843E5}"/>
                </a:ext>
              </a:extLst>
            </p:cNvPr>
            <p:cNvSpPr/>
            <p:nvPr/>
          </p:nvSpPr>
          <p:spPr>
            <a:xfrm rot="10800000">
              <a:off x="0" y="2130051"/>
              <a:ext cx="12191999" cy="1832580"/>
            </a:xfrm>
            <a:prstGeom prst="rect">
              <a:avLst/>
            </a:prstGeom>
            <a:solidFill>
              <a:srgbClr val="F1F1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p>
          </p:txBody>
        </p:sp>
        <p:pic>
          <p:nvPicPr>
            <p:cNvPr id="8" name="Graphique 9">
              <a:extLst>
                <a:ext uri="{FF2B5EF4-FFF2-40B4-BE49-F238E27FC236}">
                  <a16:creationId xmlns:a16="http://schemas.microsoft.com/office/drawing/2014/main" id="{3B50CEE6-9828-F5AC-BE53-8A59D4F3FFC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2666" y="2160052"/>
              <a:ext cx="2712824" cy="797590"/>
            </a:xfrm>
            <a:prstGeom prst="rect">
              <a:avLst/>
            </a:prstGeom>
          </p:spPr>
        </p:pic>
        <p:pic>
          <p:nvPicPr>
            <p:cNvPr id="9" name="Graphique 15">
              <a:extLst>
                <a:ext uri="{FF2B5EF4-FFF2-40B4-BE49-F238E27FC236}">
                  <a16:creationId xmlns:a16="http://schemas.microsoft.com/office/drawing/2014/main" id="{81EBA3B8-B467-4806-A869-7D3E3B8AC84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5754" y="5911861"/>
              <a:ext cx="1158284" cy="812831"/>
            </a:xfrm>
            <a:prstGeom prst="rect">
              <a:avLst/>
            </a:prstGeom>
          </p:spPr>
        </p:pic>
        <p:pic>
          <p:nvPicPr>
            <p:cNvPr id="10" name="Graphique 19">
              <a:extLst>
                <a:ext uri="{FF2B5EF4-FFF2-40B4-BE49-F238E27FC236}">
                  <a16:creationId xmlns:a16="http://schemas.microsoft.com/office/drawing/2014/main" id="{EDDA54FA-B9C4-BB8C-F059-F2E8CACC2A0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5754" y="4012531"/>
              <a:ext cx="1158284" cy="812831"/>
            </a:xfrm>
            <a:prstGeom prst="rect">
              <a:avLst/>
            </a:prstGeom>
          </p:spPr>
        </p:pic>
        <p:sp>
          <p:nvSpPr>
            <p:cNvPr id="11" name="ZoneTexte 25">
              <a:extLst>
                <a:ext uri="{FF2B5EF4-FFF2-40B4-BE49-F238E27FC236}">
                  <a16:creationId xmlns:a16="http://schemas.microsoft.com/office/drawing/2014/main" id="{CBB1B394-9483-7751-001C-8DC3E19925B4}"/>
                </a:ext>
              </a:extLst>
            </p:cNvPr>
            <p:cNvSpPr txBox="1"/>
            <p:nvPr/>
          </p:nvSpPr>
          <p:spPr>
            <a:xfrm rot="16200000">
              <a:off x="-463547" y="2896885"/>
              <a:ext cx="1810664" cy="276999"/>
            </a:xfrm>
            <a:prstGeom prst="rect">
              <a:avLst/>
            </a:prstGeom>
            <a:noFill/>
          </p:spPr>
          <p:txBody>
            <a:bodyPr wrap="square" rtlCol="0">
              <a:spAutoFit/>
            </a:bodyPr>
            <a:lstStyle/>
            <a:p>
              <a:pPr algn="ctr"/>
              <a:r>
                <a:rPr lang="fr-FR" sz="1019" b="1" dirty="0">
                  <a:solidFill>
                    <a:schemeClr val="accent1"/>
                  </a:solidFill>
                  <a:latin typeface="+mj-lt"/>
                </a:rPr>
                <a:t>OPERATIONS</a:t>
              </a:r>
            </a:p>
          </p:txBody>
        </p:sp>
        <p:sp>
          <p:nvSpPr>
            <p:cNvPr id="12" name="ZoneTexte 33">
              <a:extLst>
                <a:ext uri="{FF2B5EF4-FFF2-40B4-BE49-F238E27FC236}">
                  <a16:creationId xmlns:a16="http://schemas.microsoft.com/office/drawing/2014/main" id="{23DEFDCA-45A2-4B1E-BDC7-58E062FA9F0F}"/>
                </a:ext>
              </a:extLst>
            </p:cNvPr>
            <p:cNvSpPr txBox="1"/>
            <p:nvPr/>
          </p:nvSpPr>
          <p:spPr>
            <a:xfrm rot="16200000">
              <a:off x="-515821" y="4729463"/>
              <a:ext cx="1810664" cy="276999"/>
            </a:xfrm>
            <a:prstGeom prst="rect">
              <a:avLst/>
            </a:prstGeom>
            <a:noFill/>
          </p:spPr>
          <p:txBody>
            <a:bodyPr wrap="square" rtlCol="0">
              <a:spAutoFit/>
            </a:bodyPr>
            <a:lstStyle/>
            <a:p>
              <a:pPr algn="ctr"/>
              <a:r>
                <a:rPr lang="fr-FR" sz="1019" b="1" dirty="0">
                  <a:solidFill>
                    <a:schemeClr val="accent2"/>
                  </a:solidFill>
                  <a:latin typeface="+mj-lt"/>
                </a:rPr>
                <a:t>SALES</a:t>
              </a:r>
            </a:p>
          </p:txBody>
        </p:sp>
        <p:pic>
          <p:nvPicPr>
            <p:cNvPr id="13" name="Graphique 35">
              <a:extLst>
                <a:ext uri="{FF2B5EF4-FFF2-40B4-BE49-F238E27FC236}">
                  <a16:creationId xmlns:a16="http://schemas.microsoft.com/office/drawing/2014/main" id="{0E81F360-B1E3-E09C-C6F1-EA9C53EC5DA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2666" y="3048812"/>
              <a:ext cx="2724180" cy="872549"/>
            </a:xfrm>
            <a:prstGeom prst="rect">
              <a:avLst/>
            </a:prstGeom>
          </p:spPr>
        </p:pic>
        <p:pic>
          <p:nvPicPr>
            <p:cNvPr id="14" name="Graphique 37">
              <a:extLst>
                <a:ext uri="{FF2B5EF4-FFF2-40B4-BE49-F238E27FC236}">
                  <a16:creationId xmlns:a16="http://schemas.microsoft.com/office/drawing/2014/main" id="{9EE50CFA-BCE2-E7D3-463C-5924004F3F7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05754" y="4916532"/>
              <a:ext cx="1158521" cy="807916"/>
            </a:xfrm>
            <a:prstGeom prst="rect">
              <a:avLst/>
            </a:prstGeom>
          </p:spPr>
        </p:pic>
        <p:sp>
          <p:nvSpPr>
            <p:cNvPr id="15" name="ZoneTexte 100">
              <a:extLst>
                <a:ext uri="{FF2B5EF4-FFF2-40B4-BE49-F238E27FC236}">
                  <a16:creationId xmlns:a16="http://schemas.microsoft.com/office/drawing/2014/main" id="{8E777381-D376-CF0A-6D83-1C052025FD73}"/>
                </a:ext>
              </a:extLst>
            </p:cNvPr>
            <p:cNvSpPr txBox="1"/>
            <p:nvPr/>
          </p:nvSpPr>
          <p:spPr>
            <a:xfrm>
              <a:off x="3933902" y="1807298"/>
              <a:ext cx="760029" cy="276999"/>
            </a:xfrm>
            <a:prstGeom prst="rect">
              <a:avLst/>
            </a:prstGeom>
            <a:noFill/>
          </p:spPr>
          <p:txBody>
            <a:bodyPr wrap="square" rtlCol="0">
              <a:spAutoFit/>
            </a:bodyPr>
            <a:lstStyle/>
            <a:p>
              <a:pPr algn="ctr"/>
              <a:r>
                <a:rPr lang="fr-FR" sz="1019" b="1" dirty="0">
                  <a:latin typeface="+mj-lt"/>
                </a:rPr>
                <a:t>Kick off</a:t>
              </a:r>
            </a:p>
          </p:txBody>
        </p:sp>
        <p:grpSp>
          <p:nvGrpSpPr>
            <p:cNvPr id="16" name="Groupe 101">
              <a:extLst>
                <a:ext uri="{FF2B5EF4-FFF2-40B4-BE49-F238E27FC236}">
                  <a16:creationId xmlns:a16="http://schemas.microsoft.com/office/drawing/2014/main" id="{A991A30B-432E-39D6-E184-BBA60B2185DC}"/>
                </a:ext>
              </a:extLst>
            </p:cNvPr>
            <p:cNvGrpSpPr/>
            <p:nvPr/>
          </p:nvGrpSpPr>
          <p:grpSpPr>
            <a:xfrm>
              <a:off x="3665725" y="1783797"/>
              <a:ext cx="324000" cy="324000"/>
              <a:chOff x="2745040" y="2428028"/>
              <a:chExt cx="425863" cy="432188"/>
            </a:xfrm>
          </p:grpSpPr>
          <p:sp>
            <p:nvSpPr>
              <p:cNvPr id="17" name="Ellipse 102">
                <a:extLst>
                  <a:ext uri="{FF2B5EF4-FFF2-40B4-BE49-F238E27FC236}">
                    <a16:creationId xmlns:a16="http://schemas.microsoft.com/office/drawing/2014/main" id="{920F5C5A-6104-09C1-DD83-B80CB8708E3A}"/>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solidFill>
                    <a:schemeClr val="tx1"/>
                  </a:solidFill>
                </a:endParaRPr>
              </a:p>
            </p:txBody>
          </p:sp>
          <p:grpSp>
            <p:nvGrpSpPr>
              <p:cNvPr id="18" name="Google Shape;11660;p77">
                <a:extLst>
                  <a:ext uri="{FF2B5EF4-FFF2-40B4-BE49-F238E27FC236}">
                    <a16:creationId xmlns:a16="http://schemas.microsoft.com/office/drawing/2014/main" id="{533582CA-BC43-31BA-CFF0-A7953B89DF5D}"/>
                  </a:ext>
                </a:extLst>
              </p:cNvPr>
              <p:cNvGrpSpPr/>
              <p:nvPr/>
            </p:nvGrpSpPr>
            <p:grpSpPr>
              <a:xfrm>
                <a:off x="2836084" y="2523531"/>
                <a:ext cx="243774" cy="241182"/>
                <a:chOff x="4263657" y="3963700"/>
                <a:chExt cx="298551" cy="295375"/>
              </a:xfrm>
              <a:solidFill>
                <a:schemeClr val="bg1"/>
              </a:solidFill>
            </p:grpSpPr>
            <p:sp>
              <p:nvSpPr>
                <p:cNvPr id="19" name="Google Shape;11661;p77">
                  <a:extLst>
                    <a:ext uri="{FF2B5EF4-FFF2-40B4-BE49-F238E27FC236}">
                      <a16:creationId xmlns:a16="http://schemas.microsoft.com/office/drawing/2014/main" id="{20987676-ABBF-BEC3-B7A3-CAB940C2490E}"/>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sz="2039" b="1"/>
                </a:p>
              </p:txBody>
            </p:sp>
            <p:sp>
              <p:nvSpPr>
                <p:cNvPr id="20" name="Google Shape;11662;p77">
                  <a:extLst>
                    <a:ext uri="{FF2B5EF4-FFF2-40B4-BE49-F238E27FC236}">
                      <a16:creationId xmlns:a16="http://schemas.microsoft.com/office/drawing/2014/main" id="{756519DC-FFE2-C0FA-D06C-A021ACD9302E}"/>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21" name="Google Shape;11663;p77">
                  <a:extLst>
                    <a:ext uri="{FF2B5EF4-FFF2-40B4-BE49-F238E27FC236}">
                      <a16:creationId xmlns:a16="http://schemas.microsoft.com/office/drawing/2014/main" id="{3F70BBB1-C6BE-74FA-3EFE-3B5F96598CF9}"/>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22" name="Google Shape;11664;p77">
                  <a:extLst>
                    <a:ext uri="{FF2B5EF4-FFF2-40B4-BE49-F238E27FC236}">
                      <a16:creationId xmlns:a16="http://schemas.microsoft.com/office/drawing/2014/main" id="{58F5C720-6721-656A-0FC2-68EE5D6F23B4}"/>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sz="2039" b="1" dirty="0"/>
                </a:p>
              </p:txBody>
            </p:sp>
            <p:sp>
              <p:nvSpPr>
                <p:cNvPr id="23" name="Google Shape;11665;p77">
                  <a:extLst>
                    <a:ext uri="{FF2B5EF4-FFF2-40B4-BE49-F238E27FC236}">
                      <a16:creationId xmlns:a16="http://schemas.microsoft.com/office/drawing/2014/main" id="{6EEB1524-2E12-BDE1-3025-AA07AD441FE2}"/>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sz="2039" b="1"/>
                </a:p>
              </p:txBody>
            </p:sp>
            <p:sp>
              <p:nvSpPr>
                <p:cNvPr id="24" name="Google Shape;11666;p77">
                  <a:extLst>
                    <a:ext uri="{FF2B5EF4-FFF2-40B4-BE49-F238E27FC236}">
                      <a16:creationId xmlns:a16="http://schemas.microsoft.com/office/drawing/2014/main" id="{75F704E9-E541-4282-3DD6-5F1573CE9221}"/>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sz="2039" b="1"/>
                </a:p>
              </p:txBody>
            </p:sp>
            <p:sp>
              <p:nvSpPr>
                <p:cNvPr id="25" name="Google Shape;11667;p77">
                  <a:extLst>
                    <a:ext uri="{FF2B5EF4-FFF2-40B4-BE49-F238E27FC236}">
                      <a16:creationId xmlns:a16="http://schemas.microsoft.com/office/drawing/2014/main" id="{8A9E1EFA-A1C6-A963-2B39-CEBAA962D5D1}"/>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sz="2039" b="1"/>
                </a:p>
              </p:txBody>
            </p:sp>
          </p:grpSp>
        </p:grpSp>
        <p:sp>
          <p:nvSpPr>
            <p:cNvPr id="26" name="ZoneTexte 115">
              <a:extLst>
                <a:ext uri="{FF2B5EF4-FFF2-40B4-BE49-F238E27FC236}">
                  <a16:creationId xmlns:a16="http://schemas.microsoft.com/office/drawing/2014/main" id="{EDFA8827-7F85-7DE3-A433-755745465D0B}"/>
                </a:ext>
              </a:extLst>
            </p:cNvPr>
            <p:cNvSpPr txBox="1"/>
            <p:nvPr/>
          </p:nvSpPr>
          <p:spPr>
            <a:xfrm>
              <a:off x="5161097" y="1807298"/>
              <a:ext cx="1636660" cy="276999"/>
            </a:xfrm>
            <a:prstGeom prst="rect">
              <a:avLst/>
            </a:prstGeom>
            <a:noFill/>
          </p:spPr>
          <p:txBody>
            <a:bodyPr wrap="square" rtlCol="0">
              <a:spAutoFit/>
            </a:bodyPr>
            <a:lstStyle/>
            <a:p>
              <a:pPr algn="ctr"/>
              <a:r>
                <a:rPr lang="fr-FR" sz="1019" b="1" dirty="0" err="1">
                  <a:latin typeface="+mj-lt"/>
                </a:rPr>
                <a:t>Analysis</a:t>
              </a:r>
              <a:r>
                <a:rPr lang="fr-FR" sz="1019" b="1" dirty="0">
                  <a:latin typeface="+mj-lt"/>
                </a:rPr>
                <a:t> Restitution</a:t>
              </a:r>
            </a:p>
          </p:txBody>
        </p:sp>
        <p:sp>
          <p:nvSpPr>
            <p:cNvPr id="27" name="ZoneTexte 128">
              <a:extLst>
                <a:ext uri="{FF2B5EF4-FFF2-40B4-BE49-F238E27FC236}">
                  <a16:creationId xmlns:a16="http://schemas.microsoft.com/office/drawing/2014/main" id="{8EB5A14B-4B0A-33D6-EBD9-776ED5332B49}"/>
                </a:ext>
              </a:extLst>
            </p:cNvPr>
            <p:cNvSpPr txBox="1"/>
            <p:nvPr/>
          </p:nvSpPr>
          <p:spPr>
            <a:xfrm rot="16200000">
              <a:off x="-16722" y="6087444"/>
              <a:ext cx="997130" cy="461665"/>
            </a:xfrm>
            <a:prstGeom prst="rect">
              <a:avLst/>
            </a:prstGeom>
            <a:noFill/>
          </p:spPr>
          <p:txBody>
            <a:bodyPr wrap="square" rtlCol="0">
              <a:spAutoFit/>
            </a:bodyPr>
            <a:lstStyle/>
            <a:p>
              <a:pPr algn="ctr"/>
              <a:r>
                <a:rPr lang="fr-FR" sz="1019" b="1" dirty="0">
                  <a:solidFill>
                    <a:schemeClr val="tx2"/>
                  </a:solidFill>
                  <a:latin typeface="+mj-lt"/>
                </a:rPr>
                <a:t>CUSTOMER SUCCESS</a:t>
              </a:r>
            </a:p>
          </p:txBody>
        </p:sp>
        <p:sp>
          <p:nvSpPr>
            <p:cNvPr id="28" name="ZoneTexte 129">
              <a:extLst>
                <a:ext uri="{FF2B5EF4-FFF2-40B4-BE49-F238E27FC236}">
                  <a16:creationId xmlns:a16="http://schemas.microsoft.com/office/drawing/2014/main" id="{38A4A9A4-828D-D57C-3F33-A95B13B2A8DF}"/>
                </a:ext>
              </a:extLst>
            </p:cNvPr>
            <p:cNvSpPr txBox="1"/>
            <p:nvPr/>
          </p:nvSpPr>
          <p:spPr>
            <a:xfrm>
              <a:off x="7210586" y="1807298"/>
              <a:ext cx="1074617" cy="276999"/>
            </a:xfrm>
            <a:prstGeom prst="rect">
              <a:avLst/>
            </a:prstGeom>
            <a:noFill/>
          </p:spPr>
          <p:txBody>
            <a:bodyPr wrap="square" rtlCol="0">
              <a:spAutoFit/>
            </a:bodyPr>
            <a:lstStyle/>
            <a:p>
              <a:pPr algn="ctr"/>
              <a:r>
                <a:rPr lang="fr-FR" sz="1019" b="1" dirty="0">
                  <a:latin typeface="+mj-lt"/>
                </a:rPr>
                <a:t>Pre Go Live</a:t>
              </a:r>
            </a:p>
          </p:txBody>
        </p:sp>
        <p:sp>
          <p:nvSpPr>
            <p:cNvPr id="29" name="ZoneTexte 130">
              <a:extLst>
                <a:ext uri="{FF2B5EF4-FFF2-40B4-BE49-F238E27FC236}">
                  <a16:creationId xmlns:a16="http://schemas.microsoft.com/office/drawing/2014/main" id="{BEA26D4A-69B6-7ACF-B7FA-87601B30BFD4}"/>
                </a:ext>
              </a:extLst>
            </p:cNvPr>
            <p:cNvSpPr txBox="1"/>
            <p:nvPr/>
          </p:nvSpPr>
          <p:spPr>
            <a:xfrm>
              <a:off x="8698033" y="1807298"/>
              <a:ext cx="1074617" cy="276999"/>
            </a:xfrm>
            <a:prstGeom prst="rect">
              <a:avLst/>
            </a:prstGeom>
            <a:noFill/>
          </p:spPr>
          <p:txBody>
            <a:bodyPr wrap="square" rtlCol="0">
              <a:spAutoFit/>
            </a:bodyPr>
            <a:lstStyle/>
            <a:p>
              <a:pPr algn="ctr"/>
              <a:r>
                <a:rPr lang="fr-FR" sz="1019" b="1" dirty="0">
                  <a:latin typeface="+mj-lt"/>
                </a:rPr>
                <a:t>Post Go Live</a:t>
              </a:r>
            </a:p>
          </p:txBody>
        </p:sp>
        <p:grpSp>
          <p:nvGrpSpPr>
            <p:cNvPr id="30" name="Groupe 131">
              <a:extLst>
                <a:ext uri="{FF2B5EF4-FFF2-40B4-BE49-F238E27FC236}">
                  <a16:creationId xmlns:a16="http://schemas.microsoft.com/office/drawing/2014/main" id="{B67C8BCE-9ECD-35B0-FBEF-B43D04629296}"/>
                </a:ext>
              </a:extLst>
            </p:cNvPr>
            <p:cNvGrpSpPr/>
            <p:nvPr/>
          </p:nvGrpSpPr>
          <p:grpSpPr>
            <a:xfrm>
              <a:off x="4920761" y="1783797"/>
              <a:ext cx="324000" cy="324000"/>
              <a:chOff x="2745040" y="2428028"/>
              <a:chExt cx="425863" cy="432188"/>
            </a:xfrm>
          </p:grpSpPr>
          <p:sp>
            <p:nvSpPr>
              <p:cNvPr id="31" name="Ellipse 132">
                <a:extLst>
                  <a:ext uri="{FF2B5EF4-FFF2-40B4-BE49-F238E27FC236}">
                    <a16:creationId xmlns:a16="http://schemas.microsoft.com/office/drawing/2014/main" id="{5B6AB38D-9325-3094-D533-DAE67D4FF7C3}"/>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solidFill>
                    <a:schemeClr val="tx1"/>
                  </a:solidFill>
                </a:endParaRPr>
              </a:p>
            </p:txBody>
          </p:sp>
          <p:grpSp>
            <p:nvGrpSpPr>
              <p:cNvPr id="32" name="Google Shape;11660;p77">
                <a:extLst>
                  <a:ext uri="{FF2B5EF4-FFF2-40B4-BE49-F238E27FC236}">
                    <a16:creationId xmlns:a16="http://schemas.microsoft.com/office/drawing/2014/main" id="{16E2D220-5440-7EBE-DDCD-35A5EEACFE47}"/>
                  </a:ext>
                </a:extLst>
              </p:cNvPr>
              <p:cNvGrpSpPr/>
              <p:nvPr/>
            </p:nvGrpSpPr>
            <p:grpSpPr>
              <a:xfrm>
                <a:off x="2836084" y="2523531"/>
                <a:ext cx="243774" cy="241182"/>
                <a:chOff x="4263657" y="3963700"/>
                <a:chExt cx="298551" cy="295375"/>
              </a:xfrm>
              <a:solidFill>
                <a:schemeClr val="bg1"/>
              </a:solidFill>
            </p:grpSpPr>
            <p:sp>
              <p:nvSpPr>
                <p:cNvPr id="33" name="Google Shape;11661;p77">
                  <a:extLst>
                    <a:ext uri="{FF2B5EF4-FFF2-40B4-BE49-F238E27FC236}">
                      <a16:creationId xmlns:a16="http://schemas.microsoft.com/office/drawing/2014/main" id="{B32C5A64-6773-847B-F73E-C5A8EC4D458F}"/>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sz="2039" b="1"/>
                </a:p>
              </p:txBody>
            </p:sp>
            <p:sp>
              <p:nvSpPr>
                <p:cNvPr id="34" name="Google Shape;11662;p77">
                  <a:extLst>
                    <a:ext uri="{FF2B5EF4-FFF2-40B4-BE49-F238E27FC236}">
                      <a16:creationId xmlns:a16="http://schemas.microsoft.com/office/drawing/2014/main" id="{6903EEF8-2E81-A3AA-E700-0590A0FFB98A}"/>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35" name="Google Shape;11663;p77">
                  <a:extLst>
                    <a:ext uri="{FF2B5EF4-FFF2-40B4-BE49-F238E27FC236}">
                      <a16:creationId xmlns:a16="http://schemas.microsoft.com/office/drawing/2014/main" id="{4A456CFE-71A4-F29F-E764-ECCB57F6642F}"/>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36" name="Google Shape;11664;p77">
                  <a:extLst>
                    <a:ext uri="{FF2B5EF4-FFF2-40B4-BE49-F238E27FC236}">
                      <a16:creationId xmlns:a16="http://schemas.microsoft.com/office/drawing/2014/main" id="{BC366AD2-434A-C8C2-E005-D937618A3824}"/>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sz="2039" b="1" dirty="0"/>
                </a:p>
              </p:txBody>
            </p:sp>
            <p:sp>
              <p:nvSpPr>
                <p:cNvPr id="37" name="Google Shape;11665;p77">
                  <a:extLst>
                    <a:ext uri="{FF2B5EF4-FFF2-40B4-BE49-F238E27FC236}">
                      <a16:creationId xmlns:a16="http://schemas.microsoft.com/office/drawing/2014/main" id="{49525A25-6557-9DE7-7AB8-218B02A1387B}"/>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sz="2039" b="1"/>
                </a:p>
              </p:txBody>
            </p:sp>
            <p:sp>
              <p:nvSpPr>
                <p:cNvPr id="38" name="Google Shape;11666;p77">
                  <a:extLst>
                    <a:ext uri="{FF2B5EF4-FFF2-40B4-BE49-F238E27FC236}">
                      <a16:creationId xmlns:a16="http://schemas.microsoft.com/office/drawing/2014/main" id="{30468BF1-7A4C-08BF-7B55-1234460D2D11}"/>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sz="2039" b="1"/>
                </a:p>
              </p:txBody>
            </p:sp>
            <p:sp>
              <p:nvSpPr>
                <p:cNvPr id="39" name="Google Shape;11667;p77">
                  <a:extLst>
                    <a:ext uri="{FF2B5EF4-FFF2-40B4-BE49-F238E27FC236}">
                      <a16:creationId xmlns:a16="http://schemas.microsoft.com/office/drawing/2014/main" id="{9E97C213-96A4-7451-92F4-054A7D1BB6E4}"/>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sz="2039" b="1"/>
                </a:p>
              </p:txBody>
            </p:sp>
          </p:grpSp>
        </p:grpSp>
        <p:grpSp>
          <p:nvGrpSpPr>
            <p:cNvPr id="40" name="Groupe 141">
              <a:extLst>
                <a:ext uri="{FF2B5EF4-FFF2-40B4-BE49-F238E27FC236}">
                  <a16:creationId xmlns:a16="http://schemas.microsoft.com/office/drawing/2014/main" id="{E99029D5-43E9-9DEE-F647-545E673178A6}"/>
                </a:ext>
              </a:extLst>
            </p:cNvPr>
            <p:cNvGrpSpPr/>
            <p:nvPr/>
          </p:nvGrpSpPr>
          <p:grpSpPr>
            <a:xfrm>
              <a:off x="6968826" y="1783797"/>
              <a:ext cx="324000" cy="324000"/>
              <a:chOff x="2745040" y="2428028"/>
              <a:chExt cx="425863" cy="432188"/>
            </a:xfrm>
          </p:grpSpPr>
          <p:sp>
            <p:nvSpPr>
              <p:cNvPr id="41" name="Ellipse 142">
                <a:extLst>
                  <a:ext uri="{FF2B5EF4-FFF2-40B4-BE49-F238E27FC236}">
                    <a16:creationId xmlns:a16="http://schemas.microsoft.com/office/drawing/2014/main" id="{A32C4ACA-118B-93D9-DAB9-4568578BF201}"/>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solidFill>
                    <a:schemeClr val="tx1"/>
                  </a:solidFill>
                </a:endParaRPr>
              </a:p>
            </p:txBody>
          </p:sp>
          <p:grpSp>
            <p:nvGrpSpPr>
              <p:cNvPr id="42" name="Google Shape;11660;p77">
                <a:extLst>
                  <a:ext uri="{FF2B5EF4-FFF2-40B4-BE49-F238E27FC236}">
                    <a16:creationId xmlns:a16="http://schemas.microsoft.com/office/drawing/2014/main" id="{5FC50376-8268-A877-50F2-0894D7413147}"/>
                  </a:ext>
                </a:extLst>
              </p:cNvPr>
              <p:cNvGrpSpPr/>
              <p:nvPr/>
            </p:nvGrpSpPr>
            <p:grpSpPr>
              <a:xfrm>
                <a:off x="2836084" y="2523531"/>
                <a:ext cx="243774" cy="241182"/>
                <a:chOff x="4263657" y="3963700"/>
                <a:chExt cx="298551" cy="295375"/>
              </a:xfrm>
              <a:solidFill>
                <a:schemeClr val="bg1"/>
              </a:solidFill>
            </p:grpSpPr>
            <p:sp>
              <p:nvSpPr>
                <p:cNvPr id="43" name="Google Shape;11661;p77">
                  <a:extLst>
                    <a:ext uri="{FF2B5EF4-FFF2-40B4-BE49-F238E27FC236}">
                      <a16:creationId xmlns:a16="http://schemas.microsoft.com/office/drawing/2014/main" id="{0029DC5D-12E4-F3C6-8DC0-7024FD328268}"/>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sz="2039" b="1"/>
                </a:p>
              </p:txBody>
            </p:sp>
            <p:sp>
              <p:nvSpPr>
                <p:cNvPr id="44" name="Google Shape;11662;p77">
                  <a:extLst>
                    <a:ext uri="{FF2B5EF4-FFF2-40B4-BE49-F238E27FC236}">
                      <a16:creationId xmlns:a16="http://schemas.microsoft.com/office/drawing/2014/main" id="{EEBB9CFE-89CE-A042-DF2D-5A6CD6AD4275}"/>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45" name="Google Shape;11663;p77">
                  <a:extLst>
                    <a:ext uri="{FF2B5EF4-FFF2-40B4-BE49-F238E27FC236}">
                      <a16:creationId xmlns:a16="http://schemas.microsoft.com/office/drawing/2014/main" id="{F017C8E1-21A9-8923-A3A9-AA8483CC3937}"/>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46" name="Google Shape;11664;p77">
                  <a:extLst>
                    <a:ext uri="{FF2B5EF4-FFF2-40B4-BE49-F238E27FC236}">
                      <a16:creationId xmlns:a16="http://schemas.microsoft.com/office/drawing/2014/main" id="{37D7BC74-6505-F798-8E82-A6A07F1496DA}"/>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sz="2039" b="1" dirty="0"/>
                </a:p>
              </p:txBody>
            </p:sp>
            <p:sp>
              <p:nvSpPr>
                <p:cNvPr id="47" name="Google Shape;11665;p77">
                  <a:extLst>
                    <a:ext uri="{FF2B5EF4-FFF2-40B4-BE49-F238E27FC236}">
                      <a16:creationId xmlns:a16="http://schemas.microsoft.com/office/drawing/2014/main" id="{1747CA1F-1539-7099-565F-7A5C3EF94BF6}"/>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sz="2039" b="1"/>
                </a:p>
              </p:txBody>
            </p:sp>
            <p:sp>
              <p:nvSpPr>
                <p:cNvPr id="48" name="Google Shape;11666;p77">
                  <a:extLst>
                    <a:ext uri="{FF2B5EF4-FFF2-40B4-BE49-F238E27FC236}">
                      <a16:creationId xmlns:a16="http://schemas.microsoft.com/office/drawing/2014/main" id="{3007E72E-884A-B776-EBB4-4491A7C63BC2}"/>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sz="2039" b="1"/>
                </a:p>
              </p:txBody>
            </p:sp>
            <p:sp>
              <p:nvSpPr>
                <p:cNvPr id="49" name="Google Shape;11667;p77">
                  <a:extLst>
                    <a:ext uri="{FF2B5EF4-FFF2-40B4-BE49-F238E27FC236}">
                      <a16:creationId xmlns:a16="http://schemas.microsoft.com/office/drawing/2014/main" id="{12F4B455-FE10-9CF5-2BFE-E53B56C704C1}"/>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sz="2039" b="1"/>
                </a:p>
              </p:txBody>
            </p:sp>
          </p:grpSp>
        </p:grpSp>
        <p:grpSp>
          <p:nvGrpSpPr>
            <p:cNvPr id="50" name="Groupe 151">
              <a:extLst>
                <a:ext uri="{FF2B5EF4-FFF2-40B4-BE49-F238E27FC236}">
                  <a16:creationId xmlns:a16="http://schemas.microsoft.com/office/drawing/2014/main" id="{7043898F-DB89-CA9E-F9AD-13467FDA0EC2}"/>
                </a:ext>
              </a:extLst>
            </p:cNvPr>
            <p:cNvGrpSpPr/>
            <p:nvPr/>
          </p:nvGrpSpPr>
          <p:grpSpPr>
            <a:xfrm>
              <a:off x="8457696" y="1783797"/>
              <a:ext cx="324000" cy="324000"/>
              <a:chOff x="2745040" y="2428028"/>
              <a:chExt cx="425863" cy="432188"/>
            </a:xfrm>
          </p:grpSpPr>
          <p:sp>
            <p:nvSpPr>
              <p:cNvPr id="51" name="Ellipse 152">
                <a:extLst>
                  <a:ext uri="{FF2B5EF4-FFF2-40B4-BE49-F238E27FC236}">
                    <a16:creationId xmlns:a16="http://schemas.microsoft.com/office/drawing/2014/main" id="{8A022532-67AB-BFBA-62AE-4A33E3DF674D}"/>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solidFill>
                    <a:schemeClr val="tx1"/>
                  </a:solidFill>
                </a:endParaRPr>
              </a:p>
            </p:txBody>
          </p:sp>
          <p:grpSp>
            <p:nvGrpSpPr>
              <p:cNvPr id="52" name="Google Shape;11660;p77">
                <a:extLst>
                  <a:ext uri="{FF2B5EF4-FFF2-40B4-BE49-F238E27FC236}">
                    <a16:creationId xmlns:a16="http://schemas.microsoft.com/office/drawing/2014/main" id="{A3EAC7E7-43A4-18EA-82C0-745D5EA0E09B}"/>
                  </a:ext>
                </a:extLst>
              </p:cNvPr>
              <p:cNvGrpSpPr/>
              <p:nvPr/>
            </p:nvGrpSpPr>
            <p:grpSpPr>
              <a:xfrm>
                <a:off x="2836084" y="2523531"/>
                <a:ext cx="243774" cy="241182"/>
                <a:chOff x="4263657" y="3963700"/>
                <a:chExt cx="298551" cy="295375"/>
              </a:xfrm>
              <a:solidFill>
                <a:schemeClr val="bg1"/>
              </a:solidFill>
            </p:grpSpPr>
            <p:sp>
              <p:nvSpPr>
                <p:cNvPr id="53" name="Google Shape;11661;p77">
                  <a:extLst>
                    <a:ext uri="{FF2B5EF4-FFF2-40B4-BE49-F238E27FC236}">
                      <a16:creationId xmlns:a16="http://schemas.microsoft.com/office/drawing/2014/main" id="{30F9A07E-C79C-240A-7F87-E61CD54F7CD5}"/>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sz="2039" b="1"/>
                </a:p>
              </p:txBody>
            </p:sp>
            <p:sp>
              <p:nvSpPr>
                <p:cNvPr id="54" name="Google Shape;11662;p77">
                  <a:extLst>
                    <a:ext uri="{FF2B5EF4-FFF2-40B4-BE49-F238E27FC236}">
                      <a16:creationId xmlns:a16="http://schemas.microsoft.com/office/drawing/2014/main" id="{D100F2F9-C795-45A8-440F-65BC90A8191D}"/>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55" name="Google Shape;11663;p77">
                  <a:extLst>
                    <a:ext uri="{FF2B5EF4-FFF2-40B4-BE49-F238E27FC236}">
                      <a16:creationId xmlns:a16="http://schemas.microsoft.com/office/drawing/2014/main" id="{6C803831-AB25-2787-AEBB-29F0CEC9B12D}"/>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56" name="Google Shape;11664;p77">
                  <a:extLst>
                    <a:ext uri="{FF2B5EF4-FFF2-40B4-BE49-F238E27FC236}">
                      <a16:creationId xmlns:a16="http://schemas.microsoft.com/office/drawing/2014/main" id="{C6925EE0-DF3F-6B1F-3EF4-23515E9027CC}"/>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sz="2039" b="1" dirty="0"/>
                </a:p>
              </p:txBody>
            </p:sp>
            <p:sp>
              <p:nvSpPr>
                <p:cNvPr id="57" name="Google Shape;11665;p77">
                  <a:extLst>
                    <a:ext uri="{FF2B5EF4-FFF2-40B4-BE49-F238E27FC236}">
                      <a16:creationId xmlns:a16="http://schemas.microsoft.com/office/drawing/2014/main" id="{92FB1E39-EAC2-8471-4D1A-457349180245}"/>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sz="2039" b="1"/>
                </a:p>
              </p:txBody>
            </p:sp>
            <p:sp>
              <p:nvSpPr>
                <p:cNvPr id="58" name="Google Shape;11666;p77">
                  <a:extLst>
                    <a:ext uri="{FF2B5EF4-FFF2-40B4-BE49-F238E27FC236}">
                      <a16:creationId xmlns:a16="http://schemas.microsoft.com/office/drawing/2014/main" id="{6ECA0656-596E-2388-9E93-125877921FBF}"/>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sz="2039" b="1"/>
                </a:p>
              </p:txBody>
            </p:sp>
            <p:sp>
              <p:nvSpPr>
                <p:cNvPr id="59" name="Google Shape;11667;p77">
                  <a:extLst>
                    <a:ext uri="{FF2B5EF4-FFF2-40B4-BE49-F238E27FC236}">
                      <a16:creationId xmlns:a16="http://schemas.microsoft.com/office/drawing/2014/main" id="{C50037FE-35DB-5C13-2796-CA04F76D60E4}"/>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sz="2039" b="1"/>
                </a:p>
              </p:txBody>
            </p:sp>
          </p:grpSp>
        </p:grpSp>
        <p:cxnSp>
          <p:nvCxnSpPr>
            <p:cNvPr id="60" name="Connecteur droit 161">
              <a:extLst>
                <a:ext uri="{FF2B5EF4-FFF2-40B4-BE49-F238E27FC236}">
                  <a16:creationId xmlns:a16="http://schemas.microsoft.com/office/drawing/2014/main" id="{9EA66194-1439-8985-84B1-A0588DB7F818}"/>
                </a:ext>
              </a:extLst>
            </p:cNvPr>
            <p:cNvCxnSpPr>
              <a:cxnSpLocks/>
            </p:cNvCxnSpPr>
            <p:nvPr/>
          </p:nvCxnSpPr>
          <p:spPr>
            <a:xfrm>
              <a:off x="3826982" y="2107797"/>
              <a:ext cx="0" cy="474823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Connecteur droit 163">
              <a:extLst>
                <a:ext uri="{FF2B5EF4-FFF2-40B4-BE49-F238E27FC236}">
                  <a16:creationId xmlns:a16="http://schemas.microsoft.com/office/drawing/2014/main" id="{C74C0D56-B433-D117-13C7-C2B50E28BFD4}"/>
                </a:ext>
              </a:extLst>
            </p:cNvPr>
            <p:cNvCxnSpPr>
              <a:cxnSpLocks/>
            </p:cNvCxnSpPr>
            <p:nvPr/>
          </p:nvCxnSpPr>
          <p:spPr>
            <a:xfrm flipH="1">
              <a:off x="5065377" y="2107797"/>
              <a:ext cx="16641" cy="474823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 name="Connecteur droit 164">
              <a:extLst>
                <a:ext uri="{FF2B5EF4-FFF2-40B4-BE49-F238E27FC236}">
                  <a16:creationId xmlns:a16="http://schemas.microsoft.com/office/drawing/2014/main" id="{63D33EAF-9C15-62B4-2916-D5919ACD412F}"/>
                </a:ext>
              </a:extLst>
            </p:cNvPr>
            <p:cNvCxnSpPr>
              <a:cxnSpLocks/>
            </p:cNvCxnSpPr>
            <p:nvPr/>
          </p:nvCxnSpPr>
          <p:spPr>
            <a:xfrm flipH="1">
              <a:off x="7113442" y="2107797"/>
              <a:ext cx="16641" cy="474823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3" name="Connecteur droit 165">
              <a:extLst>
                <a:ext uri="{FF2B5EF4-FFF2-40B4-BE49-F238E27FC236}">
                  <a16:creationId xmlns:a16="http://schemas.microsoft.com/office/drawing/2014/main" id="{A81ACB69-C99E-77FD-989A-ADA7F7C8F2C2}"/>
                </a:ext>
              </a:extLst>
            </p:cNvPr>
            <p:cNvCxnSpPr>
              <a:cxnSpLocks/>
            </p:cNvCxnSpPr>
            <p:nvPr/>
          </p:nvCxnSpPr>
          <p:spPr>
            <a:xfrm>
              <a:off x="8618953" y="2107797"/>
              <a:ext cx="0" cy="475020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4" name="Connecteur droit 166">
              <a:extLst>
                <a:ext uri="{FF2B5EF4-FFF2-40B4-BE49-F238E27FC236}">
                  <a16:creationId xmlns:a16="http://schemas.microsoft.com/office/drawing/2014/main" id="{6A1DC53A-A645-26BA-D724-F6D51B485977}"/>
                </a:ext>
              </a:extLst>
            </p:cNvPr>
            <p:cNvCxnSpPr>
              <a:cxnSpLocks/>
            </p:cNvCxnSpPr>
            <p:nvPr/>
          </p:nvCxnSpPr>
          <p:spPr>
            <a:xfrm>
              <a:off x="8602312" y="2558848"/>
              <a:ext cx="3569835" cy="0"/>
            </a:xfrm>
            <a:prstGeom prst="line">
              <a:avLst/>
            </a:prstGeom>
            <a:ln w="2540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eur droit 167">
              <a:extLst>
                <a:ext uri="{FF2B5EF4-FFF2-40B4-BE49-F238E27FC236}">
                  <a16:creationId xmlns:a16="http://schemas.microsoft.com/office/drawing/2014/main" id="{BE07DB50-1541-43E4-926F-24B7AB6FB723}"/>
                </a:ext>
              </a:extLst>
            </p:cNvPr>
            <p:cNvCxnSpPr>
              <a:cxnSpLocks/>
            </p:cNvCxnSpPr>
            <p:nvPr/>
          </p:nvCxnSpPr>
          <p:spPr>
            <a:xfrm>
              <a:off x="3835066" y="2563520"/>
              <a:ext cx="4783887" cy="0"/>
            </a:xfrm>
            <a:prstGeom prst="line">
              <a:avLst/>
            </a:prstGeom>
            <a:ln w="2540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6" name="Connecteur droit 178">
              <a:extLst>
                <a:ext uri="{FF2B5EF4-FFF2-40B4-BE49-F238E27FC236}">
                  <a16:creationId xmlns:a16="http://schemas.microsoft.com/office/drawing/2014/main" id="{EB93BC03-F31A-F0FE-D7D4-2D278E204CF8}"/>
                </a:ext>
              </a:extLst>
            </p:cNvPr>
            <p:cNvCxnSpPr>
              <a:cxnSpLocks/>
            </p:cNvCxnSpPr>
            <p:nvPr/>
          </p:nvCxnSpPr>
          <p:spPr>
            <a:xfrm>
              <a:off x="8631183" y="3485086"/>
              <a:ext cx="3560807" cy="0"/>
            </a:xfrm>
            <a:prstGeom prst="line">
              <a:avLst/>
            </a:prstGeom>
            <a:ln w="254000">
              <a:solidFill>
                <a:schemeClr val="accent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67" name="Connecteur droit 181">
              <a:extLst>
                <a:ext uri="{FF2B5EF4-FFF2-40B4-BE49-F238E27FC236}">
                  <a16:creationId xmlns:a16="http://schemas.microsoft.com/office/drawing/2014/main" id="{F6D792B8-F669-8A78-D141-4B5FAC8AFDCC}"/>
                </a:ext>
              </a:extLst>
            </p:cNvPr>
            <p:cNvCxnSpPr>
              <a:cxnSpLocks/>
            </p:cNvCxnSpPr>
            <p:nvPr/>
          </p:nvCxnSpPr>
          <p:spPr>
            <a:xfrm>
              <a:off x="8582469" y="4418946"/>
              <a:ext cx="3569835" cy="0"/>
            </a:xfrm>
            <a:prstGeom prst="line">
              <a:avLst/>
            </a:prstGeom>
            <a:ln w="254000">
              <a:solidFill>
                <a:schemeClr val="accent2"/>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eur droit 182">
              <a:extLst>
                <a:ext uri="{FF2B5EF4-FFF2-40B4-BE49-F238E27FC236}">
                  <a16:creationId xmlns:a16="http://schemas.microsoft.com/office/drawing/2014/main" id="{03E990D8-4270-68FB-C94B-6F013F86CD3B}"/>
                </a:ext>
              </a:extLst>
            </p:cNvPr>
            <p:cNvCxnSpPr>
              <a:cxnSpLocks/>
            </p:cNvCxnSpPr>
            <p:nvPr/>
          </p:nvCxnSpPr>
          <p:spPr>
            <a:xfrm>
              <a:off x="3815223" y="4418946"/>
              <a:ext cx="4783887" cy="0"/>
            </a:xfrm>
            <a:prstGeom prst="line">
              <a:avLst/>
            </a:prstGeom>
            <a:ln w="2540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69" name="Connecteur droit 183">
              <a:extLst>
                <a:ext uri="{FF2B5EF4-FFF2-40B4-BE49-F238E27FC236}">
                  <a16:creationId xmlns:a16="http://schemas.microsoft.com/office/drawing/2014/main" id="{E40788AF-8F48-5530-E4F7-8574706C5F91}"/>
                </a:ext>
              </a:extLst>
            </p:cNvPr>
            <p:cNvCxnSpPr>
              <a:cxnSpLocks/>
            </p:cNvCxnSpPr>
            <p:nvPr/>
          </p:nvCxnSpPr>
          <p:spPr>
            <a:xfrm>
              <a:off x="8611340" y="5320490"/>
              <a:ext cx="3560807" cy="0"/>
            </a:xfrm>
            <a:prstGeom prst="line">
              <a:avLst/>
            </a:prstGeom>
            <a:ln w="254000">
              <a:solidFill>
                <a:schemeClr val="accent2">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70" name="Connecteur droit 184">
              <a:extLst>
                <a:ext uri="{FF2B5EF4-FFF2-40B4-BE49-F238E27FC236}">
                  <a16:creationId xmlns:a16="http://schemas.microsoft.com/office/drawing/2014/main" id="{64E631FD-9366-D7B6-89A9-877C8AC0FFB0}"/>
                </a:ext>
              </a:extLst>
            </p:cNvPr>
            <p:cNvCxnSpPr>
              <a:cxnSpLocks/>
              <a:endCxn id="33" idx="1"/>
            </p:cNvCxnSpPr>
            <p:nvPr/>
          </p:nvCxnSpPr>
          <p:spPr>
            <a:xfrm flipV="1">
              <a:off x="3815223" y="6318275"/>
              <a:ext cx="8376767" cy="1"/>
            </a:xfrm>
            <a:prstGeom prst="line">
              <a:avLst/>
            </a:prstGeom>
            <a:ln w="254000">
              <a:solidFill>
                <a:schemeClr val="tx2"/>
              </a:solidFill>
            </a:ln>
          </p:spPr>
          <p:style>
            <a:lnRef idx="2">
              <a:schemeClr val="accent1"/>
            </a:lnRef>
            <a:fillRef idx="0">
              <a:schemeClr val="accent1"/>
            </a:fillRef>
            <a:effectRef idx="1">
              <a:schemeClr val="accent1"/>
            </a:effectRef>
            <a:fontRef idx="minor">
              <a:schemeClr val="tx1"/>
            </a:fontRef>
          </p:style>
        </p:cxnSp>
        <p:sp>
          <p:nvSpPr>
            <p:cNvPr id="71" name="Ellipse 186">
              <a:extLst>
                <a:ext uri="{FF2B5EF4-FFF2-40B4-BE49-F238E27FC236}">
                  <a16:creationId xmlns:a16="http://schemas.microsoft.com/office/drawing/2014/main" id="{734D94DA-80DE-EA59-1183-AB60CBEA80C5}"/>
                </a:ext>
              </a:extLst>
            </p:cNvPr>
            <p:cNvSpPr/>
            <p:nvPr/>
          </p:nvSpPr>
          <p:spPr>
            <a:xfrm>
              <a:off x="3698809" y="2431525"/>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2" name="Ellipse 187">
              <a:extLst>
                <a:ext uri="{FF2B5EF4-FFF2-40B4-BE49-F238E27FC236}">
                  <a16:creationId xmlns:a16="http://schemas.microsoft.com/office/drawing/2014/main" id="{FD5AAB4D-AF83-C8AC-A89C-83F07DDAC503}"/>
                </a:ext>
              </a:extLst>
            </p:cNvPr>
            <p:cNvSpPr/>
            <p:nvPr/>
          </p:nvSpPr>
          <p:spPr>
            <a:xfrm>
              <a:off x="4947319" y="2437913"/>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3" name="Ellipse 188">
              <a:extLst>
                <a:ext uri="{FF2B5EF4-FFF2-40B4-BE49-F238E27FC236}">
                  <a16:creationId xmlns:a16="http://schemas.microsoft.com/office/drawing/2014/main" id="{B197C4FE-DCED-A066-F2C2-022A580E2864}"/>
                </a:ext>
              </a:extLst>
            </p:cNvPr>
            <p:cNvSpPr/>
            <p:nvPr/>
          </p:nvSpPr>
          <p:spPr>
            <a:xfrm>
              <a:off x="6995083" y="2437913"/>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4" name="Ellipse 189">
              <a:extLst>
                <a:ext uri="{FF2B5EF4-FFF2-40B4-BE49-F238E27FC236}">
                  <a16:creationId xmlns:a16="http://schemas.microsoft.com/office/drawing/2014/main" id="{0D3A0373-4610-2E63-D7CF-4FC1E860E9AF}"/>
                </a:ext>
              </a:extLst>
            </p:cNvPr>
            <p:cNvSpPr/>
            <p:nvPr/>
          </p:nvSpPr>
          <p:spPr>
            <a:xfrm>
              <a:off x="8489591" y="2431525"/>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5" name="Ellipse 190">
              <a:extLst>
                <a:ext uri="{FF2B5EF4-FFF2-40B4-BE49-F238E27FC236}">
                  <a16:creationId xmlns:a16="http://schemas.microsoft.com/office/drawing/2014/main" id="{55A2C7F2-C680-8B11-B1FB-383A5F3FDB4F}"/>
                </a:ext>
              </a:extLst>
            </p:cNvPr>
            <p:cNvSpPr/>
            <p:nvPr/>
          </p:nvSpPr>
          <p:spPr>
            <a:xfrm>
              <a:off x="3689400" y="4286632"/>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6" name="Ellipse 191">
              <a:extLst>
                <a:ext uri="{FF2B5EF4-FFF2-40B4-BE49-F238E27FC236}">
                  <a16:creationId xmlns:a16="http://schemas.microsoft.com/office/drawing/2014/main" id="{E539CCCC-E740-E19E-9FD3-B248072D43F1}"/>
                </a:ext>
              </a:extLst>
            </p:cNvPr>
            <p:cNvSpPr/>
            <p:nvPr/>
          </p:nvSpPr>
          <p:spPr>
            <a:xfrm>
              <a:off x="4933215" y="4289294"/>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7" name="Ellipse 192">
              <a:extLst>
                <a:ext uri="{FF2B5EF4-FFF2-40B4-BE49-F238E27FC236}">
                  <a16:creationId xmlns:a16="http://schemas.microsoft.com/office/drawing/2014/main" id="{F04B749F-E626-7401-5579-DBA0D1C0772B}"/>
                </a:ext>
              </a:extLst>
            </p:cNvPr>
            <p:cNvSpPr/>
            <p:nvPr/>
          </p:nvSpPr>
          <p:spPr>
            <a:xfrm>
              <a:off x="6995083" y="4287427"/>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8" name="Ellipse 193">
              <a:extLst>
                <a:ext uri="{FF2B5EF4-FFF2-40B4-BE49-F238E27FC236}">
                  <a16:creationId xmlns:a16="http://schemas.microsoft.com/office/drawing/2014/main" id="{DD259AB4-6282-6F24-B176-35B2636082AC}"/>
                </a:ext>
              </a:extLst>
            </p:cNvPr>
            <p:cNvSpPr/>
            <p:nvPr/>
          </p:nvSpPr>
          <p:spPr>
            <a:xfrm>
              <a:off x="8489591" y="4287427"/>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9" name="Ellipse 195">
              <a:extLst>
                <a:ext uri="{FF2B5EF4-FFF2-40B4-BE49-F238E27FC236}">
                  <a16:creationId xmlns:a16="http://schemas.microsoft.com/office/drawing/2014/main" id="{9596BDCA-9455-27C8-D8FD-C5839660CD11}"/>
                </a:ext>
              </a:extLst>
            </p:cNvPr>
            <p:cNvSpPr/>
            <p:nvPr/>
          </p:nvSpPr>
          <p:spPr>
            <a:xfrm>
              <a:off x="4281735"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80" name="Ellipse 196">
              <a:extLst>
                <a:ext uri="{FF2B5EF4-FFF2-40B4-BE49-F238E27FC236}">
                  <a16:creationId xmlns:a16="http://schemas.microsoft.com/office/drawing/2014/main" id="{42590B43-2F95-C4BB-98B1-0455DE3E3187}"/>
                </a:ext>
              </a:extLst>
            </p:cNvPr>
            <p:cNvSpPr/>
            <p:nvPr/>
          </p:nvSpPr>
          <p:spPr>
            <a:xfrm>
              <a:off x="5207203"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81" name="Ellipse 198">
              <a:extLst>
                <a:ext uri="{FF2B5EF4-FFF2-40B4-BE49-F238E27FC236}">
                  <a16:creationId xmlns:a16="http://schemas.microsoft.com/office/drawing/2014/main" id="{C42843EA-8B36-2D05-29FE-47B6E18A11A9}"/>
                </a:ext>
              </a:extLst>
            </p:cNvPr>
            <p:cNvSpPr/>
            <p:nvPr/>
          </p:nvSpPr>
          <p:spPr>
            <a:xfrm>
              <a:off x="7887898"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82" name="Ellipse 199">
              <a:extLst>
                <a:ext uri="{FF2B5EF4-FFF2-40B4-BE49-F238E27FC236}">
                  <a16:creationId xmlns:a16="http://schemas.microsoft.com/office/drawing/2014/main" id="{8B1C38F8-00B3-7EE8-F43E-E3BE6DFA3921}"/>
                </a:ext>
              </a:extLst>
            </p:cNvPr>
            <p:cNvSpPr/>
            <p:nvPr/>
          </p:nvSpPr>
          <p:spPr>
            <a:xfrm>
              <a:off x="9096879"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83" name="Ellipse 200">
              <a:extLst>
                <a:ext uri="{FF2B5EF4-FFF2-40B4-BE49-F238E27FC236}">
                  <a16:creationId xmlns:a16="http://schemas.microsoft.com/office/drawing/2014/main" id="{B5A772B4-B40B-D2B2-C513-1B402CCC6798}"/>
                </a:ext>
              </a:extLst>
            </p:cNvPr>
            <p:cNvSpPr/>
            <p:nvPr/>
          </p:nvSpPr>
          <p:spPr>
            <a:xfrm>
              <a:off x="11325935"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84" name="Ellipse 201">
              <a:extLst>
                <a:ext uri="{FF2B5EF4-FFF2-40B4-BE49-F238E27FC236}">
                  <a16:creationId xmlns:a16="http://schemas.microsoft.com/office/drawing/2014/main" id="{20061DD9-348A-7AE3-171C-8B67DB86F92B}"/>
                </a:ext>
              </a:extLst>
            </p:cNvPr>
            <p:cNvSpPr/>
            <p:nvPr/>
          </p:nvSpPr>
          <p:spPr>
            <a:xfrm>
              <a:off x="8489591" y="5182668"/>
              <a:ext cx="270000" cy="270000"/>
            </a:xfrm>
            <a:prstGeom prst="ellipse">
              <a:avLst/>
            </a:prstGeom>
            <a:solidFill>
              <a:schemeClr val="accent2">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85" name="Ellipse 202">
              <a:extLst>
                <a:ext uri="{FF2B5EF4-FFF2-40B4-BE49-F238E27FC236}">
                  <a16:creationId xmlns:a16="http://schemas.microsoft.com/office/drawing/2014/main" id="{83FD9D2C-8F9A-A81C-B62F-A1434F2385AC}"/>
                </a:ext>
              </a:extLst>
            </p:cNvPr>
            <p:cNvSpPr/>
            <p:nvPr/>
          </p:nvSpPr>
          <p:spPr>
            <a:xfrm>
              <a:off x="8489591" y="3356025"/>
              <a:ext cx="270000" cy="270000"/>
            </a:xfrm>
            <a:prstGeom prst="ellipse">
              <a:avLst/>
            </a:prstGeom>
            <a:solidFill>
              <a:schemeClr val="accent1">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86" name="ZoneTexte 203">
              <a:extLst>
                <a:ext uri="{FF2B5EF4-FFF2-40B4-BE49-F238E27FC236}">
                  <a16:creationId xmlns:a16="http://schemas.microsoft.com/office/drawing/2014/main" id="{F9E4E992-D9A9-9322-9859-992558B18356}"/>
                </a:ext>
              </a:extLst>
            </p:cNvPr>
            <p:cNvSpPr txBox="1"/>
            <p:nvPr/>
          </p:nvSpPr>
          <p:spPr>
            <a:xfrm>
              <a:off x="3834596" y="2427782"/>
              <a:ext cx="1242439"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19" b="1" i="0" u="none" strike="noStrike" kern="1200" cap="none" spc="0" normalizeH="0" baseline="0" noProof="0" dirty="0">
                  <a:ln>
                    <a:noFill/>
                  </a:ln>
                  <a:solidFill>
                    <a:schemeClr val="bg1"/>
                  </a:solidFill>
                  <a:effectLst/>
                  <a:uLnTx/>
                  <a:uFillTx/>
                  <a:latin typeface="Aptos"/>
                  <a:ea typeface="+mn-ea"/>
                  <a:cs typeface="+mn-cs"/>
                </a:rPr>
                <a:t>ANALYSIS </a:t>
              </a:r>
            </a:p>
          </p:txBody>
        </p:sp>
        <p:sp>
          <p:nvSpPr>
            <p:cNvPr id="87" name="ZoneTexte 204">
              <a:extLst>
                <a:ext uri="{FF2B5EF4-FFF2-40B4-BE49-F238E27FC236}">
                  <a16:creationId xmlns:a16="http://schemas.microsoft.com/office/drawing/2014/main" id="{F29E596E-4584-1CEE-5B42-AFA14828709D}"/>
                </a:ext>
              </a:extLst>
            </p:cNvPr>
            <p:cNvSpPr txBox="1"/>
            <p:nvPr/>
          </p:nvSpPr>
          <p:spPr>
            <a:xfrm>
              <a:off x="5063102" y="2427782"/>
              <a:ext cx="2083622"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19" b="1" i="0" u="none" strike="noStrike" kern="1200" cap="none" spc="0" normalizeH="0" baseline="0" noProof="0" dirty="0">
                  <a:ln>
                    <a:noFill/>
                  </a:ln>
                  <a:solidFill>
                    <a:schemeClr val="bg1"/>
                  </a:solidFill>
                  <a:effectLst/>
                  <a:uLnTx/>
                  <a:uFillTx/>
                  <a:latin typeface="Aptos"/>
                  <a:ea typeface="+mn-ea"/>
                  <a:cs typeface="+mn-cs"/>
                </a:rPr>
                <a:t>IMPLEMENTATION </a:t>
              </a:r>
            </a:p>
          </p:txBody>
        </p:sp>
        <p:sp>
          <p:nvSpPr>
            <p:cNvPr id="88" name="ZoneTexte 205">
              <a:extLst>
                <a:ext uri="{FF2B5EF4-FFF2-40B4-BE49-F238E27FC236}">
                  <a16:creationId xmlns:a16="http://schemas.microsoft.com/office/drawing/2014/main" id="{9ACD7846-7265-DDCF-4B30-78FE803D4B7D}"/>
                </a:ext>
              </a:extLst>
            </p:cNvPr>
            <p:cNvSpPr txBox="1"/>
            <p:nvPr/>
          </p:nvSpPr>
          <p:spPr>
            <a:xfrm>
              <a:off x="8606724" y="3346586"/>
              <a:ext cx="2973912"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19" b="1" i="0" u="none" strike="noStrike" kern="1200" cap="none" spc="0" normalizeH="0" baseline="0" noProof="0" dirty="0">
                  <a:ln>
                    <a:noFill/>
                  </a:ln>
                  <a:effectLst/>
                  <a:uLnTx/>
                  <a:uFillTx/>
                  <a:latin typeface="Aptos"/>
                  <a:ea typeface="+mn-ea"/>
                  <a:cs typeface="+mn-cs"/>
                </a:rPr>
                <a:t>REACTIVE SUPPORT &amp; EVOLUTIONS </a:t>
              </a:r>
              <a:endParaRPr kumimoji="0" lang="fr-FR" sz="1699" b="1" i="0" u="none" strike="noStrike" kern="1200" cap="none" spc="0" normalizeH="0" baseline="0" noProof="0" dirty="0">
                <a:ln>
                  <a:noFill/>
                </a:ln>
                <a:effectLst/>
                <a:uLnTx/>
                <a:uFillTx/>
                <a:latin typeface="Aptos"/>
                <a:ea typeface="+mn-ea"/>
                <a:cs typeface="+mn-cs"/>
              </a:endParaRPr>
            </a:p>
          </p:txBody>
        </p:sp>
        <p:sp>
          <p:nvSpPr>
            <p:cNvPr id="89" name="ZoneTexte 206">
              <a:extLst>
                <a:ext uri="{FF2B5EF4-FFF2-40B4-BE49-F238E27FC236}">
                  <a16:creationId xmlns:a16="http://schemas.microsoft.com/office/drawing/2014/main" id="{04EC8B24-C33F-2E7D-9415-CA078BC1C13F}"/>
                </a:ext>
              </a:extLst>
            </p:cNvPr>
            <p:cNvSpPr txBox="1"/>
            <p:nvPr/>
          </p:nvSpPr>
          <p:spPr>
            <a:xfrm>
              <a:off x="5063009" y="4286632"/>
              <a:ext cx="2053271"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19" b="1" i="0" u="none" strike="noStrike" kern="1200" cap="none" spc="0" normalizeH="0" baseline="0" noProof="0" dirty="0">
                  <a:ln>
                    <a:noFill/>
                  </a:ln>
                  <a:solidFill>
                    <a:schemeClr val="bg1"/>
                  </a:solidFill>
                  <a:effectLst/>
                  <a:uLnTx/>
                  <a:uFillTx/>
                  <a:latin typeface="Aptos"/>
                  <a:ea typeface="+mn-ea"/>
                  <a:cs typeface="+mn-cs"/>
                </a:rPr>
                <a:t>STEERING COMITEES </a:t>
              </a:r>
            </a:p>
          </p:txBody>
        </p:sp>
        <p:sp>
          <p:nvSpPr>
            <p:cNvPr id="90" name="ZoneTexte 207">
              <a:extLst>
                <a:ext uri="{FF2B5EF4-FFF2-40B4-BE49-F238E27FC236}">
                  <a16:creationId xmlns:a16="http://schemas.microsoft.com/office/drawing/2014/main" id="{723BD49B-84CA-5900-6DC2-392489EA7335}"/>
                </a:ext>
              </a:extLst>
            </p:cNvPr>
            <p:cNvSpPr txBox="1"/>
            <p:nvPr/>
          </p:nvSpPr>
          <p:spPr>
            <a:xfrm>
              <a:off x="5392828" y="6194505"/>
              <a:ext cx="2630070" cy="276999"/>
            </a:xfrm>
            <a:prstGeom prst="rect">
              <a:avLst/>
            </a:prstGeom>
            <a:noFill/>
          </p:spPr>
          <p:txBody>
            <a:bodyPr wrap="square">
              <a:spAutoFit/>
            </a:bodyPr>
            <a:lstStyle/>
            <a:p>
              <a:pPr algn="ctr"/>
              <a:r>
                <a:rPr lang="fr-FR" sz="1019" b="1" dirty="0">
                  <a:solidFill>
                    <a:schemeClr val="bg1"/>
                  </a:solidFill>
                </a:rPr>
                <a:t>SATISFACTION SURVEYS</a:t>
              </a:r>
              <a:endParaRPr lang="en-US" sz="1019" b="1" dirty="0">
                <a:solidFill>
                  <a:schemeClr val="bg1"/>
                </a:solidFill>
              </a:endParaRPr>
            </a:p>
          </p:txBody>
        </p:sp>
        <p:sp>
          <p:nvSpPr>
            <p:cNvPr id="91" name="ZoneTexte 208">
              <a:extLst>
                <a:ext uri="{FF2B5EF4-FFF2-40B4-BE49-F238E27FC236}">
                  <a16:creationId xmlns:a16="http://schemas.microsoft.com/office/drawing/2014/main" id="{3C8CD858-429E-12EF-E08E-041A092B772C}"/>
                </a:ext>
              </a:extLst>
            </p:cNvPr>
            <p:cNvSpPr txBox="1"/>
            <p:nvPr/>
          </p:nvSpPr>
          <p:spPr>
            <a:xfrm>
              <a:off x="8618953" y="5182668"/>
              <a:ext cx="2926154"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19" b="1" i="0" u="none" strike="noStrike" kern="1200" cap="none" spc="0" normalizeH="0" baseline="0" noProof="0" dirty="0">
                  <a:ln>
                    <a:noFill/>
                  </a:ln>
                  <a:effectLst/>
                  <a:uLnTx/>
                  <a:uFillTx/>
                  <a:latin typeface="Aptos"/>
                  <a:ea typeface="+mn-ea"/>
                  <a:cs typeface="+mn-cs"/>
                </a:rPr>
                <a:t>FOLLOW-UP MEETINGS</a:t>
              </a:r>
              <a:endParaRPr kumimoji="0" lang="fr-FR" sz="1699" b="1" i="0" u="none" strike="noStrike" kern="1200" cap="none" spc="0" normalizeH="0" baseline="0" noProof="0" dirty="0">
                <a:ln>
                  <a:noFill/>
                </a:ln>
                <a:effectLst/>
                <a:uLnTx/>
                <a:uFillTx/>
                <a:latin typeface="Aptos"/>
                <a:ea typeface="+mn-ea"/>
                <a:cs typeface="+mn-cs"/>
              </a:endParaRPr>
            </a:p>
          </p:txBody>
        </p:sp>
        <p:sp>
          <p:nvSpPr>
            <p:cNvPr id="92" name="ZoneTexte 209">
              <a:extLst>
                <a:ext uri="{FF2B5EF4-FFF2-40B4-BE49-F238E27FC236}">
                  <a16:creationId xmlns:a16="http://schemas.microsoft.com/office/drawing/2014/main" id="{5B6F9437-2C44-B455-8FB9-78CEC8604BB8}"/>
                </a:ext>
              </a:extLst>
            </p:cNvPr>
            <p:cNvSpPr txBox="1"/>
            <p:nvPr/>
          </p:nvSpPr>
          <p:spPr>
            <a:xfrm>
              <a:off x="7125953" y="2427782"/>
              <a:ext cx="1481997"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19" b="1" i="0" u="none" strike="noStrike" kern="1200" cap="none" spc="0" normalizeH="0" baseline="0" noProof="0" dirty="0">
                  <a:ln>
                    <a:noFill/>
                  </a:ln>
                  <a:solidFill>
                    <a:schemeClr val="bg1"/>
                  </a:solidFill>
                  <a:effectLst/>
                  <a:uLnTx/>
                  <a:uFillTx/>
                  <a:latin typeface="Aptos"/>
                  <a:ea typeface="+mn-ea"/>
                  <a:cs typeface="+mn-cs"/>
                </a:rPr>
                <a:t>GO-LIVE </a:t>
              </a:r>
            </a:p>
          </p:txBody>
        </p:sp>
        <p:sp>
          <p:nvSpPr>
            <p:cNvPr id="93" name="Ellipse 210">
              <a:extLst>
                <a:ext uri="{FF2B5EF4-FFF2-40B4-BE49-F238E27FC236}">
                  <a16:creationId xmlns:a16="http://schemas.microsoft.com/office/drawing/2014/main" id="{686CF760-31EF-7DB6-E92B-DCD56DCE1636}"/>
                </a:ext>
              </a:extLst>
            </p:cNvPr>
            <p:cNvSpPr/>
            <p:nvPr/>
          </p:nvSpPr>
          <p:spPr>
            <a:xfrm>
              <a:off x="11435566" y="3356025"/>
              <a:ext cx="270000" cy="270000"/>
            </a:xfrm>
            <a:prstGeom prst="ellipse">
              <a:avLst/>
            </a:prstGeom>
            <a:solidFill>
              <a:schemeClr val="accent1">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94" name="Ellipse 211">
              <a:extLst>
                <a:ext uri="{FF2B5EF4-FFF2-40B4-BE49-F238E27FC236}">
                  <a16:creationId xmlns:a16="http://schemas.microsoft.com/office/drawing/2014/main" id="{641B1122-139A-10D6-7EBE-7AB069A7B034}"/>
                </a:ext>
              </a:extLst>
            </p:cNvPr>
            <p:cNvSpPr/>
            <p:nvPr/>
          </p:nvSpPr>
          <p:spPr>
            <a:xfrm>
              <a:off x="11435566" y="5185261"/>
              <a:ext cx="270000" cy="270000"/>
            </a:xfrm>
            <a:prstGeom prst="ellipse">
              <a:avLst/>
            </a:prstGeom>
            <a:solidFill>
              <a:schemeClr val="accent2">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gr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F67CD525-38C5-F409-B0C0-BADBBABBBEB2}"/>
              </a:ext>
            </a:extLst>
          </p:cNvPr>
          <p:cNvSpPr>
            <a:spLocks noGrp="1"/>
          </p:cNvSpPr>
          <p:nvPr>
            <p:ph type="title"/>
          </p:nvPr>
        </p:nvSpPr>
        <p:spPr/>
        <p:txBody>
          <a:bodyPr/>
          <a:lstStyle/>
          <a:p>
            <a:pPr/>
            <a:r>
              <a:t>GOUVERNANCE DU PROJET CAPTIVEA</a:t>
            </a:r>
          </a:p>
        </p:txBody>
      </p:sp>
      <p:sp>
        <p:nvSpPr>
          <p:cNvPr id="4" name="Espace réservé du texte 2">
            <a:extLst>
              <a:ext uri="{FF2B5EF4-FFF2-40B4-BE49-F238E27FC236}">
                <a16:creationId xmlns:a16="http://schemas.microsoft.com/office/drawing/2014/main" id="{6D7EBAF3-0B92-9D29-9863-12271A2426DB}"/>
              </a:ext>
            </a:extLst>
          </p:cNvPr>
          <p:cNvSpPr>
            <a:spLocks noGrp="1"/>
          </p:cNvSpPr>
          <p:nvPr>
            <p:ph type="body" sz="quarter" idx="20"/>
          </p:nvPr>
        </p:nvSpPr>
        <p:spPr/>
        <p:txBody>
          <a:bodyPr/>
          <a:lstStyle/>
          <a:p>
            <a:pPr/>
            <a:r>
              <a:t>​</a:t>
            </a:r>
            <a:endParaRPr lang="en-US"/>
          </a:p>
        </p:txBody>
      </p:sp>
      <p:sp>
        <p:nvSpPr>
          <p:cNvPr id="5" name="Espace réservé du texte 3">
            <a:extLst>
              <a:ext uri="{FF2B5EF4-FFF2-40B4-BE49-F238E27FC236}">
                <a16:creationId xmlns:a16="http://schemas.microsoft.com/office/drawing/2014/main" id="{32BF135C-83BC-556F-3D04-AF47FD898F22}"/>
              </a:ext>
            </a:extLst>
          </p:cNvPr>
          <p:cNvSpPr>
            <a:spLocks noGrp="1"/>
          </p:cNvSpPr>
          <p:nvPr>
            <p:ph type="body" sz="quarter" idx="21"/>
          </p:nvPr>
        </p:nvSpPr>
        <p:spPr/>
        <p:txBody>
          <a:bodyPr/>
          <a:lstStyle/>
          <a:p>
            <a:pPr/>
            <a:r>
              <a:t>Réunions hebdomadaires de gestion de projet</a:t>
            </a:r>
            <a:endParaRPr lang="en-US"/>
          </a:p>
        </p:txBody>
      </p:sp>
      <p:sp>
        <p:nvSpPr>
          <p:cNvPr id="7" name="Espace réservé du texte 5">
            <a:extLst>
              <a:ext uri="{FF2B5EF4-FFF2-40B4-BE49-F238E27FC236}">
                <a16:creationId xmlns:a16="http://schemas.microsoft.com/office/drawing/2014/main" id="{229E4294-47B8-A93E-3C02-F2E64761DA0B}"/>
              </a:ext>
            </a:extLst>
          </p:cNvPr>
          <p:cNvSpPr>
            <a:spLocks noGrp="1"/>
          </p:cNvSpPr>
          <p:nvPr>
            <p:ph type="body" sz="quarter" idx="13"/>
          </p:nvPr>
        </p:nvSpPr>
        <p:spPr/>
        <p:txBody>
          <a:bodyPr/>
          <a:lstStyle/>
          <a:p>
            <a:pPr/>
            <a:r>
              <a:t>GOUVERNANCE</a:t>
            </a:r>
            <a:endParaRPr lang="en-US"/>
          </a:p>
        </p:txBody>
      </p:sp>
      <p:sp>
        <p:nvSpPr>
          <p:cNvPr id="8" name="Espace réservé du texte 6">
            <a:extLst>
              <a:ext uri="{FF2B5EF4-FFF2-40B4-BE49-F238E27FC236}">
                <a16:creationId xmlns:a16="http://schemas.microsoft.com/office/drawing/2014/main" id="{A2B09722-1122-F566-903B-B46D6808B603}"/>
              </a:ext>
            </a:extLst>
          </p:cNvPr>
          <p:cNvSpPr>
            <a:spLocks noGrp="1"/>
          </p:cNvSpPr>
          <p:nvPr>
            <p:ph type="body" sz="quarter" idx="23"/>
          </p:nvPr>
        </p:nvSpPr>
        <p:spPr/>
        <p:txBody>
          <a:bodyPr/>
          <a:lstStyle/>
          <a:p>
            <a:pPr/>
            <a:r>
              <a:t>​</a:t>
            </a:r>
            <a:endParaRPr lang="en-US"/>
          </a:p>
        </p:txBody>
      </p:sp>
      <p:sp>
        <p:nvSpPr>
          <p:cNvPr id="9" name="Espace réservé du texte 7">
            <a:extLst>
              <a:ext uri="{FF2B5EF4-FFF2-40B4-BE49-F238E27FC236}">
                <a16:creationId xmlns:a16="http://schemas.microsoft.com/office/drawing/2014/main" id="{9E6E315A-8B37-34D4-E18F-DC3A8468CEEE}"/>
              </a:ext>
            </a:extLst>
          </p:cNvPr>
          <p:cNvSpPr>
            <a:spLocks noGrp="1"/>
          </p:cNvSpPr>
          <p:nvPr>
            <p:ph type="body" sz="quarter" idx="24"/>
          </p:nvPr>
        </p:nvSpPr>
        <p:spPr/>
        <p:txBody>
          <a:bodyPr/>
          <a:lstStyle/>
          <a:p>
            <a:pPr/>
            <a:r>
              <a:t>Réunions hebdomadaires de démo</a:t>
            </a:r>
            <a:endParaRPr lang="en-US"/>
          </a:p>
        </p:txBody>
      </p:sp>
      <p:sp>
        <p:nvSpPr>
          <p:cNvPr id="11" name="Espace réservé du texte 9">
            <a:extLst>
              <a:ext uri="{FF2B5EF4-FFF2-40B4-BE49-F238E27FC236}">
                <a16:creationId xmlns:a16="http://schemas.microsoft.com/office/drawing/2014/main" id="{1B15CBC4-6C68-D92C-F969-8BD5D798EC04}"/>
              </a:ext>
            </a:extLst>
          </p:cNvPr>
          <p:cNvSpPr>
            <a:spLocks noGrp="1"/>
          </p:cNvSpPr>
          <p:nvPr>
            <p:ph type="body" sz="quarter" idx="26"/>
          </p:nvPr>
        </p:nvSpPr>
        <p:spPr/>
        <p:txBody>
          <a:bodyPr/>
          <a:lstStyle/>
          <a:p>
            <a:pPr/>
            <a:r>
              <a:t>​</a:t>
            </a:r>
            <a:endParaRPr lang="en-US"/>
          </a:p>
        </p:txBody>
      </p:sp>
      <p:sp>
        <p:nvSpPr>
          <p:cNvPr id="12" name="Espace réservé du texte 10">
            <a:extLst>
              <a:ext uri="{FF2B5EF4-FFF2-40B4-BE49-F238E27FC236}">
                <a16:creationId xmlns:a16="http://schemas.microsoft.com/office/drawing/2014/main" id="{4C94FEB1-8051-5B6E-DE61-617C78130CCA}"/>
              </a:ext>
            </a:extLst>
          </p:cNvPr>
          <p:cNvSpPr>
            <a:spLocks noGrp="1"/>
          </p:cNvSpPr>
          <p:nvPr>
            <p:ph type="body" sz="quarter" idx="27"/>
          </p:nvPr>
        </p:nvSpPr>
        <p:spPr/>
        <p:txBody>
          <a:bodyPr/>
          <a:lstStyle/>
          <a:p>
            <a:pPr/>
            <a:r>
              <a:t>Comités de pilotage à la demande</a:t>
            </a:r>
            <a:endParaRPr lang="en-US"/>
          </a:p>
        </p:txBody>
      </p:sp>
      <p:grpSp>
        <p:nvGrpSpPr>
          <p:cNvPr id="14" name="Transplant"/>
          <p:cNvGrpSpPr/>
          <p:nvPr/>
        </p:nvGrpSpPr>
        <p:grpSpPr>
          <a:xfrm>
            <a:off x="1815084" y="3058668"/>
            <a:ext cx="822960" cy="822960"/>
            <a:chOff x="2625491" y="3258904"/>
            <a:chExt cx="845018" cy="845018"/>
          </a:xfrm>
        </p:grpSpPr>
        <p:pic>
          <p:nvPicPr>
            <p:cNvPr id="15" name="Graphic 155">
              <a:extLst>
                <a:ext uri="{FF2B5EF4-FFF2-40B4-BE49-F238E27FC236}">
                  <a16:creationId xmlns:a16="http://schemas.microsoft.com/office/drawing/2014/main" id="{BDF8985C-B564-1E0F-85C2-E24112484EC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25491" y="3258904"/>
              <a:ext cx="845018" cy="845018"/>
            </a:xfrm>
            <a:prstGeom prst="rect">
              <a:avLst/>
            </a:prstGeom>
          </p:spPr>
        </p:pic>
      </p:grpSp>
      <p:grpSp>
        <p:nvGrpSpPr>
          <p:cNvPr id="16" name="Transplant"/>
          <p:cNvGrpSpPr/>
          <p:nvPr/>
        </p:nvGrpSpPr>
        <p:grpSpPr>
          <a:xfrm>
            <a:off x="5682996" y="3058668"/>
            <a:ext cx="822960" cy="822960"/>
            <a:chOff x="5646611" y="3258904"/>
            <a:chExt cx="898777" cy="898777"/>
          </a:xfrm>
        </p:grpSpPr>
        <p:pic>
          <p:nvPicPr>
            <p:cNvPr id="17" name="Graphic 4">
              <a:extLst>
                <a:ext uri="{FF2B5EF4-FFF2-40B4-BE49-F238E27FC236}">
                  <a16:creationId xmlns:a16="http://schemas.microsoft.com/office/drawing/2014/main" id="{113E8C8E-8230-B002-664F-FDD95D453EE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46611" y="3258904"/>
              <a:ext cx="898777" cy="898777"/>
            </a:xfrm>
            <a:prstGeom prst="rect">
              <a:avLst/>
            </a:prstGeom>
          </p:spPr>
        </p:pic>
      </p:grpSp>
      <p:grpSp>
        <p:nvGrpSpPr>
          <p:cNvPr id="18" name="Transplant"/>
          <p:cNvGrpSpPr/>
          <p:nvPr/>
        </p:nvGrpSpPr>
        <p:grpSpPr>
          <a:xfrm>
            <a:off x="9550908" y="3058668"/>
            <a:ext cx="822960" cy="822960"/>
            <a:chOff x="8734191" y="3258904"/>
            <a:chExt cx="845018" cy="845018"/>
          </a:xfrm>
        </p:grpSpPr>
        <p:pic>
          <p:nvPicPr>
            <p:cNvPr id="19" name="Graphic 157">
              <a:extLst>
                <a:ext uri="{FF2B5EF4-FFF2-40B4-BE49-F238E27FC236}">
                  <a16:creationId xmlns:a16="http://schemas.microsoft.com/office/drawing/2014/main" id="{F1FCFDC2-D4A8-455D-0AF1-41EAD9AAC3B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734191" y="3258904"/>
              <a:ext cx="845018" cy="845018"/>
            </a:xfrm>
            <a:prstGeom prst="rect">
              <a:avLst/>
            </a:prstGeom>
          </p:spPr>
        </p:pic>
      </p:gr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L’ÉQUIPE PROJET</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ÉQUIPE</a:t>
            </a:r>
            <a:endParaRPr lang="en-US"/>
          </a:p>
        </p:txBody>
      </p:sp>
      <p:grpSp>
        <p:nvGrpSpPr>
          <p:cNvPr id="5" name="Transplant"/>
          <p:cNvGrpSpPr/>
          <p:nvPr/>
        </p:nvGrpSpPr>
        <p:grpSpPr>
          <a:xfrm>
            <a:off x="1908842" y="1508760"/>
            <a:ext cx="8371268" cy="4754880"/>
            <a:chOff x="1789471" y="-259124"/>
            <a:chExt cx="11084027" cy="6295727"/>
          </a:xfrm>
        </p:grpSpPr>
        <p:pic>
          <p:nvPicPr>
            <p:cNvPr id="6" name="Image 6" descr="Une image contenant texte, capture d’écran, dessin humoristique, Graphique&#10;&#10;Le contenu généré par l’IA peut être incorrect.">
              <a:extLst>
                <a:ext uri="{FF2B5EF4-FFF2-40B4-BE49-F238E27FC236}">
                  <a16:creationId xmlns:a16="http://schemas.microsoft.com/office/drawing/2014/main" id="{3ED2E187-B56B-2904-0470-A2040CE912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9471" y="-259124"/>
              <a:ext cx="11084027" cy="6295727"/>
            </a:xfrm>
            <a:prstGeom prst="rect">
              <a:avLst/>
            </a:prstGeom>
          </p:spPr>
        </p:pic>
      </p:gr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DÉFINITION DES RÔLES</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ÉQUIPE PROJET</a:t>
            </a:r>
            <a:endParaRPr lang="en-US"/>
          </a:p>
        </p:txBody>
      </p:sp>
      <p:grpSp>
        <p:nvGrpSpPr>
          <p:cNvPr id="5" name="Transplant"/>
          <p:cNvGrpSpPr/>
          <p:nvPr/>
        </p:nvGrpSpPr>
        <p:grpSpPr>
          <a:xfrm>
            <a:off x="694944" y="1596126"/>
            <a:ext cx="10799064" cy="4580148"/>
            <a:chOff x="223376" y="1801800"/>
            <a:chExt cx="11727501" cy="4973921"/>
          </a:xfrm>
        </p:grpSpPr>
        <p:grpSp>
          <p:nvGrpSpPr>
            <p:cNvPr id="6" name="Group 131">
              <a:extLst>
                <a:ext uri="{FF2B5EF4-FFF2-40B4-BE49-F238E27FC236}">
                  <a16:creationId xmlns:a16="http://schemas.microsoft.com/office/drawing/2014/main" id="{5FB11755-435F-1B39-BF56-9EB652EDEE42}"/>
                </a:ext>
              </a:extLst>
            </p:cNvPr>
            <p:cNvGrpSpPr/>
            <p:nvPr/>
          </p:nvGrpSpPr>
          <p:grpSpPr>
            <a:xfrm>
              <a:off x="241983" y="1801800"/>
              <a:ext cx="11708894" cy="4973921"/>
              <a:chOff x="235683" y="1740535"/>
              <a:chExt cx="11708894" cy="4752337"/>
            </a:xfrm>
          </p:grpSpPr>
          <p:sp>
            <p:nvSpPr>
              <p:cNvPr id="7" name="Rectangle: Single Corner Rounded 39">
                <a:extLst>
                  <a:ext uri="{FF2B5EF4-FFF2-40B4-BE49-F238E27FC236}">
                    <a16:creationId xmlns:a16="http://schemas.microsoft.com/office/drawing/2014/main" id="{2A998228-785A-C1ED-D4C5-38D4D148FA9A}"/>
                  </a:ext>
                </a:extLst>
              </p:cNvPr>
              <p:cNvSpPr/>
              <p:nvPr/>
            </p:nvSpPr>
            <p:spPr>
              <a:xfrm flipV="1">
                <a:off x="2046254" y="2264446"/>
                <a:ext cx="9876780" cy="4209951"/>
              </a:xfrm>
              <a:prstGeom prst="round1Rect">
                <a:avLst>
                  <a:gd name="adj" fmla="val 6108"/>
                </a:avLst>
              </a:prstGeom>
              <a:noFill/>
              <a:ln w="25400">
                <a:gradFill>
                  <a:gsLst>
                    <a:gs pos="0">
                      <a:srgbClr val="BA131A"/>
                    </a:gs>
                    <a:gs pos="100000">
                      <a:srgbClr val="CD5358"/>
                    </a:gs>
                  </a:gsLst>
                  <a:lin ang="48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Top Corners Rounded 16">
                <a:extLst>
                  <a:ext uri="{FF2B5EF4-FFF2-40B4-BE49-F238E27FC236}">
                    <a16:creationId xmlns:a16="http://schemas.microsoft.com/office/drawing/2014/main" id="{D5D02760-BD9B-9E45-A522-BF24F22DF60A}"/>
                  </a:ext>
                </a:extLst>
              </p:cNvPr>
              <p:cNvSpPr/>
              <p:nvPr/>
            </p:nvSpPr>
            <p:spPr>
              <a:xfrm>
                <a:off x="2045587" y="1865326"/>
                <a:ext cx="9898990" cy="412605"/>
              </a:xfrm>
              <a:prstGeom prst="round2SameRect">
                <a:avLst>
                  <a:gd name="adj1" fmla="val 20679"/>
                  <a:gd name="adj2" fmla="val 0"/>
                </a:avLst>
              </a:prstGeom>
              <a:gradFill>
                <a:gsLst>
                  <a:gs pos="0">
                    <a:srgbClr val="BA131A"/>
                  </a:gs>
                  <a:gs pos="100000">
                    <a:srgbClr val="CD5358"/>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Top Corners Rounded 17">
                <a:extLst>
                  <a:ext uri="{FF2B5EF4-FFF2-40B4-BE49-F238E27FC236}">
                    <a16:creationId xmlns:a16="http://schemas.microsoft.com/office/drawing/2014/main" id="{7A5DCB43-2941-C501-005D-D8C7020EC7B1}"/>
                  </a:ext>
                </a:extLst>
              </p:cNvPr>
              <p:cNvSpPr/>
              <p:nvPr/>
            </p:nvSpPr>
            <p:spPr>
              <a:xfrm rot="16200000">
                <a:off x="-969291" y="3478661"/>
                <a:ext cx="4228422" cy="1800000"/>
              </a:xfrm>
              <a:prstGeom prst="round2SameRect">
                <a:avLst>
                  <a:gd name="adj1" fmla="val 9917"/>
                  <a:gd name="adj2" fmla="val 0"/>
                </a:avLst>
              </a:prstGeom>
              <a:gradFill>
                <a:gsLst>
                  <a:gs pos="0">
                    <a:srgbClr val="BA131A"/>
                  </a:gs>
                  <a:gs pos="100000">
                    <a:srgbClr val="CD5358"/>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0" name="Group 33">
                <a:extLst>
                  <a:ext uri="{FF2B5EF4-FFF2-40B4-BE49-F238E27FC236}">
                    <a16:creationId xmlns:a16="http://schemas.microsoft.com/office/drawing/2014/main" id="{ADBD8617-1FD0-D1B2-DAC5-1147644D1E49}"/>
                  </a:ext>
                </a:extLst>
              </p:cNvPr>
              <p:cNvGrpSpPr/>
              <p:nvPr/>
            </p:nvGrpSpPr>
            <p:grpSpPr>
              <a:xfrm>
                <a:off x="235683" y="3602181"/>
                <a:ext cx="11700000" cy="0"/>
                <a:chOff x="235683" y="3870036"/>
                <a:chExt cx="11700000" cy="0"/>
              </a:xfrm>
            </p:grpSpPr>
            <p:cxnSp>
              <p:nvCxnSpPr>
                <p:cNvPr id="11" name="Straight Connector 20">
                  <a:extLst>
                    <a:ext uri="{FF2B5EF4-FFF2-40B4-BE49-F238E27FC236}">
                      <a16:creationId xmlns:a16="http://schemas.microsoft.com/office/drawing/2014/main" id="{6B5F8591-4177-5961-6121-3F9D94873ABA}"/>
                    </a:ext>
                  </a:extLst>
                </p:cNvPr>
                <p:cNvCxnSpPr>
                  <a:cxnSpLocks/>
                </p:cNvCxnSpPr>
                <p:nvPr/>
              </p:nvCxnSpPr>
              <p:spPr>
                <a:xfrm>
                  <a:off x="235683" y="3870036"/>
                  <a:ext cx="180000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31">
                  <a:extLst>
                    <a:ext uri="{FF2B5EF4-FFF2-40B4-BE49-F238E27FC236}">
                      <a16:creationId xmlns:a16="http://schemas.microsoft.com/office/drawing/2014/main" id="{2B5F28A9-76A2-FD14-490D-2C51B5AA44A8}"/>
                    </a:ext>
                  </a:extLst>
                </p:cNvPr>
                <p:cNvCxnSpPr>
                  <a:cxnSpLocks/>
                </p:cNvCxnSpPr>
                <p:nvPr/>
              </p:nvCxnSpPr>
              <p:spPr>
                <a:xfrm>
                  <a:off x="2035683" y="3870036"/>
                  <a:ext cx="9900000" cy="0"/>
                </a:xfrm>
                <a:prstGeom prst="line">
                  <a:avLst/>
                </a:prstGeom>
                <a:ln w="25400">
                  <a:gradFill>
                    <a:gsLst>
                      <a:gs pos="0">
                        <a:srgbClr val="CD5358"/>
                      </a:gs>
                      <a:gs pos="100000">
                        <a:srgbClr val="BA131A"/>
                      </a:gs>
                    </a:gsLst>
                    <a:lin ang="8400000" scaled="0"/>
                  </a:gradFill>
                </a:ln>
              </p:spPr>
              <p:style>
                <a:lnRef idx="1">
                  <a:schemeClr val="accent1"/>
                </a:lnRef>
                <a:fillRef idx="0">
                  <a:schemeClr val="accent1"/>
                </a:fillRef>
                <a:effectRef idx="0">
                  <a:schemeClr val="accent1"/>
                </a:effectRef>
                <a:fontRef idx="minor">
                  <a:schemeClr val="tx1"/>
                </a:fontRef>
              </p:style>
            </p:cxnSp>
          </p:grpSp>
          <p:grpSp>
            <p:nvGrpSpPr>
              <p:cNvPr id="13" name="Group 34">
                <a:extLst>
                  <a:ext uri="{FF2B5EF4-FFF2-40B4-BE49-F238E27FC236}">
                    <a16:creationId xmlns:a16="http://schemas.microsoft.com/office/drawing/2014/main" id="{2B501693-529C-6851-D39D-BD11135B48AA}"/>
                  </a:ext>
                </a:extLst>
              </p:cNvPr>
              <p:cNvGrpSpPr/>
              <p:nvPr/>
            </p:nvGrpSpPr>
            <p:grpSpPr>
              <a:xfrm>
                <a:off x="235683" y="4068618"/>
                <a:ext cx="11690763" cy="0"/>
                <a:chOff x="244920" y="4548909"/>
                <a:chExt cx="11690763" cy="0"/>
              </a:xfrm>
            </p:grpSpPr>
            <p:cxnSp>
              <p:nvCxnSpPr>
                <p:cNvPr id="14" name="Straight Connector 22">
                  <a:extLst>
                    <a:ext uri="{FF2B5EF4-FFF2-40B4-BE49-F238E27FC236}">
                      <a16:creationId xmlns:a16="http://schemas.microsoft.com/office/drawing/2014/main" id="{9486C7DA-54A3-5BC1-E116-4E9A4FC48344}"/>
                    </a:ext>
                  </a:extLst>
                </p:cNvPr>
                <p:cNvCxnSpPr>
                  <a:cxnSpLocks/>
                </p:cNvCxnSpPr>
                <p:nvPr/>
              </p:nvCxnSpPr>
              <p:spPr>
                <a:xfrm>
                  <a:off x="244920" y="4548909"/>
                  <a:ext cx="180000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32">
                  <a:extLst>
                    <a:ext uri="{FF2B5EF4-FFF2-40B4-BE49-F238E27FC236}">
                      <a16:creationId xmlns:a16="http://schemas.microsoft.com/office/drawing/2014/main" id="{514904B4-1BD5-15CB-D775-DD0C14DFE63F}"/>
                    </a:ext>
                  </a:extLst>
                </p:cNvPr>
                <p:cNvCxnSpPr>
                  <a:cxnSpLocks/>
                </p:cNvCxnSpPr>
                <p:nvPr/>
              </p:nvCxnSpPr>
              <p:spPr>
                <a:xfrm>
                  <a:off x="2035683" y="4548909"/>
                  <a:ext cx="9900000" cy="0"/>
                </a:xfrm>
                <a:prstGeom prst="line">
                  <a:avLst/>
                </a:prstGeom>
                <a:ln w="25400">
                  <a:gradFill>
                    <a:gsLst>
                      <a:gs pos="0">
                        <a:srgbClr val="CD5358"/>
                      </a:gs>
                      <a:gs pos="100000">
                        <a:srgbClr val="BA131A"/>
                      </a:gs>
                    </a:gsLst>
                    <a:lin ang="8400000" scaled="0"/>
                  </a:gradFill>
                </a:ln>
              </p:spPr>
              <p:style>
                <a:lnRef idx="1">
                  <a:schemeClr val="accent1"/>
                </a:lnRef>
                <a:fillRef idx="0">
                  <a:schemeClr val="accent1"/>
                </a:fillRef>
                <a:effectRef idx="0">
                  <a:schemeClr val="accent1"/>
                </a:effectRef>
                <a:fontRef idx="minor">
                  <a:schemeClr val="tx1"/>
                </a:fontRef>
              </p:style>
            </p:cxnSp>
          </p:grpSp>
          <p:grpSp>
            <p:nvGrpSpPr>
              <p:cNvPr id="16" name="Group 130">
                <a:extLst>
                  <a:ext uri="{FF2B5EF4-FFF2-40B4-BE49-F238E27FC236}">
                    <a16:creationId xmlns:a16="http://schemas.microsoft.com/office/drawing/2014/main" id="{536E94CB-8A9E-7EF8-13AC-15D77D79A637}"/>
                  </a:ext>
                </a:extLst>
              </p:cNvPr>
              <p:cNvGrpSpPr/>
              <p:nvPr/>
            </p:nvGrpSpPr>
            <p:grpSpPr>
              <a:xfrm>
                <a:off x="3888510" y="1740535"/>
                <a:ext cx="0" cy="4733863"/>
                <a:chOff x="3888510" y="1740535"/>
                <a:chExt cx="0" cy="4733863"/>
              </a:xfrm>
            </p:grpSpPr>
            <p:cxnSp>
              <p:nvCxnSpPr>
                <p:cNvPr id="17" name="Straight Connector 24">
                  <a:extLst>
                    <a:ext uri="{FF2B5EF4-FFF2-40B4-BE49-F238E27FC236}">
                      <a16:creationId xmlns:a16="http://schemas.microsoft.com/office/drawing/2014/main" id="{6F89EC30-F9A2-DA1A-AA0D-5B5FB5BF0089}"/>
                    </a:ext>
                  </a:extLst>
                </p:cNvPr>
                <p:cNvCxnSpPr>
                  <a:cxnSpLocks/>
                </p:cNvCxnSpPr>
                <p:nvPr/>
              </p:nvCxnSpPr>
              <p:spPr>
                <a:xfrm>
                  <a:off x="3888510"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41">
                  <a:extLst>
                    <a:ext uri="{FF2B5EF4-FFF2-40B4-BE49-F238E27FC236}">
                      <a16:creationId xmlns:a16="http://schemas.microsoft.com/office/drawing/2014/main" id="{21C7B5AF-D83F-F84D-1E58-FAB34D8304C0}"/>
                    </a:ext>
                  </a:extLst>
                </p:cNvPr>
                <p:cNvCxnSpPr>
                  <a:cxnSpLocks/>
                </p:cNvCxnSpPr>
                <p:nvPr/>
              </p:nvCxnSpPr>
              <p:spPr>
                <a:xfrm>
                  <a:off x="3888510" y="2268696"/>
                  <a:ext cx="0" cy="4205702"/>
                </a:xfrm>
                <a:prstGeom prst="line">
                  <a:avLst/>
                </a:prstGeom>
                <a:ln w="25400">
                  <a:gradFill>
                    <a:gsLst>
                      <a:gs pos="0">
                        <a:srgbClr val="CD5358"/>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19" name="Group 129">
                <a:extLst>
                  <a:ext uri="{FF2B5EF4-FFF2-40B4-BE49-F238E27FC236}">
                    <a16:creationId xmlns:a16="http://schemas.microsoft.com/office/drawing/2014/main" id="{9960C587-9A50-71D1-75E8-476AA076559C}"/>
                  </a:ext>
                </a:extLst>
              </p:cNvPr>
              <p:cNvGrpSpPr/>
              <p:nvPr/>
            </p:nvGrpSpPr>
            <p:grpSpPr>
              <a:xfrm>
                <a:off x="5938131" y="1740535"/>
                <a:ext cx="0" cy="4733863"/>
                <a:chOff x="5938131" y="1740535"/>
                <a:chExt cx="0" cy="4733863"/>
              </a:xfrm>
            </p:grpSpPr>
            <p:cxnSp>
              <p:nvCxnSpPr>
                <p:cNvPr id="20" name="Straight Connector 25">
                  <a:extLst>
                    <a:ext uri="{FF2B5EF4-FFF2-40B4-BE49-F238E27FC236}">
                      <a16:creationId xmlns:a16="http://schemas.microsoft.com/office/drawing/2014/main" id="{635E5082-2952-2FFC-4971-33C8334BB549}"/>
                    </a:ext>
                  </a:extLst>
                </p:cNvPr>
                <p:cNvCxnSpPr>
                  <a:cxnSpLocks/>
                </p:cNvCxnSpPr>
                <p:nvPr/>
              </p:nvCxnSpPr>
              <p:spPr>
                <a:xfrm>
                  <a:off x="5938131"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44">
                  <a:extLst>
                    <a:ext uri="{FF2B5EF4-FFF2-40B4-BE49-F238E27FC236}">
                      <a16:creationId xmlns:a16="http://schemas.microsoft.com/office/drawing/2014/main" id="{0614BADA-6DFE-3F1A-3122-7C9F63EAA9C5}"/>
                    </a:ext>
                  </a:extLst>
                </p:cNvPr>
                <p:cNvCxnSpPr>
                  <a:cxnSpLocks/>
                </p:cNvCxnSpPr>
                <p:nvPr/>
              </p:nvCxnSpPr>
              <p:spPr>
                <a:xfrm>
                  <a:off x="5938131" y="2268696"/>
                  <a:ext cx="0" cy="4205702"/>
                </a:xfrm>
                <a:prstGeom prst="line">
                  <a:avLst/>
                </a:prstGeom>
                <a:ln w="25400">
                  <a:gradFill>
                    <a:gsLst>
                      <a:gs pos="0">
                        <a:srgbClr val="CD5358"/>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22" name="Group 128">
                <a:extLst>
                  <a:ext uri="{FF2B5EF4-FFF2-40B4-BE49-F238E27FC236}">
                    <a16:creationId xmlns:a16="http://schemas.microsoft.com/office/drawing/2014/main" id="{FAD1C23F-35F8-EF3E-6FDF-59E1B13A033A}"/>
                  </a:ext>
                </a:extLst>
              </p:cNvPr>
              <p:cNvGrpSpPr/>
              <p:nvPr/>
            </p:nvGrpSpPr>
            <p:grpSpPr>
              <a:xfrm>
                <a:off x="7989635" y="1740535"/>
                <a:ext cx="0" cy="4733863"/>
                <a:chOff x="7989635" y="1740535"/>
                <a:chExt cx="0" cy="4733863"/>
              </a:xfrm>
            </p:grpSpPr>
            <p:cxnSp>
              <p:nvCxnSpPr>
                <p:cNvPr id="23" name="Straight Connector 26">
                  <a:extLst>
                    <a:ext uri="{FF2B5EF4-FFF2-40B4-BE49-F238E27FC236}">
                      <a16:creationId xmlns:a16="http://schemas.microsoft.com/office/drawing/2014/main" id="{D7953742-D7D9-9E24-1B19-9D10B29E9768}"/>
                    </a:ext>
                  </a:extLst>
                </p:cNvPr>
                <p:cNvCxnSpPr>
                  <a:cxnSpLocks/>
                </p:cNvCxnSpPr>
                <p:nvPr/>
              </p:nvCxnSpPr>
              <p:spPr>
                <a:xfrm>
                  <a:off x="7989635"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45">
                  <a:extLst>
                    <a:ext uri="{FF2B5EF4-FFF2-40B4-BE49-F238E27FC236}">
                      <a16:creationId xmlns:a16="http://schemas.microsoft.com/office/drawing/2014/main" id="{CDCAA906-DC08-1FA6-C70F-2274FA619F71}"/>
                    </a:ext>
                  </a:extLst>
                </p:cNvPr>
                <p:cNvCxnSpPr>
                  <a:cxnSpLocks/>
                </p:cNvCxnSpPr>
                <p:nvPr/>
              </p:nvCxnSpPr>
              <p:spPr>
                <a:xfrm>
                  <a:off x="7989635" y="2268696"/>
                  <a:ext cx="0" cy="4205702"/>
                </a:xfrm>
                <a:prstGeom prst="line">
                  <a:avLst/>
                </a:prstGeom>
                <a:ln w="25400">
                  <a:gradFill>
                    <a:gsLst>
                      <a:gs pos="0">
                        <a:srgbClr val="CD5358"/>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25" name="Group 127">
                <a:extLst>
                  <a:ext uri="{FF2B5EF4-FFF2-40B4-BE49-F238E27FC236}">
                    <a16:creationId xmlns:a16="http://schemas.microsoft.com/office/drawing/2014/main" id="{CDDD269F-F86E-4C22-690A-2A08D7B6CF60}"/>
                  </a:ext>
                </a:extLst>
              </p:cNvPr>
              <p:cNvGrpSpPr/>
              <p:nvPr/>
            </p:nvGrpSpPr>
            <p:grpSpPr>
              <a:xfrm>
                <a:off x="10037373" y="1740535"/>
                <a:ext cx="0" cy="4733863"/>
                <a:chOff x="10037373" y="1740535"/>
                <a:chExt cx="0" cy="4733863"/>
              </a:xfrm>
            </p:grpSpPr>
            <p:cxnSp>
              <p:nvCxnSpPr>
                <p:cNvPr id="26" name="Straight Connector 27">
                  <a:extLst>
                    <a:ext uri="{FF2B5EF4-FFF2-40B4-BE49-F238E27FC236}">
                      <a16:creationId xmlns:a16="http://schemas.microsoft.com/office/drawing/2014/main" id="{EBE7E06C-AA84-E8CD-6388-7C35F2457D3E}"/>
                    </a:ext>
                  </a:extLst>
                </p:cNvPr>
                <p:cNvCxnSpPr>
                  <a:cxnSpLocks/>
                </p:cNvCxnSpPr>
                <p:nvPr/>
              </p:nvCxnSpPr>
              <p:spPr>
                <a:xfrm>
                  <a:off x="10037373"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46">
                  <a:extLst>
                    <a:ext uri="{FF2B5EF4-FFF2-40B4-BE49-F238E27FC236}">
                      <a16:creationId xmlns:a16="http://schemas.microsoft.com/office/drawing/2014/main" id="{FC8E956A-768E-1937-FC14-1D0CA5819DEC}"/>
                    </a:ext>
                  </a:extLst>
                </p:cNvPr>
                <p:cNvCxnSpPr>
                  <a:cxnSpLocks/>
                </p:cNvCxnSpPr>
                <p:nvPr/>
              </p:nvCxnSpPr>
              <p:spPr>
                <a:xfrm>
                  <a:off x="10037373" y="2268696"/>
                  <a:ext cx="0" cy="4205702"/>
                </a:xfrm>
                <a:prstGeom prst="line">
                  <a:avLst/>
                </a:prstGeom>
                <a:ln w="25400">
                  <a:gradFill>
                    <a:gsLst>
                      <a:gs pos="0">
                        <a:srgbClr val="CD5358"/>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sp>
          <p:nvSpPr>
            <p:cNvPr id="28" name="TextBox 51">
              <a:extLst>
                <a:ext uri="{FF2B5EF4-FFF2-40B4-BE49-F238E27FC236}">
                  <a16:creationId xmlns:a16="http://schemas.microsoft.com/office/drawing/2014/main" id="{64FBED34-F024-9913-B467-C1B5EF452F09}"/>
                </a:ext>
              </a:extLst>
            </p:cNvPr>
            <p:cNvSpPr txBox="1"/>
            <p:nvPr/>
          </p:nvSpPr>
          <p:spPr>
            <a:xfrm>
              <a:off x="268966" y="2803598"/>
              <a:ext cx="1733535" cy="387068"/>
            </a:xfrm>
            <a:prstGeom prst="rect">
              <a:avLst/>
            </a:prstGeom>
          </p:spPr>
          <p:txBody>
            <a:bodyPr vert="horz" wrap="none" lIns="91440" tIns="45720" rIns="91440" bIns="45720" rtlCol="0" anchor="ctr">
              <a:normAutofit/>
            </a:bodyPr>
            <a:lstStyle/>
            <a:p>
              <a:pPr algn="l"/>
              <a:endParaRPr lang="fr-FR"/>
            </a:p>
          </p:txBody>
        </p:sp>
        <p:sp>
          <p:nvSpPr>
            <p:cNvPr id="29" name="TextBox 53">
              <a:extLst>
                <a:ext uri="{FF2B5EF4-FFF2-40B4-BE49-F238E27FC236}">
                  <a16:creationId xmlns:a16="http://schemas.microsoft.com/office/drawing/2014/main" id="{74EC9DFD-8593-45CF-928F-5AD928E099EC}"/>
                </a:ext>
              </a:extLst>
            </p:cNvPr>
            <p:cNvSpPr txBox="1"/>
            <p:nvPr/>
          </p:nvSpPr>
          <p:spPr>
            <a:xfrm>
              <a:off x="236052" y="2946158"/>
              <a:ext cx="1807592" cy="487619"/>
            </a:xfrm>
            <a:prstGeom prst="rect">
              <a:avLst/>
            </a:prstGeom>
          </p:spPr>
          <p:txBody>
            <a:bodyPr vert="horz" wrap="none" lIns="91440" tIns="45720" rIns="91440" bIns="45720" rtlCol="0" anchor="ctr">
              <a:normAutofit/>
            </a:bodyPr>
            <a:lstStyle/>
            <a:p>
              <a:pPr algn="ctr"/>
              <a:r>
                <a:rPr lang="fr-FR" sz="1381">
                  <a:solidFill>
                    <a:schemeClr val="bg1"/>
                  </a:solidFill>
                  <a:latin typeface="+mj-lt"/>
                </a:rPr>
                <a:t>Phase d’analyse</a:t>
              </a:r>
            </a:p>
          </p:txBody>
        </p:sp>
        <p:sp>
          <p:nvSpPr>
            <p:cNvPr id="30" name="TextBox 54">
              <a:extLst>
                <a:ext uri="{FF2B5EF4-FFF2-40B4-BE49-F238E27FC236}">
                  <a16:creationId xmlns:a16="http://schemas.microsoft.com/office/drawing/2014/main" id="{FEFCDB6E-FE82-D464-315E-91DA19673FB6}"/>
                </a:ext>
              </a:extLst>
            </p:cNvPr>
            <p:cNvSpPr txBox="1"/>
            <p:nvPr/>
          </p:nvSpPr>
          <p:spPr>
            <a:xfrm>
              <a:off x="223376" y="3772629"/>
              <a:ext cx="1807592" cy="487619"/>
            </a:xfrm>
            <a:prstGeom prst="rect">
              <a:avLst/>
            </a:prstGeom>
          </p:spPr>
          <p:txBody>
            <a:bodyPr vert="horz" wrap="none" lIns="91440" tIns="45720" rIns="91440" bIns="45720" rtlCol="0" anchor="ctr">
              <a:normAutofit/>
            </a:bodyPr>
            <a:lstStyle/>
            <a:p>
              <a:pPr algn="ctr"/>
              <a:r>
                <a:rPr lang="fr-FR" sz="1381">
                  <a:solidFill>
                    <a:schemeClr val="bg1"/>
                  </a:solidFill>
                  <a:latin typeface="+mj-lt"/>
                </a:rPr>
                <a:t>Phase de lancement</a:t>
              </a:r>
            </a:p>
          </p:txBody>
        </p:sp>
        <p:sp>
          <p:nvSpPr>
            <p:cNvPr id="31" name="TextBox 57">
              <a:extLst>
                <a:ext uri="{FF2B5EF4-FFF2-40B4-BE49-F238E27FC236}">
                  <a16:creationId xmlns:a16="http://schemas.microsoft.com/office/drawing/2014/main" id="{9A53E0E0-0417-31A5-EC9F-B545BF1AA51A}"/>
                </a:ext>
              </a:extLst>
            </p:cNvPr>
            <p:cNvSpPr txBox="1"/>
            <p:nvPr/>
          </p:nvSpPr>
          <p:spPr>
            <a:xfrm>
              <a:off x="241123" y="4830717"/>
              <a:ext cx="1807592" cy="819602"/>
            </a:xfrm>
            <a:prstGeom prst="rect">
              <a:avLst/>
            </a:prstGeom>
          </p:spPr>
          <p:txBody>
            <a:bodyPr vert="horz" wrap="none" lIns="91440" tIns="45720" rIns="91440" bIns="45720" rtlCol="0" anchor="ctr">
              <a:normAutofit/>
            </a:bodyPr>
            <a:lstStyle/>
            <a:p>
              <a:pPr algn="ctr"/>
              <a:r>
                <a:rPr lang="fr-FR" sz="1381">
                  <a:solidFill>
                    <a:schemeClr val="bg1"/>
                  </a:solidFill>
                  <a:latin typeface="+mj-lt"/>
                </a:rPr>
                <a:t>Phase</a:t>
              </a:r>
            </a:p>
            <a:p>
              <a:pPr algn="ctr"/>
              <a:r>
                <a:rPr lang="fr-FR" sz="1381">
                  <a:solidFill>
                    <a:schemeClr val="bg1"/>
                  </a:solidFill>
                  <a:latin typeface="+mj-lt"/>
                </a:rPr>
                <a:t>d’</a:t>
              </a:r>
              <a:r>
                <a:rPr lang="fr-FR" sz="1381" err="1">
                  <a:solidFill>
                    <a:schemeClr val="bg1"/>
                  </a:solidFill>
                  <a:latin typeface="+mj-lt"/>
                </a:rPr>
                <a:t>implementation</a:t>
              </a:r>
              <a:endParaRPr lang="fr-FR" sz="1381">
                <a:solidFill>
                  <a:schemeClr val="bg1"/>
                </a:solidFill>
                <a:latin typeface="+mj-lt"/>
              </a:endParaRPr>
            </a:p>
          </p:txBody>
        </p:sp>
        <p:sp>
          <p:nvSpPr>
            <p:cNvPr id="32" name="TextBox 58">
              <a:extLst>
                <a:ext uri="{FF2B5EF4-FFF2-40B4-BE49-F238E27FC236}">
                  <a16:creationId xmlns:a16="http://schemas.microsoft.com/office/drawing/2014/main" id="{5A3F7CEA-09CF-B407-F105-0A94557A9699}"/>
                </a:ext>
              </a:extLst>
            </p:cNvPr>
            <p:cNvSpPr txBox="1"/>
            <p:nvPr/>
          </p:nvSpPr>
          <p:spPr>
            <a:xfrm>
              <a:off x="2070180" y="1949116"/>
              <a:ext cx="1807592" cy="388803"/>
            </a:xfrm>
            <a:prstGeom prst="rect">
              <a:avLst/>
            </a:prstGeom>
          </p:spPr>
          <p:txBody>
            <a:bodyPr vert="horz" wrap="none" lIns="91440" tIns="45720" rIns="91440" bIns="45720" rtlCol="0" anchor="ctr">
              <a:normAutofit/>
            </a:bodyPr>
            <a:lstStyle/>
            <a:p>
              <a:pPr algn="ctr"/>
              <a:r>
                <a:rPr lang="fr-FR" sz="1381">
                  <a:solidFill>
                    <a:schemeClr val="bg1"/>
                  </a:solidFill>
                  <a:latin typeface="+mj-lt"/>
                </a:rPr>
                <a:t>Chef de projet</a:t>
              </a:r>
            </a:p>
          </p:txBody>
        </p:sp>
        <p:sp>
          <p:nvSpPr>
            <p:cNvPr id="33" name="TextBox 59">
              <a:extLst>
                <a:ext uri="{FF2B5EF4-FFF2-40B4-BE49-F238E27FC236}">
                  <a16:creationId xmlns:a16="http://schemas.microsoft.com/office/drawing/2014/main" id="{55BF1076-D8A9-795B-D2D3-6A6361C01AE4}"/>
                </a:ext>
              </a:extLst>
            </p:cNvPr>
            <p:cNvSpPr txBox="1"/>
            <p:nvPr/>
          </p:nvSpPr>
          <p:spPr>
            <a:xfrm>
              <a:off x="4027425" y="1949116"/>
              <a:ext cx="1807592" cy="388803"/>
            </a:xfrm>
            <a:prstGeom prst="rect">
              <a:avLst/>
            </a:prstGeom>
          </p:spPr>
          <p:txBody>
            <a:bodyPr vert="horz" wrap="none" lIns="91440" tIns="45720" rIns="91440" bIns="45720" rtlCol="0" anchor="ctr">
              <a:normAutofit/>
            </a:bodyPr>
            <a:lstStyle/>
            <a:p>
              <a:pPr algn="ctr"/>
              <a:r>
                <a:rPr lang="fr-FR" sz="1381">
                  <a:solidFill>
                    <a:schemeClr val="bg1"/>
                  </a:solidFill>
                  <a:latin typeface="+mj-lt"/>
                </a:rPr>
                <a:t>Analyste d'affaires</a:t>
              </a:r>
            </a:p>
          </p:txBody>
        </p:sp>
        <p:sp>
          <p:nvSpPr>
            <p:cNvPr id="34" name="TextBox 60">
              <a:extLst>
                <a:ext uri="{FF2B5EF4-FFF2-40B4-BE49-F238E27FC236}">
                  <a16:creationId xmlns:a16="http://schemas.microsoft.com/office/drawing/2014/main" id="{2B90F0D7-7C1C-3ECC-F5EB-87C82E77CD88}"/>
                </a:ext>
              </a:extLst>
            </p:cNvPr>
            <p:cNvSpPr txBox="1"/>
            <p:nvPr/>
          </p:nvSpPr>
          <p:spPr>
            <a:xfrm>
              <a:off x="6075162" y="1949116"/>
              <a:ext cx="1807592" cy="388803"/>
            </a:xfrm>
            <a:prstGeom prst="rect">
              <a:avLst/>
            </a:prstGeom>
          </p:spPr>
          <p:txBody>
            <a:bodyPr vert="horz" wrap="none" lIns="91440" tIns="45720" rIns="91440" bIns="45720" rtlCol="0" anchor="ctr">
              <a:normAutofit/>
            </a:bodyPr>
            <a:lstStyle/>
            <a:p>
              <a:pPr algn="ctr"/>
              <a:r>
                <a:rPr lang="fr-FR" sz="1381">
                  <a:solidFill>
                    <a:schemeClr val="bg1"/>
                  </a:solidFill>
                  <a:latin typeface="+mj-lt"/>
                </a:rPr>
                <a:t>Configurateur</a:t>
              </a:r>
            </a:p>
          </p:txBody>
        </p:sp>
        <p:sp>
          <p:nvSpPr>
            <p:cNvPr id="35" name="TextBox 61">
              <a:extLst>
                <a:ext uri="{FF2B5EF4-FFF2-40B4-BE49-F238E27FC236}">
                  <a16:creationId xmlns:a16="http://schemas.microsoft.com/office/drawing/2014/main" id="{DE62E9DA-5A6E-39FD-D45B-58F48D31BDCF}"/>
                </a:ext>
              </a:extLst>
            </p:cNvPr>
            <p:cNvSpPr txBox="1"/>
            <p:nvPr/>
          </p:nvSpPr>
          <p:spPr>
            <a:xfrm>
              <a:off x="8130539" y="1949116"/>
              <a:ext cx="1807592" cy="388803"/>
            </a:xfrm>
            <a:prstGeom prst="rect">
              <a:avLst/>
            </a:prstGeom>
          </p:spPr>
          <p:txBody>
            <a:bodyPr vert="horz" wrap="none" lIns="91440" tIns="45720" rIns="91440" bIns="45720" rtlCol="0" anchor="ctr">
              <a:normAutofit/>
            </a:bodyPr>
            <a:lstStyle/>
            <a:p>
              <a:pPr algn="ctr"/>
              <a:r>
                <a:rPr lang="fr-FR" sz="1381">
                  <a:solidFill>
                    <a:schemeClr val="bg1"/>
                  </a:solidFill>
                  <a:latin typeface="+mj-lt"/>
                </a:rPr>
                <a:t>Développeur</a:t>
              </a:r>
            </a:p>
          </p:txBody>
        </p:sp>
        <p:sp>
          <p:nvSpPr>
            <p:cNvPr id="36" name="TextBox 63">
              <a:extLst>
                <a:ext uri="{FF2B5EF4-FFF2-40B4-BE49-F238E27FC236}">
                  <a16:creationId xmlns:a16="http://schemas.microsoft.com/office/drawing/2014/main" id="{3C275B32-2CA8-2B1F-8F65-77E1896E6C9A}"/>
                </a:ext>
              </a:extLst>
            </p:cNvPr>
            <p:cNvSpPr txBox="1"/>
            <p:nvPr/>
          </p:nvSpPr>
          <p:spPr>
            <a:xfrm>
              <a:off x="10107855" y="1949116"/>
              <a:ext cx="1807592" cy="388803"/>
            </a:xfrm>
            <a:prstGeom prst="rect">
              <a:avLst/>
            </a:prstGeom>
          </p:spPr>
          <p:txBody>
            <a:bodyPr vert="horz" wrap="none" lIns="91440" tIns="45720" rIns="91440" bIns="45720" rtlCol="0" anchor="ctr">
              <a:normAutofit/>
            </a:bodyPr>
            <a:lstStyle/>
            <a:p>
              <a:pPr algn="ctr"/>
              <a:r>
                <a:rPr lang="fr-FR" sz="1381">
                  <a:solidFill>
                    <a:schemeClr val="bg1"/>
                  </a:solidFill>
                  <a:latin typeface="+mj-lt"/>
                </a:rPr>
                <a:t>Architecte</a:t>
              </a:r>
            </a:p>
          </p:txBody>
        </p:sp>
        <p:sp>
          <p:nvSpPr>
            <p:cNvPr id="37" name="TextBox 65">
              <a:extLst>
                <a:ext uri="{FF2B5EF4-FFF2-40B4-BE49-F238E27FC236}">
                  <a16:creationId xmlns:a16="http://schemas.microsoft.com/office/drawing/2014/main" id="{B088B5FA-D37E-7CC3-654B-BC3343595E0E}"/>
                </a:ext>
              </a:extLst>
            </p:cNvPr>
            <p:cNvSpPr txBox="1"/>
            <p:nvPr/>
          </p:nvSpPr>
          <p:spPr>
            <a:xfrm>
              <a:off x="2102755" y="2370283"/>
              <a:ext cx="1765401" cy="1449051"/>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920" dirty="0">
                  <a:solidFill>
                    <a:srgbClr val="223843"/>
                  </a:solidFill>
                  <a:latin typeface="+mj-lt"/>
                </a:rPr>
                <a:t>Initiation et coordination</a:t>
              </a:r>
            </a:p>
            <a:p>
              <a:pPr marL="171450" indent="-171450">
                <a:lnSpc>
                  <a:spcPct val="150000"/>
                </a:lnSpc>
                <a:buFont typeface="Arial" panose="020B0604020202020204" pitchFamily="34" charset="0"/>
                <a:buChar char="•"/>
              </a:pPr>
              <a:r>
                <a:rPr lang="fr-FR" sz="920" dirty="0">
                  <a:solidFill>
                    <a:srgbClr val="223843"/>
                  </a:solidFill>
                  <a:latin typeface="+mj-lt"/>
                </a:rPr>
                <a:t>Documentation et communication</a:t>
              </a:r>
            </a:p>
            <a:p>
              <a:pPr marL="171450" indent="-171450">
                <a:lnSpc>
                  <a:spcPct val="150000"/>
                </a:lnSpc>
                <a:buFont typeface="Arial" panose="020B0604020202020204" pitchFamily="34" charset="0"/>
                <a:buChar char="•"/>
              </a:pPr>
              <a:r>
                <a:rPr lang="fr-FR" sz="920" dirty="0">
                  <a:solidFill>
                    <a:srgbClr val="223843"/>
                  </a:solidFill>
                  <a:latin typeface="+mj-lt"/>
                </a:rPr>
                <a:t>Planification et estimation</a:t>
              </a:r>
            </a:p>
          </p:txBody>
        </p:sp>
        <p:sp>
          <p:nvSpPr>
            <p:cNvPr id="38" name="TextBox 67">
              <a:extLst>
                <a:ext uri="{FF2B5EF4-FFF2-40B4-BE49-F238E27FC236}">
                  <a16:creationId xmlns:a16="http://schemas.microsoft.com/office/drawing/2014/main" id="{9FB6BF71-383B-14BD-129A-5DF7DEAA030C}"/>
                </a:ext>
              </a:extLst>
            </p:cNvPr>
            <p:cNvSpPr txBox="1"/>
            <p:nvPr/>
          </p:nvSpPr>
          <p:spPr>
            <a:xfrm>
              <a:off x="2101897" y="3711680"/>
              <a:ext cx="1743801" cy="577081"/>
            </a:xfrm>
            <a:prstGeom prst="rect">
              <a:avLst/>
            </a:prstGeom>
            <a:noFill/>
          </p:spPr>
          <p:txBody>
            <a:bodyPr wrap="square">
              <a:spAutoFit/>
            </a:bodyPr>
            <a:lstStyle/>
            <a:p>
              <a:pPr marL="171450" indent="-171450">
                <a:buFont typeface="Arial" panose="020B0604020202020204" pitchFamily="34" charset="0"/>
                <a:buChar char="•"/>
              </a:pPr>
              <a:r>
                <a:rPr lang="fr-FR" sz="966" i="0">
                  <a:solidFill>
                    <a:srgbClr val="223843"/>
                  </a:solidFill>
                  <a:effectLst/>
                  <a:latin typeface="+mj-lt"/>
                </a:rPr>
                <a:t>Planification et coordination des tâches</a:t>
              </a:r>
            </a:p>
          </p:txBody>
        </p:sp>
        <p:sp>
          <p:nvSpPr>
            <p:cNvPr id="39" name="TextBox 68">
              <a:extLst>
                <a:ext uri="{FF2B5EF4-FFF2-40B4-BE49-F238E27FC236}">
                  <a16:creationId xmlns:a16="http://schemas.microsoft.com/office/drawing/2014/main" id="{77773CCA-CD93-430C-C444-D3DFF0EF94F5}"/>
                </a:ext>
              </a:extLst>
            </p:cNvPr>
            <p:cNvSpPr txBox="1"/>
            <p:nvPr/>
          </p:nvSpPr>
          <p:spPr>
            <a:xfrm>
              <a:off x="2146715" y="4177057"/>
              <a:ext cx="1750845" cy="2240742"/>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966" i="0">
                  <a:solidFill>
                    <a:srgbClr val="223843"/>
                  </a:solidFill>
                  <a:effectLst/>
                  <a:latin typeface="+mj-lt"/>
                </a:rPr>
                <a:t>Surveillance et réunions de projet</a:t>
              </a:r>
            </a:p>
            <a:p>
              <a:pPr marL="171450" indent="-171450">
                <a:lnSpc>
                  <a:spcPct val="150000"/>
                </a:lnSpc>
                <a:buFont typeface="Arial" panose="020B0604020202020204" pitchFamily="34" charset="0"/>
                <a:buChar char="•"/>
              </a:pPr>
              <a:r>
                <a:rPr lang="fr-FR" sz="966" i="0">
                  <a:solidFill>
                    <a:srgbClr val="223843"/>
                  </a:solidFill>
                  <a:effectLst/>
                  <a:latin typeface="+mj-lt"/>
                </a:rPr>
                <a:t>Gestion des délais</a:t>
              </a:r>
            </a:p>
            <a:p>
              <a:pPr marL="171450" indent="-171450">
                <a:lnSpc>
                  <a:spcPct val="150000"/>
                </a:lnSpc>
                <a:buFont typeface="Arial" panose="020B0604020202020204" pitchFamily="34" charset="0"/>
                <a:buChar char="•"/>
              </a:pPr>
              <a:r>
                <a:rPr lang="fr-FR" sz="966" i="0">
                  <a:solidFill>
                    <a:srgbClr val="223843"/>
                  </a:solidFill>
                  <a:effectLst/>
                  <a:latin typeface="+mj-lt"/>
                </a:rPr>
                <a:t>Réunions et validation</a:t>
              </a:r>
            </a:p>
            <a:p>
              <a:pPr marL="171450" indent="-171450">
                <a:lnSpc>
                  <a:spcPct val="150000"/>
                </a:lnSpc>
                <a:buFont typeface="Arial" panose="020B0604020202020204" pitchFamily="34" charset="0"/>
                <a:buChar char="•"/>
              </a:pPr>
              <a:r>
                <a:rPr lang="fr-FR" sz="966" i="0">
                  <a:solidFill>
                    <a:srgbClr val="223843"/>
                  </a:solidFill>
                  <a:effectLst/>
                  <a:latin typeface="+mj-lt"/>
                </a:rPr>
                <a:t>Support et communication</a:t>
              </a:r>
            </a:p>
            <a:p>
              <a:pPr marL="171450" indent="-171450">
                <a:lnSpc>
                  <a:spcPct val="150000"/>
                </a:lnSpc>
                <a:buFont typeface="Arial" panose="020B0604020202020204" pitchFamily="34" charset="0"/>
                <a:buChar char="•"/>
              </a:pPr>
              <a:r>
                <a:rPr lang="fr-FR" sz="966" i="0">
                  <a:solidFill>
                    <a:srgbClr val="223843"/>
                  </a:solidFill>
                  <a:effectLst/>
                  <a:latin typeface="+mj-lt"/>
                </a:rPr>
                <a:t>Tests et rapports</a:t>
              </a:r>
            </a:p>
            <a:p>
              <a:pPr marL="171450" indent="-171450">
                <a:lnSpc>
                  <a:spcPct val="150000"/>
                </a:lnSpc>
                <a:buFont typeface="Arial" panose="020B0604020202020204" pitchFamily="34" charset="0"/>
                <a:buChar char="•"/>
              </a:pPr>
              <a:r>
                <a:rPr lang="fr-FR" sz="966" i="0">
                  <a:solidFill>
                    <a:srgbClr val="223843"/>
                  </a:solidFill>
                  <a:effectLst/>
                  <a:latin typeface="+mj-lt"/>
                </a:rPr>
                <a:t>Implication dans le comité de pilotage</a:t>
              </a:r>
            </a:p>
          </p:txBody>
        </p:sp>
        <p:sp>
          <p:nvSpPr>
            <p:cNvPr id="40" name="TextBox 118">
              <a:extLst>
                <a:ext uri="{FF2B5EF4-FFF2-40B4-BE49-F238E27FC236}">
                  <a16:creationId xmlns:a16="http://schemas.microsoft.com/office/drawing/2014/main" id="{400C9838-ECB1-9F7E-E4B6-8A4B1917DB3B}"/>
                </a:ext>
              </a:extLst>
            </p:cNvPr>
            <p:cNvSpPr txBox="1"/>
            <p:nvPr/>
          </p:nvSpPr>
          <p:spPr>
            <a:xfrm>
              <a:off x="3981304" y="2370283"/>
              <a:ext cx="1927423" cy="1274580"/>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966">
                  <a:solidFill>
                    <a:srgbClr val="223843"/>
                  </a:solidFill>
                  <a:latin typeface="+mj-lt"/>
                </a:rPr>
                <a:t>Découverte et analyse</a:t>
              </a:r>
            </a:p>
            <a:p>
              <a:pPr marL="171450" indent="-171450">
                <a:lnSpc>
                  <a:spcPct val="150000"/>
                </a:lnSpc>
                <a:buFont typeface="Arial" panose="020B0604020202020204" pitchFamily="34" charset="0"/>
                <a:buChar char="•"/>
              </a:pPr>
              <a:r>
                <a:rPr lang="fr-FR" sz="966">
                  <a:solidFill>
                    <a:srgbClr val="223843"/>
                  </a:solidFill>
                  <a:latin typeface="+mj-lt"/>
                </a:rPr>
                <a:t>Architecture fonctionnelle</a:t>
              </a:r>
            </a:p>
            <a:p>
              <a:pPr marL="171450" indent="-171450">
                <a:lnSpc>
                  <a:spcPct val="150000"/>
                </a:lnSpc>
                <a:buFont typeface="Arial" panose="020B0604020202020204" pitchFamily="34" charset="0"/>
                <a:buChar char="•"/>
              </a:pPr>
              <a:r>
                <a:rPr lang="fr-FR" sz="966">
                  <a:solidFill>
                    <a:srgbClr val="223843"/>
                  </a:solidFill>
                  <a:latin typeface="+mj-lt"/>
                </a:rPr>
                <a:t>Communication et planification</a:t>
              </a:r>
              <a:endParaRPr lang="en-US" sz="966">
                <a:solidFill>
                  <a:srgbClr val="223843"/>
                </a:solidFill>
                <a:latin typeface="+mj-lt"/>
              </a:endParaRPr>
            </a:p>
          </p:txBody>
        </p:sp>
        <p:sp>
          <p:nvSpPr>
            <p:cNvPr id="41" name="TextBox 119">
              <a:extLst>
                <a:ext uri="{FF2B5EF4-FFF2-40B4-BE49-F238E27FC236}">
                  <a16:creationId xmlns:a16="http://schemas.microsoft.com/office/drawing/2014/main" id="{66828F41-6DB0-1E6D-AC3D-FACD83932196}"/>
                </a:ext>
              </a:extLst>
            </p:cNvPr>
            <p:cNvSpPr txBox="1"/>
            <p:nvPr/>
          </p:nvSpPr>
          <p:spPr>
            <a:xfrm>
              <a:off x="4031698" y="3711680"/>
              <a:ext cx="1893784" cy="415498"/>
            </a:xfrm>
            <a:prstGeom prst="rect">
              <a:avLst/>
            </a:prstGeom>
            <a:noFill/>
          </p:spPr>
          <p:txBody>
            <a:bodyPr wrap="square">
              <a:spAutoFit/>
            </a:bodyPr>
            <a:lstStyle/>
            <a:p>
              <a:pPr marL="171450" indent="-171450">
                <a:buFont typeface="Arial" panose="020B0604020202020204" pitchFamily="34" charset="0"/>
                <a:buChar char="•"/>
              </a:pPr>
              <a:r>
                <a:rPr lang="fr-FR" sz="966" i="0">
                  <a:solidFill>
                    <a:srgbClr val="223843"/>
                  </a:solidFill>
                  <a:effectLst/>
                  <a:latin typeface="+mj-lt"/>
                </a:rPr>
                <a:t>Description des tâches et délégation</a:t>
              </a:r>
            </a:p>
          </p:txBody>
        </p:sp>
        <p:sp>
          <p:nvSpPr>
            <p:cNvPr id="42" name="TextBox 120">
              <a:extLst>
                <a:ext uri="{FF2B5EF4-FFF2-40B4-BE49-F238E27FC236}">
                  <a16:creationId xmlns:a16="http://schemas.microsoft.com/office/drawing/2014/main" id="{6171AF88-94A6-31F5-A858-A6E2F1D8C245}"/>
                </a:ext>
              </a:extLst>
            </p:cNvPr>
            <p:cNvSpPr txBox="1"/>
            <p:nvPr/>
          </p:nvSpPr>
          <p:spPr>
            <a:xfrm>
              <a:off x="3981303" y="4177057"/>
              <a:ext cx="2044325" cy="1755994"/>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966" i="0">
                  <a:solidFill>
                    <a:srgbClr val="223843"/>
                  </a:solidFill>
                  <a:effectLst/>
                  <a:latin typeface="+mj-lt"/>
                </a:rPr>
                <a:t>Spécification et développement</a:t>
              </a:r>
            </a:p>
            <a:p>
              <a:pPr marL="171450" indent="-171450">
                <a:lnSpc>
                  <a:spcPct val="150000"/>
                </a:lnSpc>
                <a:buFont typeface="Arial" panose="020B0604020202020204" pitchFamily="34" charset="0"/>
                <a:buChar char="•"/>
              </a:pPr>
              <a:r>
                <a:rPr lang="fr-FR" sz="966" i="0">
                  <a:solidFill>
                    <a:srgbClr val="223843"/>
                  </a:solidFill>
                  <a:effectLst/>
                  <a:latin typeface="+mj-lt"/>
                </a:rPr>
                <a:t>Test et validation</a:t>
              </a:r>
            </a:p>
            <a:p>
              <a:pPr marL="171450" indent="-171450">
                <a:lnSpc>
                  <a:spcPct val="150000"/>
                </a:lnSpc>
                <a:buFont typeface="Arial" panose="020B0604020202020204" pitchFamily="34" charset="0"/>
                <a:buChar char="•"/>
              </a:pPr>
              <a:r>
                <a:rPr lang="fr-FR" sz="966" i="0">
                  <a:solidFill>
                    <a:srgbClr val="223843"/>
                  </a:solidFill>
                  <a:effectLst/>
                  <a:latin typeface="+mj-lt"/>
                </a:rPr>
                <a:t>Réunions et communication</a:t>
              </a:r>
            </a:p>
            <a:p>
              <a:pPr marL="171450" indent="-171450">
                <a:lnSpc>
                  <a:spcPct val="150000"/>
                </a:lnSpc>
                <a:buFont typeface="Arial" panose="020B0604020202020204" pitchFamily="34" charset="0"/>
                <a:buChar char="•"/>
              </a:pPr>
              <a:r>
                <a:rPr lang="fr-FR" sz="966" i="0">
                  <a:solidFill>
                    <a:srgbClr val="223843"/>
                  </a:solidFill>
                  <a:effectLst/>
                  <a:latin typeface="+mj-lt"/>
                </a:rPr>
                <a:t>Gestion des retours</a:t>
              </a:r>
            </a:p>
            <a:p>
              <a:pPr marL="171450" indent="-171450">
                <a:lnSpc>
                  <a:spcPct val="150000"/>
                </a:lnSpc>
                <a:buFont typeface="Arial" panose="020B0604020202020204" pitchFamily="34" charset="0"/>
                <a:buChar char="•"/>
              </a:pPr>
              <a:r>
                <a:rPr lang="fr-FR" sz="966" i="0">
                  <a:solidFill>
                    <a:srgbClr val="223843"/>
                  </a:solidFill>
                  <a:effectLst/>
                  <a:latin typeface="+mj-lt"/>
                </a:rPr>
                <a:t>Formation et support</a:t>
              </a:r>
            </a:p>
            <a:p>
              <a:pPr marL="171450" indent="-171450">
                <a:lnSpc>
                  <a:spcPct val="150000"/>
                </a:lnSpc>
                <a:buFont typeface="Arial" panose="020B0604020202020204" pitchFamily="34" charset="0"/>
                <a:buChar char="•"/>
              </a:pPr>
              <a:r>
                <a:rPr lang="fr-FR" sz="966" i="0">
                  <a:solidFill>
                    <a:srgbClr val="223843"/>
                  </a:solidFill>
                  <a:effectLst/>
                  <a:latin typeface="+mj-lt"/>
                </a:rPr>
                <a:t>Plan de test</a:t>
              </a:r>
              <a:endParaRPr lang="en-US" sz="966" i="0">
                <a:solidFill>
                  <a:srgbClr val="223843"/>
                </a:solidFill>
                <a:effectLst/>
                <a:latin typeface="+mj-lt"/>
              </a:endParaRPr>
            </a:p>
          </p:txBody>
        </p:sp>
        <p:sp>
          <p:nvSpPr>
            <p:cNvPr id="43" name="TextBox 121">
              <a:extLst>
                <a:ext uri="{FF2B5EF4-FFF2-40B4-BE49-F238E27FC236}">
                  <a16:creationId xmlns:a16="http://schemas.microsoft.com/office/drawing/2014/main" id="{90023310-EE00-1512-7631-8F80C75A3AEB}"/>
                </a:ext>
              </a:extLst>
            </p:cNvPr>
            <p:cNvSpPr txBox="1"/>
            <p:nvPr/>
          </p:nvSpPr>
          <p:spPr>
            <a:xfrm>
              <a:off x="6029041" y="2370283"/>
              <a:ext cx="1927421" cy="786497"/>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966">
                  <a:solidFill>
                    <a:srgbClr val="223843"/>
                  </a:solidFill>
                  <a:latin typeface="+mj-lt"/>
                </a:rPr>
                <a:t>Support à l'initiation</a:t>
              </a:r>
            </a:p>
            <a:p>
              <a:pPr marL="171450" indent="-171450">
                <a:lnSpc>
                  <a:spcPct val="150000"/>
                </a:lnSpc>
                <a:buFont typeface="Arial" panose="020B0604020202020204" pitchFamily="34" charset="0"/>
                <a:buChar char="•"/>
              </a:pPr>
              <a:r>
                <a:rPr lang="fr-FR" sz="966">
                  <a:solidFill>
                    <a:srgbClr val="223843"/>
                  </a:solidFill>
                  <a:latin typeface="+mj-lt"/>
                </a:rPr>
                <a:t>Collaboration sur l'emploi du temps</a:t>
              </a:r>
            </a:p>
          </p:txBody>
        </p:sp>
        <p:sp>
          <p:nvSpPr>
            <p:cNvPr id="44" name="TextBox 122">
              <a:extLst>
                <a:ext uri="{FF2B5EF4-FFF2-40B4-BE49-F238E27FC236}">
                  <a16:creationId xmlns:a16="http://schemas.microsoft.com/office/drawing/2014/main" id="{6C5C980C-A5E2-D09E-1C6E-278E610A183B}"/>
                </a:ext>
              </a:extLst>
            </p:cNvPr>
            <p:cNvSpPr txBox="1"/>
            <p:nvPr/>
          </p:nvSpPr>
          <p:spPr>
            <a:xfrm>
              <a:off x="8076778" y="2370283"/>
              <a:ext cx="1821441" cy="786497"/>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966">
                  <a:solidFill>
                    <a:srgbClr val="223843"/>
                  </a:solidFill>
                  <a:latin typeface="+mj-lt"/>
                </a:rPr>
                <a:t>Estimation des tâches</a:t>
              </a:r>
            </a:p>
            <a:p>
              <a:pPr marL="171450" indent="-171450">
                <a:lnSpc>
                  <a:spcPct val="150000"/>
                </a:lnSpc>
                <a:buFont typeface="Arial" panose="020B0604020202020204" pitchFamily="34" charset="0"/>
                <a:buChar char="•"/>
              </a:pPr>
              <a:r>
                <a:rPr lang="fr-FR" sz="966">
                  <a:solidFill>
                    <a:srgbClr val="223843"/>
                  </a:solidFill>
                  <a:latin typeface="+mj-lt"/>
                </a:rPr>
                <a:t>Assistance dans la planification du projet</a:t>
              </a:r>
            </a:p>
          </p:txBody>
        </p:sp>
        <p:sp>
          <p:nvSpPr>
            <p:cNvPr id="45" name="TextBox 123">
              <a:extLst>
                <a:ext uri="{FF2B5EF4-FFF2-40B4-BE49-F238E27FC236}">
                  <a16:creationId xmlns:a16="http://schemas.microsoft.com/office/drawing/2014/main" id="{F3A4D539-4225-A0A7-9F2C-845464F93325}"/>
                </a:ext>
              </a:extLst>
            </p:cNvPr>
            <p:cNvSpPr txBox="1"/>
            <p:nvPr/>
          </p:nvSpPr>
          <p:spPr>
            <a:xfrm>
              <a:off x="10058917" y="2370283"/>
              <a:ext cx="1821441" cy="1271245"/>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966">
                  <a:solidFill>
                    <a:srgbClr val="223843"/>
                  </a:solidFill>
                  <a:latin typeface="+mj-lt"/>
                </a:rPr>
                <a:t>Conception de solution technique</a:t>
              </a:r>
            </a:p>
            <a:p>
              <a:pPr marL="171450" indent="-171450">
                <a:lnSpc>
                  <a:spcPct val="150000"/>
                </a:lnSpc>
                <a:buFont typeface="Arial" panose="020B0604020202020204" pitchFamily="34" charset="0"/>
                <a:buChar char="•"/>
              </a:pPr>
              <a:r>
                <a:rPr lang="fr-FR" sz="966">
                  <a:solidFill>
                    <a:srgbClr val="223843"/>
                  </a:solidFill>
                  <a:latin typeface="+mj-lt"/>
                </a:rPr>
                <a:t>Évaluation des tâches</a:t>
              </a:r>
            </a:p>
            <a:p>
              <a:pPr marL="171450" indent="-171450">
                <a:lnSpc>
                  <a:spcPct val="150000"/>
                </a:lnSpc>
                <a:buFont typeface="Arial" panose="020B0604020202020204" pitchFamily="34" charset="0"/>
                <a:buChar char="•"/>
              </a:pPr>
              <a:r>
                <a:rPr lang="fr-FR" sz="966">
                  <a:solidFill>
                    <a:srgbClr val="223843"/>
                  </a:solidFill>
                  <a:latin typeface="+mj-lt"/>
                </a:rPr>
                <a:t>Assistance dans la planification du projet</a:t>
              </a:r>
            </a:p>
          </p:txBody>
        </p:sp>
        <p:sp>
          <p:nvSpPr>
            <p:cNvPr id="46" name="TextBox 124">
              <a:extLst>
                <a:ext uri="{FF2B5EF4-FFF2-40B4-BE49-F238E27FC236}">
                  <a16:creationId xmlns:a16="http://schemas.microsoft.com/office/drawing/2014/main" id="{3D8C84C8-D414-E135-1A28-926ECCE6C54F}"/>
                </a:ext>
              </a:extLst>
            </p:cNvPr>
            <p:cNvSpPr txBox="1"/>
            <p:nvPr/>
          </p:nvSpPr>
          <p:spPr>
            <a:xfrm>
              <a:off x="6029040" y="4177057"/>
              <a:ext cx="1971699" cy="1271245"/>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966" i="0">
                  <a:solidFill>
                    <a:srgbClr val="223843"/>
                  </a:solidFill>
                  <a:effectLst/>
                  <a:latin typeface="+mj-lt"/>
                </a:rPr>
                <a:t>Configuration logicielle</a:t>
              </a:r>
            </a:p>
            <a:p>
              <a:pPr marL="171450" indent="-171450">
                <a:lnSpc>
                  <a:spcPct val="150000"/>
                </a:lnSpc>
                <a:buFont typeface="Arial" panose="020B0604020202020204" pitchFamily="34" charset="0"/>
                <a:buChar char="•"/>
              </a:pPr>
              <a:r>
                <a:rPr lang="fr-FR" sz="966" i="0">
                  <a:solidFill>
                    <a:srgbClr val="223843"/>
                  </a:solidFill>
                  <a:effectLst/>
                  <a:latin typeface="+mj-lt"/>
                </a:rPr>
                <a:t>Gestion et support des données</a:t>
              </a:r>
            </a:p>
            <a:p>
              <a:pPr marL="171450" indent="-171450">
                <a:lnSpc>
                  <a:spcPct val="150000"/>
                </a:lnSpc>
                <a:buFont typeface="Arial" panose="020B0604020202020204" pitchFamily="34" charset="0"/>
                <a:buChar char="•"/>
              </a:pPr>
              <a:r>
                <a:rPr lang="fr-FR" sz="966" i="0">
                  <a:solidFill>
                    <a:srgbClr val="223843"/>
                  </a:solidFill>
                  <a:effectLst/>
                  <a:latin typeface="+mj-lt"/>
                </a:rPr>
                <a:t>Assistance dans diverses tâches</a:t>
              </a:r>
              <a:endParaRPr lang="fr-FR" sz="966">
                <a:solidFill>
                  <a:srgbClr val="223843"/>
                </a:solidFill>
                <a:latin typeface="+mj-lt"/>
              </a:endParaRPr>
            </a:p>
          </p:txBody>
        </p:sp>
        <p:sp>
          <p:nvSpPr>
            <p:cNvPr id="47" name="TextBox 125">
              <a:extLst>
                <a:ext uri="{FF2B5EF4-FFF2-40B4-BE49-F238E27FC236}">
                  <a16:creationId xmlns:a16="http://schemas.microsoft.com/office/drawing/2014/main" id="{01A01706-8043-7C94-E769-ECFE1C9BFCD6}"/>
                </a:ext>
              </a:extLst>
            </p:cNvPr>
            <p:cNvSpPr txBox="1"/>
            <p:nvPr/>
          </p:nvSpPr>
          <p:spPr>
            <a:xfrm>
              <a:off x="8076776" y="4177057"/>
              <a:ext cx="1960596" cy="1513619"/>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966" i="0">
                  <a:solidFill>
                    <a:srgbClr val="223843"/>
                  </a:solidFill>
                  <a:effectLst/>
                  <a:latin typeface="+mj-lt"/>
                </a:rPr>
                <a:t>Installation de logiciels</a:t>
              </a:r>
            </a:p>
            <a:p>
              <a:pPr marL="171450" indent="-171450">
                <a:lnSpc>
                  <a:spcPct val="150000"/>
                </a:lnSpc>
                <a:buFont typeface="Arial" panose="020B0604020202020204" pitchFamily="34" charset="0"/>
                <a:buChar char="•"/>
              </a:pPr>
              <a:r>
                <a:rPr lang="fr-FR" sz="966" i="0">
                  <a:solidFill>
                    <a:srgbClr val="223843"/>
                  </a:solidFill>
                  <a:effectLst/>
                  <a:latin typeface="+mj-lt"/>
                </a:rPr>
                <a:t>Personnalisation et développement</a:t>
              </a:r>
            </a:p>
            <a:p>
              <a:pPr marL="171450" indent="-171450">
                <a:lnSpc>
                  <a:spcPct val="150000"/>
                </a:lnSpc>
                <a:buFont typeface="Arial" panose="020B0604020202020204" pitchFamily="34" charset="0"/>
                <a:buChar char="•"/>
              </a:pPr>
              <a:r>
                <a:rPr lang="fr-FR" sz="966" i="0">
                  <a:solidFill>
                    <a:srgbClr val="223843"/>
                  </a:solidFill>
                  <a:effectLst/>
                  <a:latin typeface="+mj-lt"/>
                </a:rPr>
                <a:t>Gestion des données</a:t>
              </a:r>
            </a:p>
            <a:p>
              <a:pPr marL="171450" indent="-171450">
                <a:lnSpc>
                  <a:spcPct val="150000"/>
                </a:lnSpc>
                <a:buFont typeface="Arial" panose="020B0604020202020204" pitchFamily="34" charset="0"/>
                <a:buChar char="•"/>
              </a:pPr>
              <a:r>
                <a:rPr lang="fr-FR" sz="966" i="0">
                  <a:solidFill>
                    <a:srgbClr val="223843"/>
                  </a:solidFill>
                  <a:effectLst/>
                  <a:latin typeface="+mj-lt"/>
                </a:rPr>
                <a:t>Support et formation</a:t>
              </a:r>
            </a:p>
            <a:p>
              <a:pPr marL="171450" indent="-171450">
                <a:lnSpc>
                  <a:spcPct val="150000"/>
                </a:lnSpc>
                <a:buFont typeface="Arial" panose="020B0604020202020204" pitchFamily="34" charset="0"/>
                <a:buChar char="•"/>
              </a:pPr>
              <a:r>
                <a:rPr lang="fr-FR" sz="966" i="0">
                  <a:solidFill>
                    <a:srgbClr val="223843"/>
                  </a:solidFill>
                  <a:effectLst/>
                  <a:latin typeface="+mj-lt"/>
                </a:rPr>
                <a:t>Supervision technique</a:t>
              </a:r>
              <a:endParaRPr lang="fr-FR" sz="966">
                <a:solidFill>
                  <a:srgbClr val="223843"/>
                </a:solidFill>
                <a:latin typeface="+mj-lt"/>
              </a:endParaRPr>
            </a:p>
          </p:txBody>
        </p:sp>
        <p:sp>
          <p:nvSpPr>
            <p:cNvPr id="48" name="TextBox 126">
              <a:extLst>
                <a:ext uri="{FF2B5EF4-FFF2-40B4-BE49-F238E27FC236}">
                  <a16:creationId xmlns:a16="http://schemas.microsoft.com/office/drawing/2014/main" id="{85F140A2-F52F-DA19-932A-82CD2E0E4D3D}"/>
                </a:ext>
              </a:extLst>
            </p:cNvPr>
            <p:cNvSpPr txBox="1"/>
            <p:nvPr/>
          </p:nvSpPr>
          <p:spPr>
            <a:xfrm>
              <a:off x="10113411" y="4177057"/>
              <a:ext cx="1821441" cy="1028871"/>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966" i="0">
                  <a:solidFill>
                    <a:srgbClr val="223843"/>
                  </a:solidFill>
                  <a:effectLst/>
                  <a:latin typeface="+mj-lt"/>
                </a:rPr>
                <a:t>Spécification technique</a:t>
              </a:r>
            </a:p>
            <a:p>
              <a:pPr marL="171450" indent="-171450">
                <a:lnSpc>
                  <a:spcPct val="150000"/>
                </a:lnSpc>
                <a:buFont typeface="Arial" panose="020B0604020202020204" pitchFamily="34" charset="0"/>
                <a:buChar char="•"/>
              </a:pPr>
              <a:r>
                <a:rPr lang="fr-FR" sz="966" i="0">
                  <a:solidFill>
                    <a:srgbClr val="223843"/>
                  </a:solidFill>
                  <a:effectLst/>
                  <a:latin typeface="+mj-lt"/>
                </a:rPr>
                <a:t>Assistance lors des réunions avec les vous</a:t>
              </a:r>
            </a:p>
            <a:p>
              <a:pPr marL="171450" indent="-171450">
                <a:lnSpc>
                  <a:spcPct val="150000"/>
                </a:lnSpc>
                <a:buFont typeface="Arial" panose="020B0604020202020204" pitchFamily="34" charset="0"/>
                <a:buChar char="•"/>
              </a:pPr>
              <a:r>
                <a:rPr lang="fr-FR" sz="966" i="0">
                  <a:solidFill>
                    <a:srgbClr val="223843"/>
                  </a:solidFill>
                  <a:effectLst/>
                  <a:latin typeface="+mj-lt"/>
                </a:rPr>
                <a:t>Support</a:t>
              </a:r>
              <a:endParaRPr lang="fr-FR" sz="966">
                <a:solidFill>
                  <a:srgbClr val="223843"/>
                </a:solidFill>
                <a:latin typeface="+mj-lt"/>
              </a:endParaRPr>
            </a:p>
          </p:txBody>
        </p:sp>
      </p:gr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776693BB-AA83-4072-9715-AA9BC0D4E25C}"/>
              </a:ext>
            </a:extLst>
          </p:cNvPr>
          <p:cNvSpPr>
            <a:spLocks noGrp="1"/>
          </p:cNvSpPr>
          <p:nvPr>
            <p:ph type="title"/>
          </p:nvPr>
        </p:nvSpPr>
        <p:spPr/>
        <p:txBody>
          <a:bodyPr/>
          <a:lstStyle/>
          <a:p>
            <a:pPr/>
            <a:r>
              <a:t>DÉMONSTRATION</a:t>
            </a:r>
          </a:p>
        </p:txBody>
      </p:sp>
      <p:sp>
        <p:nvSpPr>
          <p:cNvPr id="3" name="Espace réservé du texte 2">
            <a:extLst>
              <a:ext uri="{FF2B5EF4-FFF2-40B4-BE49-F238E27FC236}">
                <a16:creationId xmlns:a16="http://schemas.microsoft.com/office/drawing/2014/main" id="{AA14A04B-EBD5-902B-4F33-B256D611E2F1}"/>
              </a:ext>
            </a:extLst>
          </p:cNvPr>
          <p:cNvSpPr>
            <a:spLocks noGrp="1"/>
          </p:cNvSpPr>
          <p:nvPr>
            <p:ph type="body" idx="1"/>
          </p:nvPr>
        </p:nvSpPr>
        <p:spPr/>
        <p:txBody>
          <a:bodyPr/>
          <a:lstStyle/>
          <a:p>
            <a:pPr/>
            <a:r>
              <a:t>02</a:t>
            </a:r>
            <a:endParaRPr lang="en-US"/>
          </a:p>
        </p:txBody>
      </p:sp>
      <p:sp>
        <p:nvSpPr>
          <p:cNvPr id="5" name="Espace réservé du texte 4">
            <a:extLst>
              <a:ext uri="{FF2B5EF4-FFF2-40B4-BE49-F238E27FC236}">
                <a16:creationId xmlns:a16="http://schemas.microsoft.com/office/drawing/2014/main" id="{2A347D23-6373-2C86-5BFE-EAFA7C15BEE8}"/>
              </a:ext>
            </a:extLst>
          </p:cNvPr>
          <p:cNvSpPr>
            <a:spLocks noGrp="1"/>
          </p:cNvSpPr>
          <p:nvPr>
            <p:ph type="body" sz="quarter" idx="13"/>
          </p:nvPr>
        </p:nvSpPr>
        <p:spPr/>
        <p:txBody>
          <a:bodyPr/>
          <a:lstStyle/>
          <a:p>
            <a:pPr/>
            <a:r>
              <a:t>UN LOGICIEL, UNE SUCCESS STORY</a:t>
            </a:r>
            <a:endParaRPr lang="en-US"/>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776693BB-AA83-4072-9715-AA9BC0D4E25C}"/>
              </a:ext>
            </a:extLst>
          </p:cNvPr>
          <p:cNvSpPr>
            <a:spLocks noGrp="1"/>
          </p:cNvSpPr>
          <p:nvPr>
            <p:ph type="title"/>
          </p:nvPr>
        </p:nvSpPr>
        <p:spPr/>
        <p:txBody>
          <a:bodyPr/>
          <a:lstStyle/>
          <a:p>
            <a:pPr/>
            <a:r>
              <a:t>NOTRE VISION</a:t>
            </a:r>
            <a:br/>
            <a:r>
              <a:t>D’UN PROJET RÉUSSI</a:t>
            </a:r>
          </a:p>
        </p:txBody>
      </p:sp>
      <p:sp>
        <p:nvSpPr>
          <p:cNvPr id="3" name="Espace réservé du texte 2">
            <a:extLst>
              <a:ext uri="{FF2B5EF4-FFF2-40B4-BE49-F238E27FC236}">
                <a16:creationId xmlns:a16="http://schemas.microsoft.com/office/drawing/2014/main" id="{AA14A04B-EBD5-902B-4F33-B256D611E2F1}"/>
              </a:ext>
            </a:extLst>
          </p:cNvPr>
          <p:cNvSpPr>
            <a:spLocks noGrp="1"/>
          </p:cNvSpPr>
          <p:nvPr>
            <p:ph type="body" idx="1"/>
          </p:nvPr>
        </p:nvSpPr>
        <p:spPr/>
        <p:txBody>
          <a:bodyPr/>
          <a:lstStyle/>
          <a:p>
            <a:pPr/>
            <a:r>
              <a:t>03</a:t>
            </a:r>
            <a:endParaRPr lang="en-US"/>
          </a:p>
        </p:txBody>
      </p:sp>
      <p:sp>
        <p:nvSpPr>
          <p:cNvPr id="5" name="Espace réservé du texte 4">
            <a:extLst>
              <a:ext uri="{FF2B5EF4-FFF2-40B4-BE49-F238E27FC236}">
                <a16:creationId xmlns:a16="http://schemas.microsoft.com/office/drawing/2014/main" id="{2A347D23-6373-2C86-5BFE-EAFA7C15BEE8}"/>
              </a:ext>
            </a:extLst>
          </p:cNvPr>
          <p:cNvSpPr>
            <a:spLocks noGrp="1"/>
          </p:cNvSpPr>
          <p:nvPr>
            <p:ph type="body" sz="quarter" idx="13"/>
          </p:nvPr>
        </p:nvSpPr>
        <p:spPr/>
        <p:txBody>
          <a:bodyPr/>
          <a:lstStyle/>
          <a:p>
            <a:pPr/>
            <a:r>
              <a:t>VISION</a:t>
            </a:r>
            <a:endParaRPr lang="en-US"/>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F67CD525-38C5-F409-B0C0-BADBBABBBEB2}"/>
              </a:ext>
            </a:extLst>
          </p:cNvPr>
          <p:cNvSpPr>
            <a:spLocks noGrp="1"/>
          </p:cNvSpPr>
          <p:nvPr>
            <p:ph type="title"/>
          </p:nvPr>
        </p:nvSpPr>
        <p:spPr/>
        <p:txBody>
          <a:bodyPr/>
          <a:lstStyle/>
          <a:p>
            <a:pPr/>
            <a:r>
              <a:t>SOYEZ EN LIGNE RAPIDEMENT</a:t>
            </a:r>
          </a:p>
        </p:txBody>
      </p:sp>
      <p:sp>
        <p:nvSpPr>
          <p:cNvPr id="3" name="Espace réservé du texte 2">
            <a:extLst>
              <a:ext uri="{FF2B5EF4-FFF2-40B4-BE49-F238E27FC236}">
                <a16:creationId xmlns:a16="http://schemas.microsoft.com/office/drawing/2014/main" id="{6D7EBAF3-0B92-9D29-9863-12271A2426DB}"/>
              </a:ext>
            </a:extLst>
          </p:cNvPr>
          <p:cNvSpPr>
            <a:spLocks noGrp="1"/>
          </p:cNvSpPr>
          <p:nvPr>
            <p:ph type="body" sz="quarter" idx="20"/>
          </p:nvPr>
        </p:nvSpPr>
        <p:spPr/>
        <p:txBody>
          <a:bodyPr/>
          <a:lstStyle/>
          <a:p>
            <a:pPr/>
            <a:r>
              <a:t>2</a:t>
            </a:r>
            <a:endParaRPr lang="en-US"/>
          </a:p>
        </p:txBody>
      </p:sp>
      <p:sp>
        <p:nvSpPr>
          <p:cNvPr id="4" name="Espace réservé du texte 3">
            <a:extLst>
              <a:ext uri="{FF2B5EF4-FFF2-40B4-BE49-F238E27FC236}">
                <a16:creationId xmlns:a16="http://schemas.microsoft.com/office/drawing/2014/main" id="{32BF135C-83BC-556F-3D04-AF47FD898F22}"/>
              </a:ext>
            </a:extLst>
          </p:cNvPr>
          <p:cNvSpPr>
            <a:spLocks noGrp="1"/>
          </p:cNvSpPr>
          <p:nvPr>
            <p:ph type="body" sz="quarter" idx="21"/>
          </p:nvPr>
        </p:nvSpPr>
        <p:spPr/>
        <p:txBody>
          <a:bodyPr/>
          <a:lstStyle/>
          <a:p>
            <a:pPr/>
            <a:r>
              <a:t>APPROCHE</a:t>
            </a:r>
            <a:endParaRPr lang="en-US"/>
          </a:p>
          <a:p>
            <a:pPr/>
            <a:r>
              <a:t>MVP</a:t>
            </a:r>
          </a:p>
        </p:txBody>
      </p:sp>
      <p:sp>
        <p:nvSpPr>
          <p:cNvPr id="6" name="Espace réservé du texte 5">
            <a:extLst>
              <a:ext uri="{FF2B5EF4-FFF2-40B4-BE49-F238E27FC236}">
                <a16:creationId xmlns:a16="http://schemas.microsoft.com/office/drawing/2014/main" id="{229E4294-47B8-A93E-3C02-F2E64761DA0B}"/>
              </a:ext>
            </a:extLst>
          </p:cNvPr>
          <p:cNvSpPr>
            <a:spLocks noGrp="1"/>
          </p:cNvSpPr>
          <p:nvPr>
            <p:ph type="body" sz="quarter" idx="13"/>
          </p:nvPr>
        </p:nvSpPr>
        <p:spPr/>
        <p:txBody>
          <a:bodyPr/>
          <a:lstStyle/>
          <a:p>
            <a:pPr/>
            <a:r>
              <a:t>VISION</a:t>
            </a:r>
            <a:endParaRPr lang="en-US"/>
          </a:p>
        </p:txBody>
      </p:sp>
      <p:sp>
        <p:nvSpPr>
          <p:cNvPr id="7" name="Espace réservé du texte 6">
            <a:extLst>
              <a:ext uri="{FF2B5EF4-FFF2-40B4-BE49-F238E27FC236}">
                <a16:creationId xmlns:a16="http://schemas.microsoft.com/office/drawing/2014/main" id="{A2B09722-1122-F566-903B-B46D6808B603}"/>
              </a:ext>
            </a:extLst>
          </p:cNvPr>
          <p:cNvSpPr>
            <a:spLocks noGrp="1"/>
          </p:cNvSpPr>
          <p:nvPr>
            <p:ph type="body" sz="quarter" idx="23"/>
          </p:nvPr>
        </p:nvSpPr>
        <p:spPr/>
        <p:txBody>
          <a:bodyPr/>
          <a:lstStyle/>
          <a:p>
            <a:pPr/>
            <a:r>
              <a:t>1</a:t>
            </a:r>
            <a:endParaRPr lang="en-US"/>
          </a:p>
        </p:txBody>
      </p:sp>
      <p:sp>
        <p:nvSpPr>
          <p:cNvPr id="8" name="Espace réservé du texte 7">
            <a:extLst>
              <a:ext uri="{FF2B5EF4-FFF2-40B4-BE49-F238E27FC236}">
                <a16:creationId xmlns:a16="http://schemas.microsoft.com/office/drawing/2014/main" id="{9E6E315A-8B37-34D4-E18F-DC3A8468CEEE}"/>
              </a:ext>
            </a:extLst>
          </p:cNvPr>
          <p:cNvSpPr>
            <a:spLocks noGrp="1"/>
          </p:cNvSpPr>
          <p:nvPr>
            <p:ph type="body" sz="quarter" idx="24"/>
          </p:nvPr>
        </p:nvSpPr>
        <p:spPr/>
        <p:txBody>
          <a:bodyPr/>
          <a:lstStyle/>
          <a:p>
            <a:pPr/>
            <a:r>
              <a:t>RESTEZ PROCHE</a:t>
            </a:r>
            <a:endParaRPr lang="en-US"/>
          </a:p>
          <a:p>
            <a:pPr/>
            <a:r>
              <a:t>DES STANDARDS</a:t>
            </a:r>
          </a:p>
        </p:txBody>
      </p:sp>
      <p:sp>
        <p:nvSpPr>
          <p:cNvPr id="10" name="Espace réservé du texte 9">
            <a:extLst>
              <a:ext uri="{FF2B5EF4-FFF2-40B4-BE49-F238E27FC236}">
                <a16:creationId xmlns:a16="http://schemas.microsoft.com/office/drawing/2014/main" id="{1B15CBC4-6C68-D92C-F969-8BD5D798EC04}"/>
              </a:ext>
            </a:extLst>
          </p:cNvPr>
          <p:cNvSpPr>
            <a:spLocks noGrp="1"/>
          </p:cNvSpPr>
          <p:nvPr>
            <p:ph type="body" sz="quarter" idx="26"/>
          </p:nvPr>
        </p:nvSpPr>
        <p:spPr/>
        <p:txBody>
          <a:bodyPr/>
          <a:lstStyle/>
          <a:p>
            <a:pPr/>
            <a:r>
              <a:t>3</a:t>
            </a:r>
            <a:endParaRPr lang="en-US"/>
          </a:p>
        </p:txBody>
      </p:sp>
      <p:sp>
        <p:nvSpPr>
          <p:cNvPr id="11" name="Espace réservé du texte 10">
            <a:extLst>
              <a:ext uri="{FF2B5EF4-FFF2-40B4-BE49-F238E27FC236}">
                <a16:creationId xmlns:a16="http://schemas.microsoft.com/office/drawing/2014/main" id="{4C94FEB1-8051-5B6E-DE61-617C78130CCA}"/>
              </a:ext>
            </a:extLst>
          </p:cNvPr>
          <p:cNvSpPr>
            <a:spLocks noGrp="1"/>
          </p:cNvSpPr>
          <p:nvPr>
            <p:ph type="body" sz="quarter" idx="27"/>
          </p:nvPr>
        </p:nvSpPr>
        <p:spPr/>
        <p:txBody>
          <a:bodyPr/>
          <a:lstStyle/>
          <a:p>
            <a:pPr/>
            <a:r>
              <a:t>ANALYSE</a:t>
            </a:r>
            <a:endParaRPr lang="en-US"/>
          </a:p>
          <a:p>
            <a:pPr/>
            <a:r>
              <a:t>D’IMPLÉMENTATION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900E4526-073E-F120-3E1B-D31ADDF71B82}"/>
              </a:ext>
            </a:extLst>
          </p:cNvPr>
          <p:cNvSpPr>
            <a:spLocks noGrp="1"/>
          </p:cNvSpPr>
          <p:nvPr>
            <p:ph type="title"/>
          </p:nvPr>
        </p:nvSpPr>
        <p:spPr/>
        <p:txBody>
          <a:bodyPr/>
          <a:lstStyle/>
          <a:p>
            <a:pPr/>
            <a:r>
              <a:t>NOUS AVANÇONS ENSEMBLE TOUT AU LONG DE VOTRE PROJET !</a:t>
            </a:r>
          </a:p>
        </p:txBody>
      </p:sp>
      <p:sp>
        <p:nvSpPr>
          <p:cNvPr id="4" name="Espace réservé du texte 2">
            <a:extLst>
              <a:ext uri="{FF2B5EF4-FFF2-40B4-BE49-F238E27FC236}">
                <a16:creationId xmlns:a16="http://schemas.microsoft.com/office/drawing/2014/main" id="{F52B3274-36E0-9191-0A8E-58E717B42DAF}"/>
              </a:ext>
            </a:extLst>
          </p:cNvPr>
          <p:cNvSpPr>
            <a:spLocks noGrp="1"/>
          </p:cNvSpPr>
          <p:nvPr>
            <p:ph type="body" sz="quarter" idx="13"/>
          </p:nvPr>
        </p:nvSpPr>
        <p:spPr/>
        <p:txBody>
          <a:bodyPr/>
          <a:lstStyle/>
          <a:p>
            <a:pPr/>
            <a:r>
              <a:t>COLLABORATION</a:t>
            </a:r>
            <a:endParaRPr lang="en-US"/>
          </a:p>
        </p:txBody>
      </p:sp>
      <p:grpSp>
        <p:nvGrpSpPr>
          <p:cNvPr id="5" name="Transplant"/>
          <p:cNvGrpSpPr/>
          <p:nvPr/>
        </p:nvGrpSpPr>
        <p:grpSpPr>
          <a:xfrm>
            <a:off x="694944" y="2692939"/>
            <a:ext cx="10799064" cy="3118042"/>
            <a:chOff x="0" y="1800739"/>
            <a:chExt cx="12192000" cy="3520229"/>
          </a:xfrm>
        </p:grpSpPr>
        <p:sp>
          <p:nvSpPr>
            <p:cNvPr id="6" name="Espace réservé du texte 20">
              <a:extLst>
                <a:ext uri="{FF2B5EF4-FFF2-40B4-BE49-F238E27FC236}">
                  <a16:creationId xmlns:a16="http://schemas.microsoft.com/office/drawing/2014/main" id="{ED555D3C-C7A3-B067-076A-71E874B7EF8A}"/>
                </a:ext>
              </a:extLst>
            </p:cNvPr>
            <p:cNvSpPr txBox="1">
              <a:spLocks/>
            </p:cNvSpPr>
            <p:nvPr/>
          </p:nvSpPr>
          <p:spPr>
            <a:xfrm>
              <a:off x="0" y="1940385"/>
              <a:ext cx="4695887" cy="512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80" kern="1200">
                  <a:solidFill>
                    <a:schemeClr val="tx1"/>
                  </a:solidFill>
                  <a:latin typeface="Aptos"/>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125" kern="1200">
                  <a:solidFill>
                    <a:schemeClr val="tx1"/>
                  </a:solidFill>
                  <a:latin typeface="Apto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771" kern="1200">
                  <a:solidFill>
                    <a:schemeClr val="tx1"/>
                  </a:solidFill>
                  <a:latin typeface="Apto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Apto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Apto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9pPr>
            </a:lstStyle>
            <a:p>
              <a:pPr marL="0" indent="0" algn="r">
                <a:lnSpc>
                  <a:spcPct val="100000"/>
                </a:lnSpc>
                <a:buFont typeface="Arial" panose="020B0604020202020204" pitchFamily="34" charset="0"/>
                <a:buNone/>
              </a:pPr>
              <a:r>
                <a:rPr lang="fr-FR" sz="1771" b="1">
                  <a:latin typeface="+mn-lt"/>
                </a:rPr>
                <a:t>1 ÉQUIPE CAPTIVEA</a:t>
              </a:r>
              <a:endParaRPr lang="en-US" sz="1771" b="1">
                <a:latin typeface="+mn-lt"/>
              </a:endParaRPr>
            </a:p>
          </p:txBody>
        </p:sp>
        <p:grpSp>
          <p:nvGrpSpPr>
            <p:cNvPr id="7" name="Google Shape;10674;p75">
              <a:extLst>
                <a:ext uri="{FF2B5EF4-FFF2-40B4-BE49-F238E27FC236}">
                  <a16:creationId xmlns:a16="http://schemas.microsoft.com/office/drawing/2014/main" id="{BB0F20BA-1B63-D2B9-4C24-33997D8D112F}"/>
                </a:ext>
              </a:extLst>
            </p:cNvPr>
            <p:cNvGrpSpPr/>
            <p:nvPr/>
          </p:nvGrpSpPr>
          <p:grpSpPr>
            <a:xfrm rot="2700000">
              <a:off x="5684086" y="1800739"/>
              <a:ext cx="823825" cy="792052"/>
              <a:chOff x="4447550" y="249750"/>
              <a:chExt cx="500425" cy="481125"/>
            </a:xfrm>
            <a:gradFill rotWithShape="1">
              <a:gsLst>
                <a:gs pos="0">
                  <a:srgbClr val="BA131A"/>
                </a:gs>
                <a:gs pos="100000">
                  <a:srgbClr val="E2575D"/>
                </a:gs>
              </a:gsLst>
              <a:lin ang="2700000" scaled="1"/>
            </a:gradFill>
          </p:grpSpPr>
          <p:sp>
            <p:nvSpPr>
              <p:cNvPr id="8" name="Google Shape;10675;p75">
                <a:extLst>
                  <a:ext uri="{FF2B5EF4-FFF2-40B4-BE49-F238E27FC236}">
                    <a16:creationId xmlns:a16="http://schemas.microsoft.com/office/drawing/2014/main" id="{1E8ED490-5ED2-3D76-A08B-549F3E8B1184}"/>
                  </a:ext>
                </a:extLst>
              </p:cNvPr>
              <p:cNvSpPr/>
              <p:nvPr/>
            </p:nvSpPr>
            <p:spPr>
              <a:xfrm>
                <a:off x="4447550" y="413675"/>
                <a:ext cx="353475" cy="317200"/>
              </a:xfrm>
              <a:custGeom>
                <a:avLst/>
                <a:gdLst/>
                <a:ahLst/>
                <a:cxnLst/>
                <a:rect l="l" t="t" r="r" b="b"/>
                <a:pathLst>
                  <a:path w="14139" h="12688" extrusionOk="0">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25" b="0" i="0" u="none" strike="noStrike" kern="1200" cap="none" spc="0" normalizeH="0" baseline="0" noProof="0">
                  <a:ln>
                    <a:noFill/>
                  </a:ln>
                  <a:solidFill>
                    <a:srgbClr val="435D74"/>
                  </a:solidFill>
                  <a:effectLst/>
                  <a:uLnTx/>
                  <a:uFillTx/>
                  <a:ea typeface="+mn-ea"/>
                  <a:cs typeface="+mn-cs"/>
                </a:endParaRPr>
              </a:p>
            </p:txBody>
          </p:sp>
          <p:sp>
            <p:nvSpPr>
              <p:cNvPr id="9" name="Google Shape;10676;p75">
                <a:extLst>
                  <a:ext uri="{FF2B5EF4-FFF2-40B4-BE49-F238E27FC236}">
                    <a16:creationId xmlns:a16="http://schemas.microsoft.com/office/drawing/2014/main" id="{6E1809AB-7240-FC2D-C1A4-162B0BE91596}"/>
                  </a:ext>
                </a:extLst>
              </p:cNvPr>
              <p:cNvSpPr/>
              <p:nvPr/>
            </p:nvSpPr>
            <p:spPr>
              <a:xfrm>
                <a:off x="4589675" y="249750"/>
                <a:ext cx="358300" cy="322025"/>
              </a:xfrm>
              <a:custGeom>
                <a:avLst/>
                <a:gdLst/>
                <a:ahLst/>
                <a:cxnLst/>
                <a:rect l="l" t="t" r="r" b="b"/>
                <a:pathLst>
                  <a:path w="14332" h="12881" extrusionOk="0">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25" b="0" i="0" u="none" strike="noStrike" kern="1200" cap="none" spc="0" normalizeH="0" baseline="0" noProof="0">
                  <a:ln>
                    <a:noFill/>
                  </a:ln>
                  <a:solidFill>
                    <a:srgbClr val="435D74"/>
                  </a:solidFill>
                  <a:effectLst/>
                  <a:uLnTx/>
                  <a:uFillTx/>
                  <a:ea typeface="+mn-ea"/>
                  <a:cs typeface="+mn-cs"/>
                </a:endParaRPr>
              </a:p>
            </p:txBody>
          </p:sp>
        </p:grpSp>
        <p:sp>
          <p:nvSpPr>
            <p:cNvPr id="10" name="Espace réservé du texte 21">
              <a:extLst>
                <a:ext uri="{FF2B5EF4-FFF2-40B4-BE49-F238E27FC236}">
                  <a16:creationId xmlns:a16="http://schemas.microsoft.com/office/drawing/2014/main" id="{0ABC94A4-FEF2-25FE-4694-3379BB034174}"/>
                </a:ext>
              </a:extLst>
            </p:cNvPr>
            <p:cNvSpPr txBox="1">
              <a:spLocks/>
            </p:cNvSpPr>
            <p:nvPr/>
          </p:nvSpPr>
          <p:spPr>
            <a:xfrm>
              <a:off x="7534795" y="1940385"/>
              <a:ext cx="4657205" cy="512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80" kern="1200">
                  <a:solidFill>
                    <a:schemeClr val="tx1"/>
                  </a:solidFill>
                  <a:latin typeface="Aptos"/>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125" kern="1200">
                  <a:solidFill>
                    <a:schemeClr val="tx1"/>
                  </a:solidFill>
                  <a:latin typeface="Apto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771" kern="1200">
                  <a:solidFill>
                    <a:schemeClr val="tx1"/>
                  </a:solidFill>
                  <a:latin typeface="Apto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Apto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Apto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fr-FR" sz="1771" b="1">
                  <a:latin typeface="+mn-lt"/>
                </a:rPr>
                <a:t>1 ÉQUIPE CLIENT</a:t>
              </a:r>
              <a:endParaRPr lang="en-US" sz="1771" b="1">
                <a:latin typeface="+mn-lt"/>
              </a:endParaRPr>
            </a:p>
          </p:txBody>
        </p:sp>
        <p:sp>
          <p:nvSpPr>
            <p:cNvPr id="11" name="Google Shape;10694;p75">
              <a:extLst>
                <a:ext uri="{FF2B5EF4-FFF2-40B4-BE49-F238E27FC236}">
                  <a16:creationId xmlns:a16="http://schemas.microsoft.com/office/drawing/2014/main" id="{2FC937C4-2A4E-6249-9643-86EAAD0A6759}"/>
                </a:ext>
              </a:extLst>
            </p:cNvPr>
            <p:cNvSpPr/>
            <p:nvPr/>
          </p:nvSpPr>
          <p:spPr>
            <a:xfrm>
              <a:off x="2627810" y="3209703"/>
              <a:ext cx="840380" cy="943420"/>
            </a:xfrm>
            <a:custGeom>
              <a:avLst/>
              <a:gdLst/>
              <a:ahLst/>
              <a:cxnLst/>
              <a:rect l="l" t="t" r="r" b="b"/>
              <a:pathLst>
                <a:path w="17168" h="19273" extrusionOk="0">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rgbClr val="BA131A"/>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25" b="0" i="0" u="none" strike="noStrike" kern="1200" cap="none" spc="0" normalizeH="0" baseline="0" noProof="0">
                <a:ln>
                  <a:noFill/>
                </a:ln>
                <a:solidFill>
                  <a:prstClr val="white"/>
                </a:solidFill>
                <a:effectLst/>
                <a:uLnTx/>
                <a:uFillTx/>
                <a:ea typeface="+mn-ea"/>
                <a:cs typeface="+mn-cs"/>
              </a:endParaRPr>
            </a:p>
          </p:txBody>
        </p:sp>
        <p:sp>
          <p:nvSpPr>
            <p:cNvPr id="12" name="Google Shape;11466;p77">
              <a:extLst>
                <a:ext uri="{FF2B5EF4-FFF2-40B4-BE49-F238E27FC236}">
                  <a16:creationId xmlns:a16="http://schemas.microsoft.com/office/drawing/2014/main" id="{CB93EBD3-C4BE-45F8-55EA-8298BC9679A6}"/>
                </a:ext>
              </a:extLst>
            </p:cNvPr>
            <p:cNvSpPr/>
            <p:nvPr/>
          </p:nvSpPr>
          <p:spPr>
            <a:xfrm>
              <a:off x="5686984" y="3218629"/>
              <a:ext cx="840380" cy="943200"/>
            </a:xfrm>
            <a:custGeom>
              <a:avLst/>
              <a:gdLst/>
              <a:ahLst/>
              <a:cxnLst/>
              <a:rect l="l" t="t" r="r" b="b"/>
              <a:pathLst>
                <a:path w="12697" h="12634" extrusionOk="0">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rgbClr val="BA131A"/>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25" b="0" i="0" u="none" strike="noStrike" kern="1200" cap="none" spc="0" normalizeH="0" baseline="0" noProof="0">
                <a:ln>
                  <a:noFill/>
                </a:ln>
                <a:solidFill>
                  <a:srgbClr val="212529"/>
                </a:solidFill>
                <a:effectLst/>
                <a:uLnTx/>
                <a:uFillTx/>
                <a:ea typeface="+mn-ea"/>
                <a:cs typeface="+mn-cs"/>
              </a:endParaRPr>
            </a:p>
          </p:txBody>
        </p:sp>
        <p:grpSp>
          <p:nvGrpSpPr>
            <p:cNvPr id="13" name="Google Shape;11682;p77">
              <a:extLst>
                <a:ext uri="{FF2B5EF4-FFF2-40B4-BE49-F238E27FC236}">
                  <a16:creationId xmlns:a16="http://schemas.microsoft.com/office/drawing/2014/main" id="{B4FB20A5-3F43-282B-BCFD-5EFEC3D8946D}"/>
                </a:ext>
              </a:extLst>
            </p:cNvPr>
            <p:cNvGrpSpPr/>
            <p:nvPr/>
          </p:nvGrpSpPr>
          <p:grpSpPr>
            <a:xfrm>
              <a:off x="8746158" y="3263412"/>
              <a:ext cx="844964" cy="836002"/>
              <a:chOff x="946175" y="3619500"/>
              <a:chExt cx="296975" cy="293825"/>
            </a:xfrm>
            <a:solidFill>
              <a:srgbClr val="BA131A"/>
            </a:solidFill>
          </p:grpSpPr>
          <p:sp>
            <p:nvSpPr>
              <p:cNvPr id="14" name="Google Shape;11683;p77">
                <a:extLst>
                  <a:ext uri="{FF2B5EF4-FFF2-40B4-BE49-F238E27FC236}">
                    <a16:creationId xmlns:a16="http://schemas.microsoft.com/office/drawing/2014/main" id="{5414CAD1-4307-D639-5134-68EA8F87E1C1}"/>
                  </a:ext>
                </a:extLst>
              </p:cNvPr>
              <p:cNvSpPr/>
              <p:nvPr/>
            </p:nvSpPr>
            <p:spPr>
              <a:xfrm>
                <a:off x="963525" y="3619500"/>
                <a:ext cx="207950" cy="293825"/>
              </a:xfrm>
              <a:custGeom>
                <a:avLst/>
                <a:gdLst/>
                <a:ahLst/>
                <a:cxnLst/>
                <a:rect l="l" t="t" r="r" b="b"/>
                <a:pathLst>
                  <a:path w="8318" h="11753" extrusionOk="0">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25" b="0" i="0" u="none" strike="noStrike" kern="1200" cap="none" spc="0" normalizeH="0" baseline="0" noProof="0">
                  <a:ln>
                    <a:noFill/>
                  </a:ln>
                  <a:solidFill>
                    <a:srgbClr val="212529"/>
                  </a:solidFill>
                  <a:effectLst/>
                  <a:uLnTx/>
                  <a:uFillTx/>
                  <a:ea typeface="+mn-ea"/>
                  <a:cs typeface="+mn-cs"/>
                </a:endParaRPr>
              </a:p>
            </p:txBody>
          </p:sp>
          <p:sp>
            <p:nvSpPr>
              <p:cNvPr id="15" name="Google Shape;11684;p77">
                <a:extLst>
                  <a:ext uri="{FF2B5EF4-FFF2-40B4-BE49-F238E27FC236}">
                    <a16:creationId xmlns:a16="http://schemas.microsoft.com/office/drawing/2014/main" id="{609895D7-AC87-883F-83DB-87DCD609B870}"/>
                  </a:ext>
                </a:extLst>
              </p:cNvPr>
              <p:cNvSpPr/>
              <p:nvPr/>
            </p:nvSpPr>
            <p:spPr>
              <a:xfrm>
                <a:off x="1185625" y="3688025"/>
                <a:ext cx="57525" cy="55950"/>
              </a:xfrm>
              <a:custGeom>
                <a:avLst/>
                <a:gdLst/>
                <a:ahLst/>
                <a:cxnLst/>
                <a:rect l="l" t="t" r="r" b="b"/>
                <a:pathLst>
                  <a:path w="2301" h="2238" extrusionOk="0">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25" b="0" i="0" u="none" strike="noStrike" kern="1200" cap="none" spc="0" normalizeH="0" baseline="0" noProof="0">
                  <a:ln>
                    <a:noFill/>
                  </a:ln>
                  <a:solidFill>
                    <a:srgbClr val="212529"/>
                  </a:solidFill>
                  <a:effectLst/>
                  <a:uLnTx/>
                  <a:uFillTx/>
                  <a:ea typeface="+mn-ea"/>
                  <a:cs typeface="+mn-cs"/>
                </a:endParaRPr>
              </a:p>
            </p:txBody>
          </p:sp>
          <p:sp>
            <p:nvSpPr>
              <p:cNvPr id="16" name="Google Shape;11685;p77">
                <a:extLst>
                  <a:ext uri="{FF2B5EF4-FFF2-40B4-BE49-F238E27FC236}">
                    <a16:creationId xmlns:a16="http://schemas.microsoft.com/office/drawing/2014/main" id="{DED07AC5-B34A-5810-6968-05980E2D7BFA}"/>
                  </a:ext>
                </a:extLst>
              </p:cNvPr>
              <p:cNvSpPr/>
              <p:nvPr/>
            </p:nvSpPr>
            <p:spPr>
              <a:xfrm>
                <a:off x="1088075" y="3795925"/>
                <a:ext cx="46375" cy="45025"/>
              </a:xfrm>
              <a:custGeom>
                <a:avLst/>
                <a:gdLst/>
                <a:ahLst/>
                <a:cxnLst/>
                <a:rect l="l" t="t" r="r" b="b"/>
                <a:pathLst>
                  <a:path w="1855" h="1801" extrusionOk="0">
                    <a:moveTo>
                      <a:pt x="594" y="1"/>
                    </a:moveTo>
                    <a:lnTo>
                      <a:pt x="59" y="1387"/>
                    </a:lnTo>
                    <a:cubicBezTo>
                      <a:pt x="0" y="1621"/>
                      <a:pt x="186" y="1800"/>
                      <a:pt x="414" y="1800"/>
                    </a:cubicBezTo>
                    <a:cubicBezTo>
                      <a:pt x="432" y="1800"/>
                      <a:pt x="450" y="1799"/>
                      <a:pt x="468" y="1797"/>
                    </a:cubicBezTo>
                    <a:lnTo>
                      <a:pt x="1855" y="1261"/>
                    </a:lnTo>
                    <a:lnTo>
                      <a:pt x="594"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25" b="0" i="0" u="none" strike="noStrike" kern="1200" cap="none" spc="0" normalizeH="0" baseline="0" noProof="0">
                  <a:ln>
                    <a:noFill/>
                  </a:ln>
                  <a:solidFill>
                    <a:srgbClr val="212529"/>
                  </a:solidFill>
                  <a:effectLst/>
                  <a:uLnTx/>
                  <a:uFillTx/>
                  <a:ea typeface="+mn-ea"/>
                  <a:cs typeface="+mn-cs"/>
                </a:endParaRPr>
              </a:p>
            </p:txBody>
          </p:sp>
          <p:sp>
            <p:nvSpPr>
              <p:cNvPr id="17" name="Google Shape;11686;p77">
                <a:extLst>
                  <a:ext uri="{FF2B5EF4-FFF2-40B4-BE49-F238E27FC236}">
                    <a16:creationId xmlns:a16="http://schemas.microsoft.com/office/drawing/2014/main" id="{8B8B4A30-AACA-091F-FEB8-184C3D55B7F7}"/>
                  </a:ext>
                </a:extLst>
              </p:cNvPr>
              <p:cNvSpPr/>
              <p:nvPr/>
            </p:nvSpPr>
            <p:spPr>
              <a:xfrm>
                <a:off x="1112375" y="3720325"/>
                <a:ext cx="97700" cy="97700"/>
              </a:xfrm>
              <a:custGeom>
                <a:avLst/>
                <a:gdLst/>
                <a:ahLst/>
                <a:cxnLst/>
                <a:rect l="l" t="t" r="r" b="b"/>
                <a:pathLst>
                  <a:path w="3908" h="3908" extrusionOk="0">
                    <a:moveTo>
                      <a:pt x="2426" y="1"/>
                    </a:moveTo>
                    <a:lnTo>
                      <a:pt x="1" y="2458"/>
                    </a:lnTo>
                    <a:lnTo>
                      <a:pt x="1450" y="3907"/>
                    </a:lnTo>
                    <a:lnTo>
                      <a:pt x="3907" y="1481"/>
                    </a:lnTo>
                    <a:lnTo>
                      <a:pt x="2426"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25" b="0" i="0" u="none" strike="noStrike" kern="1200" cap="none" spc="0" normalizeH="0" baseline="0" noProof="0">
                  <a:ln>
                    <a:noFill/>
                  </a:ln>
                  <a:solidFill>
                    <a:srgbClr val="212529"/>
                  </a:solidFill>
                  <a:effectLst/>
                  <a:uLnTx/>
                  <a:uFillTx/>
                  <a:ea typeface="+mn-ea"/>
                  <a:cs typeface="+mn-cs"/>
                </a:endParaRPr>
              </a:p>
            </p:txBody>
          </p:sp>
          <p:sp>
            <p:nvSpPr>
              <p:cNvPr id="18" name="Google Shape;11687;p77">
                <a:extLst>
                  <a:ext uri="{FF2B5EF4-FFF2-40B4-BE49-F238E27FC236}">
                    <a16:creationId xmlns:a16="http://schemas.microsoft.com/office/drawing/2014/main" id="{E0C7E12F-2262-2E15-91ED-5E892C654644}"/>
                  </a:ext>
                </a:extLst>
              </p:cNvPr>
              <p:cNvSpPr/>
              <p:nvPr/>
            </p:nvSpPr>
            <p:spPr>
              <a:xfrm>
                <a:off x="1120250" y="3623450"/>
                <a:ext cx="47275" cy="47275"/>
              </a:xfrm>
              <a:custGeom>
                <a:avLst/>
                <a:gdLst/>
                <a:ahLst/>
                <a:cxnLst/>
                <a:rect l="l" t="t" r="r" b="b"/>
                <a:pathLst>
                  <a:path w="1891" h="1891" extrusionOk="0">
                    <a:moveTo>
                      <a:pt x="1" y="0"/>
                    </a:moveTo>
                    <a:lnTo>
                      <a:pt x="1" y="1891"/>
                    </a:lnTo>
                    <a:lnTo>
                      <a:pt x="1891" y="1891"/>
                    </a:lnTo>
                    <a:lnTo>
                      <a:pt x="1" y="0"/>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25" b="0" i="0" u="none" strike="noStrike" kern="1200" cap="none" spc="0" normalizeH="0" baseline="0" noProof="0">
                  <a:ln>
                    <a:noFill/>
                  </a:ln>
                  <a:solidFill>
                    <a:srgbClr val="212529"/>
                  </a:solidFill>
                  <a:effectLst/>
                  <a:uLnTx/>
                  <a:uFillTx/>
                  <a:ea typeface="+mn-ea"/>
                  <a:cs typeface="+mn-cs"/>
                </a:endParaRPr>
              </a:p>
            </p:txBody>
          </p:sp>
          <p:sp>
            <p:nvSpPr>
              <p:cNvPr id="19" name="Google Shape;11688;p77">
                <a:extLst>
                  <a:ext uri="{FF2B5EF4-FFF2-40B4-BE49-F238E27FC236}">
                    <a16:creationId xmlns:a16="http://schemas.microsoft.com/office/drawing/2014/main" id="{1FBB912D-F6DE-C5D6-7DE5-7DECB7C98216}"/>
                  </a:ext>
                </a:extLst>
              </p:cNvPr>
              <p:cNvSpPr/>
              <p:nvPr/>
            </p:nvSpPr>
            <p:spPr>
              <a:xfrm>
                <a:off x="946175" y="3879425"/>
                <a:ext cx="166225" cy="33900"/>
              </a:xfrm>
              <a:custGeom>
                <a:avLst/>
                <a:gdLst/>
                <a:ahLst/>
                <a:cxnLst/>
                <a:rect l="l" t="t" r="r" b="b"/>
                <a:pathLst>
                  <a:path w="6649" h="1356" extrusionOk="0">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25" b="0" i="0" u="none" strike="noStrike" kern="1200" cap="none" spc="0" normalizeH="0" baseline="0" noProof="0">
                  <a:ln>
                    <a:noFill/>
                  </a:ln>
                  <a:solidFill>
                    <a:srgbClr val="212529"/>
                  </a:solidFill>
                  <a:effectLst/>
                  <a:uLnTx/>
                  <a:uFillTx/>
                  <a:ea typeface="+mn-ea"/>
                  <a:cs typeface="+mn-cs"/>
                </a:endParaRPr>
              </a:p>
            </p:txBody>
          </p:sp>
        </p:grpSp>
        <p:sp>
          <p:nvSpPr>
            <p:cNvPr id="20" name="Espace réservé du texte 8">
              <a:extLst>
                <a:ext uri="{FF2B5EF4-FFF2-40B4-BE49-F238E27FC236}">
                  <a16:creationId xmlns:a16="http://schemas.microsoft.com/office/drawing/2014/main" id="{616E10DE-086C-99B3-552D-22D752E77AC2}"/>
                </a:ext>
              </a:extLst>
            </p:cNvPr>
            <p:cNvSpPr>
              <a:spLocks noGrp="1"/>
            </p:cNvSpPr>
            <p:nvPr/>
          </p:nvSpPr>
          <p:spPr>
            <a:xfrm>
              <a:off x="1824212" y="4613046"/>
              <a:ext cx="2472755" cy="707922"/>
            </a:xfrm>
            <a:prstGeom prst="rect">
              <a:avLst/>
            </a:prstGeom>
          </p:spPr>
          <p:txBody>
            <a:bodyPr anchor="ctr">
              <a:noAutofit/>
            </a:bodyPr>
            <a:lstStyle/>
            <a:p>
              <a:pPr lvl="0">
                <a:lnSpc>
                  <a:spcPct val="100000"/>
                </a:lnSpc>
                <a:spcBef>
                  <a:spcPts val="0"/>
                </a:spcBef>
                <a:defRPr/>
              </a:pPr>
              <a:r>
                <a:rPr lang="fr-FR" sz="1594" b="1">
                  <a:solidFill>
                    <a:srgbClr val="212529"/>
                  </a:solidFill>
                  <a:latin typeface="+mn-lt"/>
                </a:rPr>
                <a:t>FORMATION KEY USERS EN CONTINUE</a:t>
              </a:r>
            </a:p>
          </p:txBody>
        </p:sp>
        <p:sp>
          <p:nvSpPr>
            <p:cNvPr id="21" name="Espace réservé du texte 9">
              <a:extLst>
                <a:ext uri="{FF2B5EF4-FFF2-40B4-BE49-F238E27FC236}">
                  <a16:creationId xmlns:a16="http://schemas.microsoft.com/office/drawing/2014/main" id="{AC2BCF75-35AB-36C4-3B25-185530D6C5A1}"/>
                </a:ext>
              </a:extLst>
            </p:cNvPr>
            <p:cNvSpPr>
              <a:spLocks noGrp="1"/>
            </p:cNvSpPr>
            <p:nvPr/>
          </p:nvSpPr>
          <p:spPr>
            <a:xfrm>
              <a:off x="4870796" y="4609569"/>
              <a:ext cx="2472756" cy="707922"/>
            </a:xfrm>
            <a:prstGeom prst="rect">
              <a:avLst/>
            </a:prstGeom>
          </p:spPr>
          <p:txBody>
            <a:bodyPr anchor="ctr">
              <a:normAutofit/>
            </a:bodyPr>
            <a:lstStyle/>
            <a:p>
              <a:pPr lvl="0">
                <a:lnSpc>
                  <a:spcPct val="100000"/>
                </a:lnSpc>
                <a:spcBef>
                  <a:spcPts val="0"/>
                </a:spcBef>
                <a:defRPr/>
              </a:pPr>
              <a:r>
                <a:rPr lang="fr-FR" sz="1594" b="1">
                  <a:solidFill>
                    <a:srgbClr val="212529"/>
                  </a:solidFill>
                  <a:latin typeface="+mn-lt"/>
                </a:rPr>
                <a:t>SUIVI </a:t>
              </a:r>
            </a:p>
            <a:p>
              <a:pPr lvl="0">
                <a:lnSpc>
                  <a:spcPct val="100000"/>
                </a:lnSpc>
                <a:spcBef>
                  <a:spcPts val="0"/>
                </a:spcBef>
                <a:defRPr/>
              </a:pPr>
              <a:r>
                <a:rPr lang="fr-FR" sz="1594" b="1">
                  <a:solidFill>
                    <a:srgbClr val="212529"/>
                  </a:solidFill>
                  <a:latin typeface="+mn-lt"/>
                </a:rPr>
                <a:t>HEBDOMADAIRE</a:t>
              </a:r>
            </a:p>
          </p:txBody>
        </p:sp>
        <p:sp>
          <p:nvSpPr>
            <p:cNvPr id="22" name="Espace réservé du texte 10">
              <a:extLst>
                <a:ext uri="{FF2B5EF4-FFF2-40B4-BE49-F238E27FC236}">
                  <a16:creationId xmlns:a16="http://schemas.microsoft.com/office/drawing/2014/main" id="{F77D149E-084F-AB89-324E-6309B5563984}"/>
                </a:ext>
              </a:extLst>
            </p:cNvPr>
            <p:cNvSpPr>
              <a:spLocks noGrp="1"/>
            </p:cNvSpPr>
            <p:nvPr/>
          </p:nvSpPr>
          <p:spPr>
            <a:xfrm>
              <a:off x="7917381" y="4609569"/>
              <a:ext cx="2453237" cy="707922"/>
            </a:xfrm>
            <a:prstGeom prst="rect">
              <a:avLst/>
            </a:prstGeom>
          </p:spPr>
          <p:txBody>
            <a:bodyPr anchor="ctr">
              <a:noAutofit/>
            </a:bodyPr>
            <a:lstStyle/>
            <a:p>
              <a:pPr lvl="0">
                <a:lnSpc>
                  <a:spcPct val="100000"/>
                </a:lnSpc>
                <a:spcBef>
                  <a:spcPts val="0"/>
                </a:spcBef>
                <a:defRPr/>
              </a:pPr>
              <a:r>
                <a:rPr lang="fr-FR" sz="1594" b="1">
                  <a:solidFill>
                    <a:srgbClr val="212529"/>
                  </a:solidFill>
                  <a:latin typeface="+mn-lt"/>
                </a:rPr>
                <a:t>VALIDATION</a:t>
              </a:r>
            </a:p>
            <a:p>
              <a:pPr lvl="0">
                <a:lnSpc>
                  <a:spcPct val="100000"/>
                </a:lnSpc>
                <a:spcBef>
                  <a:spcPts val="0"/>
                </a:spcBef>
                <a:defRPr/>
              </a:pPr>
              <a:r>
                <a:rPr lang="fr-FR" sz="1594" b="1">
                  <a:solidFill>
                    <a:srgbClr val="212529"/>
                  </a:solidFill>
                  <a:latin typeface="+mn-lt"/>
                </a:rPr>
                <a:t>PAR ÉTAPE</a:t>
              </a:r>
            </a:p>
          </p:txBody>
        </p:sp>
      </p:gr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F67CD525-38C5-F409-B0C0-BADBBABBBEB2}"/>
              </a:ext>
            </a:extLst>
          </p:cNvPr>
          <p:cNvSpPr>
            <a:spLocks noGrp="1"/>
          </p:cNvSpPr>
          <p:nvPr>
            <p:ph type="title"/>
          </p:nvPr>
        </p:nvSpPr>
        <p:spPr/>
        <p:txBody>
          <a:bodyPr/>
          <a:lstStyle/>
          <a:p>
            <a:pPr/>
            <a:r>
              <a:t>SOYEZ LIBRES DE CHANGER D’AVIS EN TOUTE TRANSPARENCE !</a:t>
            </a:r>
          </a:p>
        </p:txBody>
      </p:sp>
      <p:sp>
        <p:nvSpPr>
          <p:cNvPr id="3" name="Espace réservé du texte 2">
            <a:extLst>
              <a:ext uri="{FF2B5EF4-FFF2-40B4-BE49-F238E27FC236}">
                <a16:creationId xmlns:a16="http://schemas.microsoft.com/office/drawing/2014/main" id="{6D7EBAF3-0B92-9D29-9863-12271A2426DB}"/>
              </a:ext>
            </a:extLst>
          </p:cNvPr>
          <p:cNvSpPr>
            <a:spLocks noGrp="1"/>
          </p:cNvSpPr>
          <p:nvPr>
            <p:ph type="body" sz="quarter" idx="20"/>
          </p:nvPr>
        </p:nvSpPr>
        <p:spPr/>
        <p:txBody>
          <a:bodyPr/>
          <a:lstStyle/>
          <a:p>
            <a:pPr/>
            <a:r>
              <a:t>2</a:t>
            </a:r>
            <a:endParaRPr lang="en-US"/>
          </a:p>
        </p:txBody>
      </p:sp>
      <p:sp>
        <p:nvSpPr>
          <p:cNvPr id="4" name="Espace réservé du texte 3">
            <a:extLst>
              <a:ext uri="{FF2B5EF4-FFF2-40B4-BE49-F238E27FC236}">
                <a16:creationId xmlns:a16="http://schemas.microsoft.com/office/drawing/2014/main" id="{32BF135C-83BC-556F-3D04-AF47FD898F22}"/>
              </a:ext>
            </a:extLst>
          </p:cNvPr>
          <p:cNvSpPr>
            <a:spLocks noGrp="1"/>
          </p:cNvSpPr>
          <p:nvPr>
            <p:ph type="body" sz="quarter" idx="21"/>
          </p:nvPr>
        </p:nvSpPr>
        <p:spPr/>
        <p:txBody>
          <a:bodyPr/>
          <a:lstStyle/>
          <a:p>
            <a:pPr/>
            <a:r>
              <a:t>TIMELINE</a:t>
            </a:r>
            <a:endParaRPr lang="en-US"/>
          </a:p>
        </p:txBody>
      </p:sp>
      <p:sp>
        <p:nvSpPr>
          <p:cNvPr id="6" name="Espace réservé du texte 5">
            <a:extLst>
              <a:ext uri="{FF2B5EF4-FFF2-40B4-BE49-F238E27FC236}">
                <a16:creationId xmlns:a16="http://schemas.microsoft.com/office/drawing/2014/main" id="{229E4294-47B8-A93E-3C02-F2E64761DA0B}"/>
              </a:ext>
            </a:extLst>
          </p:cNvPr>
          <p:cNvSpPr>
            <a:spLocks noGrp="1"/>
          </p:cNvSpPr>
          <p:nvPr>
            <p:ph type="body" sz="quarter" idx="13"/>
          </p:nvPr>
        </p:nvSpPr>
        <p:spPr/>
        <p:txBody>
          <a:bodyPr/>
          <a:lstStyle/>
          <a:p>
            <a:pPr/>
            <a:r>
              <a:t>FLEXIBILITÉ</a:t>
            </a:r>
            <a:endParaRPr lang="en-US"/>
          </a:p>
        </p:txBody>
      </p:sp>
      <p:sp>
        <p:nvSpPr>
          <p:cNvPr id="7" name="Espace réservé du texte 6">
            <a:extLst>
              <a:ext uri="{FF2B5EF4-FFF2-40B4-BE49-F238E27FC236}">
                <a16:creationId xmlns:a16="http://schemas.microsoft.com/office/drawing/2014/main" id="{A2B09722-1122-F566-903B-B46D6808B603}"/>
              </a:ext>
            </a:extLst>
          </p:cNvPr>
          <p:cNvSpPr>
            <a:spLocks noGrp="1"/>
          </p:cNvSpPr>
          <p:nvPr>
            <p:ph type="body" sz="quarter" idx="23"/>
          </p:nvPr>
        </p:nvSpPr>
        <p:spPr/>
        <p:txBody>
          <a:bodyPr/>
          <a:lstStyle/>
          <a:p>
            <a:pPr/>
            <a:r>
              <a:t>1</a:t>
            </a:r>
            <a:endParaRPr lang="en-US"/>
          </a:p>
        </p:txBody>
      </p:sp>
      <p:sp>
        <p:nvSpPr>
          <p:cNvPr id="8" name="Espace réservé du texte 7">
            <a:extLst>
              <a:ext uri="{FF2B5EF4-FFF2-40B4-BE49-F238E27FC236}">
                <a16:creationId xmlns:a16="http://schemas.microsoft.com/office/drawing/2014/main" id="{9E6E315A-8B37-34D4-E18F-DC3A8468CEEE}"/>
              </a:ext>
            </a:extLst>
          </p:cNvPr>
          <p:cNvSpPr>
            <a:spLocks noGrp="1"/>
          </p:cNvSpPr>
          <p:nvPr>
            <p:ph type="body" sz="quarter" idx="24"/>
          </p:nvPr>
        </p:nvSpPr>
        <p:spPr/>
        <p:txBody>
          <a:bodyPr/>
          <a:lstStyle/>
          <a:p>
            <a:pPr/>
            <a:r>
              <a:t>PÉRIMÈTRE FONCTIONNEL</a:t>
            </a:r>
            <a:endParaRPr lang="en-US"/>
          </a:p>
        </p:txBody>
      </p:sp>
      <p:sp>
        <p:nvSpPr>
          <p:cNvPr id="10" name="Espace réservé du texte 9">
            <a:extLst>
              <a:ext uri="{FF2B5EF4-FFF2-40B4-BE49-F238E27FC236}">
                <a16:creationId xmlns:a16="http://schemas.microsoft.com/office/drawing/2014/main" id="{1B15CBC4-6C68-D92C-F969-8BD5D798EC04}"/>
              </a:ext>
            </a:extLst>
          </p:cNvPr>
          <p:cNvSpPr>
            <a:spLocks noGrp="1"/>
          </p:cNvSpPr>
          <p:nvPr>
            <p:ph type="body" sz="quarter" idx="26"/>
          </p:nvPr>
        </p:nvSpPr>
        <p:spPr/>
        <p:txBody>
          <a:bodyPr/>
          <a:lstStyle/>
          <a:p>
            <a:pPr/>
            <a:r>
              <a:t>3</a:t>
            </a:r>
            <a:endParaRPr lang="en-US"/>
          </a:p>
        </p:txBody>
      </p:sp>
      <p:sp>
        <p:nvSpPr>
          <p:cNvPr id="11" name="Espace réservé du texte 10">
            <a:extLst>
              <a:ext uri="{FF2B5EF4-FFF2-40B4-BE49-F238E27FC236}">
                <a16:creationId xmlns:a16="http://schemas.microsoft.com/office/drawing/2014/main" id="{4C94FEB1-8051-5B6E-DE61-617C78130CCA}"/>
              </a:ext>
            </a:extLst>
          </p:cNvPr>
          <p:cNvSpPr>
            <a:spLocks noGrp="1"/>
          </p:cNvSpPr>
          <p:nvPr>
            <p:ph type="body" sz="quarter" idx="27"/>
          </p:nvPr>
        </p:nvSpPr>
        <p:spPr/>
        <p:txBody>
          <a:bodyPr/>
          <a:lstStyle/>
          <a:p>
            <a:pPr/>
            <a:r>
              <a:t>NIVEAU DE SERVICE</a:t>
            </a:r>
            <a:endParaRPr lang="en-US"/>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900E4526-073E-F120-3E1B-D31ADDF71B82}"/>
              </a:ext>
            </a:extLst>
          </p:cNvPr>
          <p:cNvSpPr>
            <a:spLocks noGrp="1"/>
          </p:cNvSpPr>
          <p:nvPr>
            <p:ph type="title"/>
          </p:nvPr>
        </p:nvSpPr>
        <p:spPr/>
        <p:txBody>
          <a:bodyPr/>
          <a:lstStyle/>
          <a:p>
            <a:pPr/>
            <a:r>
              <a:t>BÉNÉFICIEZ DE TOUTE NOTRE EXPERTISE</a:t>
            </a:r>
          </a:p>
        </p:txBody>
      </p:sp>
      <p:sp>
        <p:nvSpPr>
          <p:cNvPr id="4" name="Espace réservé du texte 2">
            <a:extLst>
              <a:ext uri="{FF2B5EF4-FFF2-40B4-BE49-F238E27FC236}">
                <a16:creationId xmlns:a16="http://schemas.microsoft.com/office/drawing/2014/main" id="{F52B3274-36E0-9191-0A8E-58E717B42DAF}"/>
              </a:ext>
            </a:extLst>
          </p:cNvPr>
          <p:cNvSpPr>
            <a:spLocks noGrp="1"/>
          </p:cNvSpPr>
          <p:nvPr>
            <p:ph type="body" sz="quarter" idx="13"/>
          </p:nvPr>
        </p:nvSpPr>
        <p:spPr/>
        <p:txBody>
          <a:bodyPr/>
          <a:lstStyle/>
          <a:p>
            <a:pPr/>
            <a:r>
              <a:t>EXPERTISE</a:t>
            </a:r>
            <a:endParaRPr lang="en-US"/>
          </a:p>
        </p:txBody>
      </p:sp>
      <p:grpSp>
        <p:nvGrpSpPr>
          <p:cNvPr id="5" name="Transplant"/>
          <p:cNvGrpSpPr/>
          <p:nvPr/>
        </p:nvGrpSpPr>
        <p:grpSpPr>
          <a:xfrm>
            <a:off x="694944" y="3217212"/>
            <a:ext cx="10799064" cy="2069495"/>
            <a:chOff x="206417" y="2879392"/>
            <a:chExt cx="11748094" cy="2251364"/>
          </a:xfrm>
        </p:grpSpPr>
        <p:cxnSp>
          <p:nvCxnSpPr>
            <p:cNvPr id="6" name="Straight Connector 67">
              <a:extLst>
                <a:ext uri="{FF2B5EF4-FFF2-40B4-BE49-F238E27FC236}">
                  <a16:creationId xmlns:a16="http://schemas.microsoft.com/office/drawing/2014/main" id="{9D05EE43-B2E0-E596-86E1-8CAA69374683}"/>
                </a:ext>
              </a:extLst>
            </p:cNvPr>
            <p:cNvCxnSpPr>
              <a:cxnSpLocks/>
            </p:cNvCxnSpPr>
            <p:nvPr/>
          </p:nvCxnSpPr>
          <p:spPr>
            <a:xfrm>
              <a:off x="1378049"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cxnSp>
          <p:nvCxnSpPr>
            <p:cNvPr id="7" name="Straight Connector 75">
              <a:extLst>
                <a:ext uri="{FF2B5EF4-FFF2-40B4-BE49-F238E27FC236}">
                  <a16:creationId xmlns:a16="http://schemas.microsoft.com/office/drawing/2014/main" id="{B0D6CEA4-9945-A050-0BDB-74948FFAB9AA}"/>
                </a:ext>
              </a:extLst>
            </p:cNvPr>
            <p:cNvCxnSpPr>
              <a:cxnSpLocks/>
            </p:cNvCxnSpPr>
            <p:nvPr/>
          </p:nvCxnSpPr>
          <p:spPr>
            <a:xfrm>
              <a:off x="2740412"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cxnSp>
          <p:nvCxnSpPr>
            <p:cNvPr id="8" name="Straight Connector 80">
              <a:extLst>
                <a:ext uri="{FF2B5EF4-FFF2-40B4-BE49-F238E27FC236}">
                  <a16:creationId xmlns:a16="http://schemas.microsoft.com/office/drawing/2014/main" id="{E2F25A19-7772-A8DF-DE0C-517EAF4BCEF9}"/>
                </a:ext>
              </a:extLst>
            </p:cNvPr>
            <p:cNvCxnSpPr>
              <a:cxnSpLocks/>
            </p:cNvCxnSpPr>
            <p:nvPr/>
          </p:nvCxnSpPr>
          <p:spPr>
            <a:xfrm>
              <a:off x="4019649"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cxnSp>
          <p:nvCxnSpPr>
            <p:cNvPr id="9" name="Straight Connector 82">
              <a:extLst>
                <a:ext uri="{FF2B5EF4-FFF2-40B4-BE49-F238E27FC236}">
                  <a16:creationId xmlns:a16="http://schemas.microsoft.com/office/drawing/2014/main" id="{08FE910C-1BDF-8624-3B3E-D61D21076612}"/>
                </a:ext>
              </a:extLst>
            </p:cNvPr>
            <p:cNvCxnSpPr>
              <a:cxnSpLocks/>
            </p:cNvCxnSpPr>
            <p:nvPr/>
          </p:nvCxnSpPr>
          <p:spPr>
            <a:xfrm>
              <a:off x="9409068"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84">
              <a:extLst>
                <a:ext uri="{FF2B5EF4-FFF2-40B4-BE49-F238E27FC236}">
                  <a16:creationId xmlns:a16="http://schemas.microsoft.com/office/drawing/2014/main" id="{6DFBA882-785B-B7D0-971B-AE55EDB1E1BD}"/>
                </a:ext>
              </a:extLst>
            </p:cNvPr>
            <p:cNvCxnSpPr>
              <a:cxnSpLocks/>
            </p:cNvCxnSpPr>
            <p:nvPr/>
          </p:nvCxnSpPr>
          <p:spPr>
            <a:xfrm>
              <a:off x="5363540"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cxnSp>
          <p:nvCxnSpPr>
            <p:cNvPr id="11" name="Straight Connector 85">
              <a:extLst>
                <a:ext uri="{FF2B5EF4-FFF2-40B4-BE49-F238E27FC236}">
                  <a16:creationId xmlns:a16="http://schemas.microsoft.com/office/drawing/2014/main" id="{93889338-A12E-5C30-C2EC-77C3DBCB0F89}"/>
                </a:ext>
              </a:extLst>
            </p:cNvPr>
            <p:cNvCxnSpPr>
              <a:cxnSpLocks/>
            </p:cNvCxnSpPr>
            <p:nvPr/>
          </p:nvCxnSpPr>
          <p:spPr>
            <a:xfrm>
              <a:off x="6755386"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cxnSp>
          <p:nvCxnSpPr>
            <p:cNvPr id="12" name="Straight Connector 86">
              <a:extLst>
                <a:ext uri="{FF2B5EF4-FFF2-40B4-BE49-F238E27FC236}">
                  <a16:creationId xmlns:a16="http://schemas.microsoft.com/office/drawing/2014/main" id="{41B222E7-CE30-2EAA-AB02-4AD0EE67C41D}"/>
                </a:ext>
              </a:extLst>
            </p:cNvPr>
            <p:cNvCxnSpPr>
              <a:cxnSpLocks/>
            </p:cNvCxnSpPr>
            <p:nvPr/>
          </p:nvCxnSpPr>
          <p:spPr>
            <a:xfrm>
              <a:off x="8088267"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cxnSp>
          <p:nvCxnSpPr>
            <p:cNvPr id="13" name="Straight Connector 87">
              <a:extLst>
                <a:ext uri="{FF2B5EF4-FFF2-40B4-BE49-F238E27FC236}">
                  <a16:creationId xmlns:a16="http://schemas.microsoft.com/office/drawing/2014/main" id="{A904DAF3-F154-FA55-C015-48E6C253D3B5}"/>
                </a:ext>
              </a:extLst>
            </p:cNvPr>
            <p:cNvCxnSpPr>
              <a:cxnSpLocks/>
            </p:cNvCxnSpPr>
            <p:nvPr/>
          </p:nvCxnSpPr>
          <p:spPr>
            <a:xfrm>
              <a:off x="10771431"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sp>
          <p:nvSpPr>
            <p:cNvPr id="14" name="TextBox 1">
              <a:extLst>
                <a:ext uri="{FF2B5EF4-FFF2-40B4-BE49-F238E27FC236}">
                  <a16:creationId xmlns:a16="http://schemas.microsoft.com/office/drawing/2014/main" id="{4D3AA5B2-4B43-897A-17B6-9B042A27CFBC}"/>
                </a:ext>
              </a:extLst>
            </p:cNvPr>
            <p:cNvSpPr txBox="1"/>
            <p:nvPr/>
          </p:nvSpPr>
          <p:spPr>
            <a:xfrm flipH="1">
              <a:off x="2773503" y="4303035"/>
              <a:ext cx="1189749"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err="1">
                  <a:ln>
                    <a:noFill/>
                  </a:ln>
                  <a:solidFill>
                    <a:srgbClr val="223843"/>
                  </a:solidFill>
                  <a:effectLst/>
                  <a:uLnTx/>
                  <a:uFillTx/>
                  <a:ea typeface="+mn-ea"/>
                  <a:cs typeface="+mn-cs"/>
                </a:rPr>
                <a:t>Spécialiste</a:t>
              </a:r>
              <a:endParaRPr kumimoji="0" lang="en-US" sz="1286" b="0" i="0" u="none" strike="noStrike" kern="1200" cap="none" spc="0" normalizeH="0" baseline="0" noProof="0">
                <a:ln>
                  <a:noFill/>
                </a:ln>
                <a:solidFill>
                  <a:srgbClr val="223843"/>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err="1">
                  <a:ln>
                    <a:noFill/>
                  </a:ln>
                  <a:solidFill>
                    <a:srgbClr val="223843"/>
                  </a:solidFill>
                  <a:effectLst/>
                  <a:uLnTx/>
                  <a:uFillTx/>
                  <a:ea typeface="+mn-ea"/>
                  <a:cs typeface="+mn-cs"/>
                </a:rPr>
                <a:t>en</a:t>
              </a:r>
              <a:r>
                <a:rPr kumimoji="0" lang="en-US" sz="1286" b="0" i="0" u="none" strike="noStrike" kern="1200" cap="none" spc="0" normalizeH="0" baseline="0" noProof="0">
                  <a:ln>
                    <a:noFill/>
                  </a:ln>
                  <a:solidFill>
                    <a:srgbClr val="223843"/>
                  </a:solidFill>
                  <a:effectLst/>
                  <a:uLnTx/>
                  <a:uFillTx/>
                  <a:ea typeface="+mn-ea"/>
                  <a:cs typeface="+mn-cs"/>
                </a:rPr>
                <a:t> </a:t>
              </a:r>
              <a:r>
                <a:rPr kumimoji="0" lang="en-US" sz="1286" b="0" i="0" u="none" strike="noStrike" kern="1200" cap="none" spc="0" normalizeH="0" baseline="0" noProof="0" err="1">
                  <a:ln>
                    <a:noFill/>
                  </a:ln>
                  <a:solidFill>
                    <a:srgbClr val="223843"/>
                  </a:solidFill>
                  <a:effectLst/>
                  <a:uLnTx/>
                  <a:uFillTx/>
                  <a:ea typeface="+mn-ea"/>
                  <a:cs typeface="+mn-cs"/>
                </a:rPr>
                <a:t>logistique</a:t>
              </a:r>
              <a:endParaRPr kumimoji="0" lang="en-US" sz="1286" b="0" i="0" u="none" strike="noStrike" kern="1200" cap="none" spc="0" normalizeH="0" baseline="0" noProof="0">
                <a:ln>
                  <a:noFill/>
                </a:ln>
                <a:solidFill>
                  <a:srgbClr val="223843"/>
                </a:solidFill>
                <a:effectLst/>
                <a:uLnTx/>
                <a:uFillTx/>
                <a:ea typeface="+mn-ea"/>
                <a:cs typeface="+mn-cs"/>
              </a:endParaRPr>
            </a:p>
          </p:txBody>
        </p:sp>
        <p:sp>
          <p:nvSpPr>
            <p:cNvPr id="15" name="TextBox 3">
              <a:extLst>
                <a:ext uri="{FF2B5EF4-FFF2-40B4-BE49-F238E27FC236}">
                  <a16:creationId xmlns:a16="http://schemas.microsoft.com/office/drawing/2014/main" id="{5DE60A0C-6130-DB91-0619-0054E14D1A9A}"/>
                </a:ext>
              </a:extLst>
            </p:cNvPr>
            <p:cNvSpPr txBox="1"/>
            <p:nvPr/>
          </p:nvSpPr>
          <p:spPr>
            <a:xfrm flipH="1">
              <a:off x="1340405" y="4303035"/>
              <a:ext cx="1399715"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err="1">
                  <a:ln>
                    <a:noFill/>
                  </a:ln>
                  <a:solidFill>
                    <a:srgbClr val="223843"/>
                  </a:solidFill>
                  <a:effectLst/>
                  <a:uLnTx/>
                  <a:uFillTx/>
                  <a:ea typeface="+mn-ea"/>
                  <a:cs typeface="+mn-cs"/>
                </a:rPr>
                <a:t>Spécialiste</a:t>
              </a:r>
              <a:endParaRPr kumimoji="0" lang="en-US" sz="1286" b="0" i="0" u="none" strike="noStrike" kern="1200" cap="none" spc="0" normalizeH="0" baseline="0" noProof="0">
                <a:ln>
                  <a:noFill/>
                </a:ln>
                <a:solidFill>
                  <a:srgbClr val="223843"/>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err="1">
                  <a:ln>
                    <a:noFill/>
                  </a:ln>
                  <a:solidFill>
                    <a:srgbClr val="223843"/>
                  </a:solidFill>
                  <a:effectLst/>
                  <a:uLnTx/>
                  <a:uFillTx/>
                  <a:ea typeface="+mn-ea"/>
                  <a:cs typeface="+mn-cs"/>
                </a:rPr>
                <a:t>en</a:t>
              </a:r>
              <a:r>
                <a:rPr kumimoji="0" lang="en-US" sz="1286" b="0" i="0" u="none" strike="noStrike" kern="1200" cap="none" spc="0" normalizeH="0" baseline="0" noProof="0">
                  <a:ln>
                    <a:noFill/>
                  </a:ln>
                  <a:solidFill>
                    <a:srgbClr val="223843"/>
                  </a:solidFill>
                  <a:effectLst/>
                  <a:uLnTx/>
                  <a:uFillTx/>
                  <a:ea typeface="+mn-ea"/>
                  <a:cs typeface="+mn-cs"/>
                </a:rPr>
                <a:t> </a:t>
              </a:r>
              <a:r>
                <a:rPr kumimoji="0" lang="en-US" sz="1286" b="0" i="0" u="none" strike="noStrike" kern="1200" cap="none" spc="0" normalizeH="0" baseline="0" noProof="0" err="1">
                  <a:ln>
                    <a:noFill/>
                  </a:ln>
                  <a:solidFill>
                    <a:srgbClr val="223843"/>
                  </a:solidFill>
                  <a:effectLst/>
                  <a:uLnTx/>
                  <a:uFillTx/>
                  <a:ea typeface="+mn-ea"/>
                  <a:cs typeface="+mn-cs"/>
                </a:rPr>
                <a:t>comptabilité</a:t>
              </a:r>
              <a:endParaRPr kumimoji="0" lang="en-US" sz="1286" b="0" i="0" u="none" strike="noStrike" kern="1200" cap="none" spc="0" normalizeH="0" baseline="0" noProof="0">
                <a:ln>
                  <a:noFill/>
                </a:ln>
                <a:solidFill>
                  <a:srgbClr val="223843"/>
                </a:solidFill>
                <a:effectLst/>
                <a:uLnTx/>
                <a:uFillTx/>
                <a:ea typeface="+mn-ea"/>
                <a:cs typeface="+mn-cs"/>
              </a:endParaRPr>
            </a:p>
          </p:txBody>
        </p:sp>
        <p:sp>
          <p:nvSpPr>
            <p:cNvPr id="16" name="TextBox 8">
              <a:extLst>
                <a:ext uri="{FF2B5EF4-FFF2-40B4-BE49-F238E27FC236}">
                  <a16:creationId xmlns:a16="http://schemas.microsoft.com/office/drawing/2014/main" id="{2EC073C3-C302-C6A0-973D-BD2F6F14CC91}"/>
                </a:ext>
              </a:extLst>
            </p:cNvPr>
            <p:cNvSpPr txBox="1"/>
            <p:nvPr/>
          </p:nvSpPr>
          <p:spPr>
            <a:xfrm flipH="1">
              <a:off x="206417" y="4303035"/>
              <a:ext cx="1047083"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err="1">
                  <a:ln>
                    <a:noFill/>
                  </a:ln>
                  <a:solidFill>
                    <a:srgbClr val="223843"/>
                  </a:solidFill>
                  <a:effectLst/>
                  <a:uLnTx/>
                  <a:uFillTx/>
                  <a:ea typeface="+mn-ea"/>
                  <a:cs typeface="Aptos"/>
                </a:rPr>
                <a:t>Spécialiste</a:t>
              </a:r>
              <a:endParaRPr kumimoji="0" lang="en-US" sz="1286" b="0" i="0" u="none" strike="noStrike" kern="1200" cap="none" spc="0" normalizeH="0" baseline="0" noProof="0">
                <a:ln>
                  <a:noFill/>
                </a:ln>
                <a:solidFill>
                  <a:srgbClr val="223843"/>
                </a:solidFill>
                <a:effectLst/>
                <a:uLnTx/>
                <a:uFillTx/>
                <a:ea typeface="+mn-ea"/>
                <a:cs typeface="Apto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a:ln>
                    <a:noFill/>
                  </a:ln>
                  <a:solidFill>
                    <a:srgbClr val="223843"/>
                  </a:solidFill>
                  <a:effectLst/>
                  <a:uLnTx/>
                  <a:uFillTx/>
                  <a:ea typeface="+mn-ea"/>
                  <a:cs typeface="Aptos"/>
                </a:rPr>
                <a:t>technique</a:t>
              </a:r>
            </a:p>
          </p:txBody>
        </p:sp>
        <p:sp>
          <p:nvSpPr>
            <p:cNvPr id="17" name="TextBox 10">
              <a:extLst>
                <a:ext uri="{FF2B5EF4-FFF2-40B4-BE49-F238E27FC236}">
                  <a16:creationId xmlns:a16="http://schemas.microsoft.com/office/drawing/2014/main" id="{4D31C0D9-AAF3-794C-3DBB-413921F4276F}"/>
                </a:ext>
              </a:extLst>
            </p:cNvPr>
            <p:cNvSpPr txBox="1"/>
            <p:nvPr/>
          </p:nvSpPr>
          <p:spPr>
            <a:xfrm>
              <a:off x="4192031" y="4303035"/>
              <a:ext cx="1047083"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err="1">
                  <a:ln>
                    <a:noFill/>
                  </a:ln>
                  <a:solidFill>
                    <a:srgbClr val="223843"/>
                  </a:solidFill>
                  <a:effectLst/>
                  <a:uLnTx/>
                  <a:uFillTx/>
                  <a:ea typeface="+mn-ea"/>
                  <a:cs typeface="+mn-cs"/>
                </a:rPr>
                <a:t>Spécialiste</a:t>
              </a:r>
              <a:endParaRPr kumimoji="0" lang="en-US" sz="1286" b="0" i="0" u="none" strike="noStrike" kern="1200" cap="none" spc="0" normalizeH="0" baseline="0" noProof="0">
                <a:ln>
                  <a:noFill/>
                </a:ln>
                <a:solidFill>
                  <a:srgbClr val="223843"/>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a:ln>
                    <a:noFill/>
                  </a:ln>
                  <a:solidFill>
                    <a:srgbClr val="223843"/>
                  </a:solidFill>
                  <a:effectLst/>
                  <a:uLnTx/>
                  <a:uFillTx/>
                  <a:ea typeface="+mn-ea"/>
                  <a:cs typeface="+mn-cs"/>
                </a:rPr>
                <a:t>des </a:t>
              </a:r>
              <a:r>
                <a:rPr kumimoji="0" lang="en-US" sz="1286" b="0" i="0" u="none" strike="noStrike" kern="1200" cap="none" spc="0" normalizeH="0" baseline="0" noProof="0" err="1">
                  <a:ln>
                    <a:noFill/>
                  </a:ln>
                  <a:solidFill>
                    <a:srgbClr val="223843"/>
                  </a:solidFill>
                  <a:effectLst/>
                  <a:uLnTx/>
                  <a:uFillTx/>
                  <a:ea typeface="+mn-ea"/>
                  <a:cs typeface="+mn-cs"/>
                </a:rPr>
                <a:t>achats</a:t>
              </a:r>
              <a:endParaRPr kumimoji="0" lang="en-US" sz="1286" b="0" i="0" u="none" strike="noStrike" kern="1200" cap="none" spc="0" normalizeH="0" baseline="0" noProof="0">
                <a:ln>
                  <a:noFill/>
                </a:ln>
                <a:solidFill>
                  <a:srgbClr val="223843"/>
                </a:solidFill>
                <a:effectLst/>
                <a:uLnTx/>
                <a:uFillTx/>
                <a:ea typeface="+mn-ea"/>
                <a:cs typeface="+mn-cs"/>
              </a:endParaRPr>
            </a:p>
          </p:txBody>
        </p:sp>
        <p:sp>
          <p:nvSpPr>
            <p:cNvPr id="18" name="TextBox 11">
              <a:extLst>
                <a:ext uri="{FF2B5EF4-FFF2-40B4-BE49-F238E27FC236}">
                  <a16:creationId xmlns:a16="http://schemas.microsoft.com/office/drawing/2014/main" id="{F3927B64-BA54-3642-C441-DA4EB3E3CB7F}"/>
                </a:ext>
              </a:extLst>
            </p:cNvPr>
            <p:cNvSpPr txBox="1"/>
            <p:nvPr/>
          </p:nvSpPr>
          <p:spPr>
            <a:xfrm>
              <a:off x="6840560" y="4303035"/>
              <a:ext cx="1184941"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err="1">
                  <a:ln>
                    <a:noFill/>
                  </a:ln>
                  <a:solidFill>
                    <a:srgbClr val="223843"/>
                  </a:solidFill>
                  <a:effectLst/>
                  <a:uLnTx/>
                  <a:uFillTx/>
                  <a:ea typeface="+mn-ea"/>
                  <a:cs typeface="+mn-cs"/>
                </a:rPr>
                <a:t>Spécialiste</a:t>
              </a:r>
              <a:endParaRPr kumimoji="0" lang="en-US" sz="1286" b="0" i="0" u="none" strike="noStrike" kern="1200" cap="none" spc="0" normalizeH="0" baseline="0" noProof="0">
                <a:ln>
                  <a:noFill/>
                </a:ln>
                <a:solidFill>
                  <a:srgbClr val="223843"/>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a:ln>
                    <a:noFill/>
                  </a:ln>
                  <a:solidFill>
                    <a:srgbClr val="223843"/>
                  </a:solidFill>
                  <a:effectLst/>
                  <a:uLnTx/>
                  <a:uFillTx/>
                  <a:ea typeface="+mn-ea"/>
                  <a:cs typeface="+mn-cs"/>
                </a:rPr>
                <a:t>e-commerce</a:t>
              </a:r>
            </a:p>
          </p:txBody>
        </p:sp>
        <p:sp>
          <p:nvSpPr>
            <p:cNvPr id="19" name="TextBox 12">
              <a:extLst>
                <a:ext uri="{FF2B5EF4-FFF2-40B4-BE49-F238E27FC236}">
                  <a16:creationId xmlns:a16="http://schemas.microsoft.com/office/drawing/2014/main" id="{6C310A20-4849-09C5-F773-CED450163EF4}"/>
                </a:ext>
              </a:extLst>
            </p:cNvPr>
            <p:cNvSpPr txBox="1"/>
            <p:nvPr/>
          </p:nvSpPr>
          <p:spPr>
            <a:xfrm>
              <a:off x="8102099" y="4303035"/>
              <a:ext cx="1297150" cy="73866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a:ln>
                    <a:noFill/>
                  </a:ln>
                  <a:solidFill>
                    <a:srgbClr val="223843"/>
                  </a:solidFill>
                  <a:effectLst/>
                  <a:uLnTx/>
                  <a:uFillTx/>
                  <a:ea typeface="+mn-ea"/>
                  <a:cs typeface="+mn-cs"/>
                </a:rPr>
                <a:t>Spécialiste 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a:ln>
                    <a:noFill/>
                  </a:ln>
                  <a:solidFill>
                    <a:srgbClr val="223843"/>
                  </a:solidFill>
                  <a:effectLst/>
                  <a:uLnTx/>
                  <a:uFillTx/>
                  <a:ea typeface="+mn-ea"/>
                  <a:cs typeface="+mn-cs"/>
                </a:rPr>
                <a:t>ressources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a:ln>
                    <a:noFill/>
                  </a:ln>
                  <a:solidFill>
                    <a:srgbClr val="223843"/>
                  </a:solidFill>
                  <a:effectLst/>
                  <a:uLnTx/>
                  <a:uFillTx/>
                  <a:ea typeface="+mn-ea"/>
                  <a:cs typeface="+mn-cs"/>
                </a:rPr>
                <a:t>humaines</a:t>
              </a:r>
              <a:endParaRPr kumimoji="0" lang="en-US" sz="1286" b="0" i="0" u="none" strike="noStrike" kern="1200" cap="none" spc="0" normalizeH="0" baseline="0" noProof="0">
                <a:ln>
                  <a:noFill/>
                </a:ln>
                <a:solidFill>
                  <a:srgbClr val="223843"/>
                </a:solidFill>
                <a:effectLst/>
                <a:uLnTx/>
                <a:uFillTx/>
                <a:ea typeface="+mn-ea"/>
                <a:cs typeface="+mn-cs"/>
              </a:endParaRPr>
            </a:p>
          </p:txBody>
        </p:sp>
        <p:sp>
          <p:nvSpPr>
            <p:cNvPr id="20" name="TextBox 15">
              <a:extLst>
                <a:ext uri="{FF2B5EF4-FFF2-40B4-BE49-F238E27FC236}">
                  <a16:creationId xmlns:a16="http://schemas.microsoft.com/office/drawing/2014/main" id="{9E2D75E8-E124-6B42-66EC-498E873540F4}"/>
                </a:ext>
              </a:extLst>
            </p:cNvPr>
            <p:cNvSpPr txBox="1"/>
            <p:nvPr/>
          </p:nvSpPr>
          <p:spPr>
            <a:xfrm>
              <a:off x="5431554" y="4303035"/>
              <a:ext cx="1314784"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err="1">
                  <a:ln>
                    <a:noFill/>
                  </a:ln>
                  <a:solidFill>
                    <a:srgbClr val="223843"/>
                  </a:solidFill>
                  <a:effectLst/>
                  <a:uLnTx/>
                  <a:uFillTx/>
                  <a:ea typeface="+mn-ea"/>
                  <a:cs typeface="+mn-cs"/>
                </a:rPr>
                <a:t>Spécialiste</a:t>
              </a:r>
              <a:endParaRPr kumimoji="0" lang="en-US" sz="1286" b="0" i="0" u="none" strike="noStrike" kern="1200" cap="none" spc="0" normalizeH="0" baseline="0" noProof="0">
                <a:ln>
                  <a:noFill/>
                </a:ln>
                <a:solidFill>
                  <a:srgbClr val="223843"/>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err="1">
                  <a:ln>
                    <a:noFill/>
                  </a:ln>
                  <a:solidFill>
                    <a:srgbClr val="223843"/>
                  </a:solidFill>
                  <a:effectLst/>
                  <a:uLnTx/>
                  <a:uFillTx/>
                  <a:ea typeface="+mn-ea"/>
                  <a:cs typeface="+mn-cs"/>
                </a:rPr>
                <a:t>en</a:t>
              </a:r>
              <a:r>
                <a:rPr kumimoji="0" lang="en-US" sz="1286" b="0" i="0" u="none" strike="noStrike" kern="1200" cap="none" spc="0" normalizeH="0" baseline="0" noProof="0">
                  <a:ln>
                    <a:noFill/>
                  </a:ln>
                  <a:solidFill>
                    <a:srgbClr val="223843"/>
                  </a:solidFill>
                  <a:effectLst/>
                  <a:uLnTx/>
                  <a:uFillTx/>
                  <a:ea typeface="+mn-ea"/>
                  <a:cs typeface="+mn-cs"/>
                </a:rPr>
                <a:t> fabrication</a:t>
              </a:r>
            </a:p>
          </p:txBody>
        </p:sp>
        <p:sp>
          <p:nvSpPr>
            <p:cNvPr id="21" name="TextBox 16">
              <a:extLst>
                <a:ext uri="{FF2B5EF4-FFF2-40B4-BE49-F238E27FC236}">
                  <a16:creationId xmlns:a16="http://schemas.microsoft.com/office/drawing/2014/main" id="{31166A37-5DC6-5257-276E-FD261D4B752B}"/>
                </a:ext>
              </a:extLst>
            </p:cNvPr>
            <p:cNvSpPr txBox="1"/>
            <p:nvPr/>
          </p:nvSpPr>
          <p:spPr>
            <a:xfrm>
              <a:off x="10907428" y="4303035"/>
              <a:ext cx="1047083" cy="73866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a:ln>
                    <a:noFill/>
                  </a:ln>
                  <a:solidFill>
                    <a:srgbClr val="223843"/>
                  </a:solidFill>
                  <a:effectLst/>
                  <a:uLnTx/>
                  <a:uFillTx/>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a:ln>
                    <a:noFill/>
                  </a:ln>
                  <a:solidFill>
                    <a:srgbClr val="223843"/>
                  </a:solidFill>
                  <a:effectLst/>
                  <a:uLnTx/>
                  <a:uFillTx/>
                  <a:ea typeface="+mn-ea"/>
                  <a:cs typeface="+mn-cs"/>
                </a:rPr>
                <a:t>des points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a:ln>
                    <a:noFill/>
                  </a:ln>
                  <a:solidFill>
                    <a:srgbClr val="223843"/>
                  </a:solidFill>
                  <a:effectLst/>
                  <a:uLnTx/>
                  <a:uFillTx/>
                  <a:ea typeface="+mn-ea"/>
                  <a:cs typeface="+mn-cs"/>
                </a:rPr>
                <a:t>de vente</a:t>
              </a:r>
              <a:endParaRPr kumimoji="0" lang="en-US" sz="1286" b="0" i="0" u="none" strike="noStrike" kern="1200" cap="none" spc="0" normalizeH="0" baseline="0" noProof="0">
                <a:ln>
                  <a:noFill/>
                </a:ln>
                <a:solidFill>
                  <a:srgbClr val="223843"/>
                </a:solidFill>
                <a:effectLst/>
                <a:uLnTx/>
                <a:uFillTx/>
                <a:ea typeface="+mn-ea"/>
                <a:cs typeface="+mn-cs"/>
              </a:endParaRPr>
            </a:p>
          </p:txBody>
        </p:sp>
        <p:sp>
          <p:nvSpPr>
            <p:cNvPr id="22" name="TextBox 18">
              <a:extLst>
                <a:ext uri="{FF2B5EF4-FFF2-40B4-BE49-F238E27FC236}">
                  <a16:creationId xmlns:a16="http://schemas.microsoft.com/office/drawing/2014/main" id="{917EA391-1799-8D44-4373-7CE97FE28C1E}"/>
                </a:ext>
              </a:extLst>
            </p:cNvPr>
            <p:cNvSpPr txBox="1"/>
            <p:nvPr/>
          </p:nvSpPr>
          <p:spPr>
            <a:xfrm>
              <a:off x="9558634" y="4303035"/>
              <a:ext cx="1047083"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a:ln>
                    <a:noFill/>
                  </a:ln>
                  <a:solidFill>
                    <a:srgbClr val="223843"/>
                  </a:solidFill>
                  <a:effectLst/>
                  <a:uLnTx/>
                  <a:uFillTx/>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a:ln>
                    <a:noFill/>
                  </a:ln>
                  <a:solidFill>
                    <a:srgbClr val="223843"/>
                  </a:solidFill>
                  <a:effectLst/>
                  <a:uLnTx/>
                  <a:uFillTx/>
                  <a:ea typeface="+mn-ea"/>
                  <a:cs typeface="+mn-cs"/>
                </a:rPr>
                <a:t>CRM</a:t>
              </a:r>
              <a:endParaRPr kumimoji="0" lang="en-US" sz="1286" b="0" i="0" u="none" strike="noStrike" kern="1200" cap="none" spc="0" normalizeH="0" baseline="0" noProof="0">
                <a:ln>
                  <a:noFill/>
                </a:ln>
                <a:solidFill>
                  <a:srgbClr val="223843"/>
                </a:solidFill>
                <a:effectLst/>
                <a:uLnTx/>
                <a:uFillTx/>
                <a:ea typeface="+mn-ea"/>
                <a:cs typeface="+mn-cs"/>
              </a:endParaRPr>
            </a:p>
          </p:txBody>
        </p:sp>
        <p:grpSp>
          <p:nvGrpSpPr>
            <p:cNvPr id="23" name="Groupe 111">
              <a:extLst>
                <a:ext uri="{FF2B5EF4-FFF2-40B4-BE49-F238E27FC236}">
                  <a16:creationId xmlns:a16="http://schemas.microsoft.com/office/drawing/2014/main" id="{F30F67DF-C0C9-7C16-C118-49F083CF9608}"/>
                </a:ext>
              </a:extLst>
            </p:cNvPr>
            <p:cNvGrpSpPr/>
            <p:nvPr/>
          </p:nvGrpSpPr>
          <p:grpSpPr>
            <a:xfrm>
              <a:off x="359728" y="3372962"/>
              <a:ext cx="743808" cy="828863"/>
              <a:chOff x="359728" y="3372962"/>
              <a:chExt cx="743808" cy="828863"/>
            </a:xfrm>
          </p:grpSpPr>
          <p:sp>
            <p:nvSpPr>
              <p:cNvPr id="24" name="Forme libre : forme 112">
                <a:extLst>
                  <a:ext uri="{FF2B5EF4-FFF2-40B4-BE49-F238E27FC236}">
                    <a16:creationId xmlns:a16="http://schemas.microsoft.com/office/drawing/2014/main" id="{BE4985B9-E173-A7FB-525C-BE730EE306BE}"/>
                  </a:ext>
                </a:extLst>
              </p:cNvPr>
              <p:cNvSpPr/>
              <p:nvPr/>
            </p:nvSpPr>
            <p:spPr>
              <a:xfrm flipV="1">
                <a:off x="359728" y="3372962"/>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54" b="0" i="0" u="none" strike="noStrike" kern="1200" cap="none" spc="0" normalizeH="0" baseline="0" noProof="0">
                  <a:ln>
                    <a:noFill/>
                  </a:ln>
                  <a:solidFill>
                    <a:prstClr val="white"/>
                  </a:solidFill>
                  <a:effectLst/>
                  <a:uLnTx/>
                  <a:uFillTx/>
                  <a:ea typeface="+mn-ea"/>
                  <a:cs typeface="Aptos"/>
                </a:endParaRPr>
              </a:p>
            </p:txBody>
          </p:sp>
          <p:pic>
            <p:nvPicPr>
              <p:cNvPr id="25" name="Graphic 2">
                <a:extLst>
                  <a:ext uri="{FF2B5EF4-FFF2-40B4-BE49-F238E27FC236}">
                    <a16:creationId xmlns:a16="http://schemas.microsoft.com/office/drawing/2014/main" id="{92D7312A-CF20-63A0-816C-6666E3BA782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0718" y="3576518"/>
                <a:ext cx="360000" cy="360000"/>
              </a:xfrm>
              <a:prstGeom prst="rect">
                <a:avLst/>
              </a:prstGeom>
            </p:spPr>
          </p:pic>
        </p:grpSp>
        <p:grpSp>
          <p:nvGrpSpPr>
            <p:cNvPr id="26" name="Groupe 114">
              <a:extLst>
                <a:ext uri="{FF2B5EF4-FFF2-40B4-BE49-F238E27FC236}">
                  <a16:creationId xmlns:a16="http://schemas.microsoft.com/office/drawing/2014/main" id="{697C954F-39F7-0373-5A38-8AD8A3D5C255}"/>
                </a:ext>
              </a:extLst>
            </p:cNvPr>
            <p:cNvGrpSpPr/>
            <p:nvPr/>
          </p:nvGrpSpPr>
          <p:grpSpPr>
            <a:xfrm>
              <a:off x="1697982" y="3370484"/>
              <a:ext cx="743808" cy="828863"/>
              <a:chOff x="1703562" y="3370484"/>
              <a:chExt cx="743808" cy="828863"/>
            </a:xfrm>
          </p:grpSpPr>
          <p:sp>
            <p:nvSpPr>
              <p:cNvPr id="27" name="Forme libre : forme 115">
                <a:extLst>
                  <a:ext uri="{FF2B5EF4-FFF2-40B4-BE49-F238E27FC236}">
                    <a16:creationId xmlns:a16="http://schemas.microsoft.com/office/drawing/2014/main" id="{86D43291-7F36-5EEB-BC37-14EE377B621D}"/>
                  </a:ext>
                </a:extLst>
              </p:cNvPr>
              <p:cNvSpPr/>
              <p:nvPr/>
            </p:nvSpPr>
            <p:spPr>
              <a:xfrm flipV="1">
                <a:off x="1703562" y="3370484"/>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54" b="0" i="0" u="none" strike="noStrike" kern="1200" cap="none" spc="0" normalizeH="0" baseline="0" noProof="0">
                  <a:ln>
                    <a:noFill/>
                  </a:ln>
                  <a:solidFill>
                    <a:prstClr val="white"/>
                  </a:solidFill>
                  <a:effectLst/>
                  <a:uLnTx/>
                  <a:uFillTx/>
                  <a:ea typeface="+mn-ea"/>
                  <a:cs typeface="Aptos"/>
                </a:endParaRPr>
              </a:p>
            </p:txBody>
          </p:sp>
          <p:pic>
            <p:nvPicPr>
              <p:cNvPr id="28" name="Graphic 6">
                <a:extLst>
                  <a:ext uri="{FF2B5EF4-FFF2-40B4-BE49-F238E27FC236}">
                    <a16:creationId xmlns:a16="http://schemas.microsoft.com/office/drawing/2014/main" id="{BB1CD80B-54EC-2D3B-0B78-909880395BE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95466" y="3576518"/>
                <a:ext cx="360000" cy="360000"/>
              </a:xfrm>
              <a:prstGeom prst="rect">
                <a:avLst/>
              </a:prstGeom>
            </p:spPr>
          </p:pic>
        </p:grpSp>
        <p:grpSp>
          <p:nvGrpSpPr>
            <p:cNvPr id="29" name="Groupe 117">
              <a:extLst>
                <a:ext uri="{FF2B5EF4-FFF2-40B4-BE49-F238E27FC236}">
                  <a16:creationId xmlns:a16="http://schemas.microsoft.com/office/drawing/2014/main" id="{46E8715D-3BBC-FACD-801B-A491F8C56D35}"/>
                </a:ext>
              </a:extLst>
            </p:cNvPr>
            <p:cNvGrpSpPr/>
            <p:nvPr/>
          </p:nvGrpSpPr>
          <p:grpSpPr>
            <a:xfrm>
              <a:off x="2996473" y="3370485"/>
              <a:ext cx="743808" cy="828863"/>
              <a:chOff x="3043740" y="3370485"/>
              <a:chExt cx="743808" cy="828863"/>
            </a:xfrm>
          </p:grpSpPr>
          <p:sp>
            <p:nvSpPr>
              <p:cNvPr id="30" name="Forme libre : forme 118">
                <a:extLst>
                  <a:ext uri="{FF2B5EF4-FFF2-40B4-BE49-F238E27FC236}">
                    <a16:creationId xmlns:a16="http://schemas.microsoft.com/office/drawing/2014/main" id="{D4E0230C-B0F5-E0D9-EA8F-63A7D9D5946D}"/>
                  </a:ext>
                </a:extLst>
              </p:cNvPr>
              <p:cNvSpPr/>
              <p:nvPr/>
            </p:nvSpPr>
            <p:spPr>
              <a:xfrm flipV="1">
                <a:off x="3043740" y="3370485"/>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54" b="0" i="0" u="none" strike="noStrike" kern="1200" cap="none" spc="0" normalizeH="0" baseline="0" noProof="0">
                  <a:ln>
                    <a:noFill/>
                  </a:ln>
                  <a:solidFill>
                    <a:prstClr val="white"/>
                  </a:solidFill>
                  <a:effectLst/>
                  <a:uLnTx/>
                  <a:uFillTx/>
                  <a:ea typeface="+mn-ea"/>
                  <a:cs typeface="Aptos"/>
                </a:endParaRPr>
              </a:p>
            </p:txBody>
          </p:sp>
          <p:pic>
            <p:nvPicPr>
              <p:cNvPr id="31" name="Graphic 25">
                <a:extLst>
                  <a:ext uri="{FF2B5EF4-FFF2-40B4-BE49-F238E27FC236}">
                    <a16:creationId xmlns:a16="http://schemas.microsoft.com/office/drawing/2014/main" id="{A6B4204C-5915-6F4E-D0B5-E1BD82046D9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35644" y="3576518"/>
                <a:ext cx="360000" cy="360000"/>
              </a:xfrm>
              <a:prstGeom prst="rect">
                <a:avLst/>
              </a:prstGeom>
            </p:spPr>
          </p:pic>
        </p:grpSp>
        <p:grpSp>
          <p:nvGrpSpPr>
            <p:cNvPr id="32" name="Groupe 120">
              <a:extLst>
                <a:ext uri="{FF2B5EF4-FFF2-40B4-BE49-F238E27FC236}">
                  <a16:creationId xmlns:a16="http://schemas.microsoft.com/office/drawing/2014/main" id="{DE2663B5-8A9F-19BF-51F3-6C642B0ED9B6}"/>
                </a:ext>
              </a:extLst>
            </p:cNvPr>
            <p:cNvGrpSpPr/>
            <p:nvPr/>
          </p:nvGrpSpPr>
          <p:grpSpPr>
            <a:xfrm>
              <a:off x="4343668" y="3370483"/>
              <a:ext cx="743808" cy="828863"/>
              <a:chOff x="4383918" y="3370483"/>
              <a:chExt cx="743808" cy="828863"/>
            </a:xfrm>
          </p:grpSpPr>
          <p:sp>
            <p:nvSpPr>
              <p:cNvPr id="33" name="Forme libre : forme 121">
                <a:extLst>
                  <a:ext uri="{FF2B5EF4-FFF2-40B4-BE49-F238E27FC236}">
                    <a16:creationId xmlns:a16="http://schemas.microsoft.com/office/drawing/2014/main" id="{858200C4-713A-3F6D-B949-C27616994A8E}"/>
                  </a:ext>
                </a:extLst>
              </p:cNvPr>
              <p:cNvSpPr/>
              <p:nvPr/>
            </p:nvSpPr>
            <p:spPr>
              <a:xfrm flipV="1">
                <a:off x="4383918" y="3370483"/>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54" b="0" i="0" u="none" strike="noStrike" kern="1200" cap="none" spc="0" normalizeH="0" baseline="0" noProof="0">
                  <a:ln>
                    <a:noFill/>
                  </a:ln>
                  <a:solidFill>
                    <a:prstClr val="white"/>
                  </a:solidFill>
                  <a:effectLst/>
                  <a:uLnTx/>
                  <a:uFillTx/>
                  <a:ea typeface="+mn-ea"/>
                  <a:cs typeface="Aptos"/>
                </a:endParaRPr>
              </a:p>
            </p:txBody>
          </p:sp>
          <p:pic>
            <p:nvPicPr>
              <p:cNvPr id="34" name="Graphic 14">
                <a:extLst>
                  <a:ext uri="{FF2B5EF4-FFF2-40B4-BE49-F238E27FC236}">
                    <a16:creationId xmlns:a16="http://schemas.microsoft.com/office/drawing/2014/main" id="{5B9313EF-B5EB-1DA0-6545-F3AF97957D8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575822" y="3576518"/>
                <a:ext cx="360000" cy="360000"/>
              </a:xfrm>
              <a:prstGeom prst="rect">
                <a:avLst/>
              </a:prstGeom>
            </p:spPr>
          </p:pic>
        </p:grpSp>
        <p:grpSp>
          <p:nvGrpSpPr>
            <p:cNvPr id="35" name="Groupe 123">
              <a:extLst>
                <a:ext uri="{FF2B5EF4-FFF2-40B4-BE49-F238E27FC236}">
                  <a16:creationId xmlns:a16="http://schemas.microsoft.com/office/drawing/2014/main" id="{FE9372CE-D6F5-4B2B-B7E4-066CAC666909}"/>
                </a:ext>
              </a:extLst>
            </p:cNvPr>
            <p:cNvGrpSpPr/>
            <p:nvPr/>
          </p:nvGrpSpPr>
          <p:grpSpPr>
            <a:xfrm>
              <a:off x="7061126" y="3387936"/>
              <a:ext cx="743808" cy="828863"/>
              <a:chOff x="7055203" y="3387936"/>
              <a:chExt cx="743808" cy="828863"/>
            </a:xfrm>
          </p:grpSpPr>
          <p:sp>
            <p:nvSpPr>
              <p:cNvPr id="36" name="Forme libre : forme 124">
                <a:extLst>
                  <a:ext uri="{FF2B5EF4-FFF2-40B4-BE49-F238E27FC236}">
                    <a16:creationId xmlns:a16="http://schemas.microsoft.com/office/drawing/2014/main" id="{BB94CFA8-C80F-C7B3-1916-E348FA098FD6}"/>
                  </a:ext>
                </a:extLst>
              </p:cNvPr>
              <p:cNvSpPr/>
              <p:nvPr/>
            </p:nvSpPr>
            <p:spPr>
              <a:xfrm flipV="1">
                <a:off x="7055203" y="3387936"/>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54" b="0" i="0" u="none" strike="noStrike" kern="1200" cap="none" spc="0" normalizeH="0" baseline="0" noProof="0">
                  <a:ln>
                    <a:noFill/>
                  </a:ln>
                  <a:solidFill>
                    <a:prstClr val="white"/>
                  </a:solidFill>
                  <a:effectLst/>
                  <a:uLnTx/>
                  <a:uFillTx/>
                  <a:ea typeface="+mn-ea"/>
                  <a:cs typeface="Aptos"/>
                </a:endParaRPr>
              </a:p>
            </p:txBody>
          </p:sp>
          <p:pic>
            <p:nvPicPr>
              <p:cNvPr id="37" name="Graphic 27">
                <a:extLst>
                  <a:ext uri="{FF2B5EF4-FFF2-40B4-BE49-F238E27FC236}">
                    <a16:creationId xmlns:a16="http://schemas.microsoft.com/office/drawing/2014/main" id="{95B3AE36-F664-37DE-9B6A-49717F34C5B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247107" y="3576518"/>
                <a:ext cx="360000" cy="360000"/>
              </a:xfrm>
              <a:prstGeom prst="rect">
                <a:avLst/>
              </a:prstGeom>
            </p:spPr>
          </p:pic>
        </p:grpSp>
        <p:grpSp>
          <p:nvGrpSpPr>
            <p:cNvPr id="38" name="Groupe 126">
              <a:extLst>
                <a:ext uri="{FF2B5EF4-FFF2-40B4-BE49-F238E27FC236}">
                  <a16:creationId xmlns:a16="http://schemas.microsoft.com/office/drawing/2014/main" id="{2A3102BD-5592-9880-B573-901498E18F13}"/>
                </a:ext>
              </a:extLst>
            </p:cNvPr>
            <p:cNvGrpSpPr/>
            <p:nvPr/>
          </p:nvGrpSpPr>
          <p:grpSpPr>
            <a:xfrm>
              <a:off x="5717042" y="3370484"/>
              <a:ext cx="743808" cy="828863"/>
              <a:chOff x="5724096" y="3370484"/>
              <a:chExt cx="743808" cy="828863"/>
            </a:xfrm>
          </p:grpSpPr>
          <p:sp>
            <p:nvSpPr>
              <p:cNvPr id="39" name="Forme libre : forme 127">
                <a:extLst>
                  <a:ext uri="{FF2B5EF4-FFF2-40B4-BE49-F238E27FC236}">
                    <a16:creationId xmlns:a16="http://schemas.microsoft.com/office/drawing/2014/main" id="{FAA44E60-A0E6-8EBC-4A5F-7ECA9F283A79}"/>
                  </a:ext>
                </a:extLst>
              </p:cNvPr>
              <p:cNvSpPr/>
              <p:nvPr/>
            </p:nvSpPr>
            <p:spPr>
              <a:xfrm flipV="1">
                <a:off x="5724096" y="3370484"/>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54" b="0" i="0" u="none" strike="noStrike" kern="1200" cap="none" spc="0" normalizeH="0" baseline="0" noProof="0">
                  <a:ln>
                    <a:noFill/>
                  </a:ln>
                  <a:solidFill>
                    <a:prstClr val="white"/>
                  </a:solidFill>
                  <a:effectLst/>
                  <a:uLnTx/>
                  <a:uFillTx/>
                  <a:ea typeface="+mn-ea"/>
                  <a:cs typeface="Aptos"/>
                </a:endParaRPr>
              </a:p>
            </p:txBody>
          </p:sp>
          <p:pic>
            <p:nvPicPr>
              <p:cNvPr id="40" name="Graphic 26">
                <a:extLst>
                  <a:ext uri="{FF2B5EF4-FFF2-40B4-BE49-F238E27FC236}">
                    <a16:creationId xmlns:a16="http://schemas.microsoft.com/office/drawing/2014/main" id="{B4261C47-F071-8D62-2246-22F2F411DBF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916000" y="3576518"/>
                <a:ext cx="360000" cy="360000"/>
              </a:xfrm>
              <a:prstGeom prst="rect">
                <a:avLst/>
              </a:prstGeom>
            </p:spPr>
          </p:pic>
        </p:grpSp>
        <p:grpSp>
          <p:nvGrpSpPr>
            <p:cNvPr id="41" name="Groupe 129">
              <a:extLst>
                <a:ext uri="{FF2B5EF4-FFF2-40B4-BE49-F238E27FC236}">
                  <a16:creationId xmlns:a16="http://schemas.microsoft.com/office/drawing/2014/main" id="{E572A961-2BB5-760E-0F1F-E054334E0899}"/>
                </a:ext>
              </a:extLst>
            </p:cNvPr>
            <p:cNvGrpSpPr/>
            <p:nvPr/>
          </p:nvGrpSpPr>
          <p:grpSpPr>
            <a:xfrm>
              <a:off x="8378770" y="3387937"/>
              <a:ext cx="743808" cy="828863"/>
              <a:chOff x="8395381" y="3387937"/>
              <a:chExt cx="743808" cy="828863"/>
            </a:xfrm>
          </p:grpSpPr>
          <p:sp>
            <p:nvSpPr>
              <p:cNvPr id="42" name="Forme libre : forme 130">
                <a:extLst>
                  <a:ext uri="{FF2B5EF4-FFF2-40B4-BE49-F238E27FC236}">
                    <a16:creationId xmlns:a16="http://schemas.microsoft.com/office/drawing/2014/main" id="{A0C3175B-6CAF-641D-6E46-D24DE52DC127}"/>
                  </a:ext>
                </a:extLst>
              </p:cNvPr>
              <p:cNvSpPr/>
              <p:nvPr/>
            </p:nvSpPr>
            <p:spPr>
              <a:xfrm flipV="1">
                <a:off x="8395381" y="3387937"/>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54" b="0" i="0" u="none" strike="noStrike" kern="1200" cap="none" spc="0" normalizeH="0" baseline="0" noProof="0">
                  <a:ln>
                    <a:noFill/>
                  </a:ln>
                  <a:solidFill>
                    <a:prstClr val="white"/>
                  </a:solidFill>
                  <a:effectLst/>
                  <a:uLnTx/>
                  <a:uFillTx/>
                  <a:ea typeface="+mn-ea"/>
                  <a:cs typeface="Aptos"/>
                </a:endParaRPr>
              </a:p>
            </p:txBody>
          </p:sp>
          <p:pic>
            <p:nvPicPr>
              <p:cNvPr id="43" name="Graphic 20">
                <a:extLst>
                  <a:ext uri="{FF2B5EF4-FFF2-40B4-BE49-F238E27FC236}">
                    <a16:creationId xmlns:a16="http://schemas.microsoft.com/office/drawing/2014/main" id="{D7843DD2-B76E-2B7E-DF68-8993B70DFC4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587285" y="3576518"/>
                <a:ext cx="360000" cy="360000"/>
              </a:xfrm>
              <a:prstGeom prst="rect">
                <a:avLst/>
              </a:prstGeom>
            </p:spPr>
          </p:pic>
        </p:grpSp>
        <p:grpSp>
          <p:nvGrpSpPr>
            <p:cNvPr id="44" name="Groupe 132">
              <a:extLst>
                <a:ext uri="{FF2B5EF4-FFF2-40B4-BE49-F238E27FC236}">
                  <a16:creationId xmlns:a16="http://schemas.microsoft.com/office/drawing/2014/main" id="{709EB46F-57D6-962D-59F5-CFE429E75A1A}"/>
                </a:ext>
              </a:extLst>
            </p:cNvPr>
            <p:cNvGrpSpPr/>
            <p:nvPr/>
          </p:nvGrpSpPr>
          <p:grpSpPr>
            <a:xfrm>
              <a:off x="11059065" y="3387936"/>
              <a:ext cx="743808" cy="828863"/>
              <a:chOff x="11075737" y="3387936"/>
              <a:chExt cx="743808" cy="828863"/>
            </a:xfrm>
          </p:grpSpPr>
          <p:sp>
            <p:nvSpPr>
              <p:cNvPr id="45" name="Forme libre : forme 133">
                <a:extLst>
                  <a:ext uri="{FF2B5EF4-FFF2-40B4-BE49-F238E27FC236}">
                    <a16:creationId xmlns:a16="http://schemas.microsoft.com/office/drawing/2014/main" id="{8848AFA1-4E70-780D-8A25-33B32DE6FE5F}"/>
                  </a:ext>
                </a:extLst>
              </p:cNvPr>
              <p:cNvSpPr/>
              <p:nvPr/>
            </p:nvSpPr>
            <p:spPr>
              <a:xfrm flipV="1">
                <a:off x="11075737" y="3387936"/>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54" b="0" i="0" u="none" strike="noStrike" kern="1200" cap="none" spc="0" normalizeH="0" baseline="0" noProof="0">
                  <a:ln>
                    <a:noFill/>
                  </a:ln>
                  <a:solidFill>
                    <a:prstClr val="white"/>
                  </a:solidFill>
                  <a:effectLst/>
                  <a:uLnTx/>
                  <a:uFillTx/>
                  <a:ea typeface="+mn-ea"/>
                  <a:cs typeface="Aptos"/>
                </a:endParaRPr>
              </a:p>
            </p:txBody>
          </p:sp>
          <p:pic>
            <p:nvPicPr>
              <p:cNvPr id="46" name="Graphic 22">
                <a:extLst>
                  <a:ext uri="{FF2B5EF4-FFF2-40B4-BE49-F238E27FC236}">
                    <a16:creationId xmlns:a16="http://schemas.microsoft.com/office/drawing/2014/main" id="{4A6DAD39-A98C-34E2-D20C-2DB6455D58F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267641" y="3576518"/>
                <a:ext cx="360000" cy="360000"/>
              </a:xfrm>
              <a:prstGeom prst="rect">
                <a:avLst/>
              </a:prstGeom>
            </p:spPr>
          </p:pic>
        </p:grpSp>
        <p:grpSp>
          <p:nvGrpSpPr>
            <p:cNvPr id="47" name="Groupe 135">
              <a:extLst>
                <a:ext uri="{FF2B5EF4-FFF2-40B4-BE49-F238E27FC236}">
                  <a16:creationId xmlns:a16="http://schemas.microsoft.com/office/drawing/2014/main" id="{DA5B1E41-648B-F71A-3936-23CEF094074D}"/>
                </a:ext>
              </a:extLst>
            </p:cNvPr>
            <p:cNvGrpSpPr/>
            <p:nvPr/>
          </p:nvGrpSpPr>
          <p:grpSpPr>
            <a:xfrm>
              <a:off x="9710271" y="3387935"/>
              <a:ext cx="743808" cy="828863"/>
              <a:chOff x="9735559" y="3387935"/>
              <a:chExt cx="743808" cy="828863"/>
            </a:xfrm>
          </p:grpSpPr>
          <p:sp>
            <p:nvSpPr>
              <p:cNvPr id="48" name="Forme libre : forme 136">
                <a:extLst>
                  <a:ext uri="{FF2B5EF4-FFF2-40B4-BE49-F238E27FC236}">
                    <a16:creationId xmlns:a16="http://schemas.microsoft.com/office/drawing/2014/main" id="{9721974C-C749-AB4D-9FF0-2F82EF34AF2D}"/>
                  </a:ext>
                </a:extLst>
              </p:cNvPr>
              <p:cNvSpPr/>
              <p:nvPr/>
            </p:nvSpPr>
            <p:spPr>
              <a:xfrm flipV="1">
                <a:off x="9735559" y="3387935"/>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54" b="0" i="0" u="none" strike="noStrike" kern="1200" cap="none" spc="0" normalizeH="0" baseline="0" noProof="0">
                  <a:ln>
                    <a:noFill/>
                  </a:ln>
                  <a:solidFill>
                    <a:prstClr val="white"/>
                  </a:solidFill>
                  <a:effectLst/>
                  <a:uLnTx/>
                  <a:uFillTx/>
                  <a:ea typeface="+mn-ea"/>
                  <a:cs typeface="Aptos"/>
                </a:endParaRPr>
              </a:p>
            </p:txBody>
          </p:sp>
          <p:pic>
            <p:nvPicPr>
              <p:cNvPr id="49" name="Graphic 53">
                <a:extLst>
                  <a:ext uri="{FF2B5EF4-FFF2-40B4-BE49-F238E27FC236}">
                    <a16:creationId xmlns:a16="http://schemas.microsoft.com/office/drawing/2014/main" id="{96CF3EDE-BA51-FEB1-D99C-1786D417F63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927463" y="3576518"/>
                <a:ext cx="360000" cy="360000"/>
              </a:xfrm>
              <a:prstGeom prst="rect">
                <a:avLst/>
              </a:prstGeom>
            </p:spPr>
          </p:pic>
        </p:grpSp>
      </p:gr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LES ÉTAPES VERS UN PROJET RÉUSSI</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MÉTHODOLOGIE</a:t>
            </a:r>
            <a:endParaRPr lang="en-US"/>
          </a:p>
        </p:txBody>
      </p:sp>
      <p:grpSp>
        <p:nvGrpSpPr>
          <p:cNvPr id="5" name="Transplant"/>
          <p:cNvGrpSpPr/>
          <p:nvPr/>
        </p:nvGrpSpPr>
        <p:grpSpPr>
          <a:xfrm>
            <a:off x="694944" y="1542474"/>
            <a:ext cx="10799064" cy="4687452"/>
            <a:chOff x="127251" y="1460309"/>
            <a:chExt cx="11919457" cy="5173771"/>
          </a:xfrm>
        </p:grpSpPr>
        <p:sp>
          <p:nvSpPr>
            <p:cNvPr id="6" name="Rectangle 1">
              <a:extLst>
                <a:ext uri="{FF2B5EF4-FFF2-40B4-BE49-F238E27FC236}">
                  <a16:creationId xmlns:a16="http://schemas.microsoft.com/office/drawing/2014/main" id="{59604C8E-B52D-983C-BCF1-B349FB287D8F}"/>
                </a:ext>
              </a:extLst>
            </p:cNvPr>
            <p:cNvSpPr/>
            <p:nvPr/>
          </p:nvSpPr>
          <p:spPr>
            <a:xfrm rot="17945011">
              <a:off x="4182021" y="2433979"/>
              <a:ext cx="939294" cy="506761"/>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30" b="0" i="0" u="none" strike="noStrike" kern="1200" cap="none" spc="0" normalizeH="0" baseline="0" noProof="0">
                <a:ln>
                  <a:noFill/>
                </a:ln>
                <a:solidFill>
                  <a:prstClr val="white"/>
                </a:solidFill>
                <a:effectLst/>
                <a:uLnTx/>
                <a:uFillTx/>
                <a:ea typeface="+mn-ea"/>
                <a:cs typeface="+mn-cs"/>
              </a:endParaRPr>
            </a:p>
          </p:txBody>
        </p:sp>
        <p:sp>
          <p:nvSpPr>
            <p:cNvPr id="7" name="Hexagon 18">
              <a:extLst>
                <a:ext uri="{FF2B5EF4-FFF2-40B4-BE49-F238E27FC236}">
                  <a16:creationId xmlns:a16="http://schemas.microsoft.com/office/drawing/2014/main" id="{BC208CF0-4DCB-3BAA-57C9-7D50B84B57B2}"/>
                </a:ext>
              </a:extLst>
            </p:cNvPr>
            <p:cNvSpPr/>
            <p:nvPr/>
          </p:nvSpPr>
          <p:spPr>
            <a:xfrm rot="5400000">
              <a:off x="5684897" y="4698663"/>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449" i="0" u="none" strike="noStrike" kern="0" cap="none" spc="0" normalizeH="0" baseline="0" noProof="0">
                  <a:ln>
                    <a:noFill/>
                  </a:ln>
                  <a:solidFill>
                    <a:srgbClr val="212529"/>
                  </a:solidFill>
                  <a:effectLst/>
                  <a:uLnTx/>
                  <a:uFillTx/>
                  <a:ea typeface="+mn-ea"/>
                  <a:cs typeface="+mn-cs"/>
                </a:rPr>
                <a:t>Formations &amp;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449" i="0" u="none" strike="noStrike" kern="0" cap="none" spc="0" normalizeH="0" baseline="0" noProof="0">
                  <a:ln>
                    <a:noFill/>
                  </a:ln>
                  <a:solidFill>
                    <a:srgbClr val="212529"/>
                  </a:solidFill>
                  <a:effectLst/>
                  <a:uLnTx/>
                  <a:uFillTx/>
                  <a:ea typeface="+mn-ea"/>
                  <a:cs typeface="+mn-cs"/>
                </a:rPr>
                <a:t>démarrage</a:t>
              </a:r>
            </a:p>
          </p:txBody>
        </p:sp>
        <p:sp>
          <p:nvSpPr>
            <p:cNvPr id="8" name="Trapezoid 31">
              <a:extLst>
                <a:ext uri="{FF2B5EF4-FFF2-40B4-BE49-F238E27FC236}">
                  <a16:creationId xmlns:a16="http://schemas.microsoft.com/office/drawing/2014/main" id="{21833DB2-CB61-B9A7-E308-956169F6FA1D}"/>
                </a:ext>
              </a:extLst>
            </p:cNvPr>
            <p:cNvSpPr/>
            <p:nvPr/>
          </p:nvSpPr>
          <p:spPr>
            <a:xfrm rot="19800000">
              <a:off x="5702586" y="4820492"/>
              <a:ext cx="1260200" cy="164941"/>
            </a:xfrm>
            <a:prstGeom prst="trapezoid">
              <a:avLst>
                <a:gd name="adj" fmla="val 58035"/>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899" b="0" i="0" u="none" strike="noStrike" kern="0" cap="none" spc="0" normalizeH="0" baseline="0" noProof="0">
                <a:ln>
                  <a:noFill/>
                </a:ln>
                <a:solidFill>
                  <a:sysClr val="windowText" lastClr="000000"/>
                </a:solidFill>
                <a:effectLst/>
                <a:uLnTx/>
                <a:uFillTx/>
                <a:ea typeface="+mn-ea"/>
                <a:cs typeface="+mn-cs"/>
              </a:endParaRPr>
            </a:p>
          </p:txBody>
        </p:sp>
        <p:sp>
          <p:nvSpPr>
            <p:cNvPr id="9" name="Hexagon 33">
              <a:extLst>
                <a:ext uri="{FF2B5EF4-FFF2-40B4-BE49-F238E27FC236}">
                  <a16:creationId xmlns:a16="http://schemas.microsoft.com/office/drawing/2014/main" id="{44DDFC9B-1038-106C-5666-B56B0737430F}"/>
                </a:ext>
              </a:extLst>
            </p:cNvPr>
            <p:cNvSpPr/>
            <p:nvPr/>
          </p:nvSpPr>
          <p:spPr>
            <a:xfrm rot="5400000">
              <a:off x="3790435" y="4698663"/>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449" i="0" u="none" strike="noStrike" kern="0" cap="none" spc="0" normalizeH="0" baseline="0" noProof="0">
                  <a:ln>
                    <a:noFill/>
                  </a:ln>
                  <a:solidFill>
                    <a:srgbClr val="212529"/>
                  </a:solidFill>
                  <a:effectLst/>
                  <a:uLnTx/>
                  <a:uFillTx/>
                  <a:ea typeface="+mn-ea"/>
                  <a:cs typeface="+mn-cs"/>
                </a:rPr>
                <a:t>Lancement &amp;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449" i="0" u="none" strike="noStrike" kern="0" cap="none" spc="0" normalizeH="0" baseline="0" noProof="0">
                  <a:ln>
                    <a:noFill/>
                  </a:ln>
                  <a:solidFill>
                    <a:srgbClr val="212529"/>
                  </a:solidFill>
                  <a:effectLst/>
                  <a:uLnTx/>
                  <a:uFillTx/>
                  <a:ea typeface="+mn-ea"/>
                  <a:cs typeface="+mn-cs"/>
                </a:rPr>
                <a:t>support</a:t>
              </a:r>
            </a:p>
          </p:txBody>
        </p:sp>
        <p:sp>
          <p:nvSpPr>
            <p:cNvPr id="10" name="Trapezoid 32">
              <a:extLst>
                <a:ext uri="{FF2B5EF4-FFF2-40B4-BE49-F238E27FC236}">
                  <a16:creationId xmlns:a16="http://schemas.microsoft.com/office/drawing/2014/main" id="{789923A5-11A9-39A6-60DF-BF9E3EC680B9}"/>
                </a:ext>
              </a:extLst>
            </p:cNvPr>
            <p:cNvSpPr/>
            <p:nvPr/>
          </p:nvSpPr>
          <p:spPr>
            <a:xfrm rot="1800000">
              <a:off x="4649205" y="4818601"/>
              <a:ext cx="1260200" cy="164941"/>
            </a:xfrm>
            <a:prstGeom prst="trapezoid">
              <a:avLst>
                <a:gd name="adj" fmla="val 58035"/>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899" b="0" i="0" u="none" strike="noStrike" kern="0" cap="none" spc="0" normalizeH="0" baseline="0" noProof="0">
                <a:ln>
                  <a:noFill/>
                </a:ln>
                <a:solidFill>
                  <a:sysClr val="windowText" lastClr="000000"/>
                </a:solidFill>
                <a:effectLst/>
                <a:uLnTx/>
                <a:uFillTx/>
                <a:ea typeface="+mn-ea"/>
                <a:cs typeface="+mn-cs"/>
              </a:endParaRPr>
            </a:p>
          </p:txBody>
        </p:sp>
        <p:sp>
          <p:nvSpPr>
            <p:cNvPr id="11" name="Hexagon 34">
              <a:extLst>
                <a:ext uri="{FF2B5EF4-FFF2-40B4-BE49-F238E27FC236}">
                  <a16:creationId xmlns:a16="http://schemas.microsoft.com/office/drawing/2014/main" id="{BE857D43-9805-22AD-DF78-1C9B634A515B}"/>
                </a:ext>
              </a:extLst>
            </p:cNvPr>
            <p:cNvSpPr/>
            <p:nvPr/>
          </p:nvSpPr>
          <p:spPr>
            <a:xfrm rot="5400000">
              <a:off x="5896942" y="1586174"/>
              <a:ext cx="1732971" cy="1884953"/>
            </a:xfrm>
            <a:custGeom>
              <a:avLst/>
              <a:gdLst>
                <a:gd name="connsiteX0" fmla="*/ 0 w 2135508"/>
                <a:gd name="connsiteY0" fmla="*/ 928622 h 1857244"/>
                <a:gd name="connsiteX1" fmla="*/ 534923 w 2135508"/>
                <a:gd name="connsiteY1" fmla="*/ 0 h 1857244"/>
                <a:gd name="connsiteX2" fmla="*/ 1600585 w 2135508"/>
                <a:gd name="connsiteY2" fmla="*/ 0 h 1857244"/>
                <a:gd name="connsiteX3" fmla="*/ 2135508 w 2135508"/>
                <a:gd name="connsiteY3" fmla="*/ 928622 h 1857244"/>
                <a:gd name="connsiteX4" fmla="*/ 1600585 w 2135508"/>
                <a:gd name="connsiteY4" fmla="*/ 1857244 h 1857244"/>
                <a:gd name="connsiteX5" fmla="*/ 534923 w 2135508"/>
                <a:gd name="connsiteY5" fmla="*/ 1857244 h 1857244"/>
                <a:gd name="connsiteX6" fmla="*/ 0 w 2135508"/>
                <a:gd name="connsiteY6" fmla="*/ 928622 h 1857244"/>
                <a:gd name="connsiteX0" fmla="*/ 0 w 1726029"/>
                <a:gd name="connsiteY0" fmla="*/ 959410 h 1857244"/>
                <a:gd name="connsiteX1" fmla="*/ 125444 w 1726029"/>
                <a:gd name="connsiteY1" fmla="*/ 0 h 1857244"/>
                <a:gd name="connsiteX2" fmla="*/ 1191106 w 1726029"/>
                <a:gd name="connsiteY2" fmla="*/ 0 h 1857244"/>
                <a:gd name="connsiteX3" fmla="*/ 1726029 w 1726029"/>
                <a:gd name="connsiteY3" fmla="*/ 928622 h 1857244"/>
                <a:gd name="connsiteX4" fmla="*/ 1191106 w 1726029"/>
                <a:gd name="connsiteY4" fmla="*/ 1857244 h 1857244"/>
                <a:gd name="connsiteX5" fmla="*/ 125444 w 1726029"/>
                <a:gd name="connsiteY5" fmla="*/ 1857244 h 1857244"/>
                <a:gd name="connsiteX6" fmla="*/ 0 w 1726029"/>
                <a:gd name="connsiteY6" fmla="*/ 959410 h 1857244"/>
                <a:gd name="connsiteX0" fmla="*/ 0 w 1726029"/>
                <a:gd name="connsiteY0" fmla="*/ 959410 h 1860322"/>
                <a:gd name="connsiteX1" fmla="*/ 125444 w 1726029"/>
                <a:gd name="connsiteY1" fmla="*/ 0 h 1860322"/>
                <a:gd name="connsiteX2" fmla="*/ 1191106 w 1726029"/>
                <a:gd name="connsiteY2" fmla="*/ 0 h 1860322"/>
                <a:gd name="connsiteX3" fmla="*/ 1726029 w 1726029"/>
                <a:gd name="connsiteY3" fmla="*/ 928622 h 1860322"/>
                <a:gd name="connsiteX4" fmla="*/ 1191106 w 1726029"/>
                <a:gd name="connsiteY4" fmla="*/ 1857244 h 1860322"/>
                <a:gd name="connsiteX5" fmla="*/ 14610 w 1726029"/>
                <a:gd name="connsiteY5" fmla="*/ 1860322 h 1860322"/>
                <a:gd name="connsiteX6" fmla="*/ 0 w 1726029"/>
                <a:gd name="connsiteY6" fmla="*/ 959410 h 1860322"/>
                <a:gd name="connsiteX0" fmla="*/ 6942 w 1732971"/>
                <a:gd name="connsiteY0" fmla="*/ 984041 h 1884953"/>
                <a:gd name="connsiteX1" fmla="*/ 0 w 1732971"/>
                <a:gd name="connsiteY1" fmla="*/ 0 h 1884953"/>
                <a:gd name="connsiteX2" fmla="*/ 1198048 w 1732971"/>
                <a:gd name="connsiteY2" fmla="*/ 24631 h 1884953"/>
                <a:gd name="connsiteX3" fmla="*/ 1732971 w 1732971"/>
                <a:gd name="connsiteY3" fmla="*/ 953253 h 1884953"/>
                <a:gd name="connsiteX4" fmla="*/ 1198048 w 1732971"/>
                <a:gd name="connsiteY4" fmla="*/ 1881875 h 1884953"/>
                <a:gd name="connsiteX5" fmla="*/ 21552 w 1732971"/>
                <a:gd name="connsiteY5" fmla="*/ 1884953 h 1884953"/>
                <a:gd name="connsiteX6" fmla="*/ 6942 w 1732971"/>
                <a:gd name="connsiteY6" fmla="*/ 984041 h 1884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32971" h="1884953">
                  <a:moveTo>
                    <a:pt x="6942" y="984041"/>
                  </a:moveTo>
                  <a:lnTo>
                    <a:pt x="0" y="0"/>
                  </a:lnTo>
                  <a:lnTo>
                    <a:pt x="1198048" y="24631"/>
                  </a:lnTo>
                  <a:lnTo>
                    <a:pt x="1732971" y="953253"/>
                  </a:lnTo>
                  <a:lnTo>
                    <a:pt x="1198048" y="1881875"/>
                  </a:lnTo>
                  <a:lnTo>
                    <a:pt x="21552" y="1884953"/>
                  </a:lnTo>
                  <a:lnTo>
                    <a:pt x="6942" y="984041"/>
                  </a:lnTo>
                  <a:close/>
                </a:path>
              </a:pathLst>
            </a:cu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449" i="0" u="none" strike="noStrike" kern="0" cap="none" spc="0" normalizeH="0" baseline="0" noProof="0">
                  <a:ln>
                    <a:noFill/>
                  </a:ln>
                  <a:solidFill>
                    <a:srgbClr val="212529"/>
                  </a:solidFill>
                  <a:effectLst/>
                  <a:uLnTx/>
                  <a:uFillTx/>
                  <a:ea typeface="+mn-ea"/>
                  <a:cs typeface="+mn-cs"/>
                </a:rPr>
                <a:t>Analyses</a:t>
              </a:r>
              <a:endParaRPr kumimoji="0" lang="fr-FR" sz="1087" i="0" u="none" strike="noStrike" kern="0" cap="none" spc="0" normalizeH="0" baseline="0" noProof="0">
                <a:ln>
                  <a:noFill/>
                </a:ln>
                <a:solidFill>
                  <a:srgbClr val="212529"/>
                </a:solidFill>
                <a:effectLst/>
                <a:uLnTx/>
                <a:uFillTx/>
                <a:ea typeface="+mn-ea"/>
                <a:cs typeface="+mn-cs"/>
              </a:endParaRPr>
            </a:p>
          </p:txBody>
        </p:sp>
        <p:sp>
          <p:nvSpPr>
            <p:cNvPr id="12" name="Trapezoid 35">
              <a:extLst>
                <a:ext uri="{FF2B5EF4-FFF2-40B4-BE49-F238E27FC236}">
                  <a16:creationId xmlns:a16="http://schemas.microsoft.com/office/drawing/2014/main" id="{085DCED8-6D29-BED7-194C-387AA10C0D1F}"/>
                </a:ext>
              </a:extLst>
            </p:cNvPr>
            <p:cNvSpPr/>
            <p:nvPr/>
          </p:nvSpPr>
          <p:spPr>
            <a:xfrm rot="12600000" flipH="1">
              <a:off x="5702586" y="2979776"/>
              <a:ext cx="1260200" cy="164941"/>
            </a:xfrm>
            <a:prstGeom prst="trapezoid">
              <a:avLst>
                <a:gd name="adj" fmla="val 58035"/>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899" b="0" i="0" u="none" strike="noStrike" kern="0" cap="none" spc="0" normalizeH="0" baseline="0" noProof="0">
                <a:ln>
                  <a:noFill/>
                </a:ln>
                <a:solidFill>
                  <a:sysClr val="windowText" lastClr="000000"/>
                </a:solidFill>
                <a:effectLst/>
                <a:uLnTx/>
                <a:uFillTx/>
                <a:ea typeface="+mn-ea"/>
                <a:cs typeface="+mn-cs"/>
              </a:endParaRPr>
            </a:p>
          </p:txBody>
        </p:sp>
        <p:sp>
          <p:nvSpPr>
            <p:cNvPr id="13" name="Hexagon 39">
              <a:extLst>
                <a:ext uri="{FF2B5EF4-FFF2-40B4-BE49-F238E27FC236}">
                  <a16:creationId xmlns:a16="http://schemas.microsoft.com/office/drawing/2014/main" id="{1E0E4317-9EA0-8DB2-DF6D-CD7CA1E5503F}"/>
                </a:ext>
              </a:extLst>
            </p:cNvPr>
            <p:cNvSpPr/>
            <p:nvPr/>
          </p:nvSpPr>
          <p:spPr>
            <a:xfrm rot="5400000">
              <a:off x="6617538" y="3044711"/>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449" i="0" u="none" strike="noStrike" kern="0" cap="none" spc="0" normalizeH="0" baseline="0" noProof="0">
                  <a:ln>
                    <a:noFill/>
                  </a:ln>
                  <a:solidFill>
                    <a:srgbClr val="212529"/>
                  </a:solidFill>
                  <a:effectLst/>
                  <a:uLnTx/>
                  <a:uFillTx/>
                  <a:ea typeface="+mn-ea"/>
                  <a:cs typeface="+mn-cs"/>
                </a:rPr>
                <a:t>Implémentation</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449" i="0" u="none" strike="noStrike" kern="0" cap="none" spc="0" normalizeH="0" baseline="0" noProof="0">
                  <a:ln>
                    <a:noFill/>
                  </a:ln>
                  <a:solidFill>
                    <a:srgbClr val="212529"/>
                  </a:solidFill>
                  <a:effectLst/>
                  <a:uLnTx/>
                  <a:uFillTx/>
                  <a:ea typeface="+mn-ea"/>
                  <a:cs typeface="+mn-cs"/>
                </a:rPr>
                <a:t>&amp;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449" i="0" u="none" strike="noStrike" kern="0" cap="none" spc="0" normalizeH="0" baseline="0" noProof="0">
                  <a:ln>
                    <a:noFill/>
                  </a:ln>
                  <a:solidFill>
                    <a:srgbClr val="212529"/>
                  </a:solidFill>
                  <a:effectLst/>
                  <a:uLnTx/>
                  <a:uFillTx/>
                  <a:ea typeface="+mn-ea"/>
                  <a:cs typeface="+mn-cs"/>
                </a:rPr>
                <a:t>Déploiement</a:t>
              </a:r>
            </a:p>
          </p:txBody>
        </p:sp>
        <p:sp>
          <p:nvSpPr>
            <p:cNvPr id="14" name="Trapezoid 40">
              <a:extLst>
                <a:ext uri="{FF2B5EF4-FFF2-40B4-BE49-F238E27FC236}">
                  <a16:creationId xmlns:a16="http://schemas.microsoft.com/office/drawing/2014/main" id="{82E7286E-4F0C-64DF-72ED-809959B24180}"/>
                </a:ext>
              </a:extLst>
            </p:cNvPr>
            <p:cNvSpPr/>
            <p:nvPr/>
          </p:nvSpPr>
          <p:spPr>
            <a:xfrm rot="16200000" flipH="1">
              <a:off x="6212641" y="3894861"/>
              <a:ext cx="1260200" cy="164941"/>
            </a:xfrm>
            <a:prstGeom prst="trapezoid">
              <a:avLst>
                <a:gd name="adj" fmla="val 58035"/>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899" b="0" i="0" u="none" strike="noStrike" kern="0" cap="none" spc="0" normalizeH="0" baseline="0" noProof="0">
                <a:ln>
                  <a:noFill/>
                </a:ln>
                <a:solidFill>
                  <a:sysClr val="windowText" lastClr="000000"/>
                </a:solidFill>
                <a:effectLst/>
                <a:uLnTx/>
                <a:uFillTx/>
                <a:ea typeface="+mn-ea"/>
                <a:cs typeface="+mn-cs"/>
              </a:endParaRPr>
            </a:p>
          </p:txBody>
        </p:sp>
        <p:sp>
          <p:nvSpPr>
            <p:cNvPr id="15" name="Hexagon 41">
              <a:extLst>
                <a:ext uri="{FF2B5EF4-FFF2-40B4-BE49-F238E27FC236}">
                  <a16:creationId xmlns:a16="http://schemas.microsoft.com/office/drawing/2014/main" id="{8979ADCF-FDDE-7AC3-A93B-9F37234EE3B4}"/>
                </a:ext>
              </a:extLst>
            </p:cNvPr>
            <p:cNvSpPr/>
            <p:nvPr/>
          </p:nvSpPr>
          <p:spPr>
            <a:xfrm rot="5400000">
              <a:off x="2856644" y="3048711"/>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449" i="0" u="none" strike="noStrike" kern="0" cap="none" spc="0" normalizeH="0" baseline="0" noProof="0">
                  <a:ln>
                    <a:noFill/>
                  </a:ln>
                  <a:solidFill>
                    <a:srgbClr val="212529"/>
                  </a:solidFill>
                  <a:effectLst/>
                  <a:uLnTx/>
                  <a:uFillTx/>
                  <a:ea typeface="+mn-ea"/>
                  <a:cs typeface="+mn-cs"/>
                </a:rPr>
                <a:t>Mesures &amp;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449" i="0" u="none" strike="noStrike" kern="0" cap="none" spc="0" normalizeH="0" baseline="0" noProof="0">
                  <a:ln>
                    <a:noFill/>
                  </a:ln>
                  <a:solidFill>
                    <a:srgbClr val="212529"/>
                  </a:solidFill>
                  <a:effectLst/>
                  <a:uLnTx/>
                  <a:uFillTx/>
                  <a:ea typeface="+mn-ea"/>
                  <a:cs typeface="+mn-cs"/>
                </a:rPr>
                <a:t>adaptations</a:t>
              </a:r>
            </a:p>
          </p:txBody>
        </p:sp>
        <p:sp>
          <p:nvSpPr>
            <p:cNvPr id="16" name="Trapezoid 42">
              <a:extLst>
                <a:ext uri="{FF2B5EF4-FFF2-40B4-BE49-F238E27FC236}">
                  <a16:creationId xmlns:a16="http://schemas.microsoft.com/office/drawing/2014/main" id="{25BAFA5C-7E92-7D91-1DE8-5DA171D3A707}"/>
                </a:ext>
              </a:extLst>
            </p:cNvPr>
            <p:cNvSpPr/>
            <p:nvPr/>
          </p:nvSpPr>
          <p:spPr>
            <a:xfrm rot="5400000" flipH="1">
              <a:off x="4140449" y="3894861"/>
              <a:ext cx="1260200" cy="164941"/>
            </a:xfrm>
            <a:prstGeom prst="trapezoid">
              <a:avLst>
                <a:gd name="adj" fmla="val 58035"/>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899" b="0" i="0" u="none" strike="noStrike" kern="0" cap="none" spc="0" normalizeH="0" baseline="0" noProof="0">
                <a:ln>
                  <a:noFill/>
                </a:ln>
                <a:solidFill>
                  <a:sysClr val="windowText" lastClr="000000"/>
                </a:solidFill>
                <a:effectLst/>
                <a:uLnTx/>
                <a:uFillTx/>
                <a:ea typeface="+mn-ea"/>
                <a:cs typeface="+mn-cs"/>
              </a:endParaRPr>
            </a:p>
          </p:txBody>
        </p:sp>
        <p:sp>
          <p:nvSpPr>
            <p:cNvPr id="17" name="Hexagon 58">
              <a:extLst>
                <a:ext uri="{FF2B5EF4-FFF2-40B4-BE49-F238E27FC236}">
                  <a16:creationId xmlns:a16="http://schemas.microsoft.com/office/drawing/2014/main" id="{BDC5FC3B-9123-7124-5EAB-E23038768FB1}"/>
                </a:ext>
              </a:extLst>
            </p:cNvPr>
            <p:cNvSpPr/>
            <p:nvPr/>
          </p:nvSpPr>
          <p:spPr>
            <a:xfrm rot="5400000">
              <a:off x="7290769" y="1460309"/>
              <a:ext cx="765522" cy="665772"/>
            </a:xfrm>
            <a:prstGeom prst="hexagon">
              <a:avLst>
                <a:gd name="adj" fmla="val 28802"/>
                <a:gd name="vf" fmla="val 115470"/>
              </a:avLst>
            </a:prstGeom>
            <a:solidFill>
              <a:schemeClr val="accent1"/>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416" b="0" i="0" u="none" strike="noStrike" kern="0" cap="none" spc="0" normalizeH="0" baseline="0" noProof="0">
                  <a:ln>
                    <a:noFill/>
                  </a:ln>
                  <a:solidFill>
                    <a:srgbClr val="FFFFFF"/>
                  </a:solidFill>
                  <a:effectLst/>
                  <a:uLnTx/>
                  <a:uFillTx/>
                  <a:ea typeface="+mn-ea"/>
                  <a:cs typeface="+mn-cs"/>
                </a:rPr>
                <a:t>01</a:t>
              </a:r>
            </a:p>
          </p:txBody>
        </p:sp>
        <p:sp>
          <p:nvSpPr>
            <p:cNvPr id="18" name="Hexagon 59">
              <a:extLst>
                <a:ext uri="{FF2B5EF4-FFF2-40B4-BE49-F238E27FC236}">
                  <a16:creationId xmlns:a16="http://schemas.microsoft.com/office/drawing/2014/main" id="{E2A50C2A-24D3-8C58-DD17-E05C1C03DA63}"/>
                </a:ext>
              </a:extLst>
            </p:cNvPr>
            <p:cNvSpPr/>
            <p:nvPr/>
          </p:nvSpPr>
          <p:spPr>
            <a:xfrm rot="5400000">
              <a:off x="8228162" y="3106446"/>
              <a:ext cx="765522" cy="665772"/>
            </a:xfrm>
            <a:prstGeom prst="hexagon">
              <a:avLst>
                <a:gd name="adj" fmla="val 28802"/>
                <a:gd name="vf" fmla="val 115470"/>
              </a:avLst>
            </a:prstGeom>
            <a:solidFill>
              <a:schemeClr val="accent3"/>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416" b="0" i="0" u="none" strike="noStrike" kern="0" cap="none" spc="0" normalizeH="0" baseline="0" noProof="0">
                  <a:ln>
                    <a:noFill/>
                  </a:ln>
                  <a:solidFill>
                    <a:srgbClr val="FFFFFF"/>
                  </a:solidFill>
                  <a:effectLst/>
                  <a:uLnTx/>
                  <a:uFillTx/>
                  <a:ea typeface="+mn-ea"/>
                  <a:cs typeface="+mn-cs"/>
                </a:rPr>
                <a:t>02</a:t>
              </a:r>
            </a:p>
          </p:txBody>
        </p:sp>
        <p:sp>
          <p:nvSpPr>
            <p:cNvPr id="19" name="Hexagon 60">
              <a:extLst>
                <a:ext uri="{FF2B5EF4-FFF2-40B4-BE49-F238E27FC236}">
                  <a16:creationId xmlns:a16="http://schemas.microsoft.com/office/drawing/2014/main" id="{585C0C27-FAEC-DAD3-F494-BD68E897BD80}"/>
                </a:ext>
              </a:extLst>
            </p:cNvPr>
            <p:cNvSpPr/>
            <p:nvPr/>
          </p:nvSpPr>
          <p:spPr>
            <a:xfrm rot="5400000">
              <a:off x="7296494" y="5830037"/>
              <a:ext cx="765522" cy="665772"/>
            </a:xfrm>
            <a:prstGeom prst="hexagon">
              <a:avLst>
                <a:gd name="adj" fmla="val 28802"/>
                <a:gd name="vf" fmla="val 115470"/>
              </a:avLst>
            </a:prstGeom>
            <a:solidFill>
              <a:schemeClr val="accent2"/>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416" b="0" i="0" u="none" strike="noStrike" kern="0" cap="none" spc="0" normalizeH="0" baseline="0" noProof="0">
                  <a:ln>
                    <a:noFill/>
                  </a:ln>
                  <a:solidFill>
                    <a:srgbClr val="FFFFFF"/>
                  </a:solidFill>
                  <a:effectLst/>
                  <a:uLnTx/>
                  <a:uFillTx/>
                  <a:ea typeface="+mn-ea"/>
                  <a:cs typeface="+mn-cs"/>
                </a:rPr>
                <a:t>03</a:t>
              </a:r>
            </a:p>
          </p:txBody>
        </p:sp>
        <p:sp>
          <p:nvSpPr>
            <p:cNvPr id="20" name="Hexagon 61">
              <a:extLst>
                <a:ext uri="{FF2B5EF4-FFF2-40B4-BE49-F238E27FC236}">
                  <a16:creationId xmlns:a16="http://schemas.microsoft.com/office/drawing/2014/main" id="{BF166BFE-F3C9-C2C3-B75A-49C6E0557D5D}"/>
                </a:ext>
              </a:extLst>
            </p:cNvPr>
            <p:cNvSpPr/>
            <p:nvPr/>
          </p:nvSpPr>
          <p:spPr>
            <a:xfrm rot="5400000">
              <a:off x="3550119" y="5830037"/>
              <a:ext cx="765522" cy="665772"/>
            </a:xfrm>
            <a:prstGeom prst="hexagon">
              <a:avLst>
                <a:gd name="adj" fmla="val 28802"/>
                <a:gd name="vf" fmla="val 115470"/>
              </a:avLst>
            </a:prstGeom>
            <a:solidFill>
              <a:schemeClr val="accent2"/>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416" b="0" i="0" u="none" strike="noStrike" kern="0" cap="none" spc="0" normalizeH="0" baseline="0" noProof="0">
                  <a:ln>
                    <a:noFill/>
                  </a:ln>
                  <a:solidFill>
                    <a:srgbClr val="FFFFFF"/>
                  </a:solidFill>
                  <a:effectLst/>
                  <a:uLnTx/>
                  <a:uFillTx/>
                  <a:ea typeface="+mn-ea"/>
                  <a:cs typeface="+mn-cs"/>
                </a:rPr>
                <a:t>04</a:t>
              </a:r>
            </a:p>
          </p:txBody>
        </p:sp>
        <p:sp>
          <p:nvSpPr>
            <p:cNvPr id="21" name="Hexagon 62">
              <a:extLst>
                <a:ext uri="{FF2B5EF4-FFF2-40B4-BE49-F238E27FC236}">
                  <a16:creationId xmlns:a16="http://schemas.microsoft.com/office/drawing/2014/main" id="{1F9BE843-260D-CD62-C520-E587BB80960D}"/>
                </a:ext>
              </a:extLst>
            </p:cNvPr>
            <p:cNvSpPr/>
            <p:nvPr/>
          </p:nvSpPr>
          <p:spPr>
            <a:xfrm rot="5400000">
              <a:off x="2616621" y="3106448"/>
              <a:ext cx="765522" cy="665772"/>
            </a:xfrm>
            <a:prstGeom prst="hexagon">
              <a:avLst>
                <a:gd name="adj" fmla="val 28802"/>
                <a:gd name="vf" fmla="val 115470"/>
              </a:avLst>
            </a:prstGeom>
            <a:solidFill>
              <a:schemeClr val="accent3"/>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416" b="0" i="0" u="none" strike="noStrike" kern="0" cap="none" spc="0" normalizeH="0" baseline="0" noProof="0">
                  <a:ln>
                    <a:noFill/>
                  </a:ln>
                  <a:solidFill>
                    <a:srgbClr val="FFFFFF"/>
                  </a:solidFill>
                  <a:effectLst/>
                  <a:uLnTx/>
                  <a:uFillTx/>
                  <a:ea typeface="+mn-ea"/>
                  <a:cs typeface="+mn-cs"/>
                </a:rPr>
                <a:t>05</a:t>
              </a:r>
            </a:p>
          </p:txBody>
        </p:sp>
        <p:grpSp>
          <p:nvGrpSpPr>
            <p:cNvPr id="22" name="Groupe 64">
              <a:extLst>
                <a:ext uri="{FF2B5EF4-FFF2-40B4-BE49-F238E27FC236}">
                  <a16:creationId xmlns:a16="http://schemas.microsoft.com/office/drawing/2014/main" id="{5F766060-5925-4C4D-E837-B4D681DC19E7}"/>
                </a:ext>
              </a:extLst>
            </p:cNvPr>
            <p:cNvGrpSpPr/>
            <p:nvPr/>
          </p:nvGrpSpPr>
          <p:grpSpPr>
            <a:xfrm>
              <a:off x="3607131" y="1814653"/>
              <a:ext cx="2133525" cy="968590"/>
              <a:chOff x="5790659" y="1232379"/>
              <a:chExt cx="2133600" cy="968624"/>
            </a:xfrm>
          </p:grpSpPr>
          <p:sp>
            <p:nvSpPr>
              <p:cNvPr id="23" name="Flèche droite 30">
                <a:extLst>
                  <a:ext uri="{FF2B5EF4-FFF2-40B4-BE49-F238E27FC236}">
                    <a16:creationId xmlns:a16="http://schemas.microsoft.com/office/drawing/2014/main" id="{AC4F357E-9697-7A6A-F303-FFB0CD780540}"/>
                  </a:ext>
                </a:extLst>
              </p:cNvPr>
              <p:cNvSpPr/>
              <p:nvPr/>
            </p:nvSpPr>
            <p:spPr>
              <a:xfrm>
                <a:off x="5790659" y="1232379"/>
                <a:ext cx="2133600" cy="968624"/>
              </a:xfrm>
              <a:prstGeom prst="rightArrow">
                <a:avLst/>
              </a:prstGeom>
              <a:gradFill rotWithShape="1">
                <a:gsLst>
                  <a:gs pos="0">
                    <a:srgbClr val="BA131A"/>
                  </a:gs>
                  <a:gs pos="100000">
                    <a:srgbClr val="E2575D"/>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30" b="0" i="0" u="none" strike="noStrike" kern="1200" cap="none" spc="0" normalizeH="0" baseline="0" noProof="0">
                  <a:ln>
                    <a:noFill/>
                  </a:ln>
                  <a:solidFill>
                    <a:prstClr val="white"/>
                  </a:solidFill>
                  <a:effectLst/>
                  <a:uLnTx/>
                  <a:uFillTx/>
                  <a:ea typeface="+mn-ea"/>
                  <a:cs typeface="+mn-cs"/>
                </a:endParaRPr>
              </a:p>
            </p:txBody>
          </p:sp>
          <p:sp>
            <p:nvSpPr>
              <p:cNvPr id="24" name="ZoneTexte 66">
                <a:extLst>
                  <a:ext uri="{FF2B5EF4-FFF2-40B4-BE49-F238E27FC236}">
                    <a16:creationId xmlns:a16="http://schemas.microsoft.com/office/drawing/2014/main" id="{261C4605-5F7A-F1BF-68AB-767D05A7EAAD}"/>
                  </a:ext>
                </a:extLst>
              </p:cNvPr>
              <p:cNvSpPr txBox="1"/>
              <p:nvPr/>
            </p:nvSpPr>
            <p:spPr>
              <a:xfrm>
                <a:off x="5812047" y="1531651"/>
                <a:ext cx="1741278" cy="3693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30" b="0" i="0" u="none" strike="noStrike" kern="1200" cap="none" spc="0" normalizeH="0" baseline="0" noProof="0">
                    <a:ln>
                      <a:noFill/>
                    </a:ln>
                    <a:solidFill>
                      <a:prstClr val="white"/>
                    </a:solidFill>
                    <a:effectLst/>
                    <a:uLnTx/>
                    <a:uFillTx/>
                    <a:ea typeface="+mn-ea"/>
                    <a:cs typeface="+mn-cs"/>
                  </a:rPr>
                  <a:t>DEMARRAGE</a:t>
                </a:r>
              </a:p>
            </p:txBody>
          </p:sp>
        </p:grpSp>
        <p:grpSp>
          <p:nvGrpSpPr>
            <p:cNvPr id="25" name="Groupe 67">
              <a:extLst>
                <a:ext uri="{FF2B5EF4-FFF2-40B4-BE49-F238E27FC236}">
                  <a16:creationId xmlns:a16="http://schemas.microsoft.com/office/drawing/2014/main" id="{F06AD109-6B15-DAB7-064A-A2D59031E29F}"/>
                </a:ext>
              </a:extLst>
            </p:cNvPr>
            <p:cNvGrpSpPr/>
            <p:nvPr/>
          </p:nvGrpSpPr>
          <p:grpSpPr>
            <a:xfrm>
              <a:off x="7827182" y="2488187"/>
              <a:ext cx="2036544" cy="298763"/>
              <a:chOff x="7827242" y="2488155"/>
              <a:chExt cx="2036615" cy="298774"/>
            </a:xfrm>
          </p:grpSpPr>
          <p:sp>
            <p:nvSpPr>
              <p:cNvPr id="26" name="ZoneTexte 68">
                <a:extLst>
                  <a:ext uri="{FF2B5EF4-FFF2-40B4-BE49-F238E27FC236}">
                    <a16:creationId xmlns:a16="http://schemas.microsoft.com/office/drawing/2014/main" id="{4391BB6D-6883-6955-8A7B-1DA24A67FC8B}"/>
                  </a:ext>
                </a:extLst>
              </p:cNvPr>
              <p:cNvSpPr txBox="1"/>
              <p:nvPr/>
            </p:nvSpPr>
            <p:spPr>
              <a:xfrm>
                <a:off x="8006482" y="2492806"/>
                <a:ext cx="1857375" cy="2770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a:ln>
                      <a:noFill/>
                    </a:ln>
                    <a:solidFill>
                      <a:srgbClr val="8F8F8F"/>
                    </a:solidFill>
                    <a:effectLst/>
                    <a:uLnTx/>
                    <a:uFillTx/>
                    <a:ea typeface="+mn-ea"/>
                    <a:cs typeface="+mn-cs"/>
                  </a:rPr>
                  <a:t>Liste des exigences</a:t>
                </a:r>
              </a:p>
            </p:txBody>
          </p:sp>
          <p:sp>
            <p:nvSpPr>
              <p:cNvPr id="27" name="Freeform 145">
                <a:extLst>
                  <a:ext uri="{FF2B5EF4-FFF2-40B4-BE49-F238E27FC236}">
                    <a16:creationId xmlns:a16="http://schemas.microsoft.com/office/drawing/2014/main" id="{7351980A-51A8-C3D0-19A9-1ABD2D418AF3}"/>
                  </a:ext>
                </a:extLst>
              </p:cNvPr>
              <p:cNvSpPr>
                <a:spLocks noEditPoints="1"/>
              </p:cNvSpPr>
              <p:nvPr/>
            </p:nvSpPr>
            <p:spPr bwMode="auto">
              <a:xfrm>
                <a:off x="7827242" y="2488155"/>
                <a:ext cx="223065" cy="298774"/>
              </a:xfrm>
              <a:custGeom>
                <a:avLst/>
                <a:gdLst>
                  <a:gd name="T0" fmla="*/ 472 w 479"/>
                  <a:gd name="T1" fmla="*/ 641 h 641"/>
                  <a:gd name="T2" fmla="*/ 0 w 479"/>
                  <a:gd name="T3" fmla="*/ 36 h 641"/>
                  <a:gd name="T4" fmla="*/ 57 w 479"/>
                  <a:gd name="T5" fmla="*/ 36 h 641"/>
                  <a:gd name="T6" fmla="*/ 14 w 479"/>
                  <a:gd name="T7" fmla="*/ 627 h 641"/>
                  <a:gd name="T8" fmla="*/ 406 w 479"/>
                  <a:gd name="T9" fmla="*/ 43 h 641"/>
                  <a:gd name="T10" fmla="*/ 392 w 479"/>
                  <a:gd name="T11" fmla="*/ 65 h 641"/>
                  <a:gd name="T12" fmla="*/ 406 w 479"/>
                  <a:gd name="T13" fmla="*/ 7 h 641"/>
                  <a:gd name="T14" fmla="*/ 479 w 479"/>
                  <a:gd name="T15" fmla="*/ 36 h 641"/>
                  <a:gd name="T16" fmla="*/ 244 w 479"/>
                  <a:gd name="T17" fmla="*/ 43 h 641"/>
                  <a:gd name="T18" fmla="*/ 266 w 479"/>
                  <a:gd name="T19" fmla="*/ 29 h 641"/>
                  <a:gd name="T20" fmla="*/ 237 w 479"/>
                  <a:gd name="T21" fmla="*/ 0 h 641"/>
                  <a:gd name="T22" fmla="*/ 237 w 479"/>
                  <a:gd name="T23" fmla="*/ 72 h 641"/>
                  <a:gd name="T24" fmla="*/ 190 w 479"/>
                  <a:gd name="T25" fmla="*/ 43 h 641"/>
                  <a:gd name="T26" fmla="*/ 212 w 479"/>
                  <a:gd name="T27" fmla="*/ 29 h 641"/>
                  <a:gd name="T28" fmla="*/ 183 w 479"/>
                  <a:gd name="T29" fmla="*/ 0 h 641"/>
                  <a:gd name="T30" fmla="*/ 183 w 479"/>
                  <a:gd name="T31" fmla="*/ 72 h 641"/>
                  <a:gd name="T32" fmla="*/ 135 w 479"/>
                  <a:gd name="T33" fmla="*/ 43 h 641"/>
                  <a:gd name="T34" fmla="*/ 157 w 479"/>
                  <a:gd name="T35" fmla="*/ 29 h 641"/>
                  <a:gd name="T36" fmla="*/ 128 w 479"/>
                  <a:gd name="T37" fmla="*/ 0 h 641"/>
                  <a:gd name="T38" fmla="*/ 128 w 479"/>
                  <a:gd name="T39" fmla="*/ 72 h 641"/>
                  <a:gd name="T40" fmla="*/ 81 w 479"/>
                  <a:gd name="T41" fmla="*/ 43 h 641"/>
                  <a:gd name="T42" fmla="*/ 103 w 479"/>
                  <a:gd name="T43" fmla="*/ 29 h 641"/>
                  <a:gd name="T44" fmla="*/ 74 w 479"/>
                  <a:gd name="T45" fmla="*/ 0 h 641"/>
                  <a:gd name="T46" fmla="*/ 74 w 479"/>
                  <a:gd name="T47" fmla="*/ 72 h 641"/>
                  <a:gd name="T48" fmla="*/ 352 w 479"/>
                  <a:gd name="T49" fmla="*/ 43 h 641"/>
                  <a:gd name="T50" fmla="*/ 374 w 479"/>
                  <a:gd name="T51" fmla="*/ 29 h 641"/>
                  <a:gd name="T52" fmla="*/ 345 w 479"/>
                  <a:gd name="T53" fmla="*/ 0 h 641"/>
                  <a:gd name="T54" fmla="*/ 345 w 479"/>
                  <a:gd name="T55" fmla="*/ 72 h 641"/>
                  <a:gd name="T56" fmla="*/ 298 w 479"/>
                  <a:gd name="T57" fmla="*/ 43 h 641"/>
                  <a:gd name="T58" fmla="*/ 320 w 479"/>
                  <a:gd name="T59" fmla="*/ 29 h 641"/>
                  <a:gd name="T60" fmla="*/ 291 w 479"/>
                  <a:gd name="T61" fmla="*/ 0 h 641"/>
                  <a:gd name="T62" fmla="*/ 291 w 479"/>
                  <a:gd name="T63" fmla="*/ 72 h 641"/>
                  <a:gd name="T64" fmla="*/ 73 w 479"/>
                  <a:gd name="T65" fmla="*/ 554 h 641"/>
                  <a:gd name="T66" fmla="*/ 406 w 479"/>
                  <a:gd name="T67" fmla="*/ 554 h 641"/>
                  <a:gd name="T68" fmla="*/ 80 w 479"/>
                  <a:gd name="T69" fmla="*/ 488 h 641"/>
                  <a:gd name="T70" fmla="*/ 399 w 479"/>
                  <a:gd name="T71" fmla="*/ 502 h 641"/>
                  <a:gd name="T72" fmla="*/ 399 w 479"/>
                  <a:gd name="T73" fmla="*/ 428 h 641"/>
                  <a:gd name="T74" fmla="*/ 80 w 479"/>
                  <a:gd name="T75" fmla="*/ 442 h 641"/>
                  <a:gd name="T76" fmla="*/ 399 w 479"/>
                  <a:gd name="T77" fmla="*/ 428 h 641"/>
                  <a:gd name="T78" fmla="*/ 73 w 479"/>
                  <a:gd name="T79" fmla="*/ 376 h 641"/>
                  <a:gd name="T80" fmla="*/ 406 w 479"/>
                  <a:gd name="T81" fmla="*/ 376 h 641"/>
                  <a:gd name="T82" fmla="*/ 80 w 479"/>
                  <a:gd name="T83" fmla="*/ 310 h 641"/>
                  <a:gd name="T84" fmla="*/ 399 w 479"/>
                  <a:gd name="T85" fmla="*/ 324 h 641"/>
                  <a:gd name="T86" fmla="*/ 399 w 479"/>
                  <a:gd name="T87" fmla="*/ 250 h 641"/>
                  <a:gd name="T88" fmla="*/ 80 w 479"/>
                  <a:gd name="T89" fmla="*/ 264 h 641"/>
                  <a:gd name="T90" fmla="*/ 399 w 479"/>
                  <a:gd name="T91" fmla="*/ 250 h 641"/>
                  <a:gd name="T92" fmla="*/ 73 w 479"/>
                  <a:gd name="T93" fmla="*/ 198 h 641"/>
                  <a:gd name="T94" fmla="*/ 406 w 479"/>
                  <a:gd name="T95" fmla="*/ 198 h 641"/>
                  <a:gd name="T96" fmla="*/ 80 w 479"/>
                  <a:gd name="T97" fmla="*/ 131 h 641"/>
                  <a:gd name="T98" fmla="*/ 399 w 479"/>
                  <a:gd name="T99" fmla="*/ 145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9" h="641">
                    <a:moveTo>
                      <a:pt x="479" y="36"/>
                    </a:moveTo>
                    <a:cubicBezTo>
                      <a:pt x="479" y="634"/>
                      <a:pt x="479" y="634"/>
                      <a:pt x="479" y="634"/>
                    </a:cubicBezTo>
                    <a:cubicBezTo>
                      <a:pt x="479" y="638"/>
                      <a:pt x="476" y="641"/>
                      <a:pt x="472" y="641"/>
                    </a:cubicBezTo>
                    <a:cubicBezTo>
                      <a:pt x="7" y="641"/>
                      <a:pt x="7" y="641"/>
                      <a:pt x="7" y="641"/>
                    </a:cubicBezTo>
                    <a:cubicBezTo>
                      <a:pt x="3" y="641"/>
                      <a:pt x="0" y="638"/>
                      <a:pt x="0" y="634"/>
                    </a:cubicBezTo>
                    <a:cubicBezTo>
                      <a:pt x="0" y="36"/>
                      <a:pt x="0" y="36"/>
                      <a:pt x="0" y="36"/>
                    </a:cubicBezTo>
                    <a:cubicBezTo>
                      <a:pt x="0" y="32"/>
                      <a:pt x="3" y="29"/>
                      <a:pt x="7" y="29"/>
                    </a:cubicBezTo>
                    <a:cubicBezTo>
                      <a:pt x="50" y="29"/>
                      <a:pt x="50" y="29"/>
                      <a:pt x="50" y="29"/>
                    </a:cubicBezTo>
                    <a:cubicBezTo>
                      <a:pt x="54" y="29"/>
                      <a:pt x="57" y="32"/>
                      <a:pt x="57" y="36"/>
                    </a:cubicBezTo>
                    <a:cubicBezTo>
                      <a:pt x="57" y="40"/>
                      <a:pt x="54" y="43"/>
                      <a:pt x="50" y="43"/>
                    </a:cubicBezTo>
                    <a:cubicBezTo>
                      <a:pt x="14" y="43"/>
                      <a:pt x="14" y="43"/>
                      <a:pt x="14" y="43"/>
                    </a:cubicBezTo>
                    <a:cubicBezTo>
                      <a:pt x="14" y="627"/>
                      <a:pt x="14" y="627"/>
                      <a:pt x="14" y="627"/>
                    </a:cubicBezTo>
                    <a:cubicBezTo>
                      <a:pt x="465" y="627"/>
                      <a:pt x="465" y="627"/>
                      <a:pt x="465" y="627"/>
                    </a:cubicBezTo>
                    <a:cubicBezTo>
                      <a:pt x="465" y="43"/>
                      <a:pt x="465" y="43"/>
                      <a:pt x="465" y="43"/>
                    </a:cubicBezTo>
                    <a:cubicBezTo>
                      <a:pt x="406" y="43"/>
                      <a:pt x="406" y="43"/>
                      <a:pt x="406" y="43"/>
                    </a:cubicBezTo>
                    <a:cubicBezTo>
                      <a:pt x="406" y="65"/>
                      <a:pt x="406" y="65"/>
                      <a:pt x="406" y="65"/>
                    </a:cubicBezTo>
                    <a:cubicBezTo>
                      <a:pt x="406" y="69"/>
                      <a:pt x="403" y="72"/>
                      <a:pt x="399" y="72"/>
                    </a:cubicBezTo>
                    <a:cubicBezTo>
                      <a:pt x="395" y="72"/>
                      <a:pt x="392" y="69"/>
                      <a:pt x="392" y="65"/>
                    </a:cubicBezTo>
                    <a:cubicBezTo>
                      <a:pt x="392" y="7"/>
                      <a:pt x="392" y="7"/>
                      <a:pt x="392" y="7"/>
                    </a:cubicBezTo>
                    <a:cubicBezTo>
                      <a:pt x="392" y="3"/>
                      <a:pt x="395" y="0"/>
                      <a:pt x="399" y="0"/>
                    </a:cubicBezTo>
                    <a:cubicBezTo>
                      <a:pt x="403" y="0"/>
                      <a:pt x="406" y="3"/>
                      <a:pt x="406" y="7"/>
                    </a:cubicBezTo>
                    <a:cubicBezTo>
                      <a:pt x="406" y="29"/>
                      <a:pt x="406" y="29"/>
                      <a:pt x="406" y="29"/>
                    </a:cubicBezTo>
                    <a:cubicBezTo>
                      <a:pt x="472" y="29"/>
                      <a:pt x="472" y="29"/>
                      <a:pt x="472" y="29"/>
                    </a:cubicBezTo>
                    <a:cubicBezTo>
                      <a:pt x="476" y="29"/>
                      <a:pt x="479" y="32"/>
                      <a:pt x="479" y="36"/>
                    </a:cubicBezTo>
                    <a:close/>
                    <a:moveTo>
                      <a:pt x="237" y="72"/>
                    </a:moveTo>
                    <a:cubicBezTo>
                      <a:pt x="241" y="72"/>
                      <a:pt x="244" y="69"/>
                      <a:pt x="244" y="65"/>
                    </a:cubicBezTo>
                    <a:cubicBezTo>
                      <a:pt x="244" y="43"/>
                      <a:pt x="244" y="43"/>
                      <a:pt x="244" y="43"/>
                    </a:cubicBezTo>
                    <a:cubicBezTo>
                      <a:pt x="266" y="43"/>
                      <a:pt x="266" y="43"/>
                      <a:pt x="266" y="43"/>
                    </a:cubicBezTo>
                    <a:cubicBezTo>
                      <a:pt x="269" y="43"/>
                      <a:pt x="273" y="40"/>
                      <a:pt x="273" y="36"/>
                    </a:cubicBezTo>
                    <a:cubicBezTo>
                      <a:pt x="273" y="32"/>
                      <a:pt x="269" y="29"/>
                      <a:pt x="266" y="29"/>
                    </a:cubicBezTo>
                    <a:cubicBezTo>
                      <a:pt x="244" y="29"/>
                      <a:pt x="244" y="29"/>
                      <a:pt x="244" y="29"/>
                    </a:cubicBezTo>
                    <a:cubicBezTo>
                      <a:pt x="244" y="7"/>
                      <a:pt x="244" y="7"/>
                      <a:pt x="244" y="7"/>
                    </a:cubicBezTo>
                    <a:cubicBezTo>
                      <a:pt x="244" y="3"/>
                      <a:pt x="241" y="0"/>
                      <a:pt x="237" y="0"/>
                    </a:cubicBezTo>
                    <a:cubicBezTo>
                      <a:pt x="233" y="0"/>
                      <a:pt x="230" y="3"/>
                      <a:pt x="230" y="7"/>
                    </a:cubicBezTo>
                    <a:cubicBezTo>
                      <a:pt x="230" y="65"/>
                      <a:pt x="230" y="65"/>
                      <a:pt x="230" y="65"/>
                    </a:cubicBezTo>
                    <a:cubicBezTo>
                      <a:pt x="230" y="69"/>
                      <a:pt x="233" y="72"/>
                      <a:pt x="237" y="72"/>
                    </a:cubicBezTo>
                    <a:close/>
                    <a:moveTo>
                      <a:pt x="183" y="72"/>
                    </a:moveTo>
                    <a:cubicBezTo>
                      <a:pt x="186" y="72"/>
                      <a:pt x="190" y="69"/>
                      <a:pt x="190" y="65"/>
                    </a:cubicBezTo>
                    <a:cubicBezTo>
                      <a:pt x="190" y="43"/>
                      <a:pt x="190" y="43"/>
                      <a:pt x="190" y="43"/>
                    </a:cubicBezTo>
                    <a:cubicBezTo>
                      <a:pt x="212" y="43"/>
                      <a:pt x="212" y="43"/>
                      <a:pt x="212" y="43"/>
                    </a:cubicBezTo>
                    <a:cubicBezTo>
                      <a:pt x="215" y="43"/>
                      <a:pt x="219" y="40"/>
                      <a:pt x="219" y="36"/>
                    </a:cubicBezTo>
                    <a:cubicBezTo>
                      <a:pt x="219" y="32"/>
                      <a:pt x="215" y="29"/>
                      <a:pt x="212" y="29"/>
                    </a:cubicBezTo>
                    <a:cubicBezTo>
                      <a:pt x="190" y="29"/>
                      <a:pt x="190" y="29"/>
                      <a:pt x="190" y="29"/>
                    </a:cubicBezTo>
                    <a:cubicBezTo>
                      <a:pt x="190" y="7"/>
                      <a:pt x="190" y="7"/>
                      <a:pt x="190" y="7"/>
                    </a:cubicBezTo>
                    <a:cubicBezTo>
                      <a:pt x="190" y="3"/>
                      <a:pt x="186" y="0"/>
                      <a:pt x="183" y="0"/>
                    </a:cubicBezTo>
                    <a:cubicBezTo>
                      <a:pt x="179" y="0"/>
                      <a:pt x="176" y="3"/>
                      <a:pt x="176" y="7"/>
                    </a:cubicBezTo>
                    <a:cubicBezTo>
                      <a:pt x="176" y="65"/>
                      <a:pt x="176" y="65"/>
                      <a:pt x="176" y="65"/>
                    </a:cubicBezTo>
                    <a:cubicBezTo>
                      <a:pt x="176" y="69"/>
                      <a:pt x="179" y="72"/>
                      <a:pt x="183" y="72"/>
                    </a:cubicBezTo>
                    <a:close/>
                    <a:moveTo>
                      <a:pt x="128" y="72"/>
                    </a:moveTo>
                    <a:cubicBezTo>
                      <a:pt x="132" y="72"/>
                      <a:pt x="135" y="69"/>
                      <a:pt x="135" y="65"/>
                    </a:cubicBezTo>
                    <a:cubicBezTo>
                      <a:pt x="135" y="43"/>
                      <a:pt x="135" y="43"/>
                      <a:pt x="135" y="43"/>
                    </a:cubicBezTo>
                    <a:cubicBezTo>
                      <a:pt x="157" y="43"/>
                      <a:pt x="157" y="43"/>
                      <a:pt x="157" y="43"/>
                    </a:cubicBezTo>
                    <a:cubicBezTo>
                      <a:pt x="161" y="43"/>
                      <a:pt x="164" y="40"/>
                      <a:pt x="164" y="36"/>
                    </a:cubicBezTo>
                    <a:cubicBezTo>
                      <a:pt x="164" y="32"/>
                      <a:pt x="161" y="29"/>
                      <a:pt x="157" y="29"/>
                    </a:cubicBezTo>
                    <a:cubicBezTo>
                      <a:pt x="135" y="29"/>
                      <a:pt x="135" y="29"/>
                      <a:pt x="135" y="29"/>
                    </a:cubicBezTo>
                    <a:cubicBezTo>
                      <a:pt x="135" y="7"/>
                      <a:pt x="135" y="7"/>
                      <a:pt x="135" y="7"/>
                    </a:cubicBezTo>
                    <a:cubicBezTo>
                      <a:pt x="135" y="3"/>
                      <a:pt x="132" y="0"/>
                      <a:pt x="128" y="0"/>
                    </a:cubicBezTo>
                    <a:cubicBezTo>
                      <a:pt x="125" y="0"/>
                      <a:pt x="121" y="3"/>
                      <a:pt x="121" y="7"/>
                    </a:cubicBezTo>
                    <a:cubicBezTo>
                      <a:pt x="121" y="65"/>
                      <a:pt x="121" y="65"/>
                      <a:pt x="121" y="65"/>
                    </a:cubicBezTo>
                    <a:cubicBezTo>
                      <a:pt x="121" y="69"/>
                      <a:pt x="125" y="72"/>
                      <a:pt x="128" y="72"/>
                    </a:cubicBezTo>
                    <a:close/>
                    <a:moveTo>
                      <a:pt x="74" y="72"/>
                    </a:moveTo>
                    <a:cubicBezTo>
                      <a:pt x="78" y="72"/>
                      <a:pt x="81" y="69"/>
                      <a:pt x="81" y="65"/>
                    </a:cubicBezTo>
                    <a:cubicBezTo>
                      <a:pt x="81" y="43"/>
                      <a:pt x="81" y="43"/>
                      <a:pt x="81" y="43"/>
                    </a:cubicBezTo>
                    <a:cubicBezTo>
                      <a:pt x="103" y="43"/>
                      <a:pt x="103" y="43"/>
                      <a:pt x="103" y="43"/>
                    </a:cubicBezTo>
                    <a:cubicBezTo>
                      <a:pt x="107" y="43"/>
                      <a:pt x="110" y="40"/>
                      <a:pt x="110" y="36"/>
                    </a:cubicBezTo>
                    <a:cubicBezTo>
                      <a:pt x="110" y="32"/>
                      <a:pt x="107" y="29"/>
                      <a:pt x="103" y="29"/>
                    </a:cubicBezTo>
                    <a:cubicBezTo>
                      <a:pt x="81" y="29"/>
                      <a:pt x="81" y="29"/>
                      <a:pt x="81" y="29"/>
                    </a:cubicBezTo>
                    <a:cubicBezTo>
                      <a:pt x="81" y="7"/>
                      <a:pt x="81" y="7"/>
                      <a:pt x="81" y="7"/>
                    </a:cubicBezTo>
                    <a:cubicBezTo>
                      <a:pt x="81" y="3"/>
                      <a:pt x="78" y="0"/>
                      <a:pt x="74" y="0"/>
                    </a:cubicBezTo>
                    <a:cubicBezTo>
                      <a:pt x="71" y="0"/>
                      <a:pt x="67" y="3"/>
                      <a:pt x="67" y="7"/>
                    </a:cubicBezTo>
                    <a:cubicBezTo>
                      <a:pt x="67" y="65"/>
                      <a:pt x="67" y="65"/>
                      <a:pt x="67" y="65"/>
                    </a:cubicBezTo>
                    <a:cubicBezTo>
                      <a:pt x="67" y="69"/>
                      <a:pt x="71" y="72"/>
                      <a:pt x="74" y="72"/>
                    </a:cubicBezTo>
                    <a:close/>
                    <a:moveTo>
                      <a:pt x="345" y="72"/>
                    </a:moveTo>
                    <a:cubicBezTo>
                      <a:pt x="349" y="72"/>
                      <a:pt x="352" y="69"/>
                      <a:pt x="352" y="65"/>
                    </a:cubicBezTo>
                    <a:cubicBezTo>
                      <a:pt x="352" y="43"/>
                      <a:pt x="352" y="43"/>
                      <a:pt x="352" y="43"/>
                    </a:cubicBezTo>
                    <a:cubicBezTo>
                      <a:pt x="374" y="43"/>
                      <a:pt x="374" y="43"/>
                      <a:pt x="374" y="43"/>
                    </a:cubicBezTo>
                    <a:cubicBezTo>
                      <a:pt x="378" y="43"/>
                      <a:pt x="381" y="40"/>
                      <a:pt x="381" y="36"/>
                    </a:cubicBezTo>
                    <a:cubicBezTo>
                      <a:pt x="381" y="32"/>
                      <a:pt x="378" y="29"/>
                      <a:pt x="374" y="29"/>
                    </a:cubicBezTo>
                    <a:cubicBezTo>
                      <a:pt x="352" y="29"/>
                      <a:pt x="352" y="29"/>
                      <a:pt x="352" y="29"/>
                    </a:cubicBezTo>
                    <a:cubicBezTo>
                      <a:pt x="352" y="7"/>
                      <a:pt x="352" y="7"/>
                      <a:pt x="352" y="7"/>
                    </a:cubicBezTo>
                    <a:cubicBezTo>
                      <a:pt x="352" y="3"/>
                      <a:pt x="349" y="0"/>
                      <a:pt x="345" y="0"/>
                    </a:cubicBezTo>
                    <a:cubicBezTo>
                      <a:pt x="341" y="0"/>
                      <a:pt x="338" y="3"/>
                      <a:pt x="338" y="7"/>
                    </a:cubicBezTo>
                    <a:cubicBezTo>
                      <a:pt x="338" y="65"/>
                      <a:pt x="338" y="65"/>
                      <a:pt x="338" y="65"/>
                    </a:cubicBezTo>
                    <a:cubicBezTo>
                      <a:pt x="338" y="69"/>
                      <a:pt x="341" y="72"/>
                      <a:pt x="345" y="72"/>
                    </a:cubicBezTo>
                    <a:close/>
                    <a:moveTo>
                      <a:pt x="291" y="72"/>
                    </a:moveTo>
                    <a:cubicBezTo>
                      <a:pt x="295" y="72"/>
                      <a:pt x="298" y="69"/>
                      <a:pt x="298" y="65"/>
                    </a:cubicBezTo>
                    <a:cubicBezTo>
                      <a:pt x="298" y="43"/>
                      <a:pt x="298" y="43"/>
                      <a:pt x="298" y="43"/>
                    </a:cubicBezTo>
                    <a:cubicBezTo>
                      <a:pt x="320" y="43"/>
                      <a:pt x="320" y="43"/>
                      <a:pt x="320" y="43"/>
                    </a:cubicBezTo>
                    <a:cubicBezTo>
                      <a:pt x="324" y="43"/>
                      <a:pt x="327" y="40"/>
                      <a:pt x="327" y="36"/>
                    </a:cubicBezTo>
                    <a:cubicBezTo>
                      <a:pt x="327" y="32"/>
                      <a:pt x="324" y="29"/>
                      <a:pt x="320" y="29"/>
                    </a:cubicBezTo>
                    <a:cubicBezTo>
                      <a:pt x="298" y="29"/>
                      <a:pt x="298" y="29"/>
                      <a:pt x="298" y="29"/>
                    </a:cubicBezTo>
                    <a:cubicBezTo>
                      <a:pt x="298" y="7"/>
                      <a:pt x="298" y="7"/>
                      <a:pt x="298" y="7"/>
                    </a:cubicBezTo>
                    <a:cubicBezTo>
                      <a:pt x="298" y="3"/>
                      <a:pt x="295" y="0"/>
                      <a:pt x="291" y="0"/>
                    </a:cubicBezTo>
                    <a:cubicBezTo>
                      <a:pt x="287" y="0"/>
                      <a:pt x="284" y="3"/>
                      <a:pt x="284" y="7"/>
                    </a:cubicBezTo>
                    <a:cubicBezTo>
                      <a:pt x="284" y="65"/>
                      <a:pt x="284" y="65"/>
                      <a:pt x="284" y="65"/>
                    </a:cubicBezTo>
                    <a:cubicBezTo>
                      <a:pt x="284" y="69"/>
                      <a:pt x="287" y="72"/>
                      <a:pt x="291" y="72"/>
                    </a:cubicBezTo>
                    <a:close/>
                    <a:moveTo>
                      <a:pt x="399" y="547"/>
                    </a:moveTo>
                    <a:cubicBezTo>
                      <a:pt x="80" y="547"/>
                      <a:pt x="80" y="547"/>
                      <a:pt x="80" y="547"/>
                    </a:cubicBezTo>
                    <a:cubicBezTo>
                      <a:pt x="76" y="547"/>
                      <a:pt x="73" y="550"/>
                      <a:pt x="73" y="554"/>
                    </a:cubicBezTo>
                    <a:cubicBezTo>
                      <a:pt x="73" y="558"/>
                      <a:pt x="76" y="561"/>
                      <a:pt x="80" y="561"/>
                    </a:cubicBezTo>
                    <a:cubicBezTo>
                      <a:pt x="399" y="561"/>
                      <a:pt x="399" y="561"/>
                      <a:pt x="399" y="561"/>
                    </a:cubicBezTo>
                    <a:cubicBezTo>
                      <a:pt x="403" y="561"/>
                      <a:pt x="406" y="558"/>
                      <a:pt x="406" y="554"/>
                    </a:cubicBezTo>
                    <a:cubicBezTo>
                      <a:pt x="406" y="550"/>
                      <a:pt x="403" y="547"/>
                      <a:pt x="399" y="547"/>
                    </a:cubicBezTo>
                    <a:close/>
                    <a:moveTo>
                      <a:pt x="399" y="488"/>
                    </a:moveTo>
                    <a:cubicBezTo>
                      <a:pt x="80" y="488"/>
                      <a:pt x="80" y="488"/>
                      <a:pt x="80" y="488"/>
                    </a:cubicBezTo>
                    <a:cubicBezTo>
                      <a:pt x="76" y="488"/>
                      <a:pt x="73" y="491"/>
                      <a:pt x="73" y="495"/>
                    </a:cubicBezTo>
                    <a:cubicBezTo>
                      <a:pt x="73" y="499"/>
                      <a:pt x="76" y="502"/>
                      <a:pt x="80" y="502"/>
                    </a:cubicBezTo>
                    <a:cubicBezTo>
                      <a:pt x="399" y="502"/>
                      <a:pt x="399" y="502"/>
                      <a:pt x="399" y="502"/>
                    </a:cubicBezTo>
                    <a:cubicBezTo>
                      <a:pt x="403" y="502"/>
                      <a:pt x="406" y="499"/>
                      <a:pt x="406" y="495"/>
                    </a:cubicBezTo>
                    <a:cubicBezTo>
                      <a:pt x="406" y="491"/>
                      <a:pt x="403" y="488"/>
                      <a:pt x="399" y="488"/>
                    </a:cubicBezTo>
                    <a:close/>
                    <a:moveTo>
                      <a:pt x="399" y="428"/>
                    </a:moveTo>
                    <a:cubicBezTo>
                      <a:pt x="80" y="428"/>
                      <a:pt x="80" y="428"/>
                      <a:pt x="80" y="428"/>
                    </a:cubicBezTo>
                    <a:cubicBezTo>
                      <a:pt x="76" y="428"/>
                      <a:pt x="73" y="431"/>
                      <a:pt x="73" y="435"/>
                    </a:cubicBezTo>
                    <a:cubicBezTo>
                      <a:pt x="73" y="439"/>
                      <a:pt x="76" y="442"/>
                      <a:pt x="80" y="442"/>
                    </a:cubicBezTo>
                    <a:cubicBezTo>
                      <a:pt x="399" y="442"/>
                      <a:pt x="399" y="442"/>
                      <a:pt x="399" y="442"/>
                    </a:cubicBezTo>
                    <a:cubicBezTo>
                      <a:pt x="403" y="442"/>
                      <a:pt x="406" y="439"/>
                      <a:pt x="406" y="435"/>
                    </a:cubicBezTo>
                    <a:cubicBezTo>
                      <a:pt x="406" y="431"/>
                      <a:pt x="403" y="428"/>
                      <a:pt x="399" y="428"/>
                    </a:cubicBezTo>
                    <a:close/>
                    <a:moveTo>
                      <a:pt x="399" y="369"/>
                    </a:moveTo>
                    <a:cubicBezTo>
                      <a:pt x="80" y="369"/>
                      <a:pt x="80" y="369"/>
                      <a:pt x="80" y="369"/>
                    </a:cubicBezTo>
                    <a:cubicBezTo>
                      <a:pt x="76" y="369"/>
                      <a:pt x="73" y="372"/>
                      <a:pt x="73" y="376"/>
                    </a:cubicBezTo>
                    <a:cubicBezTo>
                      <a:pt x="73" y="380"/>
                      <a:pt x="76" y="383"/>
                      <a:pt x="80" y="383"/>
                    </a:cubicBezTo>
                    <a:cubicBezTo>
                      <a:pt x="399" y="383"/>
                      <a:pt x="399" y="383"/>
                      <a:pt x="399" y="383"/>
                    </a:cubicBezTo>
                    <a:cubicBezTo>
                      <a:pt x="403" y="383"/>
                      <a:pt x="406" y="380"/>
                      <a:pt x="406" y="376"/>
                    </a:cubicBezTo>
                    <a:cubicBezTo>
                      <a:pt x="406" y="372"/>
                      <a:pt x="403" y="369"/>
                      <a:pt x="399" y="369"/>
                    </a:cubicBezTo>
                    <a:close/>
                    <a:moveTo>
                      <a:pt x="399" y="310"/>
                    </a:moveTo>
                    <a:cubicBezTo>
                      <a:pt x="80" y="310"/>
                      <a:pt x="80" y="310"/>
                      <a:pt x="80" y="310"/>
                    </a:cubicBezTo>
                    <a:cubicBezTo>
                      <a:pt x="76" y="310"/>
                      <a:pt x="73" y="313"/>
                      <a:pt x="73" y="317"/>
                    </a:cubicBezTo>
                    <a:cubicBezTo>
                      <a:pt x="73" y="320"/>
                      <a:pt x="76" y="324"/>
                      <a:pt x="80" y="324"/>
                    </a:cubicBezTo>
                    <a:cubicBezTo>
                      <a:pt x="399" y="324"/>
                      <a:pt x="399" y="324"/>
                      <a:pt x="399" y="324"/>
                    </a:cubicBezTo>
                    <a:cubicBezTo>
                      <a:pt x="403" y="324"/>
                      <a:pt x="406" y="320"/>
                      <a:pt x="406" y="317"/>
                    </a:cubicBezTo>
                    <a:cubicBezTo>
                      <a:pt x="406" y="313"/>
                      <a:pt x="403" y="310"/>
                      <a:pt x="399" y="310"/>
                    </a:cubicBezTo>
                    <a:close/>
                    <a:moveTo>
                      <a:pt x="399" y="250"/>
                    </a:moveTo>
                    <a:cubicBezTo>
                      <a:pt x="80" y="250"/>
                      <a:pt x="80" y="250"/>
                      <a:pt x="80" y="250"/>
                    </a:cubicBezTo>
                    <a:cubicBezTo>
                      <a:pt x="76" y="250"/>
                      <a:pt x="73" y="253"/>
                      <a:pt x="73" y="257"/>
                    </a:cubicBezTo>
                    <a:cubicBezTo>
                      <a:pt x="73" y="261"/>
                      <a:pt x="76" y="264"/>
                      <a:pt x="80" y="264"/>
                    </a:cubicBezTo>
                    <a:cubicBezTo>
                      <a:pt x="399" y="264"/>
                      <a:pt x="399" y="264"/>
                      <a:pt x="399" y="264"/>
                    </a:cubicBezTo>
                    <a:cubicBezTo>
                      <a:pt x="403" y="264"/>
                      <a:pt x="406" y="261"/>
                      <a:pt x="406" y="257"/>
                    </a:cubicBezTo>
                    <a:cubicBezTo>
                      <a:pt x="406" y="253"/>
                      <a:pt x="403" y="250"/>
                      <a:pt x="399" y="250"/>
                    </a:cubicBezTo>
                    <a:close/>
                    <a:moveTo>
                      <a:pt x="399" y="191"/>
                    </a:moveTo>
                    <a:cubicBezTo>
                      <a:pt x="80" y="191"/>
                      <a:pt x="80" y="191"/>
                      <a:pt x="80" y="191"/>
                    </a:cubicBezTo>
                    <a:cubicBezTo>
                      <a:pt x="76" y="191"/>
                      <a:pt x="73" y="194"/>
                      <a:pt x="73" y="198"/>
                    </a:cubicBezTo>
                    <a:cubicBezTo>
                      <a:pt x="73" y="202"/>
                      <a:pt x="76" y="205"/>
                      <a:pt x="80" y="205"/>
                    </a:cubicBezTo>
                    <a:cubicBezTo>
                      <a:pt x="399" y="205"/>
                      <a:pt x="399" y="205"/>
                      <a:pt x="399" y="205"/>
                    </a:cubicBezTo>
                    <a:cubicBezTo>
                      <a:pt x="403" y="205"/>
                      <a:pt x="406" y="202"/>
                      <a:pt x="406" y="198"/>
                    </a:cubicBezTo>
                    <a:cubicBezTo>
                      <a:pt x="406" y="194"/>
                      <a:pt x="403" y="191"/>
                      <a:pt x="399" y="191"/>
                    </a:cubicBezTo>
                    <a:close/>
                    <a:moveTo>
                      <a:pt x="399" y="131"/>
                    </a:moveTo>
                    <a:cubicBezTo>
                      <a:pt x="80" y="131"/>
                      <a:pt x="80" y="131"/>
                      <a:pt x="80" y="131"/>
                    </a:cubicBezTo>
                    <a:cubicBezTo>
                      <a:pt x="76" y="131"/>
                      <a:pt x="73" y="134"/>
                      <a:pt x="73" y="138"/>
                    </a:cubicBezTo>
                    <a:cubicBezTo>
                      <a:pt x="73" y="142"/>
                      <a:pt x="76" y="145"/>
                      <a:pt x="80" y="145"/>
                    </a:cubicBezTo>
                    <a:cubicBezTo>
                      <a:pt x="399" y="145"/>
                      <a:pt x="399" y="145"/>
                      <a:pt x="399" y="145"/>
                    </a:cubicBezTo>
                    <a:cubicBezTo>
                      <a:pt x="403" y="145"/>
                      <a:pt x="406" y="142"/>
                      <a:pt x="406" y="138"/>
                    </a:cubicBezTo>
                    <a:cubicBezTo>
                      <a:pt x="406" y="134"/>
                      <a:pt x="403" y="131"/>
                      <a:pt x="399" y="131"/>
                    </a:cubicBezTo>
                    <a:close/>
                  </a:path>
                </a:pathLst>
              </a:custGeom>
              <a:solidFill>
                <a:schemeClr val="accent5"/>
              </a:solidFill>
              <a:ln>
                <a:noFill/>
              </a:ln>
            </p:spPr>
            <p:txBody>
              <a:bodyPr vert="horz" wrap="square" lIns="91437" tIns="45718" rIns="91437"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30" b="0" i="0" u="none" strike="noStrike" kern="1200" cap="none" spc="0" normalizeH="0" baseline="0" noProof="0">
                  <a:ln>
                    <a:noFill/>
                  </a:ln>
                  <a:solidFill>
                    <a:srgbClr val="57565A"/>
                  </a:solidFill>
                  <a:effectLst/>
                  <a:uLnTx/>
                  <a:uFillTx/>
                  <a:ea typeface="+mn-ea"/>
                  <a:cs typeface="+mn-cs"/>
                </a:endParaRPr>
              </a:p>
            </p:txBody>
          </p:sp>
        </p:grpSp>
        <p:grpSp>
          <p:nvGrpSpPr>
            <p:cNvPr id="28" name="Groupe 70">
              <a:extLst>
                <a:ext uri="{FF2B5EF4-FFF2-40B4-BE49-F238E27FC236}">
                  <a16:creationId xmlns:a16="http://schemas.microsoft.com/office/drawing/2014/main" id="{C712369D-443D-9D57-E6A4-DAF7A0364077}"/>
                </a:ext>
              </a:extLst>
            </p:cNvPr>
            <p:cNvGrpSpPr/>
            <p:nvPr/>
          </p:nvGrpSpPr>
          <p:grpSpPr>
            <a:xfrm>
              <a:off x="8696000" y="4535616"/>
              <a:ext cx="2036544" cy="298763"/>
              <a:chOff x="7827242" y="2488155"/>
              <a:chExt cx="2036615" cy="298774"/>
            </a:xfrm>
          </p:grpSpPr>
          <p:sp>
            <p:nvSpPr>
              <p:cNvPr id="29" name="ZoneTexte 71">
                <a:extLst>
                  <a:ext uri="{FF2B5EF4-FFF2-40B4-BE49-F238E27FC236}">
                    <a16:creationId xmlns:a16="http://schemas.microsoft.com/office/drawing/2014/main" id="{639B5C5F-245F-4855-2DEF-134D8D66E15C}"/>
                  </a:ext>
                </a:extLst>
              </p:cNvPr>
              <p:cNvSpPr txBox="1"/>
              <p:nvPr/>
            </p:nvSpPr>
            <p:spPr>
              <a:xfrm>
                <a:off x="8006482" y="2509920"/>
                <a:ext cx="1857375" cy="2770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a:ln>
                      <a:noFill/>
                    </a:ln>
                    <a:solidFill>
                      <a:srgbClr val="8F8F8F"/>
                    </a:solidFill>
                    <a:effectLst/>
                    <a:uLnTx/>
                    <a:uFillTx/>
                    <a:ea typeface="+mn-ea"/>
                    <a:cs typeface="+mn-cs"/>
                  </a:rPr>
                  <a:t>Validation du domaine</a:t>
                </a:r>
              </a:p>
            </p:txBody>
          </p:sp>
          <p:sp>
            <p:nvSpPr>
              <p:cNvPr id="30" name="Freeform 145">
                <a:extLst>
                  <a:ext uri="{FF2B5EF4-FFF2-40B4-BE49-F238E27FC236}">
                    <a16:creationId xmlns:a16="http://schemas.microsoft.com/office/drawing/2014/main" id="{230DC208-B3EB-0120-C528-F2C2E00A9430}"/>
                  </a:ext>
                </a:extLst>
              </p:cNvPr>
              <p:cNvSpPr>
                <a:spLocks noEditPoints="1"/>
              </p:cNvSpPr>
              <p:nvPr/>
            </p:nvSpPr>
            <p:spPr bwMode="auto">
              <a:xfrm>
                <a:off x="7827242" y="2488155"/>
                <a:ext cx="223065" cy="298774"/>
              </a:xfrm>
              <a:custGeom>
                <a:avLst/>
                <a:gdLst>
                  <a:gd name="T0" fmla="*/ 472 w 479"/>
                  <a:gd name="T1" fmla="*/ 641 h 641"/>
                  <a:gd name="T2" fmla="*/ 0 w 479"/>
                  <a:gd name="T3" fmla="*/ 36 h 641"/>
                  <a:gd name="T4" fmla="*/ 57 w 479"/>
                  <a:gd name="T5" fmla="*/ 36 h 641"/>
                  <a:gd name="T6" fmla="*/ 14 w 479"/>
                  <a:gd name="T7" fmla="*/ 627 h 641"/>
                  <a:gd name="T8" fmla="*/ 406 w 479"/>
                  <a:gd name="T9" fmla="*/ 43 h 641"/>
                  <a:gd name="T10" fmla="*/ 392 w 479"/>
                  <a:gd name="T11" fmla="*/ 65 h 641"/>
                  <a:gd name="T12" fmla="*/ 406 w 479"/>
                  <a:gd name="T13" fmla="*/ 7 h 641"/>
                  <a:gd name="T14" fmla="*/ 479 w 479"/>
                  <a:gd name="T15" fmla="*/ 36 h 641"/>
                  <a:gd name="T16" fmla="*/ 244 w 479"/>
                  <a:gd name="T17" fmla="*/ 43 h 641"/>
                  <a:gd name="T18" fmla="*/ 266 w 479"/>
                  <a:gd name="T19" fmla="*/ 29 h 641"/>
                  <a:gd name="T20" fmla="*/ 237 w 479"/>
                  <a:gd name="T21" fmla="*/ 0 h 641"/>
                  <a:gd name="T22" fmla="*/ 237 w 479"/>
                  <a:gd name="T23" fmla="*/ 72 h 641"/>
                  <a:gd name="T24" fmla="*/ 190 w 479"/>
                  <a:gd name="T25" fmla="*/ 43 h 641"/>
                  <a:gd name="T26" fmla="*/ 212 w 479"/>
                  <a:gd name="T27" fmla="*/ 29 h 641"/>
                  <a:gd name="T28" fmla="*/ 183 w 479"/>
                  <a:gd name="T29" fmla="*/ 0 h 641"/>
                  <a:gd name="T30" fmla="*/ 183 w 479"/>
                  <a:gd name="T31" fmla="*/ 72 h 641"/>
                  <a:gd name="T32" fmla="*/ 135 w 479"/>
                  <a:gd name="T33" fmla="*/ 43 h 641"/>
                  <a:gd name="T34" fmla="*/ 157 w 479"/>
                  <a:gd name="T35" fmla="*/ 29 h 641"/>
                  <a:gd name="T36" fmla="*/ 128 w 479"/>
                  <a:gd name="T37" fmla="*/ 0 h 641"/>
                  <a:gd name="T38" fmla="*/ 128 w 479"/>
                  <a:gd name="T39" fmla="*/ 72 h 641"/>
                  <a:gd name="T40" fmla="*/ 81 w 479"/>
                  <a:gd name="T41" fmla="*/ 43 h 641"/>
                  <a:gd name="T42" fmla="*/ 103 w 479"/>
                  <a:gd name="T43" fmla="*/ 29 h 641"/>
                  <a:gd name="T44" fmla="*/ 74 w 479"/>
                  <a:gd name="T45" fmla="*/ 0 h 641"/>
                  <a:gd name="T46" fmla="*/ 74 w 479"/>
                  <a:gd name="T47" fmla="*/ 72 h 641"/>
                  <a:gd name="T48" fmla="*/ 352 w 479"/>
                  <a:gd name="T49" fmla="*/ 43 h 641"/>
                  <a:gd name="T50" fmla="*/ 374 w 479"/>
                  <a:gd name="T51" fmla="*/ 29 h 641"/>
                  <a:gd name="T52" fmla="*/ 345 w 479"/>
                  <a:gd name="T53" fmla="*/ 0 h 641"/>
                  <a:gd name="T54" fmla="*/ 345 w 479"/>
                  <a:gd name="T55" fmla="*/ 72 h 641"/>
                  <a:gd name="T56" fmla="*/ 298 w 479"/>
                  <a:gd name="T57" fmla="*/ 43 h 641"/>
                  <a:gd name="T58" fmla="*/ 320 w 479"/>
                  <a:gd name="T59" fmla="*/ 29 h 641"/>
                  <a:gd name="T60" fmla="*/ 291 w 479"/>
                  <a:gd name="T61" fmla="*/ 0 h 641"/>
                  <a:gd name="T62" fmla="*/ 291 w 479"/>
                  <a:gd name="T63" fmla="*/ 72 h 641"/>
                  <a:gd name="T64" fmla="*/ 73 w 479"/>
                  <a:gd name="T65" fmla="*/ 554 h 641"/>
                  <a:gd name="T66" fmla="*/ 406 w 479"/>
                  <a:gd name="T67" fmla="*/ 554 h 641"/>
                  <a:gd name="T68" fmla="*/ 80 w 479"/>
                  <a:gd name="T69" fmla="*/ 488 h 641"/>
                  <a:gd name="T70" fmla="*/ 399 w 479"/>
                  <a:gd name="T71" fmla="*/ 502 h 641"/>
                  <a:gd name="T72" fmla="*/ 399 w 479"/>
                  <a:gd name="T73" fmla="*/ 428 h 641"/>
                  <a:gd name="T74" fmla="*/ 80 w 479"/>
                  <a:gd name="T75" fmla="*/ 442 h 641"/>
                  <a:gd name="T76" fmla="*/ 399 w 479"/>
                  <a:gd name="T77" fmla="*/ 428 h 641"/>
                  <a:gd name="T78" fmla="*/ 73 w 479"/>
                  <a:gd name="T79" fmla="*/ 376 h 641"/>
                  <a:gd name="T80" fmla="*/ 406 w 479"/>
                  <a:gd name="T81" fmla="*/ 376 h 641"/>
                  <a:gd name="T82" fmla="*/ 80 w 479"/>
                  <a:gd name="T83" fmla="*/ 310 h 641"/>
                  <a:gd name="T84" fmla="*/ 399 w 479"/>
                  <a:gd name="T85" fmla="*/ 324 h 641"/>
                  <a:gd name="T86" fmla="*/ 399 w 479"/>
                  <a:gd name="T87" fmla="*/ 250 h 641"/>
                  <a:gd name="T88" fmla="*/ 80 w 479"/>
                  <a:gd name="T89" fmla="*/ 264 h 641"/>
                  <a:gd name="T90" fmla="*/ 399 w 479"/>
                  <a:gd name="T91" fmla="*/ 250 h 641"/>
                  <a:gd name="T92" fmla="*/ 73 w 479"/>
                  <a:gd name="T93" fmla="*/ 198 h 641"/>
                  <a:gd name="T94" fmla="*/ 406 w 479"/>
                  <a:gd name="T95" fmla="*/ 198 h 641"/>
                  <a:gd name="T96" fmla="*/ 80 w 479"/>
                  <a:gd name="T97" fmla="*/ 131 h 641"/>
                  <a:gd name="T98" fmla="*/ 399 w 479"/>
                  <a:gd name="T99" fmla="*/ 145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9" h="641">
                    <a:moveTo>
                      <a:pt x="479" y="36"/>
                    </a:moveTo>
                    <a:cubicBezTo>
                      <a:pt x="479" y="634"/>
                      <a:pt x="479" y="634"/>
                      <a:pt x="479" y="634"/>
                    </a:cubicBezTo>
                    <a:cubicBezTo>
                      <a:pt x="479" y="638"/>
                      <a:pt x="476" y="641"/>
                      <a:pt x="472" y="641"/>
                    </a:cubicBezTo>
                    <a:cubicBezTo>
                      <a:pt x="7" y="641"/>
                      <a:pt x="7" y="641"/>
                      <a:pt x="7" y="641"/>
                    </a:cubicBezTo>
                    <a:cubicBezTo>
                      <a:pt x="3" y="641"/>
                      <a:pt x="0" y="638"/>
                      <a:pt x="0" y="634"/>
                    </a:cubicBezTo>
                    <a:cubicBezTo>
                      <a:pt x="0" y="36"/>
                      <a:pt x="0" y="36"/>
                      <a:pt x="0" y="36"/>
                    </a:cubicBezTo>
                    <a:cubicBezTo>
                      <a:pt x="0" y="32"/>
                      <a:pt x="3" y="29"/>
                      <a:pt x="7" y="29"/>
                    </a:cubicBezTo>
                    <a:cubicBezTo>
                      <a:pt x="50" y="29"/>
                      <a:pt x="50" y="29"/>
                      <a:pt x="50" y="29"/>
                    </a:cubicBezTo>
                    <a:cubicBezTo>
                      <a:pt x="54" y="29"/>
                      <a:pt x="57" y="32"/>
                      <a:pt x="57" y="36"/>
                    </a:cubicBezTo>
                    <a:cubicBezTo>
                      <a:pt x="57" y="40"/>
                      <a:pt x="54" y="43"/>
                      <a:pt x="50" y="43"/>
                    </a:cubicBezTo>
                    <a:cubicBezTo>
                      <a:pt x="14" y="43"/>
                      <a:pt x="14" y="43"/>
                      <a:pt x="14" y="43"/>
                    </a:cubicBezTo>
                    <a:cubicBezTo>
                      <a:pt x="14" y="627"/>
                      <a:pt x="14" y="627"/>
                      <a:pt x="14" y="627"/>
                    </a:cubicBezTo>
                    <a:cubicBezTo>
                      <a:pt x="465" y="627"/>
                      <a:pt x="465" y="627"/>
                      <a:pt x="465" y="627"/>
                    </a:cubicBezTo>
                    <a:cubicBezTo>
                      <a:pt x="465" y="43"/>
                      <a:pt x="465" y="43"/>
                      <a:pt x="465" y="43"/>
                    </a:cubicBezTo>
                    <a:cubicBezTo>
                      <a:pt x="406" y="43"/>
                      <a:pt x="406" y="43"/>
                      <a:pt x="406" y="43"/>
                    </a:cubicBezTo>
                    <a:cubicBezTo>
                      <a:pt x="406" y="65"/>
                      <a:pt x="406" y="65"/>
                      <a:pt x="406" y="65"/>
                    </a:cubicBezTo>
                    <a:cubicBezTo>
                      <a:pt x="406" y="69"/>
                      <a:pt x="403" y="72"/>
                      <a:pt x="399" y="72"/>
                    </a:cubicBezTo>
                    <a:cubicBezTo>
                      <a:pt x="395" y="72"/>
                      <a:pt x="392" y="69"/>
                      <a:pt x="392" y="65"/>
                    </a:cubicBezTo>
                    <a:cubicBezTo>
                      <a:pt x="392" y="7"/>
                      <a:pt x="392" y="7"/>
                      <a:pt x="392" y="7"/>
                    </a:cubicBezTo>
                    <a:cubicBezTo>
                      <a:pt x="392" y="3"/>
                      <a:pt x="395" y="0"/>
                      <a:pt x="399" y="0"/>
                    </a:cubicBezTo>
                    <a:cubicBezTo>
                      <a:pt x="403" y="0"/>
                      <a:pt x="406" y="3"/>
                      <a:pt x="406" y="7"/>
                    </a:cubicBezTo>
                    <a:cubicBezTo>
                      <a:pt x="406" y="29"/>
                      <a:pt x="406" y="29"/>
                      <a:pt x="406" y="29"/>
                    </a:cubicBezTo>
                    <a:cubicBezTo>
                      <a:pt x="472" y="29"/>
                      <a:pt x="472" y="29"/>
                      <a:pt x="472" y="29"/>
                    </a:cubicBezTo>
                    <a:cubicBezTo>
                      <a:pt x="476" y="29"/>
                      <a:pt x="479" y="32"/>
                      <a:pt x="479" y="36"/>
                    </a:cubicBezTo>
                    <a:close/>
                    <a:moveTo>
                      <a:pt x="237" y="72"/>
                    </a:moveTo>
                    <a:cubicBezTo>
                      <a:pt x="241" y="72"/>
                      <a:pt x="244" y="69"/>
                      <a:pt x="244" y="65"/>
                    </a:cubicBezTo>
                    <a:cubicBezTo>
                      <a:pt x="244" y="43"/>
                      <a:pt x="244" y="43"/>
                      <a:pt x="244" y="43"/>
                    </a:cubicBezTo>
                    <a:cubicBezTo>
                      <a:pt x="266" y="43"/>
                      <a:pt x="266" y="43"/>
                      <a:pt x="266" y="43"/>
                    </a:cubicBezTo>
                    <a:cubicBezTo>
                      <a:pt x="269" y="43"/>
                      <a:pt x="273" y="40"/>
                      <a:pt x="273" y="36"/>
                    </a:cubicBezTo>
                    <a:cubicBezTo>
                      <a:pt x="273" y="32"/>
                      <a:pt x="269" y="29"/>
                      <a:pt x="266" y="29"/>
                    </a:cubicBezTo>
                    <a:cubicBezTo>
                      <a:pt x="244" y="29"/>
                      <a:pt x="244" y="29"/>
                      <a:pt x="244" y="29"/>
                    </a:cubicBezTo>
                    <a:cubicBezTo>
                      <a:pt x="244" y="7"/>
                      <a:pt x="244" y="7"/>
                      <a:pt x="244" y="7"/>
                    </a:cubicBezTo>
                    <a:cubicBezTo>
                      <a:pt x="244" y="3"/>
                      <a:pt x="241" y="0"/>
                      <a:pt x="237" y="0"/>
                    </a:cubicBezTo>
                    <a:cubicBezTo>
                      <a:pt x="233" y="0"/>
                      <a:pt x="230" y="3"/>
                      <a:pt x="230" y="7"/>
                    </a:cubicBezTo>
                    <a:cubicBezTo>
                      <a:pt x="230" y="65"/>
                      <a:pt x="230" y="65"/>
                      <a:pt x="230" y="65"/>
                    </a:cubicBezTo>
                    <a:cubicBezTo>
                      <a:pt x="230" y="69"/>
                      <a:pt x="233" y="72"/>
                      <a:pt x="237" y="72"/>
                    </a:cubicBezTo>
                    <a:close/>
                    <a:moveTo>
                      <a:pt x="183" y="72"/>
                    </a:moveTo>
                    <a:cubicBezTo>
                      <a:pt x="186" y="72"/>
                      <a:pt x="190" y="69"/>
                      <a:pt x="190" y="65"/>
                    </a:cubicBezTo>
                    <a:cubicBezTo>
                      <a:pt x="190" y="43"/>
                      <a:pt x="190" y="43"/>
                      <a:pt x="190" y="43"/>
                    </a:cubicBezTo>
                    <a:cubicBezTo>
                      <a:pt x="212" y="43"/>
                      <a:pt x="212" y="43"/>
                      <a:pt x="212" y="43"/>
                    </a:cubicBezTo>
                    <a:cubicBezTo>
                      <a:pt x="215" y="43"/>
                      <a:pt x="219" y="40"/>
                      <a:pt x="219" y="36"/>
                    </a:cubicBezTo>
                    <a:cubicBezTo>
                      <a:pt x="219" y="32"/>
                      <a:pt x="215" y="29"/>
                      <a:pt x="212" y="29"/>
                    </a:cubicBezTo>
                    <a:cubicBezTo>
                      <a:pt x="190" y="29"/>
                      <a:pt x="190" y="29"/>
                      <a:pt x="190" y="29"/>
                    </a:cubicBezTo>
                    <a:cubicBezTo>
                      <a:pt x="190" y="7"/>
                      <a:pt x="190" y="7"/>
                      <a:pt x="190" y="7"/>
                    </a:cubicBezTo>
                    <a:cubicBezTo>
                      <a:pt x="190" y="3"/>
                      <a:pt x="186" y="0"/>
                      <a:pt x="183" y="0"/>
                    </a:cubicBezTo>
                    <a:cubicBezTo>
                      <a:pt x="179" y="0"/>
                      <a:pt x="176" y="3"/>
                      <a:pt x="176" y="7"/>
                    </a:cubicBezTo>
                    <a:cubicBezTo>
                      <a:pt x="176" y="65"/>
                      <a:pt x="176" y="65"/>
                      <a:pt x="176" y="65"/>
                    </a:cubicBezTo>
                    <a:cubicBezTo>
                      <a:pt x="176" y="69"/>
                      <a:pt x="179" y="72"/>
                      <a:pt x="183" y="72"/>
                    </a:cubicBezTo>
                    <a:close/>
                    <a:moveTo>
                      <a:pt x="128" y="72"/>
                    </a:moveTo>
                    <a:cubicBezTo>
                      <a:pt x="132" y="72"/>
                      <a:pt x="135" y="69"/>
                      <a:pt x="135" y="65"/>
                    </a:cubicBezTo>
                    <a:cubicBezTo>
                      <a:pt x="135" y="43"/>
                      <a:pt x="135" y="43"/>
                      <a:pt x="135" y="43"/>
                    </a:cubicBezTo>
                    <a:cubicBezTo>
                      <a:pt x="157" y="43"/>
                      <a:pt x="157" y="43"/>
                      <a:pt x="157" y="43"/>
                    </a:cubicBezTo>
                    <a:cubicBezTo>
                      <a:pt x="161" y="43"/>
                      <a:pt x="164" y="40"/>
                      <a:pt x="164" y="36"/>
                    </a:cubicBezTo>
                    <a:cubicBezTo>
                      <a:pt x="164" y="32"/>
                      <a:pt x="161" y="29"/>
                      <a:pt x="157" y="29"/>
                    </a:cubicBezTo>
                    <a:cubicBezTo>
                      <a:pt x="135" y="29"/>
                      <a:pt x="135" y="29"/>
                      <a:pt x="135" y="29"/>
                    </a:cubicBezTo>
                    <a:cubicBezTo>
                      <a:pt x="135" y="7"/>
                      <a:pt x="135" y="7"/>
                      <a:pt x="135" y="7"/>
                    </a:cubicBezTo>
                    <a:cubicBezTo>
                      <a:pt x="135" y="3"/>
                      <a:pt x="132" y="0"/>
                      <a:pt x="128" y="0"/>
                    </a:cubicBezTo>
                    <a:cubicBezTo>
                      <a:pt x="125" y="0"/>
                      <a:pt x="121" y="3"/>
                      <a:pt x="121" y="7"/>
                    </a:cubicBezTo>
                    <a:cubicBezTo>
                      <a:pt x="121" y="65"/>
                      <a:pt x="121" y="65"/>
                      <a:pt x="121" y="65"/>
                    </a:cubicBezTo>
                    <a:cubicBezTo>
                      <a:pt x="121" y="69"/>
                      <a:pt x="125" y="72"/>
                      <a:pt x="128" y="72"/>
                    </a:cubicBezTo>
                    <a:close/>
                    <a:moveTo>
                      <a:pt x="74" y="72"/>
                    </a:moveTo>
                    <a:cubicBezTo>
                      <a:pt x="78" y="72"/>
                      <a:pt x="81" y="69"/>
                      <a:pt x="81" y="65"/>
                    </a:cubicBezTo>
                    <a:cubicBezTo>
                      <a:pt x="81" y="43"/>
                      <a:pt x="81" y="43"/>
                      <a:pt x="81" y="43"/>
                    </a:cubicBezTo>
                    <a:cubicBezTo>
                      <a:pt x="103" y="43"/>
                      <a:pt x="103" y="43"/>
                      <a:pt x="103" y="43"/>
                    </a:cubicBezTo>
                    <a:cubicBezTo>
                      <a:pt x="107" y="43"/>
                      <a:pt x="110" y="40"/>
                      <a:pt x="110" y="36"/>
                    </a:cubicBezTo>
                    <a:cubicBezTo>
                      <a:pt x="110" y="32"/>
                      <a:pt x="107" y="29"/>
                      <a:pt x="103" y="29"/>
                    </a:cubicBezTo>
                    <a:cubicBezTo>
                      <a:pt x="81" y="29"/>
                      <a:pt x="81" y="29"/>
                      <a:pt x="81" y="29"/>
                    </a:cubicBezTo>
                    <a:cubicBezTo>
                      <a:pt x="81" y="7"/>
                      <a:pt x="81" y="7"/>
                      <a:pt x="81" y="7"/>
                    </a:cubicBezTo>
                    <a:cubicBezTo>
                      <a:pt x="81" y="3"/>
                      <a:pt x="78" y="0"/>
                      <a:pt x="74" y="0"/>
                    </a:cubicBezTo>
                    <a:cubicBezTo>
                      <a:pt x="71" y="0"/>
                      <a:pt x="67" y="3"/>
                      <a:pt x="67" y="7"/>
                    </a:cubicBezTo>
                    <a:cubicBezTo>
                      <a:pt x="67" y="65"/>
                      <a:pt x="67" y="65"/>
                      <a:pt x="67" y="65"/>
                    </a:cubicBezTo>
                    <a:cubicBezTo>
                      <a:pt x="67" y="69"/>
                      <a:pt x="71" y="72"/>
                      <a:pt x="74" y="72"/>
                    </a:cubicBezTo>
                    <a:close/>
                    <a:moveTo>
                      <a:pt x="345" y="72"/>
                    </a:moveTo>
                    <a:cubicBezTo>
                      <a:pt x="349" y="72"/>
                      <a:pt x="352" y="69"/>
                      <a:pt x="352" y="65"/>
                    </a:cubicBezTo>
                    <a:cubicBezTo>
                      <a:pt x="352" y="43"/>
                      <a:pt x="352" y="43"/>
                      <a:pt x="352" y="43"/>
                    </a:cubicBezTo>
                    <a:cubicBezTo>
                      <a:pt x="374" y="43"/>
                      <a:pt x="374" y="43"/>
                      <a:pt x="374" y="43"/>
                    </a:cubicBezTo>
                    <a:cubicBezTo>
                      <a:pt x="378" y="43"/>
                      <a:pt x="381" y="40"/>
                      <a:pt x="381" y="36"/>
                    </a:cubicBezTo>
                    <a:cubicBezTo>
                      <a:pt x="381" y="32"/>
                      <a:pt x="378" y="29"/>
                      <a:pt x="374" y="29"/>
                    </a:cubicBezTo>
                    <a:cubicBezTo>
                      <a:pt x="352" y="29"/>
                      <a:pt x="352" y="29"/>
                      <a:pt x="352" y="29"/>
                    </a:cubicBezTo>
                    <a:cubicBezTo>
                      <a:pt x="352" y="7"/>
                      <a:pt x="352" y="7"/>
                      <a:pt x="352" y="7"/>
                    </a:cubicBezTo>
                    <a:cubicBezTo>
                      <a:pt x="352" y="3"/>
                      <a:pt x="349" y="0"/>
                      <a:pt x="345" y="0"/>
                    </a:cubicBezTo>
                    <a:cubicBezTo>
                      <a:pt x="341" y="0"/>
                      <a:pt x="338" y="3"/>
                      <a:pt x="338" y="7"/>
                    </a:cubicBezTo>
                    <a:cubicBezTo>
                      <a:pt x="338" y="65"/>
                      <a:pt x="338" y="65"/>
                      <a:pt x="338" y="65"/>
                    </a:cubicBezTo>
                    <a:cubicBezTo>
                      <a:pt x="338" y="69"/>
                      <a:pt x="341" y="72"/>
                      <a:pt x="345" y="72"/>
                    </a:cubicBezTo>
                    <a:close/>
                    <a:moveTo>
                      <a:pt x="291" y="72"/>
                    </a:moveTo>
                    <a:cubicBezTo>
                      <a:pt x="295" y="72"/>
                      <a:pt x="298" y="69"/>
                      <a:pt x="298" y="65"/>
                    </a:cubicBezTo>
                    <a:cubicBezTo>
                      <a:pt x="298" y="43"/>
                      <a:pt x="298" y="43"/>
                      <a:pt x="298" y="43"/>
                    </a:cubicBezTo>
                    <a:cubicBezTo>
                      <a:pt x="320" y="43"/>
                      <a:pt x="320" y="43"/>
                      <a:pt x="320" y="43"/>
                    </a:cubicBezTo>
                    <a:cubicBezTo>
                      <a:pt x="324" y="43"/>
                      <a:pt x="327" y="40"/>
                      <a:pt x="327" y="36"/>
                    </a:cubicBezTo>
                    <a:cubicBezTo>
                      <a:pt x="327" y="32"/>
                      <a:pt x="324" y="29"/>
                      <a:pt x="320" y="29"/>
                    </a:cubicBezTo>
                    <a:cubicBezTo>
                      <a:pt x="298" y="29"/>
                      <a:pt x="298" y="29"/>
                      <a:pt x="298" y="29"/>
                    </a:cubicBezTo>
                    <a:cubicBezTo>
                      <a:pt x="298" y="7"/>
                      <a:pt x="298" y="7"/>
                      <a:pt x="298" y="7"/>
                    </a:cubicBezTo>
                    <a:cubicBezTo>
                      <a:pt x="298" y="3"/>
                      <a:pt x="295" y="0"/>
                      <a:pt x="291" y="0"/>
                    </a:cubicBezTo>
                    <a:cubicBezTo>
                      <a:pt x="287" y="0"/>
                      <a:pt x="284" y="3"/>
                      <a:pt x="284" y="7"/>
                    </a:cubicBezTo>
                    <a:cubicBezTo>
                      <a:pt x="284" y="65"/>
                      <a:pt x="284" y="65"/>
                      <a:pt x="284" y="65"/>
                    </a:cubicBezTo>
                    <a:cubicBezTo>
                      <a:pt x="284" y="69"/>
                      <a:pt x="287" y="72"/>
                      <a:pt x="291" y="72"/>
                    </a:cubicBezTo>
                    <a:close/>
                    <a:moveTo>
                      <a:pt x="399" y="547"/>
                    </a:moveTo>
                    <a:cubicBezTo>
                      <a:pt x="80" y="547"/>
                      <a:pt x="80" y="547"/>
                      <a:pt x="80" y="547"/>
                    </a:cubicBezTo>
                    <a:cubicBezTo>
                      <a:pt x="76" y="547"/>
                      <a:pt x="73" y="550"/>
                      <a:pt x="73" y="554"/>
                    </a:cubicBezTo>
                    <a:cubicBezTo>
                      <a:pt x="73" y="558"/>
                      <a:pt x="76" y="561"/>
                      <a:pt x="80" y="561"/>
                    </a:cubicBezTo>
                    <a:cubicBezTo>
                      <a:pt x="399" y="561"/>
                      <a:pt x="399" y="561"/>
                      <a:pt x="399" y="561"/>
                    </a:cubicBezTo>
                    <a:cubicBezTo>
                      <a:pt x="403" y="561"/>
                      <a:pt x="406" y="558"/>
                      <a:pt x="406" y="554"/>
                    </a:cubicBezTo>
                    <a:cubicBezTo>
                      <a:pt x="406" y="550"/>
                      <a:pt x="403" y="547"/>
                      <a:pt x="399" y="547"/>
                    </a:cubicBezTo>
                    <a:close/>
                    <a:moveTo>
                      <a:pt x="399" y="488"/>
                    </a:moveTo>
                    <a:cubicBezTo>
                      <a:pt x="80" y="488"/>
                      <a:pt x="80" y="488"/>
                      <a:pt x="80" y="488"/>
                    </a:cubicBezTo>
                    <a:cubicBezTo>
                      <a:pt x="76" y="488"/>
                      <a:pt x="73" y="491"/>
                      <a:pt x="73" y="495"/>
                    </a:cubicBezTo>
                    <a:cubicBezTo>
                      <a:pt x="73" y="499"/>
                      <a:pt x="76" y="502"/>
                      <a:pt x="80" y="502"/>
                    </a:cubicBezTo>
                    <a:cubicBezTo>
                      <a:pt x="399" y="502"/>
                      <a:pt x="399" y="502"/>
                      <a:pt x="399" y="502"/>
                    </a:cubicBezTo>
                    <a:cubicBezTo>
                      <a:pt x="403" y="502"/>
                      <a:pt x="406" y="499"/>
                      <a:pt x="406" y="495"/>
                    </a:cubicBezTo>
                    <a:cubicBezTo>
                      <a:pt x="406" y="491"/>
                      <a:pt x="403" y="488"/>
                      <a:pt x="399" y="488"/>
                    </a:cubicBezTo>
                    <a:close/>
                    <a:moveTo>
                      <a:pt x="399" y="428"/>
                    </a:moveTo>
                    <a:cubicBezTo>
                      <a:pt x="80" y="428"/>
                      <a:pt x="80" y="428"/>
                      <a:pt x="80" y="428"/>
                    </a:cubicBezTo>
                    <a:cubicBezTo>
                      <a:pt x="76" y="428"/>
                      <a:pt x="73" y="431"/>
                      <a:pt x="73" y="435"/>
                    </a:cubicBezTo>
                    <a:cubicBezTo>
                      <a:pt x="73" y="439"/>
                      <a:pt x="76" y="442"/>
                      <a:pt x="80" y="442"/>
                    </a:cubicBezTo>
                    <a:cubicBezTo>
                      <a:pt x="399" y="442"/>
                      <a:pt x="399" y="442"/>
                      <a:pt x="399" y="442"/>
                    </a:cubicBezTo>
                    <a:cubicBezTo>
                      <a:pt x="403" y="442"/>
                      <a:pt x="406" y="439"/>
                      <a:pt x="406" y="435"/>
                    </a:cubicBezTo>
                    <a:cubicBezTo>
                      <a:pt x="406" y="431"/>
                      <a:pt x="403" y="428"/>
                      <a:pt x="399" y="428"/>
                    </a:cubicBezTo>
                    <a:close/>
                    <a:moveTo>
                      <a:pt x="399" y="369"/>
                    </a:moveTo>
                    <a:cubicBezTo>
                      <a:pt x="80" y="369"/>
                      <a:pt x="80" y="369"/>
                      <a:pt x="80" y="369"/>
                    </a:cubicBezTo>
                    <a:cubicBezTo>
                      <a:pt x="76" y="369"/>
                      <a:pt x="73" y="372"/>
                      <a:pt x="73" y="376"/>
                    </a:cubicBezTo>
                    <a:cubicBezTo>
                      <a:pt x="73" y="380"/>
                      <a:pt x="76" y="383"/>
                      <a:pt x="80" y="383"/>
                    </a:cubicBezTo>
                    <a:cubicBezTo>
                      <a:pt x="399" y="383"/>
                      <a:pt x="399" y="383"/>
                      <a:pt x="399" y="383"/>
                    </a:cubicBezTo>
                    <a:cubicBezTo>
                      <a:pt x="403" y="383"/>
                      <a:pt x="406" y="380"/>
                      <a:pt x="406" y="376"/>
                    </a:cubicBezTo>
                    <a:cubicBezTo>
                      <a:pt x="406" y="372"/>
                      <a:pt x="403" y="369"/>
                      <a:pt x="399" y="369"/>
                    </a:cubicBezTo>
                    <a:close/>
                    <a:moveTo>
                      <a:pt x="399" y="310"/>
                    </a:moveTo>
                    <a:cubicBezTo>
                      <a:pt x="80" y="310"/>
                      <a:pt x="80" y="310"/>
                      <a:pt x="80" y="310"/>
                    </a:cubicBezTo>
                    <a:cubicBezTo>
                      <a:pt x="76" y="310"/>
                      <a:pt x="73" y="313"/>
                      <a:pt x="73" y="317"/>
                    </a:cubicBezTo>
                    <a:cubicBezTo>
                      <a:pt x="73" y="320"/>
                      <a:pt x="76" y="324"/>
                      <a:pt x="80" y="324"/>
                    </a:cubicBezTo>
                    <a:cubicBezTo>
                      <a:pt x="399" y="324"/>
                      <a:pt x="399" y="324"/>
                      <a:pt x="399" y="324"/>
                    </a:cubicBezTo>
                    <a:cubicBezTo>
                      <a:pt x="403" y="324"/>
                      <a:pt x="406" y="320"/>
                      <a:pt x="406" y="317"/>
                    </a:cubicBezTo>
                    <a:cubicBezTo>
                      <a:pt x="406" y="313"/>
                      <a:pt x="403" y="310"/>
                      <a:pt x="399" y="310"/>
                    </a:cubicBezTo>
                    <a:close/>
                    <a:moveTo>
                      <a:pt x="399" y="250"/>
                    </a:moveTo>
                    <a:cubicBezTo>
                      <a:pt x="80" y="250"/>
                      <a:pt x="80" y="250"/>
                      <a:pt x="80" y="250"/>
                    </a:cubicBezTo>
                    <a:cubicBezTo>
                      <a:pt x="76" y="250"/>
                      <a:pt x="73" y="253"/>
                      <a:pt x="73" y="257"/>
                    </a:cubicBezTo>
                    <a:cubicBezTo>
                      <a:pt x="73" y="261"/>
                      <a:pt x="76" y="264"/>
                      <a:pt x="80" y="264"/>
                    </a:cubicBezTo>
                    <a:cubicBezTo>
                      <a:pt x="399" y="264"/>
                      <a:pt x="399" y="264"/>
                      <a:pt x="399" y="264"/>
                    </a:cubicBezTo>
                    <a:cubicBezTo>
                      <a:pt x="403" y="264"/>
                      <a:pt x="406" y="261"/>
                      <a:pt x="406" y="257"/>
                    </a:cubicBezTo>
                    <a:cubicBezTo>
                      <a:pt x="406" y="253"/>
                      <a:pt x="403" y="250"/>
                      <a:pt x="399" y="250"/>
                    </a:cubicBezTo>
                    <a:close/>
                    <a:moveTo>
                      <a:pt x="399" y="191"/>
                    </a:moveTo>
                    <a:cubicBezTo>
                      <a:pt x="80" y="191"/>
                      <a:pt x="80" y="191"/>
                      <a:pt x="80" y="191"/>
                    </a:cubicBezTo>
                    <a:cubicBezTo>
                      <a:pt x="76" y="191"/>
                      <a:pt x="73" y="194"/>
                      <a:pt x="73" y="198"/>
                    </a:cubicBezTo>
                    <a:cubicBezTo>
                      <a:pt x="73" y="202"/>
                      <a:pt x="76" y="205"/>
                      <a:pt x="80" y="205"/>
                    </a:cubicBezTo>
                    <a:cubicBezTo>
                      <a:pt x="399" y="205"/>
                      <a:pt x="399" y="205"/>
                      <a:pt x="399" y="205"/>
                    </a:cubicBezTo>
                    <a:cubicBezTo>
                      <a:pt x="403" y="205"/>
                      <a:pt x="406" y="202"/>
                      <a:pt x="406" y="198"/>
                    </a:cubicBezTo>
                    <a:cubicBezTo>
                      <a:pt x="406" y="194"/>
                      <a:pt x="403" y="191"/>
                      <a:pt x="399" y="191"/>
                    </a:cubicBezTo>
                    <a:close/>
                    <a:moveTo>
                      <a:pt x="399" y="131"/>
                    </a:moveTo>
                    <a:cubicBezTo>
                      <a:pt x="80" y="131"/>
                      <a:pt x="80" y="131"/>
                      <a:pt x="80" y="131"/>
                    </a:cubicBezTo>
                    <a:cubicBezTo>
                      <a:pt x="76" y="131"/>
                      <a:pt x="73" y="134"/>
                      <a:pt x="73" y="138"/>
                    </a:cubicBezTo>
                    <a:cubicBezTo>
                      <a:pt x="73" y="142"/>
                      <a:pt x="76" y="145"/>
                      <a:pt x="80" y="145"/>
                    </a:cubicBezTo>
                    <a:cubicBezTo>
                      <a:pt x="399" y="145"/>
                      <a:pt x="399" y="145"/>
                      <a:pt x="399" y="145"/>
                    </a:cubicBezTo>
                    <a:cubicBezTo>
                      <a:pt x="403" y="145"/>
                      <a:pt x="406" y="142"/>
                      <a:pt x="406" y="138"/>
                    </a:cubicBezTo>
                    <a:cubicBezTo>
                      <a:pt x="406" y="134"/>
                      <a:pt x="403" y="131"/>
                      <a:pt x="399" y="131"/>
                    </a:cubicBezTo>
                    <a:close/>
                  </a:path>
                </a:pathLst>
              </a:custGeom>
              <a:solidFill>
                <a:schemeClr val="accent5"/>
              </a:solidFill>
              <a:ln>
                <a:noFill/>
              </a:ln>
            </p:spPr>
            <p:txBody>
              <a:bodyPr vert="horz" wrap="square" lIns="91437" tIns="45718" rIns="91437"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30" b="0" i="0" u="none" strike="noStrike" kern="1200" cap="none" spc="0" normalizeH="0" baseline="0" noProof="0">
                  <a:ln>
                    <a:noFill/>
                  </a:ln>
                  <a:solidFill>
                    <a:srgbClr val="57565A"/>
                  </a:solidFill>
                  <a:effectLst/>
                  <a:uLnTx/>
                  <a:uFillTx/>
                  <a:ea typeface="+mn-ea"/>
                  <a:cs typeface="+mn-cs"/>
                </a:endParaRPr>
              </a:p>
            </p:txBody>
          </p:sp>
        </p:grpSp>
        <p:sp>
          <p:nvSpPr>
            <p:cNvPr id="31" name="ZoneTexte 73">
              <a:extLst>
                <a:ext uri="{FF2B5EF4-FFF2-40B4-BE49-F238E27FC236}">
                  <a16:creationId xmlns:a16="http://schemas.microsoft.com/office/drawing/2014/main" id="{D815558E-3785-DEEB-0B46-2C706D3182E9}"/>
                </a:ext>
              </a:extLst>
            </p:cNvPr>
            <p:cNvSpPr txBox="1"/>
            <p:nvPr/>
          </p:nvSpPr>
          <p:spPr>
            <a:xfrm>
              <a:off x="8163144" y="1594355"/>
              <a:ext cx="2491174" cy="414003"/>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a:ln>
                    <a:noFill/>
                  </a:ln>
                  <a:solidFill>
                    <a:prstClr val="white"/>
                  </a:solidFill>
                  <a:effectLst/>
                  <a:uLnTx/>
                  <a:uFillTx/>
                  <a:ea typeface="+mn-ea"/>
                  <a:cs typeface="+mn-cs"/>
                </a:rPr>
                <a:t>BESOINS &amp; EXIGENCES</a:t>
              </a:r>
            </a:p>
          </p:txBody>
        </p:sp>
        <p:sp>
          <p:nvSpPr>
            <p:cNvPr id="32" name="ZoneTexte 74">
              <a:extLst>
                <a:ext uri="{FF2B5EF4-FFF2-40B4-BE49-F238E27FC236}">
                  <a16:creationId xmlns:a16="http://schemas.microsoft.com/office/drawing/2014/main" id="{3565F6AA-40F6-EE7D-5D51-2EB6A2747A05}"/>
                </a:ext>
              </a:extLst>
            </p:cNvPr>
            <p:cNvSpPr txBox="1"/>
            <p:nvPr/>
          </p:nvSpPr>
          <p:spPr>
            <a:xfrm>
              <a:off x="9099300" y="3012827"/>
              <a:ext cx="2947408" cy="832126"/>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a:ln>
                    <a:noFill/>
                  </a:ln>
                  <a:solidFill>
                    <a:prstClr val="white"/>
                  </a:solidFill>
                  <a:effectLst/>
                  <a:uLnTx/>
                  <a:uFillTx/>
                  <a:ea typeface="+mn-ea"/>
                  <a:cs typeface="+mn-cs"/>
                </a:rPr>
                <a:t>PERSONNALISATION DE L’ERP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a:ln>
                    <a:noFill/>
                  </a:ln>
                  <a:solidFill>
                    <a:prstClr val="white"/>
                  </a:solidFill>
                  <a:effectLst/>
                  <a:uLnTx/>
                  <a:uFillTx/>
                  <a:ea typeface="+mn-ea"/>
                  <a:cs typeface="+mn-cs"/>
                </a:rPr>
                <a:t>TEST</a:t>
              </a:r>
            </a:p>
          </p:txBody>
        </p:sp>
        <p:sp>
          <p:nvSpPr>
            <p:cNvPr id="33" name="ZoneTexte 75">
              <a:extLst>
                <a:ext uri="{FF2B5EF4-FFF2-40B4-BE49-F238E27FC236}">
                  <a16:creationId xmlns:a16="http://schemas.microsoft.com/office/drawing/2014/main" id="{BE6F69E3-5CB8-C2E6-05CB-4B5477A3D41F}"/>
                </a:ext>
              </a:extLst>
            </p:cNvPr>
            <p:cNvSpPr txBox="1"/>
            <p:nvPr/>
          </p:nvSpPr>
          <p:spPr>
            <a:xfrm>
              <a:off x="8155414" y="5868625"/>
              <a:ext cx="2947408" cy="588596"/>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a:ln>
                    <a:noFill/>
                  </a:ln>
                  <a:solidFill>
                    <a:prstClr val="white"/>
                  </a:solidFill>
                  <a:effectLst/>
                  <a:uLnTx/>
                  <a:uFillTx/>
                  <a:ea typeface="+mn-ea"/>
                  <a:cs typeface="+mn-cs"/>
                </a:rPr>
                <a:t>FORMATION DES UTILISATEURS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a:ln>
                    <a:noFill/>
                  </a:ln>
                  <a:solidFill>
                    <a:prstClr val="white"/>
                  </a:solidFill>
                  <a:effectLst/>
                  <a:uLnTx/>
                  <a:uFillTx/>
                  <a:ea typeface="+mn-ea"/>
                  <a:cs typeface="+mn-cs"/>
                </a:rPr>
                <a:t>MIGRATION DES DONNEES</a:t>
              </a:r>
            </a:p>
          </p:txBody>
        </p:sp>
        <p:sp>
          <p:nvSpPr>
            <p:cNvPr id="34" name="ZoneTexte 76">
              <a:extLst>
                <a:ext uri="{FF2B5EF4-FFF2-40B4-BE49-F238E27FC236}">
                  <a16:creationId xmlns:a16="http://schemas.microsoft.com/office/drawing/2014/main" id="{58326DC0-7E56-E9BD-F348-1C773FA941CE}"/>
                </a:ext>
              </a:extLst>
            </p:cNvPr>
            <p:cNvSpPr txBox="1"/>
            <p:nvPr/>
          </p:nvSpPr>
          <p:spPr>
            <a:xfrm>
              <a:off x="143084" y="5710933"/>
              <a:ext cx="3310239" cy="923147"/>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a:ln>
                    <a:noFill/>
                  </a:ln>
                  <a:solidFill>
                    <a:prstClr val="white"/>
                  </a:solidFill>
                  <a:effectLst/>
                  <a:uLnTx/>
                  <a:uFillTx/>
                  <a:ea typeface="+mn-ea"/>
                  <a:cs typeface="+mn-cs"/>
                </a:rPr>
                <a:t>HAUTE DISPONIBILITÉ PENDANT LES PREMIÈRES SEMAINES D’UTILISATION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a:ln>
                    <a:noFill/>
                  </a:ln>
                  <a:solidFill>
                    <a:prstClr val="white"/>
                  </a:solidFill>
                  <a:effectLst/>
                  <a:uLnTx/>
                  <a:uFillTx/>
                  <a:ea typeface="+mn-ea"/>
                  <a:cs typeface="+mn-cs"/>
                </a:rPr>
                <a:t>RÉACTIVITÉ</a:t>
              </a:r>
            </a:p>
          </p:txBody>
        </p:sp>
        <p:sp>
          <p:nvSpPr>
            <p:cNvPr id="35" name="ZoneTexte 77">
              <a:extLst>
                <a:ext uri="{FF2B5EF4-FFF2-40B4-BE49-F238E27FC236}">
                  <a16:creationId xmlns:a16="http://schemas.microsoft.com/office/drawing/2014/main" id="{58C117E6-2ED6-2FEA-4D59-29114C985ADD}"/>
                </a:ext>
              </a:extLst>
            </p:cNvPr>
            <p:cNvSpPr txBox="1"/>
            <p:nvPr/>
          </p:nvSpPr>
          <p:spPr>
            <a:xfrm>
              <a:off x="127251" y="2979525"/>
              <a:ext cx="2400503" cy="923147"/>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a:ln>
                    <a:noFill/>
                  </a:ln>
                  <a:solidFill>
                    <a:prstClr val="white"/>
                  </a:solidFill>
                  <a:effectLst/>
                  <a:uLnTx/>
                  <a:uFillTx/>
                  <a:ea typeface="+mn-ea"/>
                  <a:cs typeface="+mn-cs"/>
                </a:rPr>
                <a:t>DEFINIR LES EVOLUTIONS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a:ln>
                    <a:noFill/>
                  </a:ln>
                  <a:solidFill>
                    <a:prstClr val="white"/>
                  </a:solidFill>
                  <a:effectLst/>
                  <a:uLnTx/>
                  <a:uFillTx/>
                  <a:ea typeface="+mn-ea"/>
                  <a:cs typeface="+mn-cs"/>
                </a:rPr>
                <a:t>PREPARER LA PROCHAINE ÉTAPE</a:t>
              </a:r>
            </a:p>
          </p:txBody>
        </p:sp>
        <p:pic>
          <p:nvPicPr>
            <p:cNvPr id="36" name="Graphic 1">
              <a:extLst>
                <a:ext uri="{FF2B5EF4-FFF2-40B4-BE49-F238E27FC236}">
                  <a16:creationId xmlns:a16="http://schemas.microsoft.com/office/drawing/2014/main" id="{CB88C1E8-3548-8E94-5041-971645332E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53696" y="3144403"/>
              <a:ext cx="1290983" cy="1485891"/>
            </a:xfrm>
            <a:prstGeom prst="rect">
              <a:avLst/>
            </a:prstGeom>
          </p:spPr>
        </p:pic>
      </p:gr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776693BB-AA83-4072-9715-AA9BC0D4E25C}"/>
              </a:ext>
            </a:extLst>
          </p:cNvPr>
          <p:cNvSpPr>
            <a:spLocks noGrp="1"/>
          </p:cNvSpPr>
          <p:nvPr>
            <p:ph type="title"/>
          </p:nvPr>
        </p:nvSpPr>
        <p:spPr/>
        <p:txBody>
          <a:bodyPr/>
          <a:lstStyle/>
          <a:p>
            <a:pPr/>
            <a:r>
              <a:t>PHASE D’ANALYSE</a:t>
            </a:r>
          </a:p>
        </p:txBody>
      </p:sp>
      <p:sp>
        <p:nvSpPr>
          <p:cNvPr id="3" name="Espace réservé du texte 2">
            <a:extLst>
              <a:ext uri="{FF2B5EF4-FFF2-40B4-BE49-F238E27FC236}">
                <a16:creationId xmlns:a16="http://schemas.microsoft.com/office/drawing/2014/main" id="{AA14A04B-EBD5-902B-4F33-B256D611E2F1}"/>
              </a:ext>
            </a:extLst>
          </p:cNvPr>
          <p:cNvSpPr>
            <a:spLocks noGrp="1"/>
          </p:cNvSpPr>
          <p:nvPr>
            <p:ph type="body" idx="1"/>
          </p:nvPr>
        </p:nvSpPr>
        <p:spPr/>
        <p:txBody>
          <a:bodyPr/>
          <a:lstStyle/>
          <a:p>
            <a:pPr/>
            <a:r>
              <a:t>04</a:t>
            </a:r>
            <a:endParaRPr lang="en-US"/>
          </a:p>
        </p:txBody>
      </p:sp>
      <p:sp>
        <p:nvSpPr>
          <p:cNvPr id="5" name="Espace réservé du texte 4">
            <a:extLst>
              <a:ext uri="{FF2B5EF4-FFF2-40B4-BE49-F238E27FC236}">
                <a16:creationId xmlns:a16="http://schemas.microsoft.com/office/drawing/2014/main" id="{2A347D23-6373-2C86-5BFE-EAFA7C15BEE8}"/>
              </a:ext>
            </a:extLst>
          </p:cNvPr>
          <p:cNvSpPr>
            <a:spLocks noGrp="1"/>
          </p:cNvSpPr>
          <p:nvPr>
            <p:ph type="body" sz="quarter" idx="13"/>
          </p:nvPr>
        </p:nvSpPr>
        <p:spPr/>
        <p:txBody>
          <a:bodyPr/>
          <a:lstStyle/>
          <a:p>
            <a:pPr/>
            <a:r>
              <a:t>ANALYSE</a:t>
            </a:r>
            <a:endParaRPr lang="en-US"/>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PROGRESSION DE L’ANALYSE</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PHASE D’ANALYSE</a:t>
            </a:r>
            <a:endParaRPr lang="en-US"/>
          </a:p>
        </p:txBody>
      </p:sp>
      <p:grpSp>
        <p:nvGrpSpPr>
          <p:cNvPr id="5" name="Transplant"/>
          <p:cNvGrpSpPr/>
          <p:nvPr/>
        </p:nvGrpSpPr>
        <p:grpSpPr>
          <a:xfrm>
            <a:off x="694944" y="1689339"/>
            <a:ext cx="10799064" cy="4393722"/>
            <a:chOff x="247583" y="2064485"/>
            <a:chExt cx="10955828" cy="4457504"/>
          </a:xfrm>
        </p:grpSpPr>
        <p:sp>
          <p:nvSpPr>
            <p:cNvPr id="6" name="Rectangle : coins arrondis 5">
              <a:extLst>
                <a:ext uri="{FF2B5EF4-FFF2-40B4-BE49-F238E27FC236}">
                  <a16:creationId xmlns:a16="http://schemas.microsoft.com/office/drawing/2014/main" id="{B7369BE3-679C-2C0C-B283-E2B3FAEA3236}"/>
                </a:ext>
              </a:extLst>
            </p:cNvPr>
            <p:cNvSpPr/>
            <p:nvPr/>
          </p:nvSpPr>
          <p:spPr>
            <a:xfrm>
              <a:off x="998318" y="5120551"/>
              <a:ext cx="3750659" cy="1401438"/>
            </a:xfrm>
            <a:prstGeom prst="roundRect">
              <a:avLst>
                <a:gd name="adj" fmla="val 20877"/>
              </a:avLst>
            </a:prstGeom>
            <a:gradFill>
              <a:gsLst>
                <a:gs pos="0">
                  <a:srgbClr val="CD5358"/>
                </a:gs>
                <a:gs pos="100000">
                  <a:srgbClr val="BA131A"/>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coins arrondis 6">
              <a:extLst>
                <a:ext uri="{FF2B5EF4-FFF2-40B4-BE49-F238E27FC236}">
                  <a16:creationId xmlns:a16="http://schemas.microsoft.com/office/drawing/2014/main" id="{6927A68B-599F-214C-1D09-F9FD3157DFF8}"/>
                </a:ext>
              </a:extLst>
            </p:cNvPr>
            <p:cNvSpPr/>
            <p:nvPr/>
          </p:nvSpPr>
          <p:spPr>
            <a:xfrm>
              <a:off x="988589" y="2064485"/>
              <a:ext cx="3762074" cy="2777723"/>
            </a:xfrm>
            <a:prstGeom prst="roundRect">
              <a:avLst>
                <a:gd name="adj" fmla="val 10296"/>
              </a:avLst>
            </a:prstGeom>
            <a:gradFill>
              <a:gsLst>
                <a:gs pos="0">
                  <a:srgbClr val="CD5358"/>
                </a:gs>
                <a:gs pos="100000">
                  <a:srgbClr val="BA131A"/>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EB957278-7555-363E-499E-F117BCD5B15B}"/>
                </a:ext>
              </a:extLst>
            </p:cNvPr>
            <p:cNvSpPr txBox="1"/>
            <p:nvPr/>
          </p:nvSpPr>
          <p:spPr>
            <a:xfrm>
              <a:off x="1067040" y="2991681"/>
              <a:ext cx="3403176" cy="73866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fr-FR" sz="1800" b="1">
                  <a:solidFill>
                    <a:schemeClr val="bg1"/>
                  </a:solidFill>
                </a:rPr>
                <a:t>ANALYSE</a:t>
              </a:r>
              <a:br>
                <a:rPr lang="fr-FR">
                  <a:solidFill>
                    <a:schemeClr val="bg1"/>
                  </a:solidFill>
                </a:rPr>
              </a:br>
              <a:r>
                <a:rPr lang="fr-FR" sz="1200">
                  <a:solidFill>
                    <a:schemeClr val="bg1"/>
                  </a:solidFill>
                </a:rPr>
                <a:t>Nous définissons et concevons le périmètre de votre projet en collaboration avec vous.</a:t>
              </a:r>
              <a:endParaRPr kumimoji="0" lang="fr-FR" altLang="fr-FR" sz="1200" b="0" i="0" u="none" strike="noStrike" cap="none" normalizeH="0" baseline="0">
                <a:ln>
                  <a:noFill/>
                </a:ln>
                <a:solidFill>
                  <a:schemeClr val="bg1"/>
                </a:solidFill>
                <a:effectLst/>
              </a:endParaRPr>
            </a:p>
          </p:txBody>
        </p:sp>
        <p:sp>
          <p:nvSpPr>
            <p:cNvPr id="9" name="ZoneTexte 8">
              <a:extLst>
                <a:ext uri="{FF2B5EF4-FFF2-40B4-BE49-F238E27FC236}">
                  <a16:creationId xmlns:a16="http://schemas.microsoft.com/office/drawing/2014/main" id="{E09938BD-3B1A-CD1D-996A-42E8C0FC46BC}"/>
                </a:ext>
              </a:extLst>
            </p:cNvPr>
            <p:cNvSpPr txBox="1"/>
            <p:nvPr/>
          </p:nvSpPr>
          <p:spPr>
            <a:xfrm>
              <a:off x="1076768" y="5374994"/>
              <a:ext cx="3444555" cy="89255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fr-FR" sz="1600" b="1">
                  <a:solidFill>
                    <a:schemeClr val="bg1"/>
                  </a:solidFill>
                </a:rPr>
                <a:t>ESTIMATION &amp; PLANIFICATION</a:t>
              </a:r>
              <a:br>
                <a:rPr lang="fr-FR">
                  <a:solidFill>
                    <a:schemeClr val="bg1"/>
                  </a:solidFill>
                </a:rPr>
              </a:br>
              <a:r>
                <a:rPr lang="fr-FR" sz="1200">
                  <a:solidFill>
                    <a:schemeClr val="bg1"/>
                  </a:solidFill>
                </a:rPr>
                <a:t>Vous recevez une estimation détaillée et un calendrier à approuver avant le début du projet.</a:t>
              </a:r>
              <a:endParaRPr kumimoji="0" lang="fr-FR" altLang="fr-FR" sz="1200" b="0" i="0" u="none" strike="noStrike" cap="none" normalizeH="0" baseline="0">
                <a:ln>
                  <a:noFill/>
                </a:ln>
                <a:solidFill>
                  <a:schemeClr val="bg1"/>
                </a:solidFill>
                <a:effectLst/>
              </a:endParaRPr>
            </a:p>
          </p:txBody>
        </p:sp>
        <p:grpSp>
          <p:nvGrpSpPr>
            <p:cNvPr id="10" name="Groupe 9">
              <a:extLst>
                <a:ext uri="{FF2B5EF4-FFF2-40B4-BE49-F238E27FC236}">
                  <a16:creationId xmlns:a16="http://schemas.microsoft.com/office/drawing/2014/main" id="{44E1BDCE-93B6-A193-3D59-82912730BFF5}"/>
                </a:ext>
              </a:extLst>
            </p:cNvPr>
            <p:cNvGrpSpPr/>
            <p:nvPr/>
          </p:nvGrpSpPr>
          <p:grpSpPr>
            <a:xfrm>
              <a:off x="247583" y="3207965"/>
              <a:ext cx="490762" cy="490762"/>
              <a:chOff x="4244205" y="82346"/>
              <a:chExt cx="696119" cy="696119"/>
            </a:xfrm>
          </p:grpSpPr>
          <p:sp>
            <p:nvSpPr>
              <p:cNvPr id="11" name="Ellipse 10">
                <a:extLst>
                  <a:ext uri="{FF2B5EF4-FFF2-40B4-BE49-F238E27FC236}">
                    <a16:creationId xmlns:a16="http://schemas.microsoft.com/office/drawing/2014/main" id="{5A30DD96-808D-D98E-2E79-96131C4D607B}"/>
                  </a:ext>
                </a:extLst>
              </p:cNvPr>
              <p:cNvSpPr/>
              <p:nvPr/>
            </p:nvSpPr>
            <p:spPr>
              <a:xfrm>
                <a:off x="4244205" y="82346"/>
                <a:ext cx="696119" cy="69611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2" name="Google Shape;10712;p75">
                <a:extLst>
                  <a:ext uri="{FF2B5EF4-FFF2-40B4-BE49-F238E27FC236}">
                    <a16:creationId xmlns:a16="http://schemas.microsoft.com/office/drawing/2014/main" id="{4FFFF51B-9AD0-F75D-EC7D-08A35EC3B8A9}"/>
                  </a:ext>
                </a:extLst>
              </p:cNvPr>
              <p:cNvGrpSpPr/>
              <p:nvPr/>
            </p:nvGrpSpPr>
            <p:grpSpPr>
              <a:xfrm>
                <a:off x="4392941" y="239794"/>
                <a:ext cx="398646" cy="381222"/>
                <a:chOff x="5045500" y="842250"/>
                <a:chExt cx="503875" cy="481850"/>
              </a:xfrm>
              <a:solidFill>
                <a:schemeClr val="bg1"/>
              </a:solidFill>
            </p:grpSpPr>
            <p:sp>
              <p:nvSpPr>
                <p:cNvPr id="13" name="Google Shape;10713;p75">
                  <a:extLst>
                    <a:ext uri="{FF2B5EF4-FFF2-40B4-BE49-F238E27FC236}">
                      <a16:creationId xmlns:a16="http://schemas.microsoft.com/office/drawing/2014/main" id="{CD8D57EC-3318-467E-4236-3055F0A3556E}"/>
                    </a:ext>
                  </a:extLst>
                </p:cNvPr>
                <p:cNvSpPr/>
                <p:nvPr/>
              </p:nvSpPr>
              <p:spPr>
                <a:xfrm>
                  <a:off x="5045500" y="842250"/>
                  <a:ext cx="503875" cy="481850"/>
                </a:xfrm>
                <a:custGeom>
                  <a:avLst/>
                  <a:gdLst/>
                  <a:ahLst/>
                  <a:cxnLst/>
                  <a:rect l="l" t="t" r="r" b="b"/>
                  <a:pathLst>
                    <a:path w="20155" h="19274" extrusionOk="0">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14" name="Google Shape;10714;p75">
                  <a:extLst>
                    <a:ext uri="{FF2B5EF4-FFF2-40B4-BE49-F238E27FC236}">
                      <a16:creationId xmlns:a16="http://schemas.microsoft.com/office/drawing/2014/main" id="{4B34A569-3AC0-0CC5-7C8F-28E015BDF2AB}"/>
                    </a:ext>
                  </a:extLst>
                </p:cNvPr>
                <p:cNvSpPr/>
                <p:nvPr/>
              </p:nvSpPr>
              <p:spPr>
                <a:xfrm>
                  <a:off x="5221050" y="898625"/>
                  <a:ext cx="254100" cy="254100"/>
                </a:xfrm>
                <a:custGeom>
                  <a:avLst/>
                  <a:gdLst/>
                  <a:ahLst/>
                  <a:cxnLst/>
                  <a:rect l="l" t="t" r="r" b="b"/>
                  <a:pathLst>
                    <a:path w="10164" h="10164" extrusionOk="0">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grpSp>
        </p:grpSp>
        <p:grpSp>
          <p:nvGrpSpPr>
            <p:cNvPr id="15" name="Groupe 14">
              <a:extLst>
                <a:ext uri="{FF2B5EF4-FFF2-40B4-BE49-F238E27FC236}">
                  <a16:creationId xmlns:a16="http://schemas.microsoft.com/office/drawing/2014/main" id="{AB637B0A-4D26-F15C-DEB1-37263A9B54BF}"/>
                </a:ext>
              </a:extLst>
            </p:cNvPr>
            <p:cNvGrpSpPr/>
            <p:nvPr/>
          </p:nvGrpSpPr>
          <p:grpSpPr>
            <a:xfrm>
              <a:off x="247583" y="5575889"/>
              <a:ext cx="490762" cy="490762"/>
              <a:chOff x="26565" y="2889250"/>
              <a:chExt cx="696119" cy="696119"/>
            </a:xfrm>
          </p:grpSpPr>
          <p:sp>
            <p:nvSpPr>
              <p:cNvPr id="16" name="Ellipse 15">
                <a:extLst>
                  <a:ext uri="{FF2B5EF4-FFF2-40B4-BE49-F238E27FC236}">
                    <a16:creationId xmlns:a16="http://schemas.microsoft.com/office/drawing/2014/main" id="{E027FB88-94BE-F2B9-D4D2-C644B1D3CA9D}"/>
                  </a:ext>
                </a:extLst>
              </p:cNvPr>
              <p:cNvSpPr/>
              <p:nvPr/>
            </p:nvSpPr>
            <p:spPr>
              <a:xfrm>
                <a:off x="26565" y="2889250"/>
                <a:ext cx="696119" cy="69611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7" name="Google Shape;10680;p75">
                <a:extLst>
                  <a:ext uri="{FF2B5EF4-FFF2-40B4-BE49-F238E27FC236}">
                    <a16:creationId xmlns:a16="http://schemas.microsoft.com/office/drawing/2014/main" id="{06749636-656B-8102-A144-9D3C6C0980E9}"/>
                  </a:ext>
                </a:extLst>
              </p:cNvPr>
              <p:cNvGrpSpPr/>
              <p:nvPr/>
            </p:nvGrpSpPr>
            <p:grpSpPr>
              <a:xfrm>
                <a:off x="220886" y="3083571"/>
                <a:ext cx="307476" cy="307476"/>
                <a:chOff x="5660400" y="238125"/>
                <a:chExt cx="481825" cy="481825"/>
              </a:xfrm>
              <a:solidFill>
                <a:schemeClr val="bg1"/>
              </a:solidFill>
            </p:grpSpPr>
            <p:sp>
              <p:nvSpPr>
                <p:cNvPr id="18" name="Google Shape;10681;p75">
                  <a:extLst>
                    <a:ext uri="{FF2B5EF4-FFF2-40B4-BE49-F238E27FC236}">
                      <a16:creationId xmlns:a16="http://schemas.microsoft.com/office/drawing/2014/main" id="{BA6AC71F-D363-BDFA-CDDB-07405A771C15}"/>
                    </a:ext>
                  </a:extLst>
                </p:cNvPr>
                <p:cNvSpPr/>
                <p:nvPr/>
              </p:nvSpPr>
              <p:spPr>
                <a:xfrm>
                  <a:off x="5660400" y="436700"/>
                  <a:ext cx="481825" cy="283250"/>
                </a:xfrm>
                <a:custGeom>
                  <a:avLst/>
                  <a:gdLst/>
                  <a:ahLst/>
                  <a:cxnLst/>
                  <a:rect l="l" t="t" r="r" b="b"/>
                  <a:pathLst>
                    <a:path w="19273" h="11330" extrusionOk="0">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19" name="Google Shape;10682;p75">
                  <a:extLst>
                    <a:ext uri="{FF2B5EF4-FFF2-40B4-BE49-F238E27FC236}">
                      <a16:creationId xmlns:a16="http://schemas.microsoft.com/office/drawing/2014/main" id="{26E3090E-A5FD-18EB-2709-9E6E9F0456D2}"/>
                    </a:ext>
                  </a:extLst>
                </p:cNvPr>
                <p:cNvSpPr/>
                <p:nvPr/>
              </p:nvSpPr>
              <p:spPr>
                <a:xfrm>
                  <a:off x="5660400" y="238125"/>
                  <a:ext cx="481825" cy="170375"/>
                </a:xfrm>
                <a:custGeom>
                  <a:avLst/>
                  <a:gdLst/>
                  <a:ahLst/>
                  <a:cxnLst/>
                  <a:rect l="l" t="t" r="r" b="b"/>
                  <a:pathLst>
                    <a:path w="19273" h="6815" extrusionOk="0">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grpSp>
        </p:grpSp>
        <p:cxnSp>
          <p:nvCxnSpPr>
            <p:cNvPr id="20" name="Connecteur droit 50">
              <a:extLst>
                <a:ext uri="{FF2B5EF4-FFF2-40B4-BE49-F238E27FC236}">
                  <a16:creationId xmlns:a16="http://schemas.microsoft.com/office/drawing/2014/main" id="{07F0A52B-3A8A-AC69-0EF7-7EF920C63479}"/>
                </a:ext>
              </a:extLst>
            </p:cNvPr>
            <p:cNvCxnSpPr>
              <a:stCxn id="11" idx="4"/>
              <a:endCxn id="16" idx="0"/>
            </p:cNvCxnSpPr>
            <p:nvPr/>
          </p:nvCxnSpPr>
          <p:spPr>
            <a:xfrm>
              <a:off x="492964" y="3698727"/>
              <a:ext cx="0" cy="1877162"/>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21" name="Connecteur droit 51">
              <a:extLst>
                <a:ext uri="{FF2B5EF4-FFF2-40B4-BE49-F238E27FC236}">
                  <a16:creationId xmlns:a16="http://schemas.microsoft.com/office/drawing/2014/main" id="{58C6ACA2-097A-7C87-D9BD-1F2CAEFFB766}"/>
                </a:ext>
              </a:extLst>
            </p:cNvPr>
            <p:cNvCxnSpPr>
              <a:cxnSpLocks/>
              <a:stCxn id="11" idx="6"/>
              <a:endCxn id="7" idx="1"/>
            </p:cNvCxnSpPr>
            <p:nvPr/>
          </p:nvCxnSpPr>
          <p:spPr>
            <a:xfrm>
              <a:off x="738345" y="3453346"/>
              <a:ext cx="250244" cy="1"/>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22" name="Connecteur droit 52">
              <a:extLst>
                <a:ext uri="{FF2B5EF4-FFF2-40B4-BE49-F238E27FC236}">
                  <a16:creationId xmlns:a16="http://schemas.microsoft.com/office/drawing/2014/main" id="{18C88893-8DD2-F857-20DB-F85A00724C8B}"/>
                </a:ext>
              </a:extLst>
            </p:cNvPr>
            <p:cNvCxnSpPr>
              <a:cxnSpLocks/>
              <a:stCxn id="16" idx="6"/>
              <a:endCxn id="6" idx="1"/>
            </p:cNvCxnSpPr>
            <p:nvPr/>
          </p:nvCxnSpPr>
          <p:spPr>
            <a:xfrm>
              <a:off x="738345" y="5821270"/>
              <a:ext cx="259973" cy="0"/>
            </a:xfrm>
            <a:prstGeom prst="line">
              <a:avLst/>
            </a:prstGeom>
            <a:ln w="28575"/>
          </p:spPr>
          <p:style>
            <a:lnRef idx="2">
              <a:schemeClr val="accent1"/>
            </a:lnRef>
            <a:fillRef idx="0">
              <a:schemeClr val="accent1"/>
            </a:fillRef>
            <a:effectRef idx="1">
              <a:schemeClr val="accent1"/>
            </a:effectRef>
            <a:fontRef idx="minor">
              <a:schemeClr val="tx1"/>
            </a:fontRef>
          </p:style>
        </p:cxnSp>
        <p:grpSp>
          <p:nvGrpSpPr>
            <p:cNvPr id="23" name="Groupe 79">
              <a:extLst>
                <a:ext uri="{FF2B5EF4-FFF2-40B4-BE49-F238E27FC236}">
                  <a16:creationId xmlns:a16="http://schemas.microsoft.com/office/drawing/2014/main" id="{A2BB90B9-1AD4-6181-74C9-5A040FA7FFE8}"/>
                </a:ext>
              </a:extLst>
            </p:cNvPr>
            <p:cNvGrpSpPr/>
            <p:nvPr/>
          </p:nvGrpSpPr>
          <p:grpSpPr>
            <a:xfrm>
              <a:off x="4937412" y="2064486"/>
              <a:ext cx="6262975" cy="413296"/>
              <a:chOff x="4286691" y="1916539"/>
              <a:chExt cx="6262975" cy="413296"/>
            </a:xfrm>
          </p:grpSpPr>
          <p:sp>
            <p:nvSpPr>
              <p:cNvPr id="24" name="Rectangle : coins arrondis 19">
                <a:extLst>
                  <a:ext uri="{FF2B5EF4-FFF2-40B4-BE49-F238E27FC236}">
                    <a16:creationId xmlns:a16="http://schemas.microsoft.com/office/drawing/2014/main" id="{D469D682-47F2-12E5-21E2-2CE47544A610}"/>
                  </a:ext>
                </a:extLst>
              </p:cNvPr>
              <p:cNvSpPr/>
              <p:nvPr/>
            </p:nvSpPr>
            <p:spPr>
              <a:xfrm>
                <a:off x="4286692" y="1916539"/>
                <a:ext cx="1273757" cy="413296"/>
              </a:xfrm>
              <a:prstGeom prst="roundRect">
                <a:avLst/>
              </a:prstGeom>
              <a:noFill/>
              <a:ln>
                <a:solidFill>
                  <a:srgbClr val="CD53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ZoneTexte 23">
                <a:extLst>
                  <a:ext uri="{FF2B5EF4-FFF2-40B4-BE49-F238E27FC236}">
                    <a16:creationId xmlns:a16="http://schemas.microsoft.com/office/drawing/2014/main" id="{669F652C-5F57-5D47-A694-84A260FDC90E}"/>
                  </a:ext>
                </a:extLst>
              </p:cNvPr>
              <p:cNvSpPr txBox="1"/>
              <p:nvPr/>
            </p:nvSpPr>
            <p:spPr>
              <a:xfrm>
                <a:off x="4286691" y="1984688"/>
                <a:ext cx="1269097" cy="276999"/>
              </a:xfrm>
              <a:prstGeom prst="rect">
                <a:avLst/>
              </a:prstGeom>
              <a:noFill/>
            </p:spPr>
            <p:txBody>
              <a:bodyPr wrap="square" rtlCol="0">
                <a:spAutoFit/>
              </a:bodyPr>
              <a:lstStyle/>
              <a:p>
                <a:pPr algn="ctr"/>
                <a:r>
                  <a:rPr lang="fr-FR" altLang="fr-FR" sz="1200" b="1">
                    <a:solidFill>
                      <a:srgbClr val="CD5358"/>
                    </a:solidFill>
                  </a:rPr>
                  <a:t>Kick - Off</a:t>
                </a:r>
              </a:p>
            </p:txBody>
          </p:sp>
          <p:sp>
            <p:nvSpPr>
              <p:cNvPr id="26" name="Organigramme : Délai 35">
                <a:extLst>
                  <a:ext uri="{FF2B5EF4-FFF2-40B4-BE49-F238E27FC236}">
                    <a16:creationId xmlns:a16="http://schemas.microsoft.com/office/drawing/2014/main" id="{9986144D-8DE2-2F12-6F20-473D463725EB}"/>
                  </a:ext>
                </a:extLst>
              </p:cNvPr>
              <p:cNvSpPr/>
              <p:nvPr/>
            </p:nvSpPr>
            <p:spPr>
              <a:xfrm>
                <a:off x="5835438" y="1916539"/>
                <a:ext cx="74574"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Organigramme : Délai 40">
                <a:extLst>
                  <a:ext uri="{FF2B5EF4-FFF2-40B4-BE49-F238E27FC236}">
                    <a16:creationId xmlns:a16="http://schemas.microsoft.com/office/drawing/2014/main" id="{636370F5-46FA-9608-2AA9-D375F48B1618}"/>
                  </a:ext>
                </a:extLst>
              </p:cNvPr>
              <p:cNvSpPr/>
              <p:nvPr/>
            </p:nvSpPr>
            <p:spPr>
              <a:xfrm>
                <a:off x="7456713" y="1916539"/>
                <a:ext cx="74574"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Organigramme : Délai 45">
                <a:extLst>
                  <a:ext uri="{FF2B5EF4-FFF2-40B4-BE49-F238E27FC236}">
                    <a16:creationId xmlns:a16="http://schemas.microsoft.com/office/drawing/2014/main" id="{5CB16456-7ED9-52AF-C364-726BBC890360}"/>
                  </a:ext>
                </a:extLst>
              </p:cNvPr>
              <p:cNvSpPr/>
              <p:nvPr/>
            </p:nvSpPr>
            <p:spPr>
              <a:xfrm>
                <a:off x="9002716" y="1916539"/>
                <a:ext cx="75272"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ZoneTexte 53">
                <a:extLst>
                  <a:ext uri="{FF2B5EF4-FFF2-40B4-BE49-F238E27FC236}">
                    <a16:creationId xmlns:a16="http://schemas.microsoft.com/office/drawing/2014/main" id="{11E6287F-CBE9-0F01-CA6E-2FEB982FE259}"/>
                  </a:ext>
                </a:extLst>
              </p:cNvPr>
              <p:cNvSpPr txBox="1"/>
              <p:nvPr/>
            </p:nvSpPr>
            <p:spPr>
              <a:xfrm>
                <a:off x="5894983" y="1938521"/>
                <a:ext cx="1497095"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fr-FR" altLang="fr-FR" sz="900" b="1" i="0" u="none" strike="noStrike" cap="none" normalizeH="0" baseline="0">
                    <a:ln>
                      <a:noFill/>
                    </a:ln>
                    <a:solidFill>
                      <a:schemeClr val="tx1"/>
                    </a:solidFill>
                    <a:effectLst/>
                  </a:rPr>
                  <a:t>Délimitation du projet et définition de l'équipe</a:t>
                </a:r>
              </a:p>
            </p:txBody>
          </p:sp>
          <p:sp>
            <p:nvSpPr>
              <p:cNvPr id="30" name="ZoneTexte 58">
                <a:extLst>
                  <a:ext uri="{FF2B5EF4-FFF2-40B4-BE49-F238E27FC236}">
                    <a16:creationId xmlns:a16="http://schemas.microsoft.com/office/drawing/2014/main" id="{2C81D468-9B39-7727-A437-E74EF32FC65D}"/>
                  </a:ext>
                </a:extLst>
              </p:cNvPr>
              <p:cNvSpPr txBox="1"/>
              <p:nvPr/>
            </p:nvSpPr>
            <p:spPr>
              <a:xfrm>
                <a:off x="7508921" y="1938521"/>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Définition des canaux de communication</a:t>
                </a:r>
              </a:p>
            </p:txBody>
          </p:sp>
          <p:sp>
            <p:nvSpPr>
              <p:cNvPr id="31" name="ZoneTexte 63">
                <a:extLst>
                  <a:ext uri="{FF2B5EF4-FFF2-40B4-BE49-F238E27FC236}">
                    <a16:creationId xmlns:a16="http://schemas.microsoft.com/office/drawing/2014/main" id="{3B5D8E08-1D95-00DC-2A8D-0849402396DD}"/>
                  </a:ext>
                </a:extLst>
              </p:cNvPr>
              <p:cNvSpPr txBox="1"/>
              <p:nvPr/>
            </p:nvSpPr>
            <p:spPr>
              <a:xfrm>
                <a:off x="9052571" y="2007771"/>
                <a:ext cx="1497095" cy="2308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Définition du workflow</a:t>
                </a:r>
              </a:p>
            </p:txBody>
          </p:sp>
        </p:grpSp>
        <p:grpSp>
          <p:nvGrpSpPr>
            <p:cNvPr id="32" name="Groupe 78">
              <a:extLst>
                <a:ext uri="{FF2B5EF4-FFF2-40B4-BE49-F238E27FC236}">
                  <a16:creationId xmlns:a16="http://schemas.microsoft.com/office/drawing/2014/main" id="{76DB7221-10E0-5267-0BDC-680D107B32D4}"/>
                </a:ext>
              </a:extLst>
            </p:cNvPr>
            <p:cNvGrpSpPr/>
            <p:nvPr/>
          </p:nvGrpSpPr>
          <p:grpSpPr>
            <a:xfrm>
              <a:off x="4928320" y="2570064"/>
              <a:ext cx="6275091" cy="495822"/>
              <a:chOff x="4286691" y="2537928"/>
              <a:chExt cx="6275091" cy="495822"/>
            </a:xfrm>
          </p:grpSpPr>
          <p:sp>
            <p:nvSpPr>
              <p:cNvPr id="33" name="Rectangle : coins arrondis 20">
                <a:extLst>
                  <a:ext uri="{FF2B5EF4-FFF2-40B4-BE49-F238E27FC236}">
                    <a16:creationId xmlns:a16="http://schemas.microsoft.com/office/drawing/2014/main" id="{AF8C1318-C92E-5B81-CA34-656850EAB836}"/>
                  </a:ext>
                </a:extLst>
              </p:cNvPr>
              <p:cNvSpPr/>
              <p:nvPr/>
            </p:nvSpPr>
            <p:spPr>
              <a:xfrm>
                <a:off x="4286692" y="2537928"/>
                <a:ext cx="1273757" cy="495822"/>
              </a:xfrm>
              <a:prstGeom prst="roundRect">
                <a:avLst/>
              </a:prstGeom>
              <a:noFill/>
              <a:ln>
                <a:solidFill>
                  <a:srgbClr val="CD53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ZoneTexte 24">
                <a:extLst>
                  <a:ext uri="{FF2B5EF4-FFF2-40B4-BE49-F238E27FC236}">
                    <a16:creationId xmlns:a16="http://schemas.microsoft.com/office/drawing/2014/main" id="{703FAC7B-131E-592E-97DA-9F52B387BD01}"/>
                  </a:ext>
                </a:extLst>
              </p:cNvPr>
              <p:cNvSpPr txBox="1"/>
              <p:nvPr/>
            </p:nvSpPr>
            <p:spPr>
              <a:xfrm>
                <a:off x="4286691" y="2555007"/>
                <a:ext cx="1275487" cy="461665"/>
              </a:xfrm>
              <a:prstGeom prst="rect">
                <a:avLst/>
              </a:prstGeom>
              <a:noFill/>
            </p:spPr>
            <p:txBody>
              <a:bodyPr wrap="square" rtlCol="0">
                <a:spAutoFit/>
              </a:bodyPr>
              <a:lstStyle/>
              <a:p>
                <a:pPr algn="ctr"/>
                <a:r>
                  <a:rPr kumimoji="0" lang="fr-FR" altLang="fr-FR" sz="1200" b="1" i="0" u="none" strike="noStrike" cap="none" normalizeH="0" baseline="0">
                    <a:ln>
                      <a:noFill/>
                    </a:ln>
                    <a:solidFill>
                      <a:srgbClr val="CD5358"/>
                    </a:solidFill>
                    <a:effectLst/>
                  </a:rPr>
                  <a:t>Découverte métier</a:t>
                </a:r>
                <a:endParaRPr lang="fr-FR" sz="1200"/>
              </a:p>
            </p:txBody>
          </p:sp>
          <p:sp>
            <p:nvSpPr>
              <p:cNvPr id="35" name="Organigramme : Délai 36">
                <a:extLst>
                  <a:ext uri="{FF2B5EF4-FFF2-40B4-BE49-F238E27FC236}">
                    <a16:creationId xmlns:a16="http://schemas.microsoft.com/office/drawing/2014/main" id="{393DD8EA-C9EE-0FE2-3B38-116FCD9A12E1}"/>
                  </a:ext>
                </a:extLst>
              </p:cNvPr>
              <p:cNvSpPr/>
              <p:nvPr/>
            </p:nvSpPr>
            <p:spPr>
              <a:xfrm>
                <a:off x="5845477" y="2579191"/>
                <a:ext cx="74574"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Organigramme : Délai 41">
                <a:extLst>
                  <a:ext uri="{FF2B5EF4-FFF2-40B4-BE49-F238E27FC236}">
                    <a16:creationId xmlns:a16="http://schemas.microsoft.com/office/drawing/2014/main" id="{FE93F589-37D4-DF26-DB1D-132B3C8180D7}"/>
                  </a:ext>
                </a:extLst>
              </p:cNvPr>
              <p:cNvSpPr/>
              <p:nvPr/>
            </p:nvSpPr>
            <p:spPr>
              <a:xfrm>
                <a:off x="7466752" y="2579191"/>
                <a:ext cx="73627"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Organigramme : Délai 46">
                <a:extLst>
                  <a:ext uri="{FF2B5EF4-FFF2-40B4-BE49-F238E27FC236}">
                    <a16:creationId xmlns:a16="http://schemas.microsoft.com/office/drawing/2014/main" id="{082682BB-74E6-CF44-3AF0-9D2B893CCE14}"/>
                  </a:ext>
                </a:extLst>
              </p:cNvPr>
              <p:cNvSpPr/>
              <p:nvPr/>
            </p:nvSpPr>
            <p:spPr>
              <a:xfrm>
                <a:off x="9012755" y="2579191"/>
                <a:ext cx="73627"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ZoneTexte 54">
                <a:extLst>
                  <a:ext uri="{FF2B5EF4-FFF2-40B4-BE49-F238E27FC236}">
                    <a16:creationId xmlns:a16="http://schemas.microsoft.com/office/drawing/2014/main" id="{351D0E3A-F028-8621-CF4F-643F48327BFD}"/>
                  </a:ext>
                </a:extLst>
              </p:cNvPr>
              <p:cNvSpPr txBox="1"/>
              <p:nvPr/>
            </p:nvSpPr>
            <p:spPr>
              <a:xfrm>
                <a:off x="5905022" y="2601173"/>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Analyse des objectifs du projet</a:t>
                </a:r>
              </a:p>
            </p:txBody>
          </p:sp>
          <p:sp>
            <p:nvSpPr>
              <p:cNvPr id="39" name="ZoneTexte 59">
                <a:extLst>
                  <a:ext uri="{FF2B5EF4-FFF2-40B4-BE49-F238E27FC236}">
                    <a16:creationId xmlns:a16="http://schemas.microsoft.com/office/drawing/2014/main" id="{322F3A6F-853F-E9A1-D05B-19D29B767DAC}"/>
                  </a:ext>
                </a:extLst>
              </p:cNvPr>
              <p:cNvSpPr txBox="1"/>
              <p:nvPr/>
            </p:nvSpPr>
            <p:spPr>
              <a:xfrm>
                <a:off x="7513582" y="2601173"/>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Audit des systèmes existants</a:t>
                </a:r>
              </a:p>
            </p:txBody>
          </p:sp>
          <p:sp>
            <p:nvSpPr>
              <p:cNvPr id="40" name="ZoneTexte 64">
                <a:extLst>
                  <a:ext uri="{FF2B5EF4-FFF2-40B4-BE49-F238E27FC236}">
                    <a16:creationId xmlns:a16="http://schemas.microsoft.com/office/drawing/2014/main" id="{5566E599-C982-0787-03AC-52A1CF255EC8}"/>
                  </a:ext>
                </a:extLst>
              </p:cNvPr>
              <p:cNvSpPr txBox="1"/>
              <p:nvPr/>
            </p:nvSpPr>
            <p:spPr>
              <a:xfrm>
                <a:off x="9064687" y="2601173"/>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Définition des besoins en personnalisation</a:t>
                </a:r>
              </a:p>
            </p:txBody>
          </p:sp>
        </p:grpSp>
        <p:grpSp>
          <p:nvGrpSpPr>
            <p:cNvPr id="41" name="Groupe 77">
              <a:extLst>
                <a:ext uri="{FF2B5EF4-FFF2-40B4-BE49-F238E27FC236}">
                  <a16:creationId xmlns:a16="http://schemas.microsoft.com/office/drawing/2014/main" id="{5590BD75-1A26-166C-5C68-A665C86BA5FC}"/>
                </a:ext>
              </a:extLst>
            </p:cNvPr>
            <p:cNvGrpSpPr/>
            <p:nvPr/>
          </p:nvGrpSpPr>
          <p:grpSpPr>
            <a:xfrm>
              <a:off x="4885748" y="3158168"/>
              <a:ext cx="6315237" cy="507831"/>
              <a:chOff x="4244119" y="3236259"/>
              <a:chExt cx="6315237" cy="507831"/>
            </a:xfrm>
          </p:grpSpPr>
          <p:sp>
            <p:nvSpPr>
              <p:cNvPr id="42" name="ZoneTexte 25">
                <a:extLst>
                  <a:ext uri="{FF2B5EF4-FFF2-40B4-BE49-F238E27FC236}">
                    <a16:creationId xmlns:a16="http://schemas.microsoft.com/office/drawing/2014/main" id="{2E530CE5-2198-7A8B-7849-7381608DF4D8}"/>
                  </a:ext>
                </a:extLst>
              </p:cNvPr>
              <p:cNvSpPr txBox="1"/>
              <p:nvPr/>
            </p:nvSpPr>
            <p:spPr>
              <a:xfrm>
                <a:off x="4244119" y="3259342"/>
                <a:ext cx="1273757" cy="461665"/>
              </a:xfrm>
              <a:prstGeom prst="rect">
                <a:avLst/>
              </a:prstGeom>
              <a:noFill/>
            </p:spPr>
            <p:txBody>
              <a:bodyPr wrap="square" rtlCol="0">
                <a:spAutoFit/>
              </a:bodyPr>
              <a:lstStyle/>
              <a:p>
                <a:pPr marL="0" marR="0" lvl="0" indent="0" algn="ctr" defTabSz="914400" rtl="0" eaLnBrk="0" fontAlgn="base" latinLnBrk="0" hangingPunct="0">
                  <a:lnSpc>
                    <a:spcPct val="100000"/>
                  </a:lnSpc>
                  <a:spcAft>
                    <a:spcPct val="0"/>
                  </a:spcAft>
                  <a:buClrTx/>
                  <a:buSzTx/>
                  <a:tabLst/>
                </a:pPr>
                <a:r>
                  <a:rPr kumimoji="0" lang="fr-FR" altLang="fr-FR" sz="1200" b="1" i="0" u="none" strike="noStrike" cap="none" normalizeH="0" baseline="0">
                    <a:ln>
                      <a:noFill/>
                    </a:ln>
                    <a:solidFill>
                      <a:srgbClr val="CD5358"/>
                    </a:solidFill>
                    <a:effectLst/>
                  </a:rPr>
                  <a:t>Ateliers</a:t>
                </a:r>
              </a:p>
              <a:p>
                <a:pPr marL="0" marR="0" lvl="0" indent="0" algn="ctr" defTabSz="914400" rtl="0" eaLnBrk="0" fontAlgn="base" latinLnBrk="0" hangingPunct="0">
                  <a:lnSpc>
                    <a:spcPct val="100000"/>
                  </a:lnSpc>
                  <a:spcAft>
                    <a:spcPct val="0"/>
                  </a:spcAft>
                  <a:buClrTx/>
                  <a:buSzTx/>
                  <a:tabLst/>
                </a:pPr>
                <a:r>
                  <a:rPr kumimoji="0" lang="fr-FR" altLang="fr-FR" sz="1200" b="1" i="0" u="none" strike="noStrike" cap="none" normalizeH="0" baseline="0">
                    <a:ln>
                      <a:noFill/>
                    </a:ln>
                    <a:solidFill>
                      <a:srgbClr val="CD5358"/>
                    </a:solidFill>
                    <a:effectLst/>
                  </a:rPr>
                  <a:t> 1, 2, n</a:t>
                </a:r>
              </a:p>
            </p:txBody>
          </p:sp>
          <p:grpSp>
            <p:nvGrpSpPr>
              <p:cNvPr id="43" name="Groupe 28">
                <a:extLst>
                  <a:ext uri="{FF2B5EF4-FFF2-40B4-BE49-F238E27FC236}">
                    <a16:creationId xmlns:a16="http://schemas.microsoft.com/office/drawing/2014/main" id="{BE5F094B-BE9F-52D1-DE17-351E2E945FC0}"/>
                  </a:ext>
                </a:extLst>
              </p:cNvPr>
              <p:cNvGrpSpPr/>
              <p:nvPr/>
            </p:nvGrpSpPr>
            <p:grpSpPr>
              <a:xfrm>
                <a:off x="4286691" y="3242263"/>
                <a:ext cx="1363325" cy="495822"/>
                <a:chOff x="3123241" y="2224058"/>
                <a:chExt cx="1358902" cy="495822"/>
              </a:xfrm>
            </p:grpSpPr>
            <p:grpSp>
              <p:nvGrpSpPr>
                <p:cNvPr id="44" name="Groupe 29">
                  <a:extLst>
                    <a:ext uri="{FF2B5EF4-FFF2-40B4-BE49-F238E27FC236}">
                      <a16:creationId xmlns:a16="http://schemas.microsoft.com/office/drawing/2014/main" id="{034D7093-E93B-7618-CD3D-06C056C814F0}"/>
                    </a:ext>
                  </a:extLst>
                </p:cNvPr>
                <p:cNvGrpSpPr/>
                <p:nvPr/>
              </p:nvGrpSpPr>
              <p:grpSpPr>
                <a:xfrm>
                  <a:off x="3123241" y="2224058"/>
                  <a:ext cx="1358902" cy="495822"/>
                  <a:chOff x="3820905" y="5399804"/>
                  <a:chExt cx="1358902" cy="495822"/>
                </a:xfrm>
              </p:grpSpPr>
              <p:sp>
                <p:nvSpPr>
                  <p:cNvPr id="45" name="Rectangle : coins arrondis 32">
                    <a:extLst>
                      <a:ext uri="{FF2B5EF4-FFF2-40B4-BE49-F238E27FC236}">
                        <a16:creationId xmlns:a16="http://schemas.microsoft.com/office/drawing/2014/main" id="{A507F797-C76B-BBC0-9D62-8CEC23F8BE3D}"/>
                      </a:ext>
                    </a:extLst>
                  </p:cNvPr>
                  <p:cNvSpPr/>
                  <p:nvPr/>
                </p:nvSpPr>
                <p:spPr>
                  <a:xfrm>
                    <a:off x="3820905" y="5399804"/>
                    <a:ext cx="1273757" cy="495822"/>
                  </a:xfrm>
                  <a:prstGeom prst="roundRect">
                    <a:avLst/>
                  </a:prstGeom>
                  <a:noFill/>
                  <a:ln w="38100">
                    <a:solidFill>
                      <a:srgbClr val="CD53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p>
                </p:txBody>
              </p:sp>
              <p:sp>
                <p:nvSpPr>
                  <p:cNvPr id="46" name="Rectangle 33">
                    <a:extLst>
                      <a:ext uri="{FF2B5EF4-FFF2-40B4-BE49-F238E27FC236}">
                        <a16:creationId xmlns:a16="http://schemas.microsoft.com/office/drawing/2014/main" id="{FA7AB397-BB5B-C9AE-A8C0-A587ABC1DED5}"/>
                      </a:ext>
                    </a:extLst>
                  </p:cNvPr>
                  <p:cNvSpPr/>
                  <p:nvPr/>
                </p:nvSpPr>
                <p:spPr>
                  <a:xfrm>
                    <a:off x="5002306" y="5579217"/>
                    <a:ext cx="177501" cy="1369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p>
                </p:txBody>
              </p:sp>
            </p:grpSp>
            <p:sp>
              <p:nvSpPr>
                <p:cNvPr id="47" name="Ellipse 30">
                  <a:extLst>
                    <a:ext uri="{FF2B5EF4-FFF2-40B4-BE49-F238E27FC236}">
                      <a16:creationId xmlns:a16="http://schemas.microsoft.com/office/drawing/2014/main" id="{3E76CFE1-A290-0862-5195-59BAF07285C2}"/>
                    </a:ext>
                  </a:extLst>
                </p:cNvPr>
                <p:cNvSpPr/>
                <p:nvPr/>
              </p:nvSpPr>
              <p:spPr>
                <a:xfrm>
                  <a:off x="4354251" y="2361421"/>
                  <a:ext cx="80659" cy="80659"/>
                </a:xfrm>
                <a:prstGeom prst="ellipse">
                  <a:avLst/>
                </a:prstGeom>
                <a:solidFill>
                  <a:srgbClr val="CD5358"/>
                </a:solidFill>
                <a:ln>
                  <a:solidFill>
                    <a:srgbClr val="CD53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Triangle isocèle 31">
                  <a:extLst>
                    <a:ext uri="{FF2B5EF4-FFF2-40B4-BE49-F238E27FC236}">
                      <a16:creationId xmlns:a16="http://schemas.microsoft.com/office/drawing/2014/main" id="{0573B375-BAD6-4DAD-941B-7921245CCF51}"/>
                    </a:ext>
                  </a:extLst>
                </p:cNvPr>
                <p:cNvSpPr/>
                <p:nvPr/>
              </p:nvSpPr>
              <p:spPr>
                <a:xfrm>
                  <a:off x="4336780" y="2479787"/>
                  <a:ext cx="115600" cy="99656"/>
                </a:xfrm>
                <a:prstGeom prst="triangle">
                  <a:avLst/>
                </a:prstGeom>
                <a:solidFill>
                  <a:srgbClr val="CD53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49" name="Organigramme : Délai 37">
                <a:extLst>
                  <a:ext uri="{FF2B5EF4-FFF2-40B4-BE49-F238E27FC236}">
                    <a16:creationId xmlns:a16="http://schemas.microsoft.com/office/drawing/2014/main" id="{1103CA8E-611A-2933-157B-500B986F987A}"/>
                  </a:ext>
                </a:extLst>
              </p:cNvPr>
              <p:cNvSpPr/>
              <p:nvPr/>
            </p:nvSpPr>
            <p:spPr>
              <a:xfrm>
                <a:off x="5845477" y="3283526"/>
                <a:ext cx="74574"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Organigramme : Délai 42">
                <a:extLst>
                  <a:ext uri="{FF2B5EF4-FFF2-40B4-BE49-F238E27FC236}">
                    <a16:creationId xmlns:a16="http://schemas.microsoft.com/office/drawing/2014/main" id="{BD1BBB60-8045-9587-4D65-2322E70E12E6}"/>
                  </a:ext>
                </a:extLst>
              </p:cNvPr>
              <p:cNvSpPr/>
              <p:nvPr/>
            </p:nvSpPr>
            <p:spPr>
              <a:xfrm>
                <a:off x="7466752" y="3283526"/>
                <a:ext cx="73627" cy="413296"/>
              </a:xfrm>
              <a:prstGeom prst="flowChartDelay">
                <a:avLst/>
              </a:prstGeom>
              <a:gradFill>
                <a:gsLst>
                  <a:gs pos="35000">
                    <a:schemeClr val="accent1"/>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Organigramme : Délai 47">
                <a:extLst>
                  <a:ext uri="{FF2B5EF4-FFF2-40B4-BE49-F238E27FC236}">
                    <a16:creationId xmlns:a16="http://schemas.microsoft.com/office/drawing/2014/main" id="{772DF98E-2513-1595-5254-59C1D5B623F2}"/>
                  </a:ext>
                </a:extLst>
              </p:cNvPr>
              <p:cNvSpPr/>
              <p:nvPr/>
            </p:nvSpPr>
            <p:spPr>
              <a:xfrm>
                <a:off x="9012755" y="3283526"/>
                <a:ext cx="73627" cy="413296"/>
              </a:xfrm>
              <a:prstGeom prst="flowChartDelay">
                <a:avLst/>
              </a:prstGeom>
              <a:gradFill>
                <a:gsLst>
                  <a:gs pos="35000">
                    <a:schemeClr val="accent1"/>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ZoneTexte 55">
                <a:extLst>
                  <a:ext uri="{FF2B5EF4-FFF2-40B4-BE49-F238E27FC236}">
                    <a16:creationId xmlns:a16="http://schemas.microsoft.com/office/drawing/2014/main" id="{070F1B92-2D35-AF10-A170-561E3D0C0660}"/>
                  </a:ext>
                </a:extLst>
              </p:cNvPr>
              <p:cNvSpPr txBox="1"/>
              <p:nvPr/>
            </p:nvSpPr>
            <p:spPr>
              <a:xfrm>
                <a:off x="5905021" y="3305508"/>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Analyse des besoins par domaine vs standard</a:t>
                </a:r>
              </a:p>
            </p:txBody>
          </p:sp>
          <p:sp>
            <p:nvSpPr>
              <p:cNvPr id="53" name="ZoneTexte 60">
                <a:extLst>
                  <a:ext uri="{FF2B5EF4-FFF2-40B4-BE49-F238E27FC236}">
                    <a16:creationId xmlns:a16="http://schemas.microsoft.com/office/drawing/2014/main" id="{9246A88E-1965-35F1-469C-BDBD5178D3E8}"/>
                  </a:ext>
                </a:extLst>
              </p:cNvPr>
              <p:cNvSpPr txBox="1"/>
              <p:nvPr/>
            </p:nvSpPr>
            <p:spPr>
              <a:xfrm>
                <a:off x="7513582" y="3236259"/>
                <a:ext cx="1497095" cy="507831"/>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Création et développement de la structure du projet</a:t>
                </a:r>
              </a:p>
            </p:txBody>
          </p:sp>
          <p:sp>
            <p:nvSpPr>
              <p:cNvPr id="54" name="ZoneTexte 65">
                <a:extLst>
                  <a:ext uri="{FF2B5EF4-FFF2-40B4-BE49-F238E27FC236}">
                    <a16:creationId xmlns:a16="http://schemas.microsoft.com/office/drawing/2014/main" id="{8681D9BF-0845-3248-F92F-1F0A25279474}"/>
                  </a:ext>
                </a:extLst>
              </p:cNvPr>
              <p:cNvSpPr txBox="1"/>
              <p:nvPr/>
            </p:nvSpPr>
            <p:spPr>
              <a:xfrm>
                <a:off x="9062261" y="3374758"/>
                <a:ext cx="1497095" cy="2308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Création des livrables</a:t>
                </a:r>
              </a:p>
            </p:txBody>
          </p:sp>
        </p:grpSp>
        <p:grpSp>
          <p:nvGrpSpPr>
            <p:cNvPr id="55" name="Groupe 76">
              <a:extLst>
                <a:ext uri="{FF2B5EF4-FFF2-40B4-BE49-F238E27FC236}">
                  <a16:creationId xmlns:a16="http://schemas.microsoft.com/office/drawing/2014/main" id="{221E74B0-631B-81C1-F75E-CBD3E0D38A85}"/>
                </a:ext>
              </a:extLst>
            </p:cNvPr>
            <p:cNvGrpSpPr/>
            <p:nvPr/>
          </p:nvGrpSpPr>
          <p:grpSpPr>
            <a:xfrm>
              <a:off x="4928320" y="3758281"/>
              <a:ext cx="6272067" cy="495822"/>
              <a:chOff x="4286691" y="3920498"/>
              <a:chExt cx="6272067" cy="495822"/>
            </a:xfrm>
          </p:grpSpPr>
          <p:sp>
            <p:nvSpPr>
              <p:cNvPr id="56" name="Rectangle : coins arrondis 22">
                <a:extLst>
                  <a:ext uri="{FF2B5EF4-FFF2-40B4-BE49-F238E27FC236}">
                    <a16:creationId xmlns:a16="http://schemas.microsoft.com/office/drawing/2014/main" id="{D2F681ED-836B-B144-5D0E-1BA90F309916}"/>
                  </a:ext>
                </a:extLst>
              </p:cNvPr>
              <p:cNvSpPr/>
              <p:nvPr/>
            </p:nvSpPr>
            <p:spPr>
              <a:xfrm>
                <a:off x="4286692" y="3920498"/>
                <a:ext cx="1273757" cy="495822"/>
              </a:xfrm>
              <a:prstGeom prst="roundRect">
                <a:avLst/>
              </a:prstGeom>
              <a:noFill/>
              <a:ln>
                <a:solidFill>
                  <a:srgbClr val="CD53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ZoneTexte 26">
                <a:extLst>
                  <a:ext uri="{FF2B5EF4-FFF2-40B4-BE49-F238E27FC236}">
                    <a16:creationId xmlns:a16="http://schemas.microsoft.com/office/drawing/2014/main" id="{C306AA20-DAE8-3BF6-9D7A-8F54EF716F9C}"/>
                  </a:ext>
                </a:extLst>
              </p:cNvPr>
              <p:cNvSpPr txBox="1"/>
              <p:nvPr/>
            </p:nvSpPr>
            <p:spPr>
              <a:xfrm>
                <a:off x="4286691" y="3937577"/>
                <a:ext cx="1283448" cy="461665"/>
              </a:xfrm>
              <a:prstGeom prst="rect">
                <a:avLst/>
              </a:prstGeom>
              <a:noFill/>
            </p:spPr>
            <p:txBody>
              <a:bodyPr wrap="square" rtlCol="0">
                <a:spAutoFit/>
              </a:bodyPr>
              <a:lstStyle/>
              <a:p>
                <a:pPr marL="0" marR="0" lvl="0" indent="0" algn="ctr" defTabSz="914400" rtl="0" eaLnBrk="0" fontAlgn="base" latinLnBrk="0" hangingPunct="0">
                  <a:lnSpc>
                    <a:spcPct val="100000"/>
                  </a:lnSpc>
                  <a:spcAft>
                    <a:spcPct val="0"/>
                  </a:spcAft>
                  <a:buClrTx/>
                  <a:buSzTx/>
                  <a:tabLst/>
                </a:pPr>
                <a:r>
                  <a:rPr kumimoji="0" lang="fr-FR" altLang="fr-FR" sz="1200" b="1" i="0" u="none" strike="noStrike" cap="none" normalizeH="0" baseline="0">
                    <a:ln>
                      <a:noFill/>
                    </a:ln>
                    <a:solidFill>
                      <a:srgbClr val="CD5358"/>
                    </a:solidFill>
                    <a:effectLst/>
                  </a:rPr>
                  <a:t>Présentation de l’analyse</a:t>
                </a:r>
              </a:p>
            </p:txBody>
          </p:sp>
          <p:sp>
            <p:nvSpPr>
              <p:cNvPr id="58" name="Organigramme : Délai 38">
                <a:extLst>
                  <a:ext uri="{FF2B5EF4-FFF2-40B4-BE49-F238E27FC236}">
                    <a16:creationId xmlns:a16="http://schemas.microsoft.com/office/drawing/2014/main" id="{A5A0C04A-1ACC-9BBB-E9BB-62D7DB233F42}"/>
                  </a:ext>
                </a:extLst>
              </p:cNvPr>
              <p:cNvSpPr/>
              <p:nvPr/>
            </p:nvSpPr>
            <p:spPr>
              <a:xfrm>
                <a:off x="5845477" y="3961761"/>
                <a:ext cx="74574"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Organigramme : Délai 43">
                <a:extLst>
                  <a:ext uri="{FF2B5EF4-FFF2-40B4-BE49-F238E27FC236}">
                    <a16:creationId xmlns:a16="http://schemas.microsoft.com/office/drawing/2014/main" id="{8650FD38-8C8F-F810-A915-7825106A2F62}"/>
                  </a:ext>
                </a:extLst>
              </p:cNvPr>
              <p:cNvSpPr/>
              <p:nvPr/>
            </p:nvSpPr>
            <p:spPr>
              <a:xfrm>
                <a:off x="7466752" y="3961761"/>
                <a:ext cx="73627"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Organigramme : Délai 48">
                <a:extLst>
                  <a:ext uri="{FF2B5EF4-FFF2-40B4-BE49-F238E27FC236}">
                    <a16:creationId xmlns:a16="http://schemas.microsoft.com/office/drawing/2014/main" id="{E3D484E8-88B9-A01F-F353-0EF94AD07ADF}"/>
                  </a:ext>
                </a:extLst>
              </p:cNvPr>
              <p:cNvSpPr/>
              <p:nvPr/>
            </p:nvSpPr>
            <p:spPr>
              <a:xfrm>
                <a:off x="9012755" y="3961761"/>
                <a:ext cx="73627"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ZoneTexte 56">
                <a:extLst>
                  <a:ext uri="{FF2B5EF4-FFF2-40B4-BE49-F238E27FC236}">
                    <a16:creationId xmlns:a16="http://schemas.microsoft.com/office/drawing/2014/main" id="{43F29F9C-800B-79FC-3CBF-86F874C7E7FA}"/>
                  </a:ext>
                </a:extLst>
              </p:cNvPr>
              <p:cNvSpPr txBox="1"/>
              <p:nvPr/>
            </p:nvSpPr>
            <p:spPr>
              <a:xfrm>
                <a:off x="5892589" y="3983743"/>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Définition des exigences du projet</a:t>
                </a:r>
              </a:p>
            </p:txBody>
          </p:sp>
          <p:sp>
            <p:nvSpPr>
              <p:cNvPr id="62" name="ZoneTexte 61">
                <a:extLst>
                  <a:ext uri="{FF2B5EF4-FFF2-40B4-BE49-F238E27FC236}">
                    <a16:creationId xmlns:a16="http://schemas.microsoft.com/office/drawing/2014/main" id="{B004B384-3ACC-4B15-FDE1-A439E25F9B4C}"/>
                  </a:ext>
                </a:extLst>
              </p:cNvPr>
              <p:cNvSpPr txBox="1"/>
              <p:nvPr/>
            </p:nvSpPr>
            <p:spPr>
              <a:xfrm>
                <a:off x="7519972" y="4052993"/>
                <a:ext cx="1497095" cy="2308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Priorisation des tâches</a:t>
                </a:r>
              </a:p>
            </p:txBody>
          </p:sp>
          <p:sp>
            <p:nvSpPr>
              <p:cNvPr id="63" name="ZoneTexte 66">
                <a:extLst>
                  <a:ext uri="{FF2B5EF4-FFF2-40B4-BE49-F238E27FC236}">
                    <a16:creationId xmlns:a16="http://schemas.microsoft.com/office/drawing/2014/main" id="{0B889544-6BF0-7446-1689-05AC2B5EBC6E}"/>
                  </a:ext>
                </a:extLst>
              </p:cNvPr>
              <p:cNvSpPr txBox="1"/>
              <p:nvPr/>
            </p:nvSpPr>
            <p:spPr>
              <a:xfrm>
                <a:off x="9061663" y="3983743"/>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Définition du calendrier de mise en œuvre</a:t>
                </a:r>
              </a:p>
            </p:txBody>
          </p:sp>
        </p:grpSp>
        <p:grpSp>
          <p:nvGrpSpPr>
            <p:cNvPr id="64" name="Groupe 75">
              <a:extLst>
                <a:ext uri="{FF2B5EF4-FFF2-40B4-BE49-F238E27FC236}">
                  <a16:creationId xmlns:a16="http://schemas.microsoft.com/office/drawing/2014/main" id="{C78014D5-FB26-9C91-0253-8D780B2FB766}"/>
                </a:ext>
              </a:extLst>
            </p:cNvPr>
            <p:cNvGrpSpPr/>
            <p:nvPr/>
          </p:nvGrpSpPr>
          <p:grpSpPr>
            <a:xfrm>
              <a:off x="4928320" y="4346387"/>
              <a:ext cx="6272067" cy="495822"/>
              <a:chOff x="4286691" y="4611785"/>
              <a:chExt cx="6272067" cy="495822"/>
            </a:xfrm>
          </p:grpSpPr>
          <p:sp>
            <p:nvSpPr>
              <p:cNvPr id="65" name="Rectangle : coins arrondis 21">
                <a:extLst>
                  <a:ext uri="{FF2B5EF4-FFF2-40B4-BE49-F238E27FC236}">
                    <a16:creationId xmlns:a16="http://schemas.microsoft.com/office/drawing/2014/main" id="{EBB2FEAD-1129-E041-F82E-042A77AD8F56}"/>
                  </a:ext>
                </a:extLst>
              </p:cNvPr>
              <p:cNvSpPr/>
              <p:nvPr/>
            </p:nvSpPr>
            <p:spPr>
              <a:xfrm>
                <a:off x="4286692" y="4611785"/>
                <a:ext cx="1273757" cy="495822"/>
              </a:xfrm>
              <a:prstGeom prst="roundRect">
                <a:avLst/>
              </a:prstGeom>
              <a:noFill/>
              <a:ln>
                <a:solidFill>
                  <a:srgbClr val="CD53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ZoneTexte 27">
                <a:extLst>
                  <a:ext uri="{FF2B5EF4-FFF2-40B4-BE49-F238E27FC236}">
                    <a16:creationId xmlns:a16="http://schemas.microsoft.com/office/drawing/2014/main" id="{818ECC23-C0AA-0CAD-8E5F-AD4DEE1380E7}"/>
                  </a:ext>
                </a:extLst>
              </p:cNvPr>
              <p:cNvSpPr txBox="1"/>
              <p:nvPr/>
            </p:nvSpPr>
            <p:spPr>
              <a:xfrm>
                <a:off x="4286691" y="4628864"/>
                <a:ext cx="1283448" cy="461665"/>
              </a:xfrm>
              <a:prstGeom prst="rect">
                <a:avLst/>
              </a:prstGeom>
              <a:noFill/>
            </p:spPr>
            <p:txBody>
              <a:bodyPr wrap="square" rtlCol="0">
                <a:spAutoFit/>
              </a:bodyPr>
              <a:lstStyle/>
              <a:p>
                <a:pPr marL="0" marR="0" lvl="0" indent="0" algn="ctr" defTabSz="914400" rtl="0" eaLnBrk="0" fontAlgn="base" latinLnBrk="0" hangingPunct="0">
                  <a:lnSpc>
                    <a:spcPct val="100000"/>
                  </a:lnSpc>
                  <a:spcAft>
                    <a:spcPct val="0"/>
                  </a:spcAft>
                  <a:buClrTx/>
                  <a:buSzTx/>
                  <a:tabLst/>
                </a:pPr>
                <a:r>
                  <a:rPr kumimoji="0" lang="fr-FR" altLang="fr-FR" sz="1200" b="1" i="0" u="none" strike="noStrike" cap="none" normalizeH="0" baseline="0">
                    <a:ln>
                      <a:noFill/>
                    </a:ln>
                    <a:solidFill>
                      <a:srgbClr val="CD5358"/>
                    </a:solidFill>
                    <a:effectLst/>
                  </a:rPr>
                  <a:t>Retours &amp; Validation</a:t>
                </a:r>
              </a:p>
            </p:txBody>
          </p:sp>
          <p:sp>
            <p:nvSpPr>
              <p:cNvPr id="67" name="Organigramme : Délai 39">
                <a:extLst>
                  <a:ext uri="{FF2B5EF4-FFF2-40B4-BE49-F238E27FC236}">
                    <a16:creationId xmlns:a16="http://schemas.microsoft.com/office/drawing/2014/main" id="{47155EB0-C831-3480-9C4E-65A8276B9AD3}"/>
                  </a:ext>
                </a:extLst>
              </p:cNvPr>
              <p:cNvSpPr/>
              <p:nvPr/>
            </p:nvSpPr>
            <p:spPr>
              <a:xfrm>
                <a:off x="5845128" y="4653048"/>
                <a:ext cx="74923"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Organigramme : Délai 44">
                <a:extLst>
                  <a:ext uri="{FF2B5EF4-FFF2-40B4-BE49-F238E27FC236}">
                    <a16:creationId xmlns:a16="http://schemas.microsoft.com/office/drawing/2014/main" id="{89EBB634-A69A-E89E-DAB4-5C24030BE296}"/>
                  </a:ext>
                </a:extLst>
              </p:cNvPr>
              <p:cNvSpPr/>
              <p:nvPr/>
            </p:nvSpPr>
            <p:spPr>
              <a:xfrm>
                <a:off x="7466403" y="4653048"/>
                <a:ext cx="73627"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Organigramme : Délai 49">
                <a:extLst>
                  <a:ext uri="{FF2B5EF4-FFF2-40B4-BE49-F238E27FC236}">
                    <a16:creationId xmlns:a16="http://schemas.microsoft.com/office/drawing/2014/main" id="{20F1C753-5E49-BA0D-99BC-028D589553A7}"/>
                  </a:ext>
                </a:extLst>
              </p:cNvPr>
              <p:cNvSpPr/>
              <p:nvPr/>
            </p:nvSpPr>
            <p:spPr>
              <a:xfrm>
                <a:off x="9012406" y="4653048"/>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ZoneTexte 57">
                <a:extLst>
                  <a:ext uri="{FF2B5EF4-FFF2-40B4-BE49-F238E27FC236}">
                    <a16:creationId xmlns:a16="http://schemas.microsoft.com/office/drawing/2014/main" id="{172645B2-6D62-7C20-0E95-422DE9BC5D10}"/>
                  </a:ext>
                </a:extLst>
              </p:cNvPr>
              <p:cNvSpPr txBox="1"/>
              <p:nvPr/>
            </p:nvSpPr>
            <p:spPr>
              <a:xfrm>
                <a:off x="5885293" y="4675030"/>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Gestion des retours (feedback)</a:t>
                </a:r>
                <a:endParaRPr lang="fr-FR" sz="900" b="1"/>
              </a:p>
            </p:txBody>
          </p:sp>
          <p:sp>
            <p:nvSpPr>
              <p:cNvPr id="71" name="ZoneTexte 62">
                <a:extLst>
                  <a:ext uri="{FF2B5EF4-FFF2-40B4-BE49-F238E27FC236}">
                    <a16:creationId xmlns:a16="http://schemas.microsoft.com/office/drawing/2014/main" id="{256CCDE6-B650-DD8C-0A78-280112C98F0C}"/>
                  </a:ext>
                </a:extLst>
              </p:cNvPr>
              <p:cNvSpPr txBox="1"/>
              <p:nvPr/>
            </p:nvSpPr>
            <p:spPr>
              <a:xfrm>
                <a:off x="7513582" y="4744280"/>
                <a:ext cx="1497095" cy="2308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Ajustement du projet</a:t>
                </a:r>
                <a:endParaRPr lang="fr-FR" altLang="fr-FR" sz="900"/>
              </a:p>
            </p:txBody>
          </p:sp>
          <p:sp>
            <p:nvSpPr>
              <p:cNvPr id="72" name="ZoneTexte 67">
                <a:extLst>
                  <a:ext uri="{FF2B5EF4-FFF2-40B4-BE49-F238E27FC236}">
                    <a16:creationId xmlns:a16="http://schemas.microsoft.com/office/drawing/2014/main" id="{6C410FCA-1CF8-EA4E-8BB0-91B2B8148E52}"/>
                  </a:ext>
                </a:extLst>
              </p:cNvPr>
              <p:cNvSpPr txBox="1"/>
              <p:nvPr/>
            </p:nvSpPr>
            <p:spPr>
              <a:xfrm>
                <a:off x="9061663" y="4744280"/>
                <a:ext cx="1497095" cy="2308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Validation du projet</a:t>
                </a:r>
              </a:p>
            </p:txBody>
          </p:sp>
        </p:grpSp>
      </p:gr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LIVRABLES À LA FIN D'UNE ANALYSE</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PHASE D’ANALYSE</a:t>
            </a:r>
            <a:endParaRPr lang="en-US"/>
          </a:p>
        </p:txBody>
      </p:sp>
      <p:grpSp>
        <p:nvGrpSpPr>
          <p:cNvPr id="5" name="Transplant"/>
          <p:cNvGrpSpPr/>
          <p:nvPr/>
        </p:nvGrpSpPr>
        <p:grpSpPr>
          <a:xfrm>
            <a:off x="923439" y="1508760"/>
            <a:ext cx="10342073" cy="4754880"/>
            <a:chOff x="864930" y="1956864"/>
            <a:chExt cx="10368346" cy="4766959"/>
          </a:xfrm>
        </p:grpSpPr>
        <p:grpSp>
          <p:nvGrpSpPr>
            <p:cNvPr id="6" name="Group 16">
              <a:extLst>
                <a:ext uri="{FF2B5EF4-FFF2-40B4-BE49-F238E27FC236}">
                  <a16:creationId xmlns:a16="http://schemas.microsoft.com/office/drawing/2014/main" id="{C3741A3D-6F7B-CDBB-9717-061F6547D00D}"/>
                </a:ext>
              </a:extLst>
            </p:cNvPr>
            <p:cNvGrpSpPr/>
            <p:nvPr/>
          </p:nvGrpSpPr>
          <p:grpSpPr>
            <a:xfrm>
              <a:off x="4233423" y="2296103"/>
              <a:ext cx="3725154" cy="3687494"/>
              <a:chOff x="4199164" y="2762448"/>
              <a:chExt cx="3725154" cy="3124163"/>
            </a:xfrm>
          </p:grpSpPr>
          <p:pic>
            <p:nvPicPr>
              <p:cNvPr id="7" name="Graphic 40">
                <a:extLst>
                  <a:ext uri="{FF2B5EF4-FFF2-40B4-BE49-F238E27FC236}">
                    <a16:creationId xmlns:a16="http://schemas.microsoft.com/office/drawing/2014/main" id="{2EDA8BDA-FE58-B97C-30EE-54D648BBD03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5962326" y="2762448"/>
                <a:ext cx="1961992" cy="3096268"/>
              </a:xfrm>
              <a:prstGeom prst="rect">
                <a:avLst/>
              </a:prstGeom>
            </p:spPr>
          </p:pic>
          <p:pic>
            <p:nvPicPr>
              <p:cNvPr id="8" name="Graphic 12">
                <a:extLst>
                  <a:ext uri="{FF2B5EF4-FFF2-40B4-BE49-F238E27FC236}">
                    <a16:creationId xmlns:a16="http://schemas.microsoft.com/office/drawing/2014/main" id="{C7FB3EE4-C147-5A2B-72CE-DD32F6F299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99164" y="2790343"/>
                <a:ext cx="1961992" cy="3096268"/>
              </a:xfrm>
              <a:prstGeom prst="rect">
                <a:avLst/>
              </a:prstGeom>
            </p:spPr>
          </p:pic>
        </p:grpSp>
        <p:grpSp>
          <p:nvGrpSpPr>
            <p:cNvPr id="9" name="Group 7">
              <a:extLst>
                <a:ext uri="{FF2B5EF4-FFF2-40B4-BE49-F238E27FC236}">
                  <a16:creationId xmlns:a16="http://schemas.microsoft.com/office/drawing/2014/main" id="{805B7E89-35FE-EC53-5D61-3FC2555B1D4E}"/>
                </a:ext>
              </a:extLst>
            </p:cNvPr>
            <p:cNvGrpSpPr/>
            <p:nvPr/>
          </p:nvGrpSpPr>
          <p:grpSpPr>
            <a:xfrm>
              <a:off x="7312717" y="1956864"/>
              <a:ext cx="3920559" cy="4096797"/>
              <a:chOff x="6668520" y="1559378"/>
              <a:chExt cx="2648632" cy="2767694"/>
            </a:xfrm>
          </p:grpSpPr>
          <p:sp>
            <p:nvSpPr>
              <p:cNvPr id="10" name="Rectangle: Rounded Corners 19">
                <a:extLst>
                  <a:ext uri="{FF2B5EF4-FFF2-40B4-BE49-F238E27FC236}">
                    <a16:creationId xmlns:a16="http://schemas.microsoft.com/office/drawing/2014/main" id="{485B6D1A-09F2-8A41-64DC-53A72660DC33}"/>
                  </a:ext>
                </a:extLst>
              </p:cNvPr>
              <p:cNvSpPr/>
              <p:nvPr/>
            </p:nvSpPr>
            <p:spPr>
              <a:xfrm>
                <a:off x="6668520" y="1559378"/>
                <a:ext cx="2648632" cy="2767694"/>
              </a:xfrm>
              <a:prstGeom prst="roundRect">
                <a:avLst>
                  <a:gd name="adj" fmla="val 16863"/>
                </a:avLst>
              </a:prstGeom>
              <a:gradFill flip="none" rotWithShape="1">
                <a:gsLst>
                  <a:gs pos="0">
                    <a:srgbClr val="CD5358"/>
                  </a:gs>
                  <a:gs pos="100000">
                    <a:srgbClr val="BA131A"/>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sp>
            <p:nvSpPr>
              <p:cNvPr id="11" name="Rectangle: Rounded Corners 15">
                <a:extLst>
                  <a:ext uri="{FF2B5EF4-FFF2-40B4-BE49-F238E27FC236}">
                    <a16:creationId xmlns:a16="http://schemas.microsoft.com/office/drawing/2014/main" id="{BE8021D7-8CC9-F530-42DD-93DFB2B0888E}"/>
                  </a:ext>
                </a:extLst>
              </p:cNvPr>
              <p:cNvSpPr/>
              <p:nvPr/>
            </p:nvSpPr>
            <p:spPr>
              <a:xfrm>
                <a:off x="6892566" y="1758787"/>
                <a:ext cx="2226732" cy="689347"/>
              </a:xfrm>
              <a:prstGeom prst="roundRect">
                <a:avLst>
                  <a:gd name="adj" fmla="val 3815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a:ln>
                      <a:noFill/>
                    </a:ln>
                    <a:solidFill>
                      <a:srgbClr val="223843"/>
                    </a:solidFill>
                    <a:effectLst/>
                    <a:uLnTx/>
                    <a:uFillTx/>
                    <a:ea typeface="+mn-ea"/>
                    <a:cs typeface="+mn-cs"/>
                  </a:rPr>
                  <a:t>LISTE DÉTAILLÉE DES EXIGENCES</a:t>
                </a:r>
              </a:p>
            </p:txBody>
          </p:sp>
        </p:grpSp>
        <p:grpSp>
          <p:nvGrpSpPr>
            <p:cNvPr id="12" name="Group 2">
              <a:extLst>
                <a:ext uri="{FF2B5EF4-FFF2-40B4-BE49-F238E27FC236}">
                  <a16:creationId xmlns:a16="http://schemas.microsoft.com/office/drawing/2014/main" id="{CFCC4AEC-F396-7CC5-A73E-BB179BE8B3F3}"/>
                </a:ext>
              </a:extLst>
            </p:cNvPr>
            <p:cNvGrpSpPr/>
            <p:nvPr/>
          </p:nvGrpSpPr>
          <p:grpSpPr>
            <a:xfrm>
              <a:off x="864930" y="1962801"/>
              <a:ext cx="3920559" cy="4096797"/>
              <a:chOff x="960829" y="2098221"/>
              <a:chExt cx="3398899" cy="3118430"/>
            </a:xfrm>
          </p:grpSpPr>
          <p:sp>
            <p:nvSpPr>
              <p:cNvPr id="13" name="Rectangle: Rounded Corners 3">
                <a:extLst>
                  <a:ext uri="{FF2B5EF4-FFF2-40B4-BE49-F238E27FC236}">
                    <a16:creationId xmlns:a16="http://schemas.microsoft.com/office/drawing/2014/main" id="{D8EF9338-2D17-744E-D351-907508046DC9}"/>
                  </a:ext>
                </a:extLst>
              </p:cNvPr>
              <p:cNvSpPr/>
              <p:nvPr/>
            </p:nvSpPr>
            <p:spPr>
              <a:xfrm>
                <a:off x="960829" y="2098221"/>
                <a:ext cx="3398899" cy="3118430"/>
              </a:xfrm>
              <a:prstGeom prst="roundRect">
                <a:avLst>
                  <a:gd name="adj" fmla="val 16863"/>
                </a:avLst>
              </a:prstGeom>
              <a:gradFill flip="none" rotWithShape="1">
                <a:gsLst>
                  <a:gs pos="0">
                    <a:srgbClr val="CD5358"/>
                  </a:gs>
                  <a:gs pos="100000">
                    <a:srgbClr val="BA131A"/>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sp>
            <p:nvSpPr>
              <p:cNvPr id="14" name="Rectangle: Rounded Corners 6">
                <a:extLst>
                  <a:ext uri="{FF2B5EF4-FFF2-40B4-BE49-F238E27FC236}">
                    <a16:creationId xmlns:a16="http://schemas.microsoft.com/office/drawing/2014/main" id="{6967F0F4-524B-E11A-6AAC-8DE34077DD23}"/>
                  </a:ext>
                </a:extLst>
              </p:cNvPr>
              <p:cNvSpPr/>
              <p:nvPr/>
            </p:nvSpPr>
            <p:spPr>
              <a:xfrm>
                <a:off x="1231533" y="2322901"/>
                <a:ext cx="2857489" cy="776704"/>
              </a:xfrm>
              <a:prstGeom prst="roundRect">
                <a:avLst>
                  <a:gd name="adj" fmla="val 3815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a:ln>
                      <a:noFill/>
                    </a:ln>
                    <a:solidFill>
                      <a:srgbClr val="223843"/>
                    </a:solidFill>
                    <a:effectLst/>
                    <a:uLnTx/>
                    <a:uFillTx/>
                    <a:ea typeface="+mn-ea"/>
                    <a:cs typeface="+mn-cs"/>
                  </a:rPr>
                  <a:t>PRÉSENTATION DE L'ANALYSE</a:t>
                </a:r>
              </a:p>
            </p:txBody>
          </p:sp>
        </p:grpSp>
        <p:grpSp>
          <p:nvGrpSpPr>
            <p:cNvPr id="15" name="Group 10">
              <a:extLst>
                <a:ext uri="{FF2B5EF4-FFF2-40B4-BE49-F238E27FC236}">
                  <a16:creationId xmlns:a16="http://schemas.microsoft.com/office/drawing/2014/main" id="{A56CB8E7-1FDA-85A3-96E8-CBD4D48D8526}"/>
                </a:ext>
              </a:extLst>
            </p:cNvPr>
            <p:cNvGrpSpPr/>
            <p:nvPr/>
          </p:nvGrpSpPr>
          <p:grpSpPr>
            <a:xfrm>
              <a:off x="4590298" y="5726295"/>
              <a:ext cx="3011404" cy="997528"/>
              <a:chOff x="4785489" y="5754005"/>
              <a:chExt cx="3011404" cy="997528"/>
            </a:xfrm>
          </p:grpSpPr>
          <p:sp>
            <p:nvSpPr>
              <p:cNvPr id="16" name="Rectangle: Rounded Corners 44">
                <a:extLst>
                  <a:ext uri="{FF2B5EF4-FFF2-40B4-BE49-F238E27FC236}">
                    <a16:creationId xmlns:a16="http://schemas.microsoft.com/office/drawing/2014/main" id="{40C86AC8-3D09-A77D-A985-776C9802F58A}"/>
                  </a:ext>
                </a:extLst>
              </p:cNvPr>
              <p:cNvSpPr/>
              <p:nvPr/>
            </p:nvSpPr>
            <p:spPr>
              <a:xfrm>
                <a:off x="4785489" y="5754005"/>
                <a:ext cx="3011404" cy="997528"/>
              </a:xfrm>
              <a:prstGeom prst="roundRect">
                <a:avLst>
                  <a:gd name="adj" fmla="val 50000"/>
                </a:avLst>
              </a:prstGeom>
              <a:gradFill>
                <a:gsLst>
                  <a:gs pos="0">
                    <a:srgbClr val="CD5358"/>
                  </a:gs>
                  <a:gs pos="100000">
                    <a:srgbClr val="BA131A"/>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sp>
            <p:nvSpPr>
              <p:cNvPr id="17" name="Rectangle: Rounded Corners 42">
                <a:extLst>
                  <a:ext uri="{FF2B5EF4-FFF2-40B4-BE49-F238E27FC236}">
                    <a16:creationId xmlns:a16="http://schemas.microsoft.com/office/drawing/2014/main" id="{1506215D-4D06-8847-EB24-891990F0E15C}"/>
                  </a:ext>
                </a:extLst>
              </p:cNvPr>
              <p:cNvSpPr/>
              <p:nvPr/>
            </p:nvSpPr>
            <p:spPr>
              <a:xfrm>
                <a:off x="4950619" y="5910296"/>
                <a:ext cx="2622451" cy="6893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srgbClr val="223843"/>
                    </a:solidFill>
                    <a:effectLst/>
                    <a:uLnTx/>
                    <a:uFillTx/>
                    <a:ea typeface="+mn-ea"/>
                    <a:cs typeface="+mn-cs"/>
                  </a:rPr>
                  <a:t>PRÉSENTATION FINALE</a:t>
                </a:r>
              </a:p>
            </p:txBody>
          </p:sp>
        </p:grpSp>
        <p:sp>
          <p:nvSpPr>
            <p:cNvPr id="18" name="TextBox 8">
              <a:extLst>
                <a:ext uri="{FF2B5EF4-FFF2-40B4-BE49-F238E27FC236}">
                  <a16:creationId xmlns:a16="http://schemas.microsoft.com/office/drawing/2014/main" id="{F51D0484-453C-D5AB-411B-CF1E3D25BDD2}"/>
                </a:ext>
              </a:extLst>
            </p:cNvPr>
            <p:cNvSpPr txBox="1"/>
            <p:nvPr/>
          </p:nvSpPr>
          <p:spPr>
            <a:xfrm>
              <a:off x="1125425" y="3320847"/>
              <a:ext cx="3296054" cy="2499586"/>
            </a:xfrm>
            <a:prstGeom prst="rect">
              <a:avLst/>
            </a:prstGeom>
          </p:spPr>
          <p:txBody>
            <a:bodyPr vert="horz" wrap="none" lIns="91440" tIns="45720" rIns="91440" bIns="45720" rtlCol="0" anchor="t">
              <a:norm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solidFill>
                    <a:prstClr val="white"/>
                  </a:solidFill>
                </a:rPr>
                <a:t> Maquette de tableau de bord</a:t>
              </a:r>
              <a:endParaRPr kumimoji="0" lang="en-US" sz="2000" b="0" i="0" u="none" strike="noStrike" kern="1200" cap="none" spc="0" normalizeH="0" baseline="0" noProof="0" dirty="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ea typeface="+mn-ea"/>
                  <a:cs typeface="+mn-cs"/>
                </a:rPr>
                <a:t> </a:t>
              </a:r>
              <a:r>
                <a:rPr kumimoji="0" lang="en-US" sz="2000" b="0" i="0" u="none" strike="noStrike" kern="1200" cap="none" spc="0" normalizeH="0" baseline="0" noProof="0" dirty="0" err="1">
                  <a:ln>
                    <a:noFill/>
                  </a:ln>
                  <a:solidFill>
                    <a:prstClr val="white"/>
                  </a:solidFill>
                  <a:effectLst/>
                  <a:uLnTx/>
                  <a:uFillTx/>
                  <a:ea typeface="+mn-ea"/>
                  <a:cs typeface="+mn-cs"/>
                </a:rPr>
                <a:t>Périmètre</a:t>
              </a:r>
              <a:r>
                <a:rPr kumimoji="0" lang="en-US" sz="2000" b="0" i="0" u="none" strike="noStrike" kern="1200" cap="none" spc="0" normalizeH="0" baseline="0" noProof="0" dirty="0">
                  <a:ln>
                    <a:noFill/>
                  </a:ln>
                  <a:solidFill>
                    <a:prstClr val="white"/>
                  </a:solidFill>
                  <a:effectLst/>
                  <a:uLnTx/>
                  <a:uFillTx/>
                  <a:ea typeface="+mn-ea"/>
                  <a:cs typeface="+mn-cs"/>
                </a:rPr>
                <a:t> du </a:t>
              </a:r>
              <a:r>
                <a:rPr kumimoji="0" lang="en-US" sz="2000" b="0" i="0" u="none" strike="noStrike" kern="1200" cap="none" spc="0" normalizeH="0" baseline="0" noProof="0" dirty="0" err="1">
                  <a:ln>
                    <a:noFill/>
                  </a:ln>
                  <a:solidFill>
                    <a:prstClr val="white"/>
                  </a:solidFill>
                  <a:effectLst/>
                  <a:uLnTx/>
                  <a:uFillTx/>
                  <a:ea typeface="+mn-ea"/>
                  <a:cs typeface="+mn-cs"/>
                </a:rPr>
                <a:t>projet</a:t>
              </a:r>
              <a:r>
                <a:rPr kumimoji="0" lang="en-US" sz="2000" b="0" i="0" u="none" strike="noStrike" kern="1200" cap="none" spc="0" normalizeH="0" baseline="0" noProof="0" dirty="0">
                  <a:ln>
                    <a:noFill/>
                  </a:ln>
                  <a:solidFill>
                    <a:prstClr val="white"/>
                  </a:solidFill>
                  <a:effectLst/>
                  <a:uLnTx/>
                  <a:uFillTx/>
                  <a:ea typeface="+mn-ea"/>
                  <a:cs typeface="+mn-cs"/>
                </a:rPr>
                <a:t> </a:t>
              </a:r>
              <a:r>
                <a:rPr kumimoji="0" lang="en-US" sz="2000" b="0" i="0" u="none" strike="noStrike" kern="1200" cap="none" spc="0" normalizeH="0" baseline="0" noProof="0" dirty="0" err="1">
                  <a:ln>
                    <a:noFill/>
                  </a:ln>
                  <a:solidFill>
                    <a:prstClr val="white"/>
                  </a:solidFill>
                  <a:effectLst/>
                  <a:uLnTx/>
                  <a:uFillTx/>
                  <a:ea typeface="+mn-ea"/>
                  <a:cs typeface="+mn-cs"/>
                </a:rPr>
                <a:t>adressé</a:t>
              </a:r>
              <a:br>
                <a:rPr kumimoji="0" lang="en-US" sz="2000" b="0" i="0" u="none" strike="noStrike" kern="1200" cap="none" spc="0" normalizeH="0" baseline="0" noProof="0" dirty="0">
                  <a:ln>
                    <a:noFill/>
                  </a:ln>
                  <a:solidFill>
                    <a:prstClr val="white"/>
                  </a:solidFill>
                  <a:effectLst/>
                  <a:uLnTx/>
                  <a:uFillTx/>
                  <a:ea typeface="+mn-ea"/>
                  <a:cs typeface="+mn-cs"/>
                </a:rPr>
              </a:br>
              <a:r>
                <a:rPr kumimoji="0" lang="fr-FR" sz="2000" b="0" i="0" u="none" strike="noStrike" kern="1200" cap="none" spc="0" normalizeH="0" baseline="0" noProof="0" dirty="0">
                  <a:ln>
                    <a:noFill/>
                  </a:ln>
                  <a:solidFill>
                    <a:prstClr val="white"/>
                  </a:solidFill>
                  <a:effectLst/>
                  <a:uLnTx/>
                  <a:uFillTx/>
                  <a:ea typeface="+mn-ea"/>
                  <a:cs typeface="+mn-cs"/>
                </a:rPr>
                <a:t>(standard et non standard)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ea typeface="+mn-ea"/>
                  <a:cs typeface="+mn-cs"/>
                </a:rPr>
                <a:t> Budget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ea typeface="+mn-ea"/>
                  <a:cs typeface="+mn-cs"/>
                </a:rPr>
                <a:t> </a:t>
              </a:r>
              <a:r>
                <a:rPr kumimoji="0" lang="en-US" sz="2000" b="0" i="0" u="none" strike="noStrike" kern="1200" cap="none" spc="0" normalizeH="0" baseline="0" noProof="0" dirty="0" err="1">
                  <a:ln>
                    <a:noFill/>
                  </a:ln>
                  <a:solidFill>
                    <a:prstClr val="white"/>
                  </a:solidFill>
                  <a:effectLst/>
                  <a:uLnTx/>
                  <a:uFillTx/>
                  <a:ea typeface="+mn-ea"/>
                  <a:cs typeface="+mn-cs"/>
                </a:rPr>
                <a:t>Chronologie</a:t>
              </a:r>
              <a:r>
                <a:rPr kumimoji="0" lang="en-US" sz="2000" b="0" i="0" u="none" strike="noStrike" kern="1200" cap="none" spc="0" normalizeH="0" baseline="0" noProof="0" dirty="0">
                  <a:ln>
                    <a:noFill/>
                  </a:ln>
                  <a:solidFill>
                    <a:prstClr val="white"/>
                  </a:solidFill>
                  <a:effectLst/>
                  <a:uLnTx/>
                  <a:uFillTx/>
                  <a:ea typeface="+mn-ea"/>
                  <a:cs typeface="+mn-cs"/>
                </a:rPr>
                <a:t> du </a:t>
              </a:r>
              <a:r>
                <a:rPr kumimoji="0" lang="en-US" sz="2000" b="0" i="0" u="none" strike="noStrike" kern="1200" cap="none" spc="0" normalizeH="0" baseline="0" noProof="0" dirty="0" err="1">
                  <a:ln>
                    <a:noFill/>
                  </a:ln>
                  <a:solidFill>
                    <a:prstClr val="white"/>
                  </a:solidFill>
                  <a:effectLst/>
                  <a:uLnTx/>
                  <a:uFillTx/>
                  <a:ea typeface="+mn-ea"/>
                  <a:cs typeface="+mn-cs"/>
                </a:rPr>
                <a:t>projet</a:t>
              </a:r>
              <a:endParaRPr kumimoji="0" lang="en-US" sz="2000" b="0" i="0" u="none" strike="noStrike" kern="1200" cap="none" spc="0" normalizeH="0" baseline="0" noProof="0" dirty="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ea typeface="+mn-ea"/>
                  <a:cs typeface="+mn-cs"/>
                </a:rPr>
                <a:t> Organigramme du </a:t>
              </a:r>
              <a:r>
                <a:rPr kumimoji="0" lang="en-US" sz="2000" b="0" i="0" u="none" strike="noStrike" kern="1200" cap="none" spc="0" normalizeH="0" baseline="0" noProof="0" dirty="0" err="1">
                  <a:ln>
                    <a:noFill/>
                  </a:ln>
                  <a:solidFill>
                    <a:prstClr val="white"/>
                  </a:solidFill>
                  <a:effectLst/>
                  <a:uLnTx/>
                  <a:uFillTx/>
                  <a:ea typeface="+mn-ea"/>
                  <a:cs typeface="+mn-cs"/>
                </a:rPr>
                <a:t>projet</a:t>
              </a:r>
              <a:endParaRPr kumimoji="0" lang="en-US" sz="2000" b="0" i="0" u="none" strike="noStrike" kern="1200" cap="none" spc="0" normalizeH="0" baseline="0" noProof="0" dirty="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0" i="0" u="none" strike="noStrike" kern="1200" cap="none" spc="0" normalizeH="0" baseline="0" noProof="0" dirty="0">
                <a:ln>
                  <a:noFill/>
                </a:ln>
                <a:solidFill>
                  <a:prstClr val="white"/>
                </a:solidFill>
                <a:effectLst/>
                <a:uLnTx/>
                <a:uFillTx/>
                <a:ea typeface="+mn-ea"/>
                <a:cs typeface="+mn-cs"/>
              </a:endParaRPr>
            </a:p>
          </p:txBody>
        </p:sp>
        <p:sp>
          <p:nvSpPr>
            <p:cNvPr id="19" name="TextBox 9">
              <a:extLst>
                <a:ext uri="{FF2B5EF4-FFF2-40B4-BE49-F238E27FC236}">
                  <a16:creationId xmlns:a16="http://schemas.microsoft.com/office/drawing/2014/main" id="{18378CA8-5E0C-77C4-996E-35D6C26B6646}"/>
                </a:ext>
              </a:extLst>
            </p:cNvPr>
            <p:cNvSpPr txBox="1"/>
            <p:nvPr/>
          </p:nvSpPr>
          <p:spPr>
            <a:xfrm>
              <a:off x="7645630" y="3314910"/>
              <a:ext cx="3294778" cy="2535896"/>
            </a:xfrm>
            <a:prstGeom prst="rect">
              <a:avLst/>
            </a:prstGeom>
          </p:spPr>
          <p:txBody>
            <a:bodyPr vert="horz" wrap="non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white"/>
                  </a:solidFill>
                  <a:effectLst/>
                  <a:uLnTx/>
                  <a:uFillTx/>
                  <a:ea typeface="+mn-ea"/>
                  <a:cs typeface="+mn-cs"/>
                </a:rPr>
                <a:t> </a:t>
              </a:r>
              <a:r>
                <a:rPr kumimoji="0" lang="en-US" sz="2000" b="0" i="0" u="none" strike="noStrike" kern="1200" cap="none" spc="0" normalizeH="0" baseline="0" noProof="0" err="1">
                  <a:ln>
                    <a:noFill/>
                  </a:ln>
                  <a:solidFill>
                    <a:prstClr val="white"/>
                  </a:solidFill>
                  <a:effectLst/>
                  <a:uLnTx/>
                  <a:uFillTx/>
                  <a:ea typeface="+mn-ea"/>
                  <a:cs typeface="+mn-cs"/>
                </a:rPr>
                <a:t>Tâches</a:t>
              </a:r>
              <a:r>
                <a:rPr kumimoji="0" lang="en-US" sz="2000" b="0" i="0" u="none" strike="noStrike" kern="1200" cap="none" spc="0" normalizeH="0" baseline="0" noProof="0">
                  <a:ln>
                    <a:noFill/>
                  </a:ln>
                  <a:solidFill>
                    <a:prstClr val="white"/>
                  </a:solidFill>
                  <a:effectLst/>
                  <a:uLnTx/>
                  <a:uFillTx/>
                  <a:ea typeface="+mn-ea"/>
                  <a:cs typeface="+mn-cs"/>
                </a:rPr>
                <a:t> </a:t>
              </a:r>
              <a:r>
                <a:rPr kumimoji="0" lang="en-US" sz="2000" b="0" i="0" u="none" strike="noStrike" kern="1200" cap="none" spc="0" normalizeH="0" baseline="0" noProof="0" err="1">
                  <a:ln>
                    <a:noFill/>
                  </a:ln>
                  <a:solidFill>
                    <a:prstClr val="white"/>
                  </a:solidFill>
                  <a:effectLst/>
                  <a:uLnTx/>
                  <a:uFillTx/>
                  <a:ea typeface="+mn-ea"/>
                  <a:cs typeface="+mn-cs"/>
                </a:rPr>
                <a:t>fonctionnelles</a:t>
              </a:r>
              <a:endParaRPr kumimoji="0" lang="en-US" sz="2000" b="0" i="0" u="none" strike="noStrike" kern="1200" cap="none" spc="0" normalizeH="0" baseline="0" noProof="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err="1">
                  <a:ln>
                    <a:noFill/>
                  </a:ln>
                  <a:solidFill>
                    <a:prstClr val="white"/>
                  </a:solidFill>
                  <a:effectLst/>
                  <a:uLnTx/>
                  <a:uFillTx/>
                  <a:ea typeface="+mn-ea"/>
                  <a:cs typeface="+mn-cs"/>
                </a:rPr>
                <a:t>incluses</a:t>
              </a:r>
              <a:endParaRPr kumimoji="0" lang="en-US" sz="2000" b="0" i="0" u="none" strike="noStrike" kern="1200" cap="none" spc="0" normalizeH="0" baseline="0" noProof="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white"/>
                  </a:solidFill>
                  <a:effectLst/>
                  <a:uLnTx/>
                  <a:uFillTx/>
                  <a:ea typeface="+mn-ea"/>
                  <a:cs typeface="+mn-cs"/>
                </a:rPr>
                <a:t> </a:t>
              </a:r>
              <a:r>
                <a:rPr kumimoji="0" lang="en-US" sz="2000" b="0" i="0" u="none" strike="noStrike" kern="1200" cap="none" spc="0" normalizeH="0" baseline="0" noProof="0" err="1">
                  <a:ln>
                    <a:noFill/>
                  </a:ln>
                  <a:solidFill>
                    <a:prstClr val="white"/>
                  </a:solidFill>
                  <a:effectLst/>
                  <a:uLnTx/>
                  <a:uFillTx/>
                  <a:ea typeface="+mn-ea"/>
                  <a:cs typeface="+mn-cs"/>
                </a:rPr>
                <a:t>Tâches</a:t>
              </a:r>
              <a:r>
                <a:rPr kumimoji="0" lang="en-US" sz="2000" b="0" i="0" u="none" strike="noStrike" kern="1200" cap="none" spc="0" normalizeH="0" baseline="0" noProof="0">
                  <a:ln>
                    <a:noFill/>
                  </a:ln>
                  <a:solidFill>
                    <a:prstClr val="white"/>
                  </a:solidFill>
                  <a:effectLst/>
                  <a:uLnTx/>
                  <a:uFillTx/>
                  <a:ea typeface="+mn-ea"/>
                  <a:cs typeface="+mn-cs"/>
                </a:rPr>
                <a:t> </a:t>
              </a:r>
              <a:r>
                <a:rPr kumimoji="0" lang="en-US" sz="2000" b="0" i="0" u="none" strike="noStrike" kern="1200" cap="none" spc="0" normalizeH="0" baseline="0" noProof="0" err="1">
                  <a:ln>
                    <a:noFill/>
                  </a:ln>
                  <a:solidFill>
                    <a:prstClr val="white"/>
                  </a:solidFill>
                  <a:effectLst/>
                  <a:uLnTx/>
                  <a:uFillTx/>
                  <a:ea typeface="+mn-ea"/>
                  <a:cs typeface="+mn-cs"/>
                </a:rPr>
                <a:t>fonctionnelles</a:t>
              </a:r>
              <a:endParaRPr kumimoji="0" lang="en-US" sz="2000" b="0" i="0" u="none" strike="noStrike" kern="1200" cap="none" spc="0" normalizeH="0" baseline="0" noProof="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err="1">
                  <a:ln>
                    <a:noFill/>
                  </a:ln>
                  <a:solidFill>
                    <a:prstClr val="white"/>
                  </a:solidFill>
                  <a:effectLst/>
                  <a:uLnTx/>
                  <a:uFillTx/>
                  <a:ea typeface="+mn-ea"/>
                  <a:cs typeface="+mn-cs"/>
                </a:rPr>
                <a:t>exclues</a:t>
              </a:r>
              <a:endParaRPr kumimoji="0" lang="en-US" sz="2000" b="0" i="0" u="none" strike="noStrike" kern="1200" cap="none" spc="0" normalizeH="0" baseline="0" noProof="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white"/>
                  </a:solidFill>
                  <a:effectLst/>
                  <a:uLnTx/>
                  <a:uFillTx/>
                  <a:ea typeface="+mn-ea"/>
                  <a:cs typeface="+mn-cs"/>
                </a:rPr>
                <a:t> </a:t>
              </a:r>
              <a:r>
                <a:rPr kumimoji="0" lang="fr-FR" sz="2000" b="0" i="0" u="none" strike="noStrike" kern="1200" cap="none" spc="0" normalizeH="0" baseline="0" noProof="0">
                  <a:ln>
                    <a:noFill/>
                  </a:ln>
                  <a:solidFill>
                    <a:prstClr val="white"/>
                  </a:solidFill>
                  <a:effectLst/>
                  <a:uLnTx/>
                  <a:uFillTx/>
                  <a:ea typeface="+mn-ea"/>
                  <a:cs typeface="+mn-cs"/>
                </a:rPr>
                <a:t>Exigences de gestion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a:ln>
                    <a:noFill/>
                  </a:ln>
                  <a:solidFill>
                    <a:prstClr val="white"/>
                  </a:solidFill>
                  <a:effectLst/>
                  <a:uLnTx/>
                  <a:uFillTx/>
                  <a:ea typeface="+mn-ea"/>
                  <a:cs typeface="+mn-cs"/>
                </a:rPr>
                <a:t>et de qualité</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white"/>
                  </a:solidFill>
                  <a:effectLst/>
                  <a:uLnTx/>
                  <a:uFillTx/>
                  <a:ea typeface="+mn-ea"/>
                  <a:cs typeface="+mn-cs"/>
                </a:rPr>
                <a:t> </a:t>
              </a:r>
              <a:r>
                <a:rPr kumimoji="0" lang="fr-FR" sz="2000" b="0" i="0" u="none" strike="noStrike" kern="1200" cap="none" spc="0" normalizeH="0" baseline="0" noProof="0">
                  <a:ln>
                    <a:noFill/>
                  </a:ln>
                  <a:solidFill>
                    <a:prstClr val="white"/>
                  </a:solidFill>
                  <a:effectLst/>
                  <a:uLnTx/>
                  <a:uFillTx/>
                  <a:ea typeface="+mn-ea"/>
                  <a:cs typeface="+mn-cs"/>
                </a:rPr>
                <a:t>Estimations, avancement,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a:ln>
                    <a:noFill/>
                  </a:ln>
                  <a:solidFill>
                    <a:prstClr val="white"/>
                  </a:solidFill>
                  <a:effectLst/>
                  <a:uLnTx/>
                  <a:uFillTx/>
                  <a:ea typeface="+mn-ea"/>
                  <a:cs typeface="+mn-cs"/>
                </a:rPr>
                <a:t>classification par phase... </a:t>
              </a:r>
              <a:endParaRPr kumimoji="0" lang="en-US" sz="2000" b="0" i="0" u="none" strike="noStrike" kern="1200" cap="none" spc="0" normalizeH="0" baseline="0" noProof="0">
                <a:ln>
                  <a:noFill/>
                </a:ln>
                <a:solidFill>
                  <a:prstClr val="white"/>
                </a:solidFill>
                <a:effectLst/>
                <a:uLnTx/>
                <a:uFillTx/>
                <a:ea typeface="+mn-ea"/>
                <a:cs typeface="+mn-cs"/>
              </a:endParaRPr>
            </a:p>
          </p:txBody>
        </p:sp>
      </p:gr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776693BB-AA83-4072-9715-AA9BC0D4E25C}"/>
              </a:ext>
            </a:extLst>
          </p:cNvPr>
          <p:cNvSpPr>
            <a:spLocks noGrp="1"/>
          </p:cNvSpPr>
          <p:nvPr>
            <p:ph type="title"/>
          </p:nvPr>
        </p:nvSpPr>
        <p:spPr/>
        <p:txBody>
          <a:bodyPr/>
          <a:lstStyle/>
          <a:p>
            <a:pPr/>
            <a:r>
              <a:t>APPROCHE BUDGÉTAIRE</a:t>
            </a:r>
          </a:p>
        </p:txBody>
      </p:sp>
      <p:sp>
        <p:nvSpPr>
          <p:cNvPr id="3" name="Espace réservé du texte 2">
            <a:extLst>
              <a:ext uri="{FF2B5EF4-FFF2-40B4-BE49-F238E27FC236}">
                <a16:creationId xmlns:a16="http://schemas.microsoft.com/office/drawing/2014/main" id="{AA14A04B-EBD5-902B-4F33-B256D611E2F1}"/>
              </a:ext>
            </a:extLst>
          </p:cNvPr>
          <p:cNvSpPr>
            <a:spLocks noGrp="1"/>
          </p:cNvSpPr>
          <p:nvPr>
            <p:ph type="body" idx="1"/>
          </p:nvPr>
        </p:nvSpPr>
        <p:spPr/>
        <p:txBody>
          <a:bodyPr/>
          <a:lstStyle/>
          <a:p>
            <a:pPr/>
            <a:r>
              <a:t>05</a:t>
            </a:r>
            <a:endParaRPr lang="en-US"/>
          </a:p>
        </p:txBody>
      </p:sp>
      <p:sp>
        <p:nvSpPr>
          <p:cNvPr id="5" name="Espace réservé du texte 4">
            <a:extLst>
              <a:ext uri="{FF2B5EF4-FFF2-40B4-BE49-F238E27FC236}">
                <a16:creationId xmlns:a16="http://schemas.microsoft.com/office/drawing/2014/main" id="{2A347D23-6373-2C86-5BFE-EAFA7C15BEE8}"/>
              </a:ext>
            </a:extLst>
          </p:cNvPr>
          <p:cNvSpPr>
            <a:spLocks noGrp="1"/>
          </p:cNvSpPr>
          <p:nvPr>
            <p:ph type="body" sz="quarter" idx="13"/>
          </p:nvPr>
        </p:nvSpPr>
        <p:spPr/>
        <p:txBody>
          <a:bodyPr/>
          <a:lstStyle/>
          <a:p>
            <a:pPr/>
            <a:r>
              <a:t>BUDGET</a:t>
            </a:r>
            <a:endParaRPr lang="en-US"/>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ED82E5AB-0793-AE16-00C7-225B5CF6A4A5}"/>
              </a:ext>
            </a:extLst>
          </p:cNvPr>
          <p:cNvSpPr>
            <a:spLocks noGrp="1"/>
          </p:cNvSpPr>
          <p:nvPr>
            <p:ph type="title"/>
          </p:nvPr>
        </p:nvSpPr>
        <p:spPr/>
        <p:txBody>
          <a:bodyPr/>
          <a:lstStyle/>
          <a:p>
            <a:pPr/>
            <a:r>
              <a:t>NOTRE OFFRE DE PRIX</a:t>
            </a:r>
          </a:p>
        </p:txBody>
      </p:sp>
      <p:sp>
        <p:nvSpPr>
          <p:cNvPr id="4" name="Espace réservé du texte 2">
            <a:extLst>
              <a:ext uri="{FF2B5EF4-FFF2-40B4-BE49-F238E27FC236}">
                <a16:creationId xmlns:a16="http://schemas.microsoft.com/office/drawing/2014/main" id="{7CC710F8-A662-A45D-F2AC-8D86A7F85224}"/>
              </a:ext>
            </a:extLst>
          </p:cNvPr>
          <p:cNvSpPr>
            <a:spLocks noGrp="1"/>
          </p:cNvSpPr>
          <p:nvPr>
            <p:ph type="body" sz="quarter" idx="13"/>
          </p:nvPr>
        </p:nvSpPr>
        <p:spPr/>
        <p:txBody>
          <a:bodyPr/>
          <a:lstStyle/>
          <a:p>
            <a:pPr/>
            <a:r>
              <a:t>APPROCHE BUDGÉTAIRE</a:t>
            </a:r>
            <a:endParaRPr lang="en-US"/>
          </a:p>
        </p:txBody>
      </p:sp>
      <p:sp>
        <p:nvSpPr>
          <p:cNvPr id="5" name="Espace réservé du texte 3">
            <a:extLst>
              <a:ext uri="{FF2B5EF4-FFF2-40B4-BE49-F238E27FC236}">
                <a16:creationId xmlns:a16="http://schemas.microsoft.com/office/drawing/2014/main" id="{D49EEC0A-10E9-4488-739A-29D956D6040A}"/>
              </a:ext>
            </a:extLst>
          </p:cNvPr>
          <p:cNvSpPr>
            <a:spLocks noGrp="1"/>
          </p:cNvSpPr>
          <p:nvPr>
            <p:ph type="body" sz="quarter" idx="23"/>
          </p:nvPr>
        </p:nvSpPr>
        <p:spPr/>
        <p:txBody>
          <a:bodyPr/>
          <a:lstStyle/>
          <a:p>
            <a:pPr/>
            <a:r>
              <a:t>​</a:t>
            </a:r>
            <a:endParaRPr lang="en-US"/>
          </a:p>
        </p:txBody>
      </p:sp>
      <p:sp>
        <p:nvSpPr>
          <p:cNvPr id="6" name="Espace réservé du texte 4">
            <a:extLst>
              <a:ext uri="{FF2B5EF4-FFF2-40B4-BE49-F238E27FC236}">
                <a16:creationId xmlns:a16="http://schemas.microsoft.com/office/drawing/2014/main" id="{602D769C-3C8F-3002-9BC2-510C6182A502}"/>
              </a:ext>
            </a:extLst>
          </p:cNvPr>
          <p:cNvSpPr>
            <a:spLocks noGrp="1"/>
          </p:cNvSpPr>
          <p:nvPr>
            <p:ph type="body" sz="quarter" idx="24"/>
          </p:nvPr>
        </p:nvSpPr>
        <p:spPr/>
        <p:txBody>
          <a:bodyPr/>
          <a:lstStyle/>
          <a:p>
            <a:pPr/>
            <a:r>
              <a:t>Analyse</a:t>
            </a:r>
            <a:endParaRPr lang="en-US"/>
          </a:p>
        </p:txBody>
      </p:sp>
      <p:sp>
        <p:nvSpPr>
          <p:cNvPr id="8" name="Espace réservé du texte 6">
            <a:extLst>
              <a:ext uri="{FF2B5EF4-FFF2-40B4-BE49-F238E27FC236}">
                <a16:creationId xmlns:a16="http://schemas.microsoft.com/office/drawing/2014/main" id="{C4A6AC82-185F-5FC3-5836-A141F0F205B5}"/>
              </a:ext>
            </a:extLst>
          </p:cNvPr>
          <p:cNvSpPr>
            <a:spLocks noGrp="1"/>
          </p:cNvSpPr>
          <p:nvPr>
            <p:ph type="body" sz="quarter" idx="26"/>
          </p:nvPr>
        </p:nvSpPr>
        <p:spPr/>
        <p:txBody>
          <a:bodyPr/>
          <a:lstStyle/>
          <a:p>
            <a:pPr/>
            <a:r>
              <a:t>​</a:t>
            </a:r>
            <a:endParaRPr lang="en-US"/>
          </a:p>
        </p:txBody>
      </p:sp>
      <p:sp>
        <p:nvSpPr>
          <p:cNvPr id="9" name="Espace réservé du texte 7">
            <a:extLst>
              <a:ext uri="{FF2B5EF4-FFF2-40B4-BE49-F238E27FC236}">
                <a16:creationId xmlns:a16="http://schemas.microsoft.com/office/drawing/2014/main" id="{6ED4DDE7-B913-B202-738B-D95058C6F2A6}"/>
              </a:ext>
            </a:extLst>
          </p:cNvPr>
          <p:cNvSpPr>
            <a:spLocks noGrp="1"/>
          </p:cNvSpPr>
          <p:nvPr>
            <p:ph type="body" sz="quarter" idx="27"/>
          </p:nvPr>
        </p:nvSpPr>
        <p:spPr/>
        <p:txBody>
          <a:bodyPr/>
          <a:lstStyle/>
          <a:p>
            <a:pPr/>
            <a:r>
              <a:t>Achats de modules supplémentaires</a:t>
            </a:r>
            <a:endParaRPr lang="en-US"/>
          </a:p>
        </p:txBody>
      </p:sp>
      <p:sp>
        <p:nvSpPr>
          <p:cNvPr id="11" name="Espace réservé du texte 9">
            <a:extLst>
              <a:ext uri="{FF2B5EF4-FFF2-40B4-BE49-F238E27FC236}">
                <a16:creationId xmlns:a16="http://schemas.microsoft.com/office/drawing/2014/main" id="{5CDE30D1-7868-FCB4-464E-DA917B641226}"/>
              </a:ext>
            </a:extLst>
          </p:cNvPr>
          <p:cNvSpPr>
            <a:spLocks noGrp="1"/>
          </p:cNvSpPr>
          <p:nvPr>
            <p:ph type="body" sz="quarter" idx="29"/>
          </p:nvPr>
        </p:nvSpPr>
        <p:spPr/>
        <p:txBody>
          <a:bodyPr/>
          <a:lstStyle/>
          <a:p>
            <a:pPr/>
            <a:r>
              <a:t>​</a:t>
            </a:r>
            <a:endParaRPr lang="en-US"/>
          </a:p>
        </p:txBody>
      </p:sp>
      <p:sp>
        <p:nvSpPr>
          <p:cNvPr id="12" name="Espace réservé du texte 10">
            <a:extLst>
              <a:ext uri="{FF2B5EF4-FFF2-40B4-BE49-F238E27FC236}">
                <a16:creationId xmlns:a16="http://schemas.microsoft.com/office/drawing/2014/main" id="{6B7BE612-E5BE-26DF-3A0A-A6E534DE73FC}"/>
              </a:ext>
            </a:extLst>
          </p:cNvPr>
          <p:cNvSpPr>
            <a:spLocks noGrp="1"/>
          </p:cNvSpPr>
          <p:nvPr>
            <p:ph type="body" sz="quarter" idx="30"/>
          </p:nvPr>
        </p:nvSpPr>
        <p:spPr/>
        <p:txBody>
          <a:bodyPr/>
          <a:lstStyle/>
          <a:p>
            <a:r>
              <a:rPr lang="fr-FR" b="1" dirty="0"/>
              <a:t>LICENCES ET HÉBERGEMENT</a:t>
            </a:r>
          </a:p>
          <a:p>
            <a:r>
              <a:rPr lang="fr-FR" i="1" dirty="0"/>
              <a:t>/an, Facturé par Odoo</a:t>
            </a:r>
            <a:endParaRPr lang="en-US" i="1" dirty="0"/>
          </a:p>
        </p:txBody>
      </p:sp>
      <p:sp>
        <p:nvSpPr>
          <p:cNvPr id="14" name="Espace réservé du texte 12">
            <a:extLst>
              <a:ext uri="{FF2B5EF4-FFF2-40B4-BE49-F238E27FC236}">
                <a16:creationId xmlns:a16="http://schemas.microsoft.com/office/drawing/2014/main" id="{9152BC73-1DDA-9E5D-C710-EED3E9E28BDF}"/>
              </a:ext>
            </a:extLst>
          </p:cNvPr>
          <p:cNvSpPr>
            <a:spLocks noGrp="1"/>
          </p:cNvSpPr>
          <p:nvPr>
            <p:ph type="body" sz="quarter" idx="32"/>
          </p:nvPr>
        </p:nvSpPr>
        <p:spPr/>
        <p:txBody>
          <a:bodyPr/>
          <a:lstStyle/>
          <a:p>
            <a:pPr/>
            <a:r>
              <a:t>​</a:t>
            </a:r>
            <a:endParaRPr lang="en-US"/>
          </a:p>
        </p:txBody>
      </p:sp>
      <p:sp>
        <p:nvSpPr>
          <p:cNvPr id="15" name="Espace réservé du texte 13">
            <a:extLst>
              <a:ext uri="{FF2B5EF4-FFF2-40B4-BE49-F238E27FC236}">
                <a16:creationId xmlns:a16="http://schemas.microsoft.com/office/drawing/2014/main" id="{E043F1B4-355E-87F3-612E-5F73C5189707}"/>
              </a:ext>
            </a:extLst>
          </p:cNvPr>
          <p:cNvSpPr>
            <a:spLocks noGrp="1"/>
          </p:cNvSpPr>
          <p:nvPr>
            <p:ph type="body" sz="quarter" idx="33"/>
          </p:nvPr>
        </p:nvSpPr>
        <p:spPr/>
        <p:txBody>
          <a:bodyPr/>
          <a:lstStyle/>
          <a:p>
            <a:pPr/>
            <a:r>
              <a:t>Implémentation</a:t>
            </a:r>
            <a:endParaRPr lang="en-US"/>
          </a:p>
        </p:txBody>
      </p:sp>
      <p:grpSp>
        <p:nvGrpSpPr>
          <p:cNvPr id="17" name="Transplant"/>
          <p:cNvGrpSpPr/>
          <p:nvPr/>
        </p:nvGrpSpPr>
        <p:grpSpPr>
          <a:xfrm>
            <a:off x="1540764" y="3058668"/>
            <a:ext cx="822960" cy="822960"/>
            <a:chOff x="1351343" y="3014279"/>
            <a:chExt cx="828000" cy="828000"/>
          </a:xfrm>
        </p:grpSpPr>
        <p:grpSp>
          <p:nvGrpSpPr>
            <p:cNvPr id="18" name="Google Shape;10712;p75">
              <a:extLst>
                <a:ext uri="{FF2B5EF4-FFF2-40B4-BE49-F238E27FC236}">
                  <a16:creationId xmlns:a16="http://schemas.microsoft.com/office/drawing/2014/main" id="{8C45EC9C-C4A3-E800-422B-A0E72CA755F1}"/>
                </a:ext>
              </a:extLst>
            </p:cNvPr>
            <p:cNvGrpSpPr/>
            <p:nvPr/>
          </p:nvGrpSpPr>
          <p:grpSpPr>
            <a:xfrm>
              <a:off x="1351343" y="3014279"/>
              <a:ext cx="828000" cy="828000"/>
              <a:chOff x="5045500" y="842250"/>
              <a:chExt cx="503875" cy="481850"/>
            </a:xfrm>
            <a:solidFill>
              <a:srgbClr val="BA131A"/>
            </a:solidFill>
          </p:grpSpPr>
          <p:sp>
            <p:nvSpPr>
              <p:cNvPr id="19" name="Google Shape;10713;p75">
                <a:extLst>
                  <a:ext uri="{FF2B5EF4-FFF2-40B4-BE49-F238E27FC236}">
                    <a16:creationId xmlns:a16="http://schemas.microsoft.com/office/drawing/2014/main" id="{C6046427-81EA-3696-3F30-867636271AD1}"/>
                  </a:ext>
                </a:extLst>
              </p:cNvPr>
              <p:cNvSpPr/>
              <p:nvPr/>
            </p:nvSpPr>
            <p:spPr>
              <a:xfrm>
                <a:off x="5045500" y="842250"/>
                <a:ext cx="503875" cy="481850"/>
              </a:xfrm>
              <a:custGeom>
                <a:avLst/>
                <a:gdLst/>
                <a:ahLst/>
                <a:cxnLst/>
                <a:rect l="l" t="t" r="r" b="b"/>
                <a:pathLst>
                  <a:path w="20155" h="19274" extrusionOk="0">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20" name="Google Shape;10714;p75">
                <a:extLst>
                  <a:ext uri="{FF2B5EF4-FFF2-40B4-BE49-F238E27FC236}">
                    <a16:creationId xmlns:a16="http://schemas.microsoft.com/office/drawing/2014/main" id="{CC2D59DF-EA26-CB66-3A7B-826E3E22388A}"/>
                  </a:ext>
                </a:extLst>
              </p:cNvPr>
              <p:cNvSpPr/>
              <p:nvPr/>
            </p:nvSpPr>
            <p:spPr>
              <a:xfrm>
                <a:off x="5221050" y="898625"/>
                <a:ext cx="254100" cy="254100"/>
              </a:xfrm>
              <a:custGeom>
                <a:avLst/>
                <a:gdLst/>
                <a:ahLst/>
                <a:cxnLst/>
                <a:rect l="l" t="t" r="r" b="b"/>
                <a:pathLst>
                  <a:path w="10164" h="10164" extrusionOk="0">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grpSp>
      </p:grpSp>
      <p:grpSp>
        <p:nvGrpSpPr>
          <p:cNvPr id="21" name="Transplant"/>
          <p:cNvGrpSpPr/>
          <p:nvPr/>
        </p:nvGrpSpPr>
        <p:grpSpPr>
          <a:xfrm>
            <a:off x="4229547" y="3058668"/>
            <a:ext cx="986658" cy="822960"/>
            <a:chOff x="4094200" y="2958682"/>
            <a:chExt cx="1127738" cy="940633"/>
          </a:xfrm>
        </p:grpSpPr>
        <p:grpSp>
          <p:nvGrpSpPr>
            <p:cNvPr id="22" name="Groupe 26">
              <a:extLst>
                <a:ext uri="{FF2B5EF4-FFF2-40B4-BE49-F238E27FC236}">
                  <a16:creationId xmlns:a16="http://schemas.microsoft.com/office/drawing/2014/main" id="{CCE36300-328E-A84D-4064-DA7ECC5EC6CB}"/>
                </a:ext>
              </a:extLst>
            </p:cNvPr>
            <p:cNvGrpSpPr/>
            <p:nvPr/>
          </p:nvGrpSpPr>
          <p:grpSpPr>
            <a:xfrm>
              <a:off x="4094200" y="2958682"/>
              <a:ext cx="1127738" cy="940633"/>
              <a:chOff x="4062122" y="2853000"/>
              <a:chExt cx="1191894" cy="994145"/>
            </a:xfrm>
          </p:grpSpPr>
          <p:pic>
            <p:nvPicPr>
              <p:cNvPr id="23" name="Graphic 50">
                <a:extLst>
                  <a:ext uri="{FF2B5EF4-FFF2-40B4-BE49-F238E27FC236}">
                    <a16:creationId xmlns:a16="http://schemas.microsoft.com/office/drawing/2014/main" id="{1DEF78C1-EEB9-923D-C301-947B036D919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370069" y="2853000"/>
                <a:ext cx="576000" cy="576000"/>
              </a:xfrm>
              <a:prstGeom prst="rect">
                <a:avLst/>
              </a:prstGeom>
            </p:spPr>
          </p:pic>
          <p:pic>
            <p:nvPicPr>
              <p:cNvPr id="24" name="Graphique 25">
                <a:extLst>
                  <a:ext uri="{FF2B5EF4-FFF2-40B4-BE49-F238E27FC236}">
                    <a16:creationId xmlns:a16="http://schemas.microsoft.com/office/drawing/2014/main" id="{B5C113C2-BFCB-BBE7-AAEC-48B8B8BE8A9F}"/>
                  </a:ext>
                </a:extLst>
              </p:cNvPr>
              <p:cNvPicPr>
                <a:picLocks noChangeAspect="1"/>
              </p:cNvPicPr>
              <p:nvPr/>
            </p:nvPicPr>
            <p:blipFill>
              <a:blip r:embed="rId4">
                <a:extLst>
                  <a:ext uri="{96DAC541-7B7A-43D3-8B79-37D633B846F1}">
                    <asvg:svgBlip xmlns:asvg="http://schemas.microsoft.com/office/drawing/2016/SVG/main" r:embed="rId7"/>
                  </a:ext>
                </a:extLst>
              </a:blip>
              <a:srcRect b="24142"/>
              <a:stretch>
                <a:fillRect/>
              </a:stretch>
            </p:blipFill>
            <p:spPr>
              <a:xfrm>
                <a:off x="4062122" y="3360148"/>
                <a:ext cx="1191894" cy="486997"/>
              </a:xfrm>
              <a:prstGeom prst="rect">
                <a:avLst/>
              </a:prstGeom>
            </p:spPr>
          </p:pic>
        </p:grpSp>
      </p:grpSp>
      <p:grpSp>
        <p:nvGrpSpPr>
          <p:cNvPr id="25" name="Transplant"/>
          <p:cNvGrpSpPr/>
          <p:nvPr/>
        </p:nvGrpSpPr>
        <p:grpSpPr>
          <a:xfrm>
            <a:off x="7063740" y="3058668"/>
            <a:ext cx="822960" cy="822959"/>
            <a:chOff x="7113189" y="3019146"/>
            <a:chExt cx="828000" cy="827999"/>
          </a:xfrm>
        </p:grpSpPr>
        <p:grpSp>
          <p:nvGrpSpPr>
            <p:cNvPr id="26" name="Google Shape;10957;p75">
              <a:extLst>
                <a:ext uri="{FF2B5EF4-FFF2-40B4-BE49-F238E27FC236}">
                  <a16:creationId xmlns:a16="http://schemas.microsoft.com/office/drawing/2014/main" id="{6527DF7B-DC9E-9BC2-1BC5-C46743D78E58}"/>
                </a:ext>
              </a:extLst>
            </p:cNvPr>
            <p:cNvGrpSpPr/>
            <p:nvPr/>
          </p:nvGrpSpPr>
          <p:grpSpPr>
            <a:xfrm>
              <a:off x="7113189" y="3019146"/>
              <a:ext cx="828000" cy="827999"/>
              <a:chOff x="898875" y="4399275"/>
              <a:chExt cx="483700" cy="481850"/>
            </a:xfrm>
            <a:solidFill>
              <a:srgbClr val="BA131A"/>
            </a:solidFill>
          </p:grpSpPr>
          <p:sp>
            <p:nvSpPr>
              <p:cNvPr id="27" name="Google Shape;10958;p75">
                <a:extLst>
                  <a:ext uri="{FF2B5EF4-FFF2-40B4-BE49-F238E27FC236}">
                    <a16:creationId xmlns:a16="http://schemas.microsoft.com/office/drawing/2014/main" id="{9261D402-64DE-9C89-3654-5E2D45A34803}"/>
                  </a:ext>
                </a:extLst>
              </p:cNvPr>
              <p:cNvSpPr/>
              <p:nvPr/>
            </p:nvSpPr>
            <p:spPr>
              <a:xfrm>
                <a:off x="992750" y="4642900"/>
                <a:ext cx="145300" cy="144100"/>
              </a:xfrm>
              <a:custGeom>
                <a:avLst/>
                <a:gdLst/>
                <a:ahLst/>
                <a:cxnLst/>
                <a:rect l="l" t="t" r="r" b="b"/>
                <a:pathLst>
                  <a:path w="5812" h="5764" extrusionOk="0">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28" name="Google Shape;10959;p75">
                <a:extLst>
                  <a:ext uri="{FF2B5EF4-FFF2-40B4-BE49-F238E27FC236}">
                    <a16:creationId xmlns:a16="http://schemas.microsoft.com/office/drawing/2014/main" id="{FB90E7BB-CCE0-9A45-FDE9-C231945F89F4}"/>
                  </a:ext>
                </a:extLst>
              </p:cNvPr>
              <p:cNvSpPr/>
              <p:nvPr/>
            </p:nvSpPr>
            <p:spPr>
              <a:xfrm>
                <a:off x="1138025" y="4763350"/>
                <a:ext cx="25" cy="25"/>
              </a:xfrm>
              <a:custGeom>
                <a:avLst/>
                <a:gdLst/>
                <a:ahLst/>
                <a:cxnLst/>
                <a:rect l="l" t="t" r="r" b="b"/>
                <a:pathLst>
                  <a:path w="1" h="1" extrusionOk="0">
                    <a:moveTo>
                      <a:pt x="1" y="0"/>
                    </a:move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29" name="Google Shape;10960;p75">
                <a:extLst>
                  <a:ext uri="{FF2B5EF4-FFF2-40B4-BE49-F238E27FC236}">
                    <a16:creationId xmlns:a16="http://schemas.microsoft.com/office/drawing/2014/main" id="{5D6696A8-ECE4-782D-97F9-644064EE7306}"/>
                  </a:ext>
                </a:extLst>
              </p:cNvPr>
              <p:cNvSpPr/>
              <p:nvPr/>
            </p:nvSpPr>
            <p:spPr>
              <a:xfrm>
                <a:off x="1269550" y="4399275"/>
                <a:ext cx="113025" cy="112125"/>
              </a:xfrm>
              <a:custGeom>
                <a:avLst/>
                <a:gdLst/>
                <a:ahLst/>
                <a:cxnLst/>
                <a:rect l="l" t="t" r="r" b="b"/>
                <a:pathLst>
                  <a:path w="4521" h="4485" extrusionOk="0">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30" name="Google Shape;10961;p75">
                <a:extLst>
                  <a:ext uri="{FF2B5EF4-FFF2-40B4-BE49-F238E27FC236}">
                    <a16:creationId xmlns:a16="http://schemas.microsoft.com/office/drawing/2014/main" id="{A034C53E-B514-34B7-A5CD-5A9F0C56A1A4}"/>
                  </a:ext>
                </a:extLst>
              </p:cNvPr>
              <p:cNvSpPr/>
              <p:nvPr/>
            </p:nvSpPr>
            <p:spPr>
              <a:xfrm>
                <a:off x="1161975" y="4531175"/>
                <a:ext cx="91400" cy="84350"/>
              </a:xfrm>
              <a:custGeom>
                <a:avLst/>
                <a:gdLst/>
                <a:ahLst/>
                <a:cxnLst/>
                <a:rect l="l" t="t" r="r" b="b"/>
                <a:pathLst>
                  <a:path w="3656" h="3374" extrusionOk="0">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31" name="Google Shape;10962;p75">
                <a:extLst>
                  <a:ext uri="{FF2B5EF4-FFF2-40B4-BE49-F238E27FC236}">
                    <a16:creationId xmlns:a16="http://schemas.microsoft.com/office/drawing/2014/main" id="{86207EC4-7BBA-71A8-532D-7235F6475E91}"/>
                  </a:ext>
                </a:extLst>
              </p:cNvPr>
              <p:cNvSpPr/>
              <p:nvPr/>
            </p:nvSpPr>
            <p:spPr>
              <a:xfrm>
                <a:off x="1031050" y="4411100"/>
                <a:ext cx="338650" cy="338725"/>
              </a:xfrm>
              <a:custGeom>
                <a:avLst/>
                <a:gdLst/>
                <a:ahLst/>
                <a:cxnLst/>
                <a:rect l="l" t="t" r="r" b="b"/>
                <a:pathLst>
                  <a:path w="13546" h="13549" extrusionOk="0">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32" name="Google Shape;10963;p75">
                <a:extLst>
                  <a:ext uri="{FF2B5EF4-FFF2-40B4-BE49-F238E27FC236}">
                    <a16:creationId xmlns:a16="http://schemas.microsoft.com/office/drawing/2014/main" id="{6E5F54EB-626F-F2AA-A7B0-E984070281A3}"/>
                  </a:ext>
                </a:extLst>
              </p:cNvPr>
              <p:cNvSpPr/>
              <p:nvPr/>
            </p:nvSpPr>
            <p:spPr>
              <a:xfrm>
                <a:off x="1130500" y="4740450"/>
                <a:ext cx="108950" cy="111250"/>
              </a:xfrm>
              <a:custGeom>
                <a:avLst/>
                <a:gdLst/>
                <a:ahLst/>
                <a:cxnLst/>
                <a:rect l="l" t="t" r="r" b="b"/>
                <a:pathLst>
                  <a:path w="4358" h="4450" extrusionOk="0">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33" name="Google Shape;10964;p75">
                <a:extLst>
                  <a:ext uri="{FF2B5EF4-FFF2-40B4-BE49-F238E27FC236}">
                    <a16:creationId xmlns:a16="http://schemas.microsoft.com/office/drawing/2014/main" id="{AF2E1F87-839F-AF57-5C43-B1B507C54FEA}"/>
                  </a:ext>
                </a:extLst>
              </p:cNvPr>
              <p:cNvSpPr/>
              <p:nvPr/>
            </p:nvSpPr>
            <p:spPr>
              <a:xfrm>
                <a:off x="927325" y="4539825"/>
                <a:ext cx="114150" cy="109800"/>
              </a:xfrm>
              <a:custGeom>
                <a:avLst/>
                <a:gdLst/>
                <a:ahLst/>
                <a:cxnLst/>
                <a:rect l="l" t="t" r="r" b="b"/>
                <a:pathLst>
                  <a:path w="4566" h="4392" extrusionOk="0">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34" name="Google Shape;10965;p75">
                <a:extLst>
                  <a:ext uri="{FF2B5EF4-FFF2-40B4-BE49-F238E27FC236}">
                    <a16:creationId xmlns:a16="http://schemas.microsoft.com/office/drawing/2014/main" id="{6C239E57-733C-C452-3A11-4013046F3F30}"/>
                  </a:ext>
                </a:extLst>
              </p:cNvPr>
              <p:cNvSpPr/>
              <p:nvPr/>
            </p:nvSpPr>
            <p:spPr>
              <a:xfrm>
                <a:off x="898875" y="4711550"/>
                <a:ext cx="170825" cy="169575"/>
              </a:xfrm>
              <a:custGeom>
                <a:avLst/>
                <a:gdLst/>
                <a:ahLst/>
                <a:cxnLst/>
                <a:rect l="l" t="t" r="r" b="b"/>
                <a:pathLst>
                  <a:path w="6833" h="6783" extrusionOk="0">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grpSp>
      </p:grpSp>
      <p:grpSp>
        <p:nvGrpSpPr>
          <p:cNvPr id="35" name="Transplant"/>
          <p:cNvGrpSpPr/>
          <p:nvPr/>
        </p:nvGrpSpPr>
        <p:grpSpPr>
          <a:xfrm>
            <a:off x="9825228" y="3058668"/>
            <a:ext cx="822960" cy="822960"/>
            <a:chOff x="10003175" y="3014279"/>
            <a:chExt cx="828000" cy="828000"/>
          </a:xfrm>
        </p:grpSpPr>
        <p:grpSp>
          <p:nvGrpSpPr>
            <p:cNvPr id="36" name="Google Shape;11558;p77">
              <a:extLst>
                <a:ext uri="{FF2B5EF4-FFF2-40B4-BE49-F238E27FC236}">
                  <a16:creationId xmlns:a16="http://schemas.microsoft.com/office/drawing/2014/main" id="{8E15B290-39EE-E4CB-E90B-87C39E18B89F}"/>
                </a:ext>
              </a:extLst>
            </p:cNvPr>
            <p:cNvGrpSpPr/>
            <p:nvPr/>
          </p:nvGrpSpPr>
          <p:grpSpPr>
            <a:xfrm>
              <a:off x="10003175" y="3014279"/>
              <a:ext cx="828000" cy="828000"/>
              <a:chOff x="-62154300" y="3743950"/>
              <a:chExt cx="318200" cy="317450"/>
            </a:xfrm>
            <a:solidFill>
              <a:srgbClr val="BA131A"/>
            </a:solidFill>
          </p:grpSpPr>
          <p:sp>
            <p:nvSpPr>
              <p:cNvPr id="37" name="Google Shape;11559;p77">
                <a:extLst>
                  <a:ext uri="{FF2B5EF4-FFF2-40B4-BE49-F238E27FC236}">
                    <a16:creationId xmlns:a16="http://schemas.microsoft.com/office/drawing/2014/main" id="{9299D3B0-6B5F-C6DB-56F6-77F95F2C44D0}"/>
                  </a:ext>
                </a:extLst>
              </p:cNvPr>
              <p:cNvSpPr/>
              <p:nvPr/>
            </p:nvSpPr>
            <p:spPr>
              <a:xfrm>
                <a:off x="-61992850" y="3743950"/>
                <a:ext cx="63825" cy="69150"/>
              </a:xfrm>
              <a:custGeom>
                <a:avLst/>
                <a:gdLst/>
                <a:ahLst/>
                <a:cxnLst/>
                <a:rect l="l" t="t" r="r" b="b"/>
                <a:pathLst>
                  <a:path w="2553" h="2766" extrusionOk="0">
                    <a:moveTo>
                      <a:pt x="1261" y="1"/>
                    </a:moveTo>
                    <a:cubicBezTo>
                      <a:pt x="1009" y="1"/>
                      <a:pt x="851" y="221"/>
                      <a:pt x="851" y="410"/>
                    </a:cubicBezTo>
                    <a:lnTo>
                      <a:pt x="851" y="1355"/>
                    </a:lnTo>
                    <a:lnTo>
                      <a:pt x="725" y="1229"/>
                    </a:lnTo>
                    <a:cubicBezTo>
                      <a:pt x="646" y="1151"/>
                      <a:pt x="544" y="1111"/>
                      <a:pt x="442" y="1111"/>
                    </a:cubicBezTo>
                    <a:cubicBezTo>
                      <a:pt x="339" y="1111"/>
                      <a:pt x="237" y="1151"/>
                      <a:pt x="158" y="1229"/>
                    </a:cubicBezTo>
                    <a:cubicBezTo>
                      <a:pt x="1" y="1387"/>
                      <a:pt x="1" y="1670"/>
                      <a:pt x="158" y="1828"/>
                    </a:cubicBezTo>
                    <a:lnTo>
                      <a:pt x="977" y="2647"/>
                    </a:lnTo>
                    <a:cubicBezTo>
                      <a:pt x="1056" y="2726"/>
                      <a:pt x="1166" y="2765"/>
                      <a:pt x="1277" y="2765"/>
                    </a:cubicBezTo>
                    <a:cubicBezTo>
                      <a:pt x="1387" y="2765"/>
                      <a:pt x="1497" y="2726"/>
                      <a:pt x="1576" y="2647"/>
                    </a:cubicBezTo>
                    <a:lnTo>
                      <a:pt x="2395" y="1828"/>
                    </a:lnTo>
                    <a:cubicBezTo>
                      <a:pt x="2553" y="1670"/>
                      <a:pt x="2553" y="1387"/>
                      <a:pt x="2395" y="1229"/>
                    </a:cubicBezTo>
                    <a:cubicBezTo>
                      <a:pt x="2316" y="1151"/>
                      <a:pt x="2206" y="1111"/>
                      <a:pt x="2096" y="1111"/>
                    </a:cubicBezTo>
                    <a:cubicBezTo>
                      <a:pt x="1985" y="1111"/>
                      <a:pt x="1875" y="1151"/>
                      <a:pt x="1796" y="1229"/>
                    </a:cubicBezTo>
                    <a:lnTo>
                      <a:pt x="1670" y="1355"/>
                    </a:lnTo>
                    <a:lnTo>
                      <a:pt x="1670" y="410"/>
                    </a:lnTo>
                    <a:cubicBezTo>
                      <a:pt x="1670" y="221"/>
                      <a:pt x="1481" y="1"/>
                      <a:pt x="1261" y="1"/>
                    </a:cubicBezTo>
                    <a:close/>
                  </a:path>
                </a:pathLst>
              </a:custGeom>
              <a:grpFill/>
              <a:ln>
                <a:noFill/>
              </a:ln>
            </p:spPr>
            <p:txBody>
              <a:bodyPr spcFirstLastPara="1" wrap="square" lIns="121900" tIns="121900" rIns="121900" bIns="121900" anchor="ctr" anchorCtr="0">
                <a:noAutofit/>
              </a:bodyPr>
              <a:lstStyle/>
              <a:p>
                <a:endParaRPr sz="2400"/>
              </a:p>
            </p:txBody>
          </p:sp>
          <p:sp>
            <p:nvSpPr>
              <p:cNvPr id="38" name="Google Shape;11560;p77">
                <a:extLst>
                  <a:ext uri="{FF2B5EF4-FFF2-40B4-BE49-F238E27FC236}">
                    <a16:creationId xmlns:a16="http://schemas.microsoft.com/office/drawing/2014/main" id="{4BBE206F-CD67-D531-8CFF-4DC44D927F9A}"/>
                  </a:ext>
                </a:extLst>
              </p:cNvPr>
              <p:cNvSpPr/>
              <p:nvPr/>
            </p:nvSpPr>
            <p:spPr>
              <a:xfrm>
                <a:off x="-62154300" y="3785700"/>
                <a:ext cx="318200" cy="275700"/>
              </a:xfrm>
              <a:custGeom>
                <a:avLst/>
                <a:gdLst/>
                <a:ahLst/>
                <a:cxnLst/>
                <a:rect l="l" t="t" r="r" b="b"/>
                <a:pathLst>
                  <a:path w="12728" h="11028" extrusionOk="0">
                    <a:moveTo>
                      <a:pt x="5261" y="3560"/>
                    </a:moveTo>
                    <a:cubicBezTo>
                      <a:pt x="5513" y="3560"/>
                      <a:pt x="5671" y="3781"/>
                      <a:pt x="5671" y="4002"/>
                    </a:cubicBezTo>
                    <a:lnTo>
                      <a:pt x="5671" y="5671"/>
                    </a:lnTo>
                    <a:cubicBezTo>
                      <a:pt x="5671" y="5892"/>
                      <a:pt x="5450" y="6112"/>
                      <a:pt x="5261" y="6112"/>
                    </a:cubicBezTo>
                    <a:cubicBezTo>
                      <a:pt x="5072" y="6112"/>
                      <a:pt x="4820" y="5892"/>
                      <a:pt x="4820" y="5671"/>
                    </a:cubicBezTo>
                    <a:lnTo>
                      <a:pt x="4820" y="4002"/>
                    </a:lnTo>
                    <a:cubicBezTo>
                      <a:pt x="4820" y="3781"/>
                      <a:pt x="5041" y="3560"/>
                      <a:pt x="5261" y="3560"/>
                    </a:cubicBezTo>
                    <a:close/>
                    <a:moveTo>
                      <a:pt x="7719" y="3560"/>
                    </a:moveTo>
                    <a:cubicBezTo>
                      <a:pt x="7908" y="3560"/>
                      <a:pt x="8128" y="3781"/>
                      <a:pt x="8128" y="4002"/>
                    </a:cubicBezTo>
                    <a:lnTo>
                      <a:pt x="8128" y="5671"/>
                    </a:lnTo>
                    <a:cubicBezTo>
                      <a:pt x="8128" y="5892"/>
                      <a:pt x="7939" y="6112"/>
                      <a:pt x="7719" y="6112"/>
                    </a:cubicBezTo>
                    <a:cubicBezTo>
                      <a:pt x="7467" y="6112"/>
                      <a:pt x="7309" y="5892"/>
                      <a:pt x="7309" y="5671"/>
                    </a:cubicBezTo>
                    <a:lnTo>
                      <a:pt x="7309" y="4002"/>
                    </a:lnTo>
                    <a:cubicBezTo>
                      <a:pt x="7309" y="3781"/>
                      <a:pt x="7498" y="3560"/>
                      <a:pt x="7719" y="3560"/>
                    </a:cubicBezTo>
                    <a:close/>
                    <a:moveTo>
                      <a:pt x="10239" y="3560"/>
                    </a:moveTo>
                    <a:cubicBezTo>
                      <a:pt x="10460" y="3560"/>
                      <a:pt x="10617" y="3781"/>
                      <a:pt x="10617" y="4002"/>
                    </a:cubicBezTo>
                    <a:lnTo>
                      <a:pt x="10617" y="5671"/>
                    </a:lnTo>
                    <a:cubicBezTo>
                      <a:pt x="10617" y="5892"/>
                      <a:pt x="10428" y="6112"/>
                      <a:pt x="10239" y="6112"/>
                    </a:cubicBezTo>
                    <a:cubicBezTo>
                      <a:pt x="9987" y="6112"/>
                      <a:pt x="9798" y="5892"/>
                      <a:pt x="9798" y="5671"/>
                    </a:cubicBezTo>
                    <a:lnTo>
                      <a:pt x="9798" y="4002"/>
                    </a:lnTo>
                    <a:cubicBezTo>
                      <a:pt x="9798" y="3781"/>
                      <a:pt x="9987" y="3560"/>
                      <a:pt x="10239" y="3560"/>
                    </a:cubicBezTo>
                    <a:close/>
                    <a:moveTo>
                      <a:pt x="5230" y="9357"/>
                    </a:moveTo>
                    <a:cubicBezTo>
                      <a:pt x="5450" y="9357"/>
                      <a:pt x="5608" y="9578"/>
                      <a:pt x="5608" y="9767"/>
                    </a:cubicBezTo>
                    <a:cubicBezTo>
                      <a:pt x="5608" y="9987"/>
                      <a:pt x="5419" y="10208"/>
                      <a:pt x="5230" y="10208"/>
                    </a:cubicBezTo>
                    <a:cubicBezTo>
                      <a:pt x="5041" y="10208"/>
                      <a:pt x="4789" y="9987"/>
                      <a:pt x="4789" y="9767"/>
                    </a:cubicBezTo>
                    <a:cubicBezTo>
                      <a:pt x="4820" y="9578"/>
                      <a:pt x="5041" y="9357"/>
                      <a:pt x="5230" y="9357"/>
                    </a:cubicBezTo>
                    <a:close/>
                    <a:moveTo>
                      <a:pt x="9924" y="9357"/>
                    </a:moveTo>
                    <a:cubicBezTo>
                      <a:pt x="10145" y="9357"/>
                      <a:pt x="10302" y="9578"/>
                      <a:pt x="10302" y="9767"/>
                    </a:cubicBezTo>
                    <a:cubicBezTo>
                      <a:pt x="10302" y="9987"/>
                      <a:pt x="10113" y="10208"/>
                      <a:pt x="9924" y="10208"/>
                    </a:cubicBezTo>
                    <a:cubicBezTo>
                      <a:pt x="9704" y="10208"/>
                      <a:pt x="9515" y="9987"/>
                      <a:pt x="9515" y="9767"/>
                    </a:cubicBezTo>
                    <a:cubicBezTo>
                      <a:pt x="9515" y="9578"/>
                      <a:pt x="9704" y="9357"/>
                      <a:pt x="9924" y="9357"/>
                    </a:cubicBezTo>
                    <a:close/>
                    <a:moveTo>
                      <a:pt x="441" y="0"/>
                    </a:moveTo>
                    <a:cubicBezTo>
                      <a:pt x="189" y="0"/>
                      <a:pt x="0" y="189"/>
                      <a:pt x="0" y="378"/>
                    </a:cubicBezTo>
                    <a:cubicBezTo>
                      <a:pt x="0" y="599"/>
                      <a:pt x="347" y="820"/>
                      <a:pt x="536" y="820"/>
                    </a:cubicBezTo>
                    <a:lnTo>
                      <a:pt x="2111" y="820"/>
                    </a:lnTo>
                    <a:cubicBezTo>
                      <a:pt x="2174" y="1103"/>
                      <a:pt x="3245" y="6711"/>
                      <a:pt x="3308" y="6994"/>
                    </a:cubicBezTo>
                    <a:cubicBezTo>
                      <a:pt x="2867" y="7184"/>
                      <a:pt x="2584" y="7625"/>
                      <a:pt x="2584" y="8097"/>
                    </a:cubicBezTo>
                    <a:cubicBezTo>
                      <a:pt x="2584" y="8759"/>
                      <a:pt x="3151" y="9326"/>
                      <a:pt x="3812" y="9326"/>
                    </a:cubicBezTo>
                    <a:lnTo>
                      <a:pt x="4001" y="9326"/>
                    </a:lnTo>
                    <a:cubicBezTo>
                      <a:pt x="3970" y="9452"/>
                      <a:pt x="3938" y="9609"/>
                      <a:pt x="3938" y="9767"/>
                    </a:cubicBezTo>
                    <a:cubicBezTo>
                      <a:pt x="3938" y="10429"/>
                      <a:pt x="4474" y="11027"/>
                      <a:pt x="5167" y="11027"/>
                    </a:cubicBezTo>
                    <a:cubicBezTo>
                      <a:pt x="5829" y="11027"/>
                      <a:pt x="6364" y="10460"/>
                      <a:pt x="6364" y="9767"/>
                    </a:cubicBezTo>
                    <a:cubicBezTo>
                      <a:pt x="6364" y="9609"/>
                      <a:pt x="6333" y="9483"/>
                      <a:pt x="6301" y="9326"/>
                    </a:cubicBezTo>
                    <a:lnTo>
                      <a:pt x="8664" y="9326"/>
                    </a:lnTo>
                    <a:cubicBezTo>
                      <a:pt x="8632" y="9452"/>
                      <a:pt x="8569" y="9609"/>
                      <a:pt x="8569" y="9767"/>
                    </a:cubicBezTo>
                    <a:cubicBezTo>
                      <a:pt x="8569" y="10429"/>
                      <a:pt x="9137" y="11027"/>
                      <a:pt x="9798" y="11027"/>
                    </a:cubicBezTo>
                    <a:cubicBezTo>
                      <a:pt x="10460" y="11027"/>
                      <a:pt x="11027" y="10460"/>
                      <a:pt x="11027" y="9767"/>
                    </a:cubicBezTo>
                    <a:cubicBezTo>
                      <a:pt x="11027" y="9609"/>
                      <a:pt x="10995" y="9483"/>
                      <a:pt x="10932" y="9357"/>
                    </a:cubicBezTo>
                    <a:lnTo>
                      <a:pt x="11562" y="9357"/>
                    </a:lnTo>
                    <a:cubicBezTo>
                      <a:pt x="11814" y="9357"/>
                      <a:pt x="12003" y="9168"/>
                      <a:pt x="12003" y="8979"/>
                    </a:cubicBezTo>
                    <a:cubicBezTo>
                      <a:pt x="12003" y="8727"/>
                      <a:pt x="11814" y="8538"/>
                      <a:pt x="11562" y="8538"/>
                    </a:cubicBezTo>
                    <a:lnTo>
                      <a:pt x="3749" y="8538"/>
                    </a:lnTo>
                    <a:cubicBezTo>
                      <a:pt x="3497" y="8538"/>
                      <a:pt x="3308" y="8349"/>
                      <a:pt x="3308" y="8160"/>
                    </a:cubicBezTo>
                    <a:cubicBezTo>
                      <a:pt x="3308" y="7940"/>
                      <a:pt x="3497" y="7719"/>
                      <a:pt x="3749" y="7719"/>
                    </a:cubicBezTo>
                    <a:lnTo>
                      <a:pt x="11468" y="7719"/>
                    </a:lnTo>
                    <a:cubicBezTo>
                      <a:pt x="11657" y="7719"/>
                      <a:pt x="11846" y="7562"/>
                      <a:pt x="11846" y="7373"/>
                    </a:cubicBezTo>
                    <a:lnTo>
                      <a:pt x="12665" y="2395"/>
                    </a:lnTo>
                    <a:cubicBezTo>
                      <a:pt x="12728" y="2143"/>
                      <a:pt x="12508" y="1922"/>
                      <a:pt x="12287" y="1922"/>
                    </a:cubicBezTo>
                    <a:lnTo>
                      <a:pt x="3056" y="1922"/>
                    </a:lnTo>
                    <a:lnTo>
                      <a:pt x="2741" y="347"/>
                    </a:lnTo>
                    <a:cubicBezTo>
                      <a:pt x="2710" y="158"/>
                      <a:pt x="2552" y="0"/>
                      <a:pt x="2363" y="0"/>
                    </a:cubicBezTo>
                    <a:close/>
                  </a:path>
                </a:pathLst>
              </a:custGeom>
              <a:grpFill/>
              <a:ln>
                <a:noFill/>
              </a:ln>
            </p:spPr>
            <p:txBody>
              <a:bodyPr spcFirstLastPara="1" wrap="square" lIns="121900" tIns="121900" rIns="121900" bIns="121900" anchor="ctr" anchorCtr="0">
                <a:noAutofit/>
              </a:bodyPr>
              <a:lstStyle/>
              <a:p>
                <a:endParaRPr sz="2400"/>
              </a:p>
            </p:txBody>
          </p:sp>
        </p:grpSp>
      </p:grpSp>
      <p:grpSp>
        <p:nvGrpSpPr>
          <p:cNvPr id="39" name="Transplant"/>
          <p:cNvGrpSpPr/>
          <p:nvPr/>
        </p:nvGrpSpPr>
        <p:grpSpPr>
          <a:xfrm>
            <a:off x="2852928" y="3176166"/>
            <a:ext cx="969264" cy="597108"/>
            <a:chOff x="2649340" y="3115388"/>
            <a:chExt cx="1049165" cy="646331"/>
          </a:xfrm>
        </p:grpSpPr>
        <p:sp>
          <p:nvSpPr>
            <p:cNvPr id="40" name="ZoneTexte 27">
              <a:extLst>
                <a:ext uri="{FF2B5EF4-FFF2-40B4-BE49-F238E27FC236}">
                  <a16:creationId xmlns:a16="http://schemas.microsoft.com/office/drawing/2014/main" id="{382BE814-AB72-8DF8-0E6F-E19212E9F327}"/>
                </a:ext>
              </a:extLst>
            </p:cNvPr>
            <p:cNvSpPr txBox="1"/>
            <p:nvPr/>
          </p:nvSpPr>
          <p:spPr>
            <a:xfrm>
              <a:off x="2649340" y="3115388"/>
              <a:ext cx="1049165" cy="646331"/>
            </a:xfrm>
            <a:prstGeom prst="rect">
              <a:avLst/>
            </a:prstGeom>
            <a:noFill/>
          </p:spPr>
          <p:txBody>
            <a:bodyPr wrap="square" rtlCol="0">
              <a:spAutoFit/>
            </a:bodyPr>
            <a:lstStyle/>
            <a:p>
              <a:pPr algn="ctr"/>
              <a:r>
                <a:rPr lang="fr-FR"/>
                <a:t>GO</a:t>
              </a:r>
              <a:br>
                <a:rPr lang="fr-FR"/>
              </a:br>
              <a:r>
                <a:rPr lang="fr-FR"/>
                <a:t>NO GO</a:t>
              </a:r>
              <a:endParaRPr lang="en-US"/>
            </a:p>
          </p:txBody>
        </p:sp>
      </p:gr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5DC5688C-8F00-E912-58BE-A16E37DE5E9D}"/>
              </a:ext>
            </a:extLst>
          </p:cNvPr>
          <p:cNvSpPr>
            <a:spLocks noGrp="1"/>
          </p:cNvSpPr>
          <p:nvPr>
            <p:ph type="title"/>
          </p:nvPr>
        </p:nvSpPr>
        <p:spPr/>
        <p:txBody>
          <a:bodyPr/>
          <a:lstStyle/>
          <a:p>
            <a:pPr/>
            <a:r>
              <a:t>DIVERSES OPTIONS D'HÉBERGEMENT ODOO</a:t>
            </a:r>
          </a:p>
        </p:txBody>
      </p:sp>
      <p:sp>
        <p:nvSpPr>
          <p:cNvPr id="4" name="Espace réservé du texte 3">
            <a:extLst>
              <a:ext uri="{FF2B5EF4-FFF2-40B4-BE49-F238E27FC236}">
                <a16:creationId xmlns:a16="http://schemas.microsoft.com/office/drawing/2014/main" id="{46A3195E-598B-5174-8CB7-7358464B1364}"/>
              </a:ext>
            </a:extLst>
          </p:cNvPr>
          <p:cNvSpPr>
            <a:spLocks noGrp="1"/>
          </p:cNvSpPr>
          <p:nvPr>
            <p:ph type="body" sz="quarter" idx="15"/>
          </p:nvPr>
        </p:nvSpPr>
        <p:spPr>
          <a:xfrm>
            <a:off x="877824" y="2651760"/>
            <a:ext cx="3063240" cy="502920"/>
          </a:xfrm>
        </p:spPr>
        <p:txBody>
          <a:bodyPr/>
          <a:lstStyle/>
          <a:p>
            <a:pPr lvl="0"/>
            <a:r>
              <a:rPr lang="fr-FR" b="1" i="0" u="none" strike="noStrike" cap="none"/>
              <a:t>SUR SITE</a:t>
            </a:r>
          </a:p>
        </p:txBody>
      </p:sp>
      <p:sp>
        <p:nvSpPr>
          <p:cNvPr id="5" name="Espace réservé du texte 4">
            <a:extLst>
              <a:ext uri="{FF2B5EF4-FFF2-40B4-BE49-F238E27FC236}">
                <a16:creationId xmlns:a16="http://schemas.microsoft.com/office/drawing/2014/main" id="{BE4DE8BB-C57B-C54D-3661-1683D7EF00F5}"/>
              </a:ext>
            </a:extLst>
          </p:cNvPr>
          <p:cNvSpPr>
            <a:spLocks noGrp="1"/>
          </p:cNvSpPr>
          <p:nvPr>
            <p:ph type="body" sz="quarter" idx="16"/>
          </p:nvPr>
        </p:nvSpPr>
        <p:spPr>
          <a:xfrm>
            <a:off x="877824" y="3200400"/>
            <a:ext cx="3063240" cy="2606040"/>
          </a:xfrm>
        </p:spPr>
        <p:txBody>
          <a:bodyPr anchor="t"/>
          <a:lstStyle/>
          <a:p>
            <a:pPr lvl="0">
              <a:lnSpc>
                <a:spcPct val="100000"/>
              </a:lnSpc>
              <a:spcBef>
                <a:spcPts val="0"/>
              </a:spcBef>
              <a:spcAft>
                <a:spcPts val="0"/>
              </a:spcAft>
            </a:pPr>
            <a:r>
              <a:rPr lang="fr-FR" b="0" i="0" u="none" strike="noStrike" cap="none" dirty="0" sz="1050"/>
              <a:t>La connaissance de</a:t>
            </a:r>
          </a:p>
          <a:p>
            <a:pPr lvl="0">
              <a:lnSpc>
                <a:spcPct val="100000"/>
              </a:lnSpc>
              <a:spcBef>
                <a:spcPts val="0"/>
              </a:spcBef>
              <a:spcAft>
                <a:spcPts val="0"/>
              </a:spcAft>
            </a:pPr>
            <a:r>
              <a:rPr lang="fr-FR" b="0" i="0" u="none" strike="noStrike" cap="none" dirty="0" sz="1050"/>
              <a:t>l'installation d'Odoo est requise</a:t>
            </a:r>
          </a:p>
          <a:p>
            <a:pPr lvl="0">
              <a:lnSpc>
                <a:spcPct val="100000"/>
              </a:lnSpc>
              <a:spcBef>
                <a:spcPts val="0"/>
              </a:spcBef>
              <a:spcAft>
                <a:spcPts val="0"/>
              </a:spcAft>
            </a:pPr>
            <a:r>
              <a:rPr lang="fr-FR" b="0" i="0" u="none" strike="noStrike" cap="none" dirty="0" sz="1050"/>
              <a:t>Un contrat clair et réel</a:t>
            </a:r>
          </a:p>
          <a:p>
            <a:pPr lvl="0">
              <a:lnSpc>
                <a:spcPct val="100000"/>
              </a:lnSpc>
              <a:spcBef>
                <a:spcPts val="0"/>
              </a:spcBef>
              <a:spcAft>
                <a:spcPts val="0"/>
              </a:spcAft>
            </a:pPr>
            <a:r>
              <a:rPr lang="fr-FR" b="0" i="0" u="none" strike="noStrike" cap="none" dirty="0" sz="1050"/>
              <a:t>de services d'hébergement est</a:t>
            </a:r>
          </a:p>
          <a:p>
            <a:pPr lvl="0">
              <a:lnSpc>
                <a:spcPct val="100000"/>
              </a:lnSpc>
              <a:spcBef>
                <a:spcPts val="0"/>
              </a:spcBef>
              <a:spcAft>
                <a:spcPts val="0"/>
              </a:spcAft>
            </a:pPr>
            <a:r>
              <a:rPr lang="fr-FR" b="0" i="0" u="none" strike="noStrike" cap="none" dirty="0" sz="1050"/>
              <a:t>nécessaire</a:t>
            </a:r>
          </a:p>
          <a:p>
            <a:pPr lvl="0">
              <a:lnSpc>
                <a:spcPct val="100000"/>
              </a:lnSpc>
              <a:spcBef>
                <a:spcPts val="0"/>
              </a:spcBef>
              <a:spcAft>
                <a:spcPts val="0"/>
              </a:spcAft>
            </a:pPr>
            <a:r>
              <a:rPr lang="fr-FR" b="0" i="0" u="none" strike="noStrike" cap="none" dirty="0" sz="1050"/>
              <a:t>Il existe des limitations et</a:t>
            </a:r>
          </a:p>
          <a:p>
            <a:pPr lvl="0">
              <a:lnSpc>
                <a:spcPct val="100000"/>
              </a:lnSpc>
              <a:spcBef>
                <a:spcPts val="0"/>
              </a:spcBef>
              <a:spcAft>
                <a:spcPts val="0"/>
              </a:spcAft>
            </a:pPr>
            <a:r>
              <a:rPr lang="fr-FR" b="0" i="0" u="none" strike="noStrike" cap="none" dirty="0" sz="1050"/>
              <a:t>des difficultés dans la gestion</a:t>
            </a:r>
          </a:p>
          <a:p>
            <a:pPr lvl="0">
              <a:lnSpc>
                <a:spcPct val="100000"/>
              </a:lnSpc>
              <a:spcBef>
                <a:spcPts val="0"/>
              </a:spcBef>
              <a:spcAft>
                <a:spcPts val="0"/>
              </a:spcAft>
            </a:pPr>
            <a:r>
              <a:rPr lang="fr-FR" b="0" i="0" u="none" strike="noStrike" cap="none" dirty="0" sz="1050"/>
              <a:t>de projet</a:t>
            </a:r>
          </a:p>
          <a:p>
            <a:pPr lvl="0">
              <a:lnSpc>
                <a:spcPct val="100000"/>
              </a:lnSpc>
              <a:spcBef>
                <a:spcPts val="0"/>
              </a:spcBef>
              <a:spcAft>
                <a:spcPts val="0"/>
              </a:spcAft>
            </a:pPr>
            <a:r>
              <a:rPr lang="fr-FR" b="0" i="0" u="none" strike="noStrike" cap="none" dirty="0" sz="1050"/>
              <a:t>Vous devez effectuer des</a:t>
            </a:r>
          </a:p>
          <a:p>
            <a:pPr lvl="0">
              <a:lnSpc>
                <a:spcPct val="100000"/>
              </a:lnSpc>
              <a:spcBef>
                <a:spcPts val="0"/>
              </a:spcBef>
              <a:spcAft>
                <a:spcPts val="0"/>
              </a:spcAft>
            </a:pPr>
            <a:r>
              <a:rPr lang="fr-FR" b="0" i="0" u="none" strike="noStrike" cap="none" dirty="0" sz="1050"/>
              <a:t> mises à jour de sécurité</a:t>
            </a:r>
          </a:p>
          <a:p>
            <a:pPr lvl="0">
              <a:lnSpc>
                <a:spcPct val="100000"/>
              </a:lnSpc>
              <a:spcBef>
                <a:spcPts val="0"/>
              </a:spcBef>
              <a:spcAft>
                <a:spcPts val="0"/>
              </a:spcAft>
            </a:pPr>
            <a:r>
              <a:rPr lang="fr-FR" b="0" i="0" u="none" strike="noStrike" cap="none" dirty="0" sz="1050"/>
              <a:t>Vous devez disposer</a:t>
            </a:r>
          </a:p>
          <a:p>
            <a:pPr lvl="0">
              <a:lnSpc>
                <a:spcPct val="100000"/>
              </a:lnSpc>
              <a:spcBef>
                <a:spcPts val="0"/>
              </a:spcBef>
              <a:spcAft>
                <a:spcPts val="0"/>
              </a:spcAft>
            </a:pPr>
            <a:r>
              <a:rPr lang="fr-FR" b="0" i="0" u="none" strike="noStrike" cap="none" dirty="0" sz="1050"/>
              <a:t>d'une équipe DSI</a:t>
            </a:r>
          </a:p>
        </p:txBody>
      </p:sp>
      <p:sp>
        <p:nvSpPr>
          <p:cNvPr id="7" name="Espace réservé du texte 6">
            <a:extLst>
              <a:ext uri="{FF2B5EF4-FFF2-40B4-BE49-F238E27FC236}">
                <a16:creationId xmlns:a16="http://schemas.microsoft.com/office/drawing/2014/main" id="{26B7C479-017F-7F81-5DA4-A1FAC95BB8CF}"/>
              </a:ext>
            </a:extLst>
          </p:cNvPr>
          <p:cNvSpPr>
            <a:spLocks noGrp="1"/>
          </p:cNvSpPr>
          <p:nvPr>
            <p:ph type="body" sz="quarter" idx="18"/>
          </p:nvPr>
        </p:nvSpPr>
        <p:spPr>
          <a:xfrm>
            <a:off x="8257031" y="2651760"/>
            <a:ext cx="3063240" cy="502920"/>
          </a:xfrm>
        </p:spPr>
        <p:txBody>
          <a:bodyPr/>
          <a:lstStyle/>
          <a:p>
            <a:pPr lvl="0"/>
            <a:r>
              <a:rPr lang="fr-FR" b="1" i="0" u="none" strike="noStrike" cap="none"/>
              <a:t>ODOO SH (PAAS)</a:t>
            </a:r>
          </a:p>
        </p:txBody>
      </p:sp>
      <p:sp>
        <p:nvSpPr>
          <p:cNvPr id="8" name="Espace réservé du texte 7">
            <a:extLst>
              <a:ext uri="{FF2B5EF4-FFF2-40B4-BE49-F238E27FC236}">
                <a16:creationId xmlns:a16="http://schemas.microsoft.com/office/drawing/2014/main" id="{0276CCE4-17D8-B4C9-87E6-072EA494AF67}"/>
              </a:ext>
            </a:extLst>
          </p:cNvPr>
          <p:cNvSpPr>
            <a:spLocks noGrp="1"/>
          </p:cNvSpPr>
          <p:nvPr>
            <p:ph type="body" sz="quarter" idx="19"/>
          </p:nvPr>
        </p:nvSpPr>
        <p:spPr>
          <a:xfrm>
            <a:off x="8257031" y="3200400"/>
            <a:ext cx="3063240" cy="2606040"/>
          </a:xfrm>
        </p:spPr>
        <p:txBody>
          <a:bodyPr anchor="t"/>
          <a:lstStyle/>
          <a:p>
            <a:pPr lvl="0">
              <a:lnSpc>
                <a:spcPct val="100000"/>
              </a:lnSpc>
              <a:spcBef>
                <a:spcPts val="0"/>
              </a:spcBef>
              <a:spcAft>
                <a:spcPts val="0"/>
              </a:spcAft>
            </a:pPr>
            <a:r>
              <a:rPr lang="fr-FR" b="0" i="0" u="none" strike="noStrike" cap="none" sz="1050"/>
              <a:t>Coût supplémentaire</a:t>
            </a:r>
          </a:p>
          <a:p>
            <a:pPr lvl="0">
              <a:lnSpc>
                <a:spcPct val="100000"/>
              </a:lnSpc>
              <a:spcBef>
                <a:spcPts val="0"/>
              </a:spcBef>
              <a:spcAft>
                <a:spcPts val="0"/>
              </a:spcAft>
            </a:pPr>
            <a:r>
              <a:rPr lang="fr-FR" b="0" i="0" u="none" strike="noStrike" cap="none" sz="1050"/>
              <a:t>Tout intégré pour une gestion</a:t>
            </a:r>
          </a:p>
          <a:p>
            <a:pPr lvl="0">
              <a:lnSpc>
                <a:spcPct val="100000"/>
              </a:lnSpc>
              <a:spcBef>
                <a:spcPts val="0"/>
              </a:spcBef>
              <a:spcAft>
                <a:spcPts val="0"/>
              </a:spcAft>
            </a:pPr>
            <a:r>
              <a:rPr lang="fr-FR" b="0" i="0" u="none" strike="noStrike" cap="none" sz="1050"/>
              <a:t>de projet efficace</a:t>
            </a:r>
          </a:p>
          <a:p>
            <a:pPr lvl="0">
              <a:lnSpc>
                <a:spcPct val="100000"/>
              </a:lnSpc>
              <a:spcBef>
                <a:spcPts val="0"/>
              </a:spcBef>
              <a:spcAft>
                <a:spcPts val="0"/>
              </a:spcAft>
            </a:pPr>
            <a:r>
              <a:rPr lang="fr-FR" b="0" i="0" u="none" strike="noStrike" cap="none" sz="1050"/>
              <a:t>Tous les correctifs de sécurité</a:t>
            </a:r>
          </a:p>
          <a:p>
            <a:pPr lvl="0">
              <a:lnSpc>
                <a:spcPct val="100000"/>
              </a:lnSpc>
              <a:spcBef>
                <a:spcPts val="0"/>
              </a:spcBef>
              <a:spcAft>
                <a:spcPts val="0"/>
              </a:spcAft>
            </a:pPr>
            <a:r>
              <a:rPr lang="fr-FR" b="0" i="0" u="none" strike="noStrike" cap="none" sz="1050"/>
              <a:t>Automatiques</a:t>
            </a:r>
          </a:p>
          <a:p>
            <a:pPr lvl="0">
              <a:lnSpc>
                <a:spcPct val="100000"/>
              </a:lnSpc>
              <a:spcBef>
                <a:spcPts val="0"/>
              </a:spcBef>
              <a:spcAft>
                <a:spcPts val="0"/>
              </a:spcAft>
            </a:pPr>
            <a:r>
              <a:rPr lang="fr-FR" b="0" i="0" u="none" strike="noStrike" cap="none" sz="1050"/>
              <a:t>Hébergement et services</a:t>
            </a:r>
          </a:p>
          <a:p>
            <a:pPr lvl="0">
              <a:lnSpc>
                <a:spcPct val="100000"/>
              </a:lnSpc>
              <a:spcBef>
                <a:spcPts val="0"/>
              </a:spcBef>
              <a:spcAft>
                <a:spcPts val="0"/>
              </a:spcAft>
            </a:pPr>
            <a:r>
              <a:rPr lang="fr-FR" b="0" i="0" u="none" strike="noStrike" cap="none" sz="1050"/>
              <a:t>à faible coût</a:t>
            </a:r>
          </a:p>
          <a:p>
            <a:pPr lvl="0">
              <a:lnSpc>
                <a:spcPct val="100000"/>
              </a:lnSpc>
              <a:spcBef>
                <a:spcPts val="0"/>
              </a:spcBef>
              <a:spcAft>
                <a:spcPts val="0"/>
              </a:spcAft>
            </a:pPr>
            <a:r>
              <a:rPr lang="fr-FR" b="0" i="0" u="none" strike="noStrike" cap="none" sz="1050"/>
              <a:t>Odoo Studio inclus</a:t>
            </a:r>
          </a:p>
        </p:txBody>
      </p:sp>
      <p:sp>
        <p:nvSpPr>
          <p:cNvPr id="10" name="Espace réservé du texte 9">
            <a:extLst>
              <a:ext uri="{FF2B5EF4-FFF2-40B4-BE49-F238E27FC236}">
                <a16:creationId xmlns:a16="http://schemas.microsoft.com/office/drawing/2014/main" id="{64A3A7F7-0AF7-A456-B6B1-C9557A4BBC6C}"/>
              </a:ext>
            </a:extLst>
          </p:cNvPr>
          <p:cNvSpPr>
            <a:spLocks noGrp="1"/>
          </p:cNvSpPr>
          <p:nvPr>
            <p:ph type="body" sz="quarter" idx="21"/>
          </p:nvPr>
        </p:nvSpPr>
        <p:spPr>
          <a:xfrm>
            <a:off x="4562856" y="2651760"/>
            <a:ext cx="3063240" cy="502920"/>
          </a:xfrm>
        </p:spPr>
        <p:txBody>
          <a:bodyPr/>
          <a:lstStyle/>
          <a:p>
            <a:pPr lvl="0"/>
            <a:r>
              <a:rPr lang="fr-FR" b="1" i="0" u="none" strike="noStrike" cap="none"/>
              <a:t>ODOO CLOUD (SAAS)</a:t>
            </a:r>
          </a:p>
        </p:txBody>
      </p:sp>
      <p:sp>
        <p:nvSpPr>
          <p:cNvPr id="11" name="Espace réservé du texte 10">
            <a:extLst>
              <a:ext uri="{FF2B5EF4-FFF2-40B4-BE49-F238E27FC236}">
                <a16:creationId xmlns:a16="http://schemas.microsoft.com/office/drawing/2014/main" id="{2D67DAAB-906D-04B8-FE01-BB696B1EDE1C}"/>
              </a:ext>
            </a:extLst>
          </p:cNvPr>
          <p:cNvSpPr>
            <a:spLocks noGrp="1"/>
          </p:cNvSpPr>
          <p:nvPr>
            <p:ph type="body" sz="quarter" idx="22"/>
          </p:nvPr>
        </p:nvSpPr>
        <p:spPr>
          <a:xfrm>
            <a:off x="4562856" y="3200400"/>
            <a:ext cx="3063240" cy="2606040"/>
          </a:xfrm>
        </p:spPr>
        <p:txBody>
          <a:bodyPr anchor="t"/>
          <a:lstStyle/>
          <a:p>
            <a:pPr lvl="0">
              <a:lnSpc>
                <a:spcPct val="100000"/>
              </a:lnSpc>
              <a:spcBef>
                <a:spcPts val="0"/>
              </a:spcBef>
              <a:spcAft>
                <a:spcPts val="0"/>
              </a:spcAft>
            </a:pPr>
            <a:r>
              <a:rPr lang="fr-FR" b="0" i="0" u="none" strike="noStrike" cap="none" sz="1050"/>
              <a:t>Aucun coût supplémentaire</a:t>
            </a:r>
          </a:p>
          <a:p>
            <a:pPr lvl="0">
              <a:lnSpc>
                <a:spcPct val="100000"/>
              </a:lnSpc>
              <a:spcBef>
                <a:spcPts val="0"/>
              </a:spcBef>
              <a:spcAft>
                <a:spcPts val="0"/>
              </a:spcAft>
            </a:pPr>
            <a:r>
              <a:rPr lang="fr-FR" b="0" i="0" u="none" strike="noStrike" cap="none" sz="1050"/>
              <a:t>Toujours à jour</a:t>
            </a:r>
          </a:p>
          <a:p>
            <a:pPr lvl="0">
              <a:lnSpc>
                <a:spcPct val="100000"/>
              </a:lnSpc>
              <a:spcBef>
                <a:spcPts val="0"/>
              </a:spcBef>
              <a:spcAft>
                <a:spcPts val="0"/>
              </a:spcAft>
            </a:pPr>
            <a:r>
              <a:rPr lang="fr-FR" b="0" i="0" u="none" strike="noStrike" cap="none" sz="1050"/>
              <a:t>Pas d'apps.odoo.com</a:t>
            </a:r>
          </a:p>
          <a:p>
            <a:pPr lvl="0">
              <a:lnSpc>
                <a:spcPct val="100000"/>
              </a:lnSpc>
              <a:spcBef>
                <a:spcPts val="0"/>
              </a:spcBef>
              <a:spcAft>
                <a:spcPts val="0"/>
              </a:spcAft>
            </a:pPr>
            <a:r>
              <a:rPr lang="fr-FR" b="0" i="0" u="none" strike="noStrike" cap="none" sz="1050"/>
              <a:t>Pas de développement</a:t>
            </a:r>
          </a:p>
        </p:txBody>
      </p:sp>
      <p:sp>
        <p:nvSpPr>
          <p:cNvPr id="12" name="Espace réservé du texte 11">
            <a:extLst>
              <a:ext uri="{FF2B5EF4-FFF2-40B4-BE49-F238E27FC236}">
                <a16:creationId xmlns:a16="http://schemas.microsoft.com/office/drawing/2014/main" id="{2E892A4A-7464-EF70-9AFB-1422004D7994}"/>
              </a:ext>
            </a:extLst>
          </p:cNvPr>
          <p:cNvSpPr>
            <a:spLocks noGrp="1"/>
          </p:cNvSpPr>
          <p:nvPr>
            <p:ph type="body" sz="quarter" idx="13"/>
          </p:nvPr>
        </p:nvSpPr>
        <p:spPr/>
        <p:txBody>
          <a:bodyPr/>
          <a:lstStyle/>
          <a:p>
            <a:pPr/>
            <a:r>
              <a:t>HÉBERGEMENT</a:t>
            </a:r>
            <a:endParaRPr lang="en-US"/>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84F1F3B7-B50A-A250-E386-9505E283E5BD}"/>
              </a:ext>
            </a:extLst>
          </p:cNvPr>
          <p:cNvSpPr>
            <a:spLocks noGrp="1"/>
          </p:cNvSpPr>
          <p:nvPr>
            <p:ph type="title"/>
          </p:nvPr>
        </p:nvSpPr>
        <p:spPr/>
        <p:txBody>
          <a:bodyPr/>
          <a:lstStyle/>
          <a:p>
            <a:pPr/>
            <a:r>
              <a:t>ODOO</a:t>
            </a:r>
          </a:p>
        </p:txBody>
      </p:sp>
      <p:sp>
        <p:nvSpPr>
          <p:cNvPr id="3" name="Espace réservé du texte 2">
            <a:extLst>
              <a:ext uri="{FF2B5EF4-FFF2-40B4-BE49-F238E27FC236}">
                <a16:creationId xmlns:a16="http://schemas.microsoft.com/office/drawing/2014/main" id="{D3FD662F-82E7-979F-4C51-DC866F9A68F6}"/>
              </a:ext>
            </a:extLst>
          </p:cNvPr>
          <p:cNvSpPr>
            <a:spLocks noGrp="1"/>
          </p:cNvSpPr>
          <p:nvPr>
            <p:ph type="body" sz="quarter" idx="13"/>
          </p:nvPr>
        </p:nvSpPr>
        <p:spPr/>
        <p:txBody>
          <a:bodyPr/>
          <a:lstStyle/>
          <a:p>
            <a:pPr/>
            <a:r>
              <a:t>APPROCHE BUDGÉTAIRE</a:t>
            </a:r>
            <a:endParaRPr lang="en-US"/>
          </a:p>
        </p:txBody>
      </p:sp>
      <p:sp>
        <p:nvSpPr>
          <p:cNvPr id="4" name="Espace réservé du texte 3">
            <a:extLst>
              <a:ext uri="{FF2B5EF4-FFF2-40B4-BE49-F238E27FC236}">
                <a16:creationId xmlns:a16="http://schemas.microsoft.com/office/drawing/2014/main" id="{43AEA416-C7E2-94E3-BC21-CA1DA3B4F266}"/>
              </a:ext>
            </a:extLst>
          </p:cNvPr>
          <p:cNvSpPr>
            <a:spLocks noGrp="1"/>
          </p:cNvSpPr>
          <p:nvPr>
            <p:ph type="body" sz="quarter" idx="23"/>
          </p:nvPr>
        </p:nvSpPr>
        <p:spPr/>
        <p:txBody>
          <a:bodyPr/>
          <a:lstStyle/>
          <a:p>
            <a:pPr/>
            <a:r>
              <a:rPr sz="2000"/>
              <a:t>Licences</a:t>
            </a:r>
            <a:endParaRPr lang="en-US" sz="2000"/>
          </a:p>
          <a:p>
            <a:pPr/>
            <a:r>
              <a:rPr sz="2000"/>
              <a:t>Odoo</a:t>
            </a:r>
          </a:p>
        </p:txBody>
      </p:sp>
      <p:sp>
        <p:nvSpPr>
          <p:cNvPr id="5" name="Espace réservé du texte 4">
            <a:extLst>
              <a:ext uri="{FF2B5EF4-FFF2-40B4-BE49-F238E27FC236}">
                <a16:creationId xmlns:a16="http://schemas.microsoft.com/office/drawing/2014/main" id="{06D4837F-DAD7-1505-C4F5-291FF2ADF2B7}"/>
              </a:ext>
            </a:extLst>
          </p:cNvPr>
          <p:cNvSpPr>
            <a:spLocks noGrp="1"/>
          </p:cNvSpPr>
          <p:nvPr>
            <p:ph type="body" sz="quarter" idx="24"/>
          </p:nvPr>
        </p:nvSpPr>
        <p:spPr>
          <a:xfrm>
            <a:off x="914400" y="4453128"/>
            <a:ext cx="4846320" cy="777240"/>
          </a:xfrm>
        </p:spPr>
        <p:txBody>
          <a:bodyPr/>
          <a:lstStyle/>
          <a:p>
            <a:r>
              <a:rPr lang="fr-FR" b="1"/>
              <a:t>29,90€ /m/utilisateur la 1</a:t>
            </a:r>
            <a:r>
              <a:rPr lang="fr-FR" b="1"/>
              <a:t>ère</a:t>
            </a:r>
            <a:r>
              <a:rPr lang="fr-FR" b="1"/>
              <a:t> année</a:t>
            </a:r>
          </a:p>
          <a:p>
            <a:r>
              <a:rPr lang="fr-FR"/>
              <a:t>37,40€ /m/utilisateur les années suivantes</a:t>
            </a:r>
          </a:p>
        </p:txBody>
      </p:sp>
      <p:sp>
        <p:nvSpPr>
          <p:cNvPr id="6" name="Espace réservé du texte 5">
            <a:extLst>
              <a:ext uri="{FF2B5EF4-FFF2-40B4-BE49-F238E27FC236}">
                <a16:creationId xmlns:a16="http://schemas.microsoft.com/office/drawing/2014/main" id="{98D16C3B-7B2B-8F90-828A-13AFF6F05B37}"/>
              </a:ext>
            </a:extLst>
          </p:cNvPr>
          <p:cNvSpPr>
            <a:spLocks noGrp="1"/>
          </p:cNvSpPr>
          <p:nvPr>
            <p:ph type="body" sz="quarter" idx="25"/>
          </p:nvPr>
        </p:nvSpPr>
        <p:spPr>
          <a:xfrm>
            <a:off x="694944" y="5349240"/>
            <a:ext cx="10799064" cy="777240"/>
          </a:xfrm>
        </p:spPr>
        <p:txBody>
          <a:bodyPr/>
          <a:lstStyle/>
          <a:p>
            <a:r>
              <a:rPr lang="fr-FR" b="1"/>
              <a:t>Pour </a:t>
            </a:r>
            <a:r>
              <a:rPr lang="fr-FR" b="1">
                <a:highlight>
                  <a:srgbClr val="FFFF00"/>
                </a:highlight>
              </a:rPr>
              <a:t>XXX</a:t>
            </a:r>
            <a:r>
              <a:rPr lang="fr-FR" b="1"/>
              <a:t> utilisateurs : </a:t>
            </a:r>
            <a:r>
              <a:rPr lang="fr-FR" b="1">
                <a:highlight>
                  <a:srgbClr val="FFFF00"/>
                </a:highlight>
              </a:rPr>
              <a:t>XXX</a:t>
            </a:r>
            <a:r>
              <a:rPr lang="fr-FR" b="1"/>
              <a:t>€ la première année</a:t>
            </a:r>
          </a:p>
        </p:txBody>
      </p:sp>
      <p:sp>
        <p:nvSpPr>
          <p:cNvPr id="7" name="Espace réservé du texte 6">
            <a:extLst>
              <a:ext uri="{FF2B5EF4-FFF2-40B4-BE49-F238E27FC236}">
                <a16:creationId xmlns:a16="http://schemas.microsoft.com/office/drawing/2014/main" id="{34200A2D-2CDA-B463-0C25-477C2761EF6C}"/>
              </a:ext>
            </a:extLst>
          </p:cNvPr>
          <p:cNvSpPr>
            <a:spLocks noGrp="1"/>
          </p:cNvSpPr>
          <p:nvPr>
            <p:ph type="body" sz="quarter" idx="26"/>
          </p:nvPr>
        </p:nvSpPr>
        <p:spPr/>
        <p:txBody>
          <a:bodyPr/>
          <a:lstStyle/>
          <a:p>
            <a:pPr/>
            <a:r>
              <a:rPr sz="2000"/>
              <a:t>Hébergement</a:t>
            </a:r>
            <a:endParaRPr lang="en-US" sz="2000"/>
          </a:p>
          <a:p>
            <a:pPr/>
            <a:r>
              <a:rPr sz="2000"/>
              <a:t>Odoo.SH</a:t>
            </a:r>
          </a:p>
        </p:txBody>
      </p:sp>
      <p:sp>
        <p:nvSpPr>
          <p:cNvPr id="8" name="Espace réservé du texte 7">
            <a:extLst>
              <a:ext uri="{FF2B5EF4-FFF2-40B4-BE49-F238E27FC236}">
                <a16:creationId xmlns:a16="http://schemas.microsoft.com/office/drawing/2014/main" id="{842E97C9-EF89-FBC6-5F72-7CCCE9397FD7}"/>
              </a:ext>
            </a:extLst>
          </p:cNvPr>
          <p:cNvSpPr>
            <a:spLocks noGrp="1"/>
          </p:cNvSpPr>
          <p:nvPr>
            <p:ph type="body" sz="quarter" idx="27"/>
          </p:nvPr>
        </p:nvSpPr>
        <p:spPr>
          <a:xfrm>
            <a:off x="6428232" y="4453128"/>
            <a:ext cx="4846320" cy="777240"/>
          </a:xfrm>
        </p:spPr>
        <p:txBody>
          <a:bodyPr/>
          <a:lstStyle/>
          <a:p>
            <a:r>
              <a:rPr lang="fr-FR" b="1">
                <a:highlight>
                  <a:srgbClr val="FFFF00"/>
                </a:highlight>
              </a:rPr>
              <a:t>29,90</a:t>
            </a:r>
            <a:r>
              <a:rPr lang="fr-FR" b="1"/>
              <a:t>€ /mois</a:t>
            </a:r>
            <a:endParaRPr lang="fr-F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84F1F3B7-B50A-A250-E386-9505E283E5BD}"/>
              </a:ext>
            </a:extLst>
          </p:cNvPr>
          <p:cNvSpPr>
            <a:spLocks noGrp="1"/>
          </p:cNvSpPr>
          <p:nvPr>
            <p:ph type="title"/>
          </p:nvPr>
        </p:nvSpPr>
        <p:spPr/>
        <p:txBody>
          <a:bodyPr/>
          <a:lstStyle/>
          <a:p>
            <a:pPr/>
            <a:r>
              <a:t>APPROCHE BUDGÉTAIRE</a:t>
            </a:r>
          </a:p>
        </p:txBody>
      </p:sp>
      <p:sp>
        <p:nvSpPr>
          <p:cNvPr id="4" name="Espace réservé du texte 2">
            <a:extLst>
              <a:ext uri="{FF2B5EF4-FFF2-40B4-BE49-F238E27FC236}">
                <a16:creationId xmlns:a16="http://schemas.microsoft.com/office/drawing/2014/main" id="{D3FD662F-82E7-979F-4C51-DC866F9A68F6}"/>
              </a:ext>
            </a:extLst>
          </p:cNvPr>
          <p:cNvSpPr>
            <a:spLocks noGrp="1"/>
          </p:cNvSpPr>
          <p:nvPr>
            <p:ph type="body" sz="quarter" idx="13"/>
          </p:nvPr>
        </p:nvSpPr>
        <p:spPr/>
        <p:txBody>
          <a:bodyPr/>
          <a:lstStyle/>
          <a:p>
            <a:pPr/>
            <a:r>
              <a:t>PROFILS BI</a:t>
            </a:r>
            <a:endParaRPr lang="en-US"/>
          </a:p>
        </p:txBody>
      </p:sp>
      <p:sp>
        <p:nvSpPr>
          <p:cNvPr id="5" name="Espace réservé du texte 3">
            <a:extLst>
              <a:ext uri="{FF2B5EF4-FFF2-40B4-BE49-F238E27FC236}">
                <a16:creationId xmlns:a16="http://schemas.microsoft.com/office/drawing/2014/main" id="{43AEA416-C7E2-94E3-BC21-CA1DA3B4F266}"/>
              </a:ext>
            </a:extLst>
          </p:cNvPr>
          <p:cNvSpPr>
            <a:spLocks noGrp="1"/>
          </p:cNvSpPr>
          <p:nvPr>
            <p:ph type="body" sz="quarter" idx="23"/>
          </p:nvPr>
        </p:nvSpPr>
        <p:spPr/>
        <p:txBody>
          <a:bodyPr/>
          <a:lstStyle/>
          <a:p>
            <a:pPr/>
            <a:r>
              <a:t>​</a:t>
            </a:r>
            <a:endParaRPr lang="en-US"/>
          </a:p>
        </p:txBody>
      </p:sp>
      <p:sp>
        <p:nvSpPr>
          <p:cNvPr id="6" name="Espace réservé du texte 4">
            <a:extLst>
              <a:ext uri="{FF2B5EF4-FFF2-40B4-BE49-F238E27FC236}">
                <a16:creationId xmlns:a16="http://schemas.microsoft.com/office/drawing/2014/main" id="{06D4837F-DAD7-1505-C4F5-291FF2ADF2B7}"/>
              </a:ext>
            </a:extLst>
          </p:cNvPr>
          <p:cNvSpPr>
            <a:spLocks noGrp="1"/>
          </p:cNvSpPr>
          <p:nvPr>
            <p:ph type="body" sz="quarter" idx="24"/>
          </p:nvPr>
        </p:nvSpPr>
        <p:spPr/>
        <p:txBody>
          <a:bodyPr/>
          <a:lstStyle/>
          <a:p>
            <a:pPr/>
            <a:r>
              <a:t>BI Director</a:t>
            </a:r>
            <a:endParaRPr lang="en-US"/>
          </a:p>
        </p:txBody>
      </p:sp>
      <p:sp>
        <p:nvSpPr>
          <p:cNvPr id="7" name="Espace réservé du texte 5">
            <a:extLst>
              <a:ext uri="{FF2B5EF4-FFF2-40B4-BE49-F238E27FC236}">
                <a16:creationId xmlns:a16="http://schemas.microsoft.com/office/drawing/2014/main" id="{98D16C3B-7B2B-8F90-828A-13AFF6F05B37}"/>
              </a:ext>
            </a:extLst>
          </p:cNvPr>
          <p:cNvSpPr>
            <a:spLocks noGrp="1"/>
          </p:cNvSpPr>
          <p:nvPr>
            <p:ph type="body" sz="quarter" idx="25"/>
          </p:nvPr>
        </p:nvSpPr>
        <p:spPr/>
        <p:txBody>
          <a:bodyPr/>
          <a:lstStyle/>
          <a:p>
            <a:pPr/>
            <a:r>
              <a:t>130€/h</a:t>
            </a:r>
            <a:endParaRPr lang="en-US"/>
          </a:p>
        </p:txBody>
      </p:sp>
      <p:sp>
        <p:nvSpPr>
          <p:cNvPr id="8" name="Espace réservé du texte 6">
            <a:extLst>
              <a:ext uri="{FF2B5EF4-FFF2-40B4-BE49-F238E27FC236}">
                <a16:creationId xmlns:a16="http://schemas.microsoft.com/office/drawing/2014/main" id="{34200A2D-2CDA-B463-0C25-477C2761EF6C}"/>
              </a:ext>
            </a:extLst>
          </p:cNvPr>
          <p:cNvSpPr>
            <a:spLocks noGrp="1"/>
          </p:cNvSpPr>
          <p:nvPr>
            <p:ph type="body" sz="quarter" idx="26"/>
          </p:nvPr>
        </p:nvSpPr>
        <p:spPr/>
        <p:txBody>
          <a:bodyPr/>
          <a:lstStyle/>
          <a:p>
            <a:pPr/>
            <a:r>
              <a:t>​</a:t>
            </a:r>
            <a:endParaRPr lang="en-US"/>
          </a:p>
        </p:txBody>
      </p:sp>
      <p:sp>
        <p:nvSpPr>
          <p:cNvPr id="9" name="Espace réservé du texte 7">
            <a:extLst>
              <a:ext uri="{FF2B5EF4-FFF2-40B4-BE49-F238E27FC236}">
                <a16:creationId xmlns:a16="http://schemas.microsoft.com/office/drawing/2014/main" id="{842E97C9-EF89-FBC6-5F72-7CCCE9397FD7}"/>
              </a:ext>
            </a:extLst>
          </p:cNvPr>
          <p:cNvSpPr>
            <a:spLocks noGrp="1"/>
          </p:cNvSpPr>
          <p:nvPr>
            <p:ph type="body" sz="quarter" idx="27"/>
          </p:nvPr>
        </p:nvSpPr>
        <p:spPr/>
        <p:txBody>
          <a:bodyPr/>
          <a:lstStyle/>
          <a:p>
            <a:pPr/>
            <a:r>
              <a:t>BI Analyst</a:t>
            </a:r>
            <a:endParaRPr lang="en-US"/>
          </a:p>
        </p:txBody>
      </p:sp>
      <p:sp>
        <p:nvSpPr>
          <p:cNvPr id="10" name="Espace réservé du texte 8">
            <a:extLst>
              <a:ext uri="{FF2B5EF4-FFF2-40B4-BE49-F238E27FC236}">
                <a16:creationId xmlns:a16="http://schemas.microsoft.com/office/drawing/2014/main" id="{41BF469D-2817-329D-CFC3-9DB556AA7A38}"/>
              </a:ext>
            </a:extLst>
          </p:cNvPr>
          <p:cNvSpPr>
            <a:spLocks noGrp="1"/>
          </p:cNvSpPr>
          <p:nvPr>
            <p:ph type="body" sz="quarter" idx="28"/>
          </p:nvPr>
        </p:nvSpPr>
        <p:spPr/>
        <p:txBody>
          <a:bodyPr/>
          <a:lstStyle/>
          <a:p>
            <a:pPr/>
            <a:r>
              <a:t>50€/h</a:t>
            </a:r>
            <a:endParaRPr lang="en-US"/>
          </a:p>
        </p:txBody>
      </p:sp>
      <p:grpSp>
        <p:nvGrpSpPr>
          <p:cNvPr id="11" name="Transplant"/>
          <p:cNvGrpSpPr/>
          <p:nvPr/>
        </p:nvGrpSpPr>
        <p:grpSpPr>
          <a:xfrm>
            <a:off x="2702052" y="2993938"/>
            <a:ext cx="1280160" cy="943275"/>
            <a:chOff x="900770" y="1841317"/>
            <a:chExt cx="1628775" cy="1200150"/>
          </a:xfrm>
        </p:grpSpPr>
        <p:pic>
          <p:nvPicPr>
            <p:cNvPr id="12" name="Graphique 9">
              <a:extLst>
                <a:ext uri="{FF2B5EF4-FFF2-40B4-BE49-F238E27FC236}">
                  <a16:creationId xmlns:a16="http://schemas.microsoft.com/office/drawing/2014/main" id="{09326725-4475-4E77-F5AA-D14ADD190A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0770" y="1841317"/>
              <a:ext cx="1628775" cy="1200150"/>
            </a:xfrm>
            <a:prstGeom prst="rect">
              <a:avLst/>
            </a:prstGeom>
          </p:spPr>
        </p:pic>
      </p:grpSp>
      <p:grpSp>
        <p:nvGrpSpPr>
          <p:cNvPr id="13" name="Transplant"/>
          <p:cNvGrpSpPr/>
          <p:nvPr/>
        </p:nvGrpSpPr>
        <p:grpSpPr>
          <a:xfrm>
            <a:off x="8218931" y="2962656"/>
            <a:ext cx="1274064" cy="1005840"/>
            <a:chOff x="3805457" y="1748971"/>
            <a:chExt cx="1628775" cy="1285875"/>
          </a:xfrm>
        </p:grpSpPr>
        <p:pic>
          <p:nvPicPr>
            <p:cNvPr id="14" name="Graphique 1">
              <a:extLst>
                <a:ext uri="{FF2B5EF4-FFF2-40B4-BE49-F238E27FC236}">
                  <a16:creationId xmlns:a16="http://schemas.microsoft.com/office/drawing/2014/main" id="{BCF77C12-DEF4-4787-A710-F7992C15444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05457" y="1748971"/>
              <a:ext cx="1628775" cy="1285875"/>
            </a:xfrm>
            <a:prstGeom prst="rect">
              <a:avLst/>
            </a:prstGeom>
          </p:spPr>
        </p:pic>
      </p:gr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texte 1">
            <a:extLst>
              <a:ext uri="{FF2B5EF4-FFF2-40B4-BE49-F238E27FC236}">
                <a16:creationId xmlns:a16="http://schemas.microsoft.com/office/drawing/2014/main" id="{D12C21EB-0CA5-894B-552B-60E24137435B}"/>
              </a:ext>
            </a:extLst>
          </p:cNvPr>
          <p:cNvSpPr>
            <a:spLocks noGrp="1"/>
          </p:cNvSpPr>
          <p:nvPr>
            <p:ph type="body" idx="1"/>
          </p:nvPr>
        </p:nvSpPr>
        <p:spPr/>
        <p:txBody>
          <a:bodyPr/>
          <a:lstStyle/>
          <a:p>
            <a:r>
              <a:rPr lang="fr-FR"/>
              <a:t>LES WORKSHOPS</a:t>
            </a:r>
            <a:endParaRPr lang="en-US"/>
          </a:p>
        </p:txBody>
      </p:sp>
      <p:sp>
        <p:nvSpPr>
          <p:cNvPr id="4" name="Espace réservé du contenu 2">
            <a:extLst>
              <a:ext uri="{FF2B5EF4-FFF2-40B4-BE49-F238E27FC236}">
                <a16:creationId xmlns:a16="http://schemas.microsoft.com/office/drawing/2014/main" id="{982DC027-04A8-6ACB-7C11-517E0A250DF2}"/>
              </a:ext>
            </a:extLst>
          </p:cNvPr>
          <p:cNvSpPr>
            <a:spLocks noGrp="1"/>
          </p:cNvSpPr>
          <p:nvPr>
            <p:ph sz="half" idx="2"/>
          </p:nvPr>
        </p:nvSpPr>
        <p:spPr/>
        <p:txBody>
          <a:bodyPr/>
          <a:lstStyle/>
          <a:p>
            <a:pPr>
              <a:buAutoNum type="arabicPeriod"/>
            </a:pPr>
            <a:r>
              <a:rPr lang="fr-FR" sz="1200">
                <a:highlight>
                  <a:srgbClr val="FFFF00"/>
                </a:highlight>
              </a:rPr>
              <a:t>Référentiels contacts et articles</a:t>
            </a:r>
          </a:p>
          <a:p>
            <a:pPr>
              <a:buAutoNum type="arabicPeriod"/>
            </a:pPr>
            <a:r>
              <a:rPr lang="fr-FR" sz="1200">
                <a:highlight>
                  <a:srgbClr val="FFFF00"/>
                </a:highlight>
              </a:rPr>
              <a:t>Gestion commerciale</a:t>
            </a:r>
          </a:p>
          <a:p>
            <a:pPr>
              <a:buAutoNum type="arabicPeriod"/>
            </a:pPr>
            <a:r>
              <a:rPr lang="fr-FR" sz="1200">
                <a:highlight>
                  <a:srgbClr val="FFFF00"/>
                </a:highlight>
              </a:rPr>
              <a:t>Gestion de licences clients</a:t>
            </a:r>
          </a:p>
          <a:p>
            <a:pPr>
              <a:buAutoNum type="arabicPeriod"/>
            </a:pPr>
            <a:r>
              <a:rPr lang="fr-FR" sz="1200">
                <a:highlight>
                  <a:srgbClr val="FFFF00"/>
                </a:highlight>
              </a:rPr>
              <a:t>Maintenance</a:t>
            </a:r>
          </a:p>
          <a:p>
            <a:pPr>
              <a:buAutoNum type="arabicPeriod"/>
            </a:pPr>
            <a:r>
              <a:rPr lang="fr-FR" sz="1200">
                <a:highlight>
                  <a:srgbClr val="FFFF00"/>
                </a:highlight>
              </a:rPr>
              <a:t>Gestion de projets</a:t>
            </a:r>
          </a:p>
          <a:p>
            <a:pPr>
              <a:buAutoNum type="arabicPeriod"/>
            </a:pPr>
            <a:r>
              <a:rPr lang="fr-FR" sz="1200">
                <a:highlight>
                  <a:srgbClr val="FFFF00"/>
                </a:highlight>
              </a:rPr>
              <a:t>Gestion des achats</a:t>
            </a:r>
          </a:p>
          <a:p>
            <a:pPr>
              <a:buAutoNum type="arabicPeriod"/>
            </a:pPr>
            <a:r>
              <a:rPr lang="fr-FR" sz="1200">
                <a:highlight>
                  <a:srgbClr val="FFFF00"/>
                </a:highlight>
              </a:rPr>
              <a:t>Inventaire et stocks</a:t>
            </a:r>
          </a:p>
          <a:p>
            <a:pPr>
              <a:buAutoNum type="arabicPeriod"/>
            </a:pPr>
            <a:r>
              <a:rPr lang="fr-FR" sz="1200">
                <a:highlight>
                  <a:srgbClr val="FFFF00"/>
                </a:highlight>
              </a:rPr>
              <a:t>Service après-vente</a:t>
            </a:r>
          </a:p>
          <a:p>
            <a:pPr>
              <a:buAutoNum type="arabicPeriod"/>
            </a:pPr>
            <a:r>
              <a:rPr lang="fr-FR" sz="1200">
                <a:highlight>
                  <a:srgbClr val="FFFF00"/>
                </a:highlight>
              </a:rPr>
              <a:t>Finance et comptabilité</a:t>
            </a:r>
          </a:p>
          <a:p>
            <a:pPr>
              <a:buAutoNum type="arabicPeriod"/>
            </a:pPr>
            <a:r>
              <a:rPr lang="fr-FR" sz="1200">
                <a:highlight>
                  <a:srgbClr val="FFFF00"/>
                </a:highlight>
              </a:rPr>
              <a:t>Architecture technique et intégrations</a:t>
            </a:r>
            <a:endParaRPr lang="en-US" sz="1200">
              <a:highlight>
                <a:srgbClr val="FFFF00"/>
              </a:highlight>
            </a:endParaRPr>
          </a:p>
        </p:txBody>
      </p:sp>
      <p:sp>
        <p:nvSpPr>
          <p:cNvPr id="5" name="Espace réservé du texte 3">
            <a:extLst>
              <a:ext uri="{FF2B5EF4-FFF2-40B4-BE49-F238E27FC236}">
                <a16:creationId xmlns:a16="http://schemas.microsoft.com/office/drawing/2014/main" id="{1FDDD293-A90F-CAD9-B8F0-D72A9CA50DDD}"/>
              </a:ext>
            </a:extLst>
          </p:cNvPr>
          <p:cNvSpPr>
            <a:spLocks noGrp="1"/>
          </p:cNvSpPr>
          <p:nvPr>
            <p:ph type="body" sz="quarter" idx="3"/>
          </p:nvPr>
        </p:nvSpPr>
        <p:spPr/>
        <p:txBody>
          <a:bodyPr/>
          <a:lstStyle/>
          <a:p>
            <a:r>
              <a:rPr lang="fr-FR"/>
              <a:t>TEMPS PAR CONSULTANTS</a:t>
            </a:r>
            <a:endParaRPr lang="en-US"/>
          </a:p>
        </p:txBody>
      </p:sp>
      <p:sp>
        <p:nvSpPr>
          <p:cNvPr id="6" name="Espace réservé du contenu 4">
            <a:extLst>
              <a:ext uri="{FF2B5EF4-FFF2-40B4-BE49-F238E27FC236}">
                <a16:creationId xmlns:a16="http://schemas.microsoft.com/office/drawing/2014/main" id="{A158FB1A-F707-B118-E4C9-2929800F507C}"/>
              </a:ext>
            </a:extLst>
          </p:cNvPr>
          <p:cNvSpPr>
            <a:spLocks noGrp="1"/>
          </p:cNvSpPr>
          <p:nvPr>
            <p:ph sz="quarter" idx="4"/>
          </p:nvPr>
        </p:nvSpPr>
        <p:spPr>
          <a:xfrm>
            <a:off x="6309360" y="3172968"/>
            <a:ext cx="5184648" cy="1737360"/>
          </a:xfrm>
        </p:spPr>
        <p:txBody>
          <a:bodyPr/>
          <a:lstStyle/>
          <a:p>
            <a:pPr/>
            <a:r>
              <a:rPr lang="fr-FR" sz="1200"/>
              <a:t>Consultant / Développeur Odoo : </a:t>
            </a:r>
            <a:r>
              <a:rPr lang="fr-FR" sz="1200">
                <a:highlight>
                  <a:srgbClr val="FFFF00"/>
                </a:highlight>
              </a:rPr>
              <a:t>0h</a:t>
            </a:r>
            <a:endParaRPr lang="en-US" sz="1200">
              <a:highlight>
                <a:srgbClr val="FFFF00"/>
              </a:highlight>
            </a:endParaRPr>
          </a:p>
          <a:p>
            <a:pPr/>
            <a:r>
              <a:rPr lang="fr-FR" sz="1200"/>
              <a:t>Consultant / Développeur Odoo Certifié : </a:t>
            </a:r>
            <a:r>
              <a:rPr lang="fr-FR" sz="1200">
                <a:highlight>
                  <a:srgbClr val="FFFF00"/>
                </a:highlight>
              </a:rPr>
              <a:t>57h</a:t>
            </a:r>
            <a:endParaRPr lang="en-US" sz="1200">
              <a:highlight>
                <a:srgbClr val="FFFF00"/>
              </a:highlight>
            </a:endParaRPr>
          </a:p>
          <a:p>
            <a:r>
              <a:rPr lang="fr-FR" sz="1200"/>
              <a:t>Consultant / Développeur Odoo Master : </a:t>
            </a:r>
            <a:r>
              <a:rPr lang="fr-FR" sz="1200">
                <a:highlight>
                  <a:srgbClr val="FFFF00"/>
                </a:highlight>
              </a:rPr>
              <a:t>0h</a:t>
            </a:r>
            <a:endParaRPr lang="en-US" sz="1200">
              <a:highlight>
                <a:srgbClr val="FFFF00"/>
              </a:highlight>
            </a:endParaRPr>
          </a:p>
          <a:p>
            <a:r>
              <a:rPr lang="fr-FR" sz="1200"/>
              <a:t>Consultant / Développeur Odoo </a:t>
            </a:r>
            <a:r>
              <a:rPr lang="fr-FR" sz="1200"/>
              <a:t>Legend</a:t>
            </a:r>
            <a:r>
              <a:rPr lang="fr-FR" sz="1200"/>
              <a:t> : </a:t>
            </a:r>
            <a:r>
              <a:rPr lang="fr-FR" sz="1200">
                <a:highlight>
                  <a:srgbClr val="FFFF00"/>
                </a:highlight>
              </a:rPr>
              <a:t>0h</a:t>
            </a:r>
            <a:endParaRPr lang="en-US" sz="1200">
              <a:highlight>
                <a:srgbClr val="FFFF00"/>
              </a:highlight>
            </a:endParaRPr>
          </a:p>
          <a:p>
            <a:r>
              <a:rPr lang="fr-FR" sz="1200"/>
              <a:t>Frais de déplacement : </a:t>
            </a:r>
            <a:r>
              <a:rPr lang="fr-FR" sz="1200">
                <a:highlight>
                  <a:srgbClr val="FFFF00"/>
                </a:highlight>
              </a:rPr>
              <a:t>0€</a:t>
            </a:r>
            <a:endParaRPr lang="en-US" sz="1200">
              <a:highlight>
                <a:srgbClr val="FFFF00"/>
              </a:highlight>
            </a:endParaRPr>
          </a:p>
          <a:p>
            <a:endParaRPr lang="en-US" sz="1200"/>
          </a:p>
        </p:txBody>
      </p:sp>
      <p:sp>
        <p:nvSpPr>
          <p:cNvPr id="7" name="Titre 5">
            <a:extLst>
              <a:ext uri="{FF2B5EF4-FFF2-40B4-BE49-F238E27FC236}">
                <a16:creationId xmlns:a16="http://schemas.microsoft.com/office/drawing/2014/main" id="{9A6F163A-604D-346A-53DE-A6F27BFC5C5B}"/>
              </a:ext>
            </a:extLst>
          </p:cNvPr>
          <p:cNvSpPr>
            <a:spLocks noGrp="1"/>
          </p:cNvSpPr>
          <p:nvPr>
            <p:ph type="title"/>
          </p:nvPr>
        </p:nvSpPr>
        <p:spPr/>
        <p:txBody>
          <a:bodyPr/>
          <a:lstStyle/>
          <a:p>
            <a:pPr/>
            <a:r>
              <a:t>PHASE D’ANALYSE</a:t>
            </a:r>
          </a:p>
        </p:txBody>
      </p:sp>
      <p:sp>
        <p:nvSpPr>
          <p:cNvPr id="8" name="Espace réservé du texte 6">
            <a:extLst>
              <a:ext uri="{FF2B5EF4-FFF2-40B4-BE49-F238E27FC236}">
                <a16:creationId xmlns:a16="http://schemas.microsoft.com/office/drawing/2014/main" id="{4E95BD35-D21A-9D99-3C98-AC5CC0C6D2B6}"/>
              </a:ext>
            </a:extLst>
          </p:cNvPr>
          <p:cNvSpPr>
            <a:spLocks noGrp="1"/>
          </p:cNvSpPr>
          <p:nvPr>
            <p:ph type="body" sz="quarter" idx="13"/>
          </p:nvPr>
        </p:nvSpPr>
        <p:spPr/>
        <p:txBody>
          <a:bodyPr/>
          <a:lstStyle/>
          <a:p>
            <a:pPr/>
            <a:r>
              <a:t>APPROCHE BUDGÉTAIRE</a:t>
            </a:r>
            <a:endParaRPr lang="en-US"/>
          </a:p>
        </p:txBody>
      </p:sp>
      <p:grpSp>
        <p:nvGrpSpPr>
          <p:cNvPr id="9" name="Transplant"/>
          <p:cNvGrpSpPr/>
          <p:nvPr/>
        </p:nvGrpSpPr>
        <p:grpSpPr>
          <a:xfrm>
            <a:off x="8001000" y="4535824"/>
            <a:ext cx="1691640" cy="1672551"/>
            <a:chOff x="7841158" y="4226896"/>
            <a:chExt cx="2173254" cy="2148731"/>
          </a:xfrm>
        </p:grpSpPr>
        <p:sp>
          <p:nvSpPr>
            <p:cNvPr id="10" name="Espace réservé du texte 15">
              <a:extLst>
                <a:ext uri="{FF2B5EF4-FFF2-40B4-BE49-F238E27FC236}">
                  <a16:creationId xmlns:a16="http://schemas.microsoft.com/office/drawing/2014/main" id="{2683D563-3D89-E8F8-6483-ADE1E27D8BC9}"/>
                </a:ext>
              </a:extLst>
            </p:cNvPr>
            <p:cNvSpPr txBox="1">
              <a:spLocks/>
            </p:cNvSpPr>
            <p:nvPr/>
          </p:nvSpPr>
          <p:spPr>
            <a:xfrm>
              <a:off x="7841158" y="4226896"/>
              <a:ext cx="2173254" cy="2148731"/>
            </a:xfrm>
            <a:prstGeom prst="ellipse">
              <a:avLst/>
            </a:prstGeom>
            <a:gradFill rotWithShape="1">
              <a:gsLst>
                <a:gs pos="0">
                  <a:srgbClr val="BA131A"/>
                </a:gs>
                <a:gs pos="100000">
                  <a:srgbClr val="E2575D"/>
                </a:gs>
              </a:gsLst>
              <a:lin ang="2700000" scaled="1"/>
            </a:gradFill>
          </p:spPr>
          <p:txBody>
            <a:bodyPr vert="horz" lIns="91440" tIns="45720" rIns="91440" bIns="45720" rtlCol="0" anchor="ctr">
              <a:normAutofit/>
            </a:bodyPr>
            <a:lstStyle>
              <a:defPPr>
                <a:defRPr lang="en-US"/>
              </a:defPPr>
              <a:lvl1pPr marL="0" indent="0" algn="ctr" defTabSz="914400" rtl="0" eaLnBrk="1" latinLnBrk="0" hangingPunct="1">
                <a:buNone/>
                <a:defRPr sz="2802" b="1" kern="1200">
                  <a:solidFill>
                    <a:schemeClr val="bg1"/>
                  </a:solidFill>
                  <a:latin typeface="+mn-lt"/>
                  <a:ea typeface="+mn-ea"/>
                  <a:cs typeface="+mn-cs"/>
                </a:defRPr>
              </a:lvl1pPr>
              <a:lvl2pPr marL="457200" algn="l" defTabSz="914400" rtl="0" eaLnBrk="1" latinLnBrk="0" hangingPunct="1">
                <a:defRPr sz="1401" kern="1200">
                  <a:solidFill>
                    <a:schemeClr val="tx1"/>
                  </a:solidFill>
                  <a:latin typeface="+mn-lt"/>
                  <a:ea typeface="+mn-ea"/>
                  <a:cs typeface="+mn-cs"/>
                </a:defRPr>
              </a:lvl2pPr>
              <a:lvl3pPr marL="914400" algn="l" defTabSz="914400" rtl="0" eaLnBrk="1" latinLnBrk="0" hangingPunct="1">
                <a:defRPr sz="1401" kern="1200">
                  <a:solidFill>
                    <a:schemeClr val="tx1"/>
                  </a:solidFill>
                  <a:latin typeface="+mn-lt"/>
                  <a:ea typeface="+mn-ea"/>
                  <a:cs typeface="+mn-cs"/>
                </a:defRPr>
              </a:lvl3pPr>
              <a:lvl4pPr marL="1371600" algn="l" defTabSz="914400" rtl="0" eaLnBrk="1" latinLnBrk="0" hangingPunct="1">
                <a:defRPr sz="1401" kern="1200">
                  <a:solidFill>
                    <a:schemeClr val="tx1"/>
                  </a:solidFill>
                  <a:latin typeface="+mn-lt"/>
                  <a:ea typeface="+mn-ea"/>
                  <a:cs typeface="+mn-cs"/>
                </a:defRPr>
              </a:lvl4pPr>
              <a:lvl5pPr marL="1828800" algn="l" defTabSz="914400" rtl="0" eaLnBrk="1" latinLnBrk="0" hangingPunct="1">
                <a:defRPr sz="1401" kern="1200">
                  <a:solidFill>
                    <a:schemeClr val="tx1"/>
                  </a:solidFill>
                  <a:latin typeface="+mn-lt"/>
                  <a:ea typeface="+mn-ea"/>
                  <a:cs typeface="+mn-cs"/>
                </a:defRPr>
              </a:lvl5pPr>
              <a:lvl6pPr marL="2286000" algn="l" defTabSz="914400" rtl="0" eaLnBrk="1" latinLnBrk="0" hangingPunct="1">
                <a:defRPr sz="1401" kern="1200">
                  <a:solidFill>
                    <a:schemeClr val="tx1"/>
                  </a:solidFill>
                  <a:latin typeface="+mn-lt"/>
                  <a:ea typeface="+mn-ea"/>
                  <a:cs typeface="+mn-cs"/>
                </a:defRPr>
              </a:lvl6pPr>
              <a:lvl7pPr marL="2743200" algn="l" defTabSz="914400" rtl="0" eaLnBrk="1" latinLnBrk="0" hangingPunct="1">
                <a:defRPr sz="1401" kern="1200">
                  <a:solidFill>
                    <a:schemeClr val="tx1"/>
                  </a:solidFill>
                  <a:latin typeface="+mn-lt"/>
                  <a:ea typeface="+mn-ea"/>
                  <a:cs typeface="+mn-cs"/>
                </a:defRPr>
              </a:lvl7pPr>
              <a:lvl8pPr marL="3200400" algn="l" defTabSz="914400" rtl="0" eaLnBrk="1" latinLnBrk="0" hangingPunct="1">
                <a:defRPr sz="1401" kern="1200">
                  <a:solidFill>
                    <a:schemeClr val="tx1"/>
                  </a:solidFill>
                  <a:latin typeface="+mn-lt"/>
                  <a:ea typeface="+mn-ea"/>
                  <a:cs typeface="+mn-cs"/>
                </a:defRPr>
              </a:lvl8pPr>
              <a:lvl9pPr marL="3657600" algn="l" defTabSz="914400" rtl="0" eaLnBrk="1" latinLnBrk="0" hangingPunct="1">
                <a:defRPr sz="1401" kern="1200">
                  <a:solidFill>
                    <a:schemeClr val="tx1"/>
                  </a:solidFill>
                  <a:latin typeface="+mn-lt"/>
                  <a:ea typeface="+mn-ea"/>
                  <a:cs typeface="+mn-cs"/>
                </a:defRPr>
              </a:lvl9pPr>
            </a:lstStyle>
            <a:p>
              <a:r>
                <a:rPr lang="fr-FR" sz="3736" dirty="0"/>
                <a:t>57h</a:t>
              </a:r>
            </a:p>
            <a:p>
              <a:r>
                <a:rPr lang="fr-FR" dirty="0"/>
                <a:t>7410€</a:t>
              </a:r>
              <a:endParaRPr lang="en-US" dirty="0"/>
            </a:p>
          </p:txBody>
        </p:sp>
      </p:gr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space réservé du texte 1">
            <a:extLst>
              <a:ext uri="{FF2B5EF4-FFF2-40B4-BE49-F238E27FC236}">
                <a16:creationId xmlns:a16="http://schemas.microsoft.com/office/drawing/2014/main" id="{D12C21EB-0CA5-894B-552B-60E24137435B}"/>
              </a:ext>
            </a:extLst>
          </p:cNvPr>
          <p:cNvSpPr>
            <a:spLocks noGrp="1"/>
          </p:cNvSpPr>
          <p:nvPr>
            <p:ph type="body" idx="1"/>
          </p:nvPr>
        </p:nvSpPr>
        <p:spPr/>
        <p:txBody>
          <a:bodyPr/>
          <a:lstStyle/>
          <a:p>
            <a:r>
              <a:rPr lang="fr-FR"/>
              <a:t>PLANNING</a:t>
            </a:r>
            <a:endParaRPr lang="en-US"/>
          </a:p>
        </p:txBody>
      </p:sp>
      <p:sp>
        <p:nvSpPr>
          <p:cNvPr id="3" name="Espace réservé du contenu 2">
            <a:extLst>
              <a:ext uri="{FF2B5EF4-FFF2-40B4-BE49-F238E27FC236}">
                <a16:creationId xmlns:a16="http://schemas.microsoft.com/office/drawing/2014/main" id="{982DC027-04A8-6ACB-7C11-517E0A250DF2}"/>
              </a:ext>
            </a:extLst>
          </p:cNvPr>
          <p:cNvSpPr>
            <a:spLocks noGrp="1"/>
          </p:cNvSpPr>
          <p:nvPr>
            <p:ph sz="half" idx="2"/>
          </p:nvPr>
        </p:nvSpPr>
        <p:spPr/>
        <p:txBody>
          <a:bodyPr/>
          <a:lstStyle/>
          <a:p>
            <a:r>
              <a:rPr lang="fr-FR">
                <a:highlight>
                  <a:srgbClr val="FFFF00"/>
                </a:highlight>
              </a:rPr>
              <a:t>Février : Analyse</a:t>
            </a:r>
          </a:p>
          <a:p>
            <a:r>
              <a:rPr lang="fr-FR">
                <a:highlight>
                  <a:srgbClr val="FFFF00"/>
                </a:highlight>
              </a:rPr>
              <a:t>Mars - Mai: Implémentation</a:t>
            </a:r>
          </a:p>
          <a:p>
            <a:r>
              <a:rPr lang="fr-FR">
                <a:highlight>
                  <a:srgbClr val="FFFF00"/>
                </a:highlight>
              </a:rPr>
              <a:t>Juin  : Validation / Formation</a:t>
            </a:r>
          </a:p>
          <a:p>
            <a:r>
              <a:rPr lang="fr-FR">
                <a:highlight>
                  <a:srgbClr val="FFFF00"/>
                </a:highlight>
              </a:rPr>
              <a:t>Juillet : Mise en production</a:t>
            </a:r>
          </a:p>
          <a:p>
            <a:endParaRPr lang="en-US"/>
          </a:p>
        </p:txBody>
      </p:sp>
      <p:sp>
        <p:nvSpPr>
          <p:cNvPr id="4" name="Espace réservé du texte 3">
            <a:extLst>
              <a:ext uri="{FF2B5EF4-FFF2-40B4-BE49-F238E27FC236}">
                <a16:creationId xmlns:a16="http://schemas.microsoft.com/office/drawing/2014/main" id="{1FDDD293-A90F-CAD9-B8F0-D72A9CA50DDD}"/>
              </a:ext>
            </a:extLst>
          </p:cNvPr>
          <p:cNvSpPr>
            <a:spLocks noGrp="1"/>
          </p:cNvSpPr>
          <p:nvPr>
            <p:ph type="body" sz="quarter" idx="3"/>
          </p:nvPr>
        </p:nvSpPr>
        <p:spPr/>
        <p:txBody>
          <a:bodyPr/>
          <a:lstStyle/>
          <a:p>
            <a:r>
              <a:rPr lang="fr-FR"/>
              <a:t>BUDGET IMPLÉMENTATION</a:t>
            </a:r>
            <a:endParaRPr lang="en-US"/>
          </a:p>
        </p:txBody>
      </p:sp>
      <p:sp>
        <p:nvSpPr>
          <p:cNvPr id="5" name="Espace réservé du contenu 4">
            <a:extLst>
              <a:ext uri="{FF2B5EF4-FFF2-40B4-BE49-F238E27FC236}">
                <a16:creationId xmlns:a16="http://schemas.microsoft.com/office/drawing/2014/main" id="{A158FB1A-F707-B118-E4C9-2929800F507C}"/>
              </a:ext>
            </a:extLst>
          </p:cNvPr>
          <p:cNvSpPr>
            <a:spLocks noGrp="1"/>
          </p:cNvSpPr>
          <p:nvPr>
            <p:ph sz="quarter" idx="4"/>
          </p:nvPr>
        </p:nvSpPr>
        <p:spPr/>
        <p:txBody>
          <a:bodyPr/>
          <a:lstStyle/>
          <a:p>
            <a:r>
              <a:rPr lang="fr-FR">
                <a:highlight>
                  <a:srgbClr val="FFFF00"/>
                </a:highlight>
              </a:rPr>
              <a:t>250-350h</a:t>
            </a:r>
          </a:p>
          <a:p>
            <a:r>
              <a:rPr lang="fr-FR">
                <a:highlight>
                  <a:srgbClr val="FFFF00"/>
                </a:highlight>
              </a:rPr>
              <a:t>8-12K€ par mois sur 7-8 mois</a:t>
            </a:r>
          </a:p>
          <a:p>
            <a:endParaRPr lang="en-US"/>
          </a:p>
        </p:txBody>
      </p:sp>
      <p:sp>
        <p:nvSpPr>
          <p:cNvPr id="6" name="Titre 5">
            <a:extLst>
              <a:ext uri="{FF2B5EF4-FFF2-40B4-BE49-F238E27FC236}">
                <a16:creationId xmlns:a16="http://schemas.microsoft.com/office/drawing/2014/main" id="{9A6F163A-604D-346A-53DE-A6F27BFC5C5B}"/>
              </a:ext>
            </a:extLst>
          </p:cNvPr>
          <p:cNvSpPr>
            <a:spLocks noGrp="1"/>
          </p:cNvSpPr>
          <p:nvPr>
            <p:ph type="title"/>
          </p:nvPr>
        </p:nvSpPr>
        <p:spPr/>
        <p:txBody>
          <a:bodyPr/>
          <a:lstStyle/>
          <a:p>
            <a:pPr/>
            <a:r>
              <a:t>IMPLÉMENTATION</a:t>
            </a:r>
          </a:p>
        </p:txBody>
      </p:sp>
      <p:sp>
        <p:nvSpPr>
          <p:cNvPr id="7" name="Espace réservé du texte 6">
            <a:extLst>
              <a:ext uri="{FF2B5EF4-FFF2-40B4-BE49-F238E27FC236}">
                <a16:creationId xmlns:a16="http://schemas.microsoft.com/office/drawing/2014/main" id="{4E95BD35-D21A-9D99-3C98-AC5CC0C6D2B6}"/>
              </a:ext>
            </a:extLst>
          </p:cNvPr>
          <p:cNvSpPr>
            <a:spLocks noGrp="1"/>
          </p:cNvSpPr>
          <p:nvPr>
            <p:ph type="body" sz="quarter" idx="13"/>
          </p:nvPr>
        </p:nvSpPr>
        <p:spPr/>
        <p:txBody>
          <a:bodyPr/>
          <a:lstStyle/>
          <a:p>
            <a:pPr/>
            <a:r>
              <a:t>APPROCHE BUDGÉTAIRE</a:t>
            </a:r>
            <a:endParaRPr lang="en-US"/>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gradFill rotWithShape="1">
          <a:gsLst>
            <a:gs pos="0">
              <a:srgbClr val="BA131A"/>
            </a:gs>
            <a:gs pos="100000">
              <a:srgbClr val="E2575D"/>
            </a:gs>
          </a:gsLst>
          <a:lin ang="2700000" scaled="1"/>
        </a:gradFill>
        <a:effectLst/>
      </p:bgPr>
    </p:bg>
    <p:spTree>
      <p:nvGrpSpPr>
        <p:cNvPr id="2" name=""/>
        <p:cNvGrpSpPr/>
        <p:nvPr/>
      </p:nvGrpSpPr>
      <p:grpSpPr/>
      <p:grpSp>
        <p:nvGrpSpPr>
          <p:cNvPr id="3" name="Transplant"/>
          <p:cNvGrpSpPr/>
          <p:nvPr/>
        </p:nvGrpSpPr>
        <p:grpSpPr>
          <a:xfrm>
            <a:off x="436799" y="1402915"/>
            <a:ext cx="11080346" cy="5285535"/>
            <a:chOff x="436799" y="1402915"/>
            <a:chExt cx="11080346" cy="5285535"/>
          </a:xfrm>
        </p:grpSpPr>
        <p:sp>
          <p:nvSpPr>
            <p:cNvPr id="4" name="ZoneTexte 9">
              <a:extLst>
                <a:ext uri="{FF2B5EF4-FFF2-40B4-BE49-F238E27FC236}">
                  <a16:creationId xmlns:a16="http://schemas.microsoft.com/office/drawing/2014/main" id="{1E9BADD3-F726-6EC9-358C-4FB92CF7E811}"/>
                </a:ext>
              </a:extLst>
            </p:cNvPr>
            <p:cNvSpPr txBox="1"/>
            <p:nvPr/>
          </p:nvSpPr>
          <p:spPr>
            <a:xfrm>
              <a:off x="1377864" y="1402915"/>
              <a:ext cx="3106454" cy="1077218"/>
            </a:xfrm>
            <a:prstGeom prst="rect">
              <a:avLst/>
            </a:prstGeom>
            <a:noFill/>
          </p:spPr>
          <p:txBody>
            <a:bodyPr wrap="square" rtlCol="0">
              <a:spAutoFit/>
            </a:bodyPr>
            <a:lstStyle/>
            <a:p>
              <a:pPr algn="ctr"/>
              <a:r>
                <a:rPr lang="fr-FR" sz="3200" b="1">
                  <a:solidFill>
                    <a:schemeClr val="bg1"/>
                  </a:solidFill>
                </a:rPr>
                <a:t>LE BON </a:t>
              </a:r>
            </a:p>
            <a:p>
              <a:pPr algn="ctr"/>
              <a:r>
                <a:rPr lang="fr-FR" sz="3200" b="1">
                  <a:solidFill>
                    <a:schemeClr val="bg1"/>
                  </a:solidFill>
                </a:rPr>
                <a:t>INTÉGRATEUR</a:t>
              </a:r>
            </a:p>
          </p:txBody>
        </p:sp>
        <p:sp>
          <p:nvSpPr>
            <p:cNvPr id="5" name="ZoneTexte 10">
              <a:extLst>
                <a:ext uri="{FF2B5EF4-FFF2-40B4-BE49-F238E27FC236}">
                  <a16:creationId xmlns:a16="http://schemas.microsoft.com/office/drawing/2014/main" id="{71854D27-5413-7D99-9FD9-1F3D85361554}"/>
                </a:ext>
              </a:extLst>
            </p:cNvPr>
            <p:cNvSpPr txBox="1"/>
            <p:nvPr/>
          </p:nvSpPr>
          <p:spPr>
            <a:xfrm>
              <a:off x="7170923" y="1402915"/>
              <a:ext cx="4346222" cy="1077218"/>
            </a:xfrm>
            <a:prstGeom prst="rect">
              <a:avLst/>
            </a:prstGeom>
            <a:noFill/>
          </p:spPr>
          <p:txBody>
            <a:bodyPr wrap="square" rtlCol="0">
              <a:spAutoFit/>
            </a:bodyPr>
            <a:lstStyle/>
            <a:p>
              <a:pPr algn="ctr"/>
              <a:r>
                <a:rPr lang="fr-FR" sz="3200" b="1">
                  <a:solidFill>
                    <a:schemeClr val="bg1"/>
                  </a:solidFill>
                </a:rPr>
                <a:t>AVEC LA BONNE SOLUTION</a:t>
              </a:r>
            </a:p>
          </p:txBody>
        </p:sp>
        <p:grpSp>
          <p:nvGrpSpPr>
            <p:cNvPr id="6" name="Groupe 11">
              <a:extLst>
                <a:ext uri="{FF2B5EF4-FFF2-40B4-BE49-F238E27FC236}">
                  <a16:creationId xmlns:a16="http://schemas.microsoft.com/office/drawing/2014/main" id="{1E7BC3D3-1736-FFB1-7735-EDF1B080DE28}"/>
                </a:ext>
              </a:extLst>
            </p:cNvPr>
            <p:cNvGrpSpPr/>
            <p:nvPr/>
          </p:nvGrpSpPr>
          <p:grpSpPr>
            <a:xfrm>
              <a:off x="7518400" y="2970330"/>
              <a:ext cx="3660092" cy="1540950"/>
              <a:chOff x="5974532" y="4919498"/>
              <a:chExt cx="4983886" cy="2098286"/>
            </a:xfrm>
          </p:grpSpPr>
          <p:sp>
            <p:nvSpPr>
              <p:cNvPr id="7" name="Freeform 4">
                <a:extLst>
                  <a:ext uri="{FF2B5EF4-FFF2-40B4-BE49-F238E27FC236}">
                    <a16:creationId xmlns:a16="http://schemas.microsoft.com/office/drawing/2014/main" id="{AA3335E7-2BD0-3815-8123-8E40997C36AD}"/>
                  </a:ext>
                </a:extLst>
              </p:cNvPr>
              <p:cNvSpPr/>
              <p:nvPr/>
            </p:nvSpPr>
            <p:spPr>
              <a:xfrm>
                <a:off x="5974532" y="6085152"/>
                <a:ext cx="4983886" cy="932632"/>
              </a:xfrm>
              <a:custGeom>
                <a:avLst/>
                <a:gdLst/>
                <a:ahLst/>
                <a:cxnLst/>
                <a:rect l="l" t="t" r="r" b="b"/>
                <a:pathLst>
                  <a:path w="4983886" h="932632">
                    <a:moveTo>
                      <a:pt x="0" y="0"/>
                    </a:moveTo>
                    <a:lnTo>
                      <a:pt x="4983887" y="0"/>
                    </a:lnTo>
                    <a:lnTo>
                      <a:pt x="4983887" y="932632"/>
                    </a:lnTo>
                    <a:lnTo>
                      <a:pt x="0" y="932632"/>
                    </a:lnTo>
                    <a:lnTo>
                      <a:pt x="0" y="0"/>
                    </a:lnTo>
                    <a:close/>
                  </a:path>
                </a:pathLst>
              </a:custGeom>
              <a:blipFill>
                <a:blip r:embed="rId2"/>
                <a:stretch>
                  <a:fillRect t="-166812"/>
                </a:stretch>
              </a:blipFill>
            </p:spPr>
            <p:txBody>
              <a:bodyPr/>
              <a:lstStyle/>
              <a:p>
                <a:endParaRPr lang="fr-FR" sz="800"/>
              </a:p>
            </p:txBody>
          </p:sp>
          <p:sp>
            <p:nvSpPr>
              <p:cNvPr id="8" name="Freeform 6">
                <a:extLst>
                  <a:ext uri="{FF2B5EF4-FFF2-40B4-BE49-F238E27FC236}">
                    <a16:creationId xmlns:a16="http://schemas.microsoft.com/office/drawing/2014/main" id="{8FE09EFB-35A0-DDD2-701D-AFCB9114486B}"/>
                  </a:ext>
                </a:extLst>
              </p:cNvPr>
              <p:cNvSpPr/>
              <p:nvPr/>
            </p:nvSpPr>
            <p:spPr>
              <a:xfrm>
                <a:off x="6705600" y="4919498"/>
                <a:ext cx="3509734" cy="1105566"/>
              </a:xfrm>
              <a:custGeom>
                <a:avLst/>
                <a:gdLst/>
                <a:ahLst/>
                <a:cxnLst/>
                <a:rect l="l" t="t" r="r" b="b"/>
                <a:pathLst>
                  <a:path w="3509734" h="1105566">
                    <a:moveTo>
                      <a:pt x="0" y="0"/>
                    </a:moveTo>
                    <a:lnTo>
                      <a:pt x="3509734" y="0"/>
                    </a:lnTo>
                    <a:lnTo>
                      <a:pt x="3509734" y="1105566"/>
                    </a:lnTo>
                    <a:lnTo>
                      <a:pt x="0" y="1105566"/>
                    </a:lnTo>
                    <a:lnTo>
                      <a:pt x="0" y="0"/>
                    </a:lnTo>
                    <a:close/>
                  </a:path>
                </a:pathLst>
              </a:custGeom>
              <a:blipFill>
                <a:blip r:embed="rId3"/>
                <a:stretch>
                  <a:fillRect/>
                </a:stretch>
              </a:blipFill>
            </p:spPr>
            <p:txBody>
              <a:bodyPr/>
              <a:lstStyle/>
              <a:p>
                <a:endParaRPr lang="fr-FR" sz="800"/>
              </a:p>
            </p:txBody>
          </p:sp>
        </p:grpSp>
        <p:pic>
          <p:nvPicPr>
            <p:cNvPr id="9" name="Graphique 14">
              <a:extLst>
                <a:ext uri="{FF2B5EF4-FFF2-40B4-BE49-F238E27FC236}">
                  <a16:creationId xmlns:a16="http://schemas.microsoft.com/office/drawing/2014/main" id="{7D543B67-CB66-AEA3-E877-2615C50C487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6799" y="2970330"/>
              <a:ext cx="5372260" cy="895377"/>
            </a:xfrm>
            <a:prstGeom prst="rect">
              <a:avLst/>
            </a:prstGeom>
          </p:spPr>
        </p:pic>
        <p:sp>
          <p:nvSpPr>
            <p:cNvPr id="10" name="Freeform 5">
              <a:extLst>
                <a:ext uri="{FF2B5EF4-FFF2-40B4-BE49-F238E27FC236}">
                  <a16:creationId xmlns:a16="http://schemas.microsoft.com/office/drawing/2014/main" id="{7A67820E-50F4-92C3-18A9-33CACC7EDBF4}"/>
                </a:ext>
              </a:extLst>
            </p:cNvPr>
            <p:cNvSpPr/>
            <p:nvPr/>
          </p:nvSpPr>
          <p:spPr>
            <a:xfrm>
              <a:off x="1440168" y="4488569"/>
              <a:ext cx="9311664" cy="2199881"/>
            </a:xfrm>
            <a:custGeom>
              <a:avLst/>
              <a:gdLst/>
              <a:ahLst/>
              <a:cxnLst/>
              <a:rect l="l" t="t" r="r" b="b"/>
              <a:pathLst>
                <a:path w="7403402" h="1749054">
                  <a:moveTo>
                    <a:pt x="0" y="0"/>
                  </a:moveTo>
                  <a:lnTo>
                    <a:pt x="7403402" y="0"/>
                  </a:lnTo>
                  <a:lnTo>
                    <a:pt x="7403402" y="1749054"/>
                  </a:lnTo>
                  <a:lnTo>
                    <a:pt x="0" y="17490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fr-FR" sz="800"/>
            </a:p>
          </p:txBody>
        </p:sp>
      </p:gr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Espace réservé du texte 12">
            <a:extLst>
              <a:ext uri="{FF2B5EF4-FFF2-40B4-BE49-F238E27FC236}">
                <a16:creationId xmlns:a16="http://schemas.microsoft.com/office/drawing/2014/main" id="{81816DE9-198C-02B0-465B-36E291BA7E5F}"/>
              </a:ext>
            </a:extLst>
          </p:cNvPr>
          <p:cNvSpPr txBox="1">
            <a:spLocks/>
          </p:cNvSpPr>
          <p:nvPr/>
        </p:nvSpPr>
        <p:spPr>
          <a:xfrm>
            <a:off x="876000" y="4284440"/>
            <a:ext cx="2172000" cy="252047"/>
          </a:xfrm>
          <a:prstGeom prst="rect">
            <a:avLst/>
          </a:prstGeom>
        </p:spPr>
        <p:txBody>
          <a:bodyPr anchor="ctr" anchorCtr="0">
            <a:noAutofit/>
          </a:bodyPr>
          <a:lstStyle>
            <a:lvl1pPr marL="0" indent="0" algn="l" defTabSz="914400" rtl="0" eaLnBrk="1" latinLnBrk="0" hangingPunct="1">
              <a:lnSpc>
                <a:spcPct val="90000"/>
              </a:lnSpc>
              <a:spcBef>
                <a:spcPts val="1000"/>
              </a:spcBef>
              <a:buClr>
                <a:schemeClr val="accent2"/>
              </a:buClr>
              <a:buFont typeface="Arial" panose="020B0604020202020204" pitchFamily="34" charset="0"/>
              <a:buNone/>
              <a:defRPr sz="20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2"/>
              </a:buClr>
              <a:buFont typeface="Aptos" panose="020B00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ptos" panose="020B00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dirty="0"/>
              <a:t>Amérique du Nord</a:t>
            </a:r>
          </a:p>
        </p:txBody>
      </p:sp>
      <p:sp>
        <p:nvSpPr>
          <p:cNvPr id="7" name="Espace réservé du texte 12">
            <a:extLst>
              <a:ext uri="{FF2B5EF4-FFF2-40B4-BE49-F238E27FC236}">
                <a16:creationId xmlns:a16="http://schemas.microsoft.com/office/drawing/2014/main" id="{457D996F-C15B-8011-5C30-27AC25DFA64A}"/>
              </a:ext>
            </a:extLst>
          </p:cNvPr>
          <p:cNvSpPr txBox="1">
            <a:spLocks/>
          </p:cNvSpPr>
          <p:nvPr/>
        </p:nvSpPr>
        <p:spPr>
          <a:xfrm>
            <a:off x="9156000" y="4284440"/>
            <a:ext cx="2172000" cy="252047"/>
          </a:xfrm>
          <a:prstGeom prst="rect">
            <a:avLst/>
          </a:prstGeom>
        </p:spPr>
        <p:txBody>
          <a:bodyPr anchor="ctr" anchorCtr="0">
            <a:noAutofit/>
          </a:bodyPr>
          <a:lstStyle>
            <a:lvl1pPr marL="0" indent="0" algn="l" defTabSz="914400" rtl="0" eaLnBrk="1" latinLnBrk="0" hangingPunct="1">
              <a:lnSpc>
                <a:spcPct val="90000"/>
              </a:lnSpc>
              <a:spcBef>
                <a:spcPts val="1000"/>
              </a:spcBef>
              <a:buClr>
                <a:schemeClr val="accent2"/>
              </a:buClr>
              <a:buFont typeface="Arial" panose="020B0604020202020204" pitchFamily="34" charset="0"/>
              <a:buNone/>
              <a:defRPr sz="20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2"/>
              </a:buClr>
              <a:buFont typeface="Aptos" panose="020B00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ptos" panose="020B00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dirty="0"/>
              <a:t>Africa</a:t>
            </a:r>
          </a:p>
        </p:txBody>
      </p:sp>
      <p:sp>
        <p:nvSpPr>
          <p:cNvPr id="9" name="Espace réservé du texte 12">
            <a:extLst>
              <a:ext uri="{FF2B5EF4-FFF2-40B4-BE49-F238E27FC236}">
                <a16:creationId xmlns:a16="http://schemas.microsoft.com/office/drawing/2014/main" id="{E43D77EA-4256-2284-3A6F-C1B7E04234BA}"/>
              </a:ext>
            </a:extLst>
          </p:cNvPr>
          <p:cNvSpPr txBox="1">
            <a:spLocks/>
          </p:cNvSpPr>
          <p:nvPr/>
        </p:nvSpPr>
        <p:spPr>
          <a:xfrm>
            <a:off x="3653612" y="4284440"/>
            <a:ext cx="2172000" cy="252047"/>
          </a:xfrm>
          <a:prstGeom prst="rect">
            <a:avLst/>
          </a:prstGeom>
        </p:spPr>
        <p:txBody>
          <a:bodyPr anchor="ctr" anchorCtr="0">
            <a:noAutofit/>
          </a:bodyPr>
          <a:lstStyle>
            <a:lvl1pPr marL="0" indent="0" algn="l" defTabSz="914400" rtl="0" eaLnBrk="1" latinLnBrk="0" hangingPunct="1">
              <a:lnSpc>
                <a:spcPct val="90000"/>
              </a:lnSpc>
              <a:spcBef>
                <a:spcPts val="1000"/>
              </a:spcBef>
              <a:buClr>
                <a:schemeClr val="accent2"/>
              </a:buClr>
              <a:buFont typeface="Arial" panose="020B0604020202020204" pitchFamily="34" charset="0"/>
              <a:buNone/>
              <a:defRPr sz="20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2"/>
              </a:buClr>
              <a:buFont typeface="Aptos" panose="020B00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ptos" panose="020B00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dirty="0"/>
              <a:t>Europe</a:t>
            </a:r>
          </a:p>
        </p:txBody>
      </p:sp>
      <p:sp>
        <p:nvSpPr>
          <p:cNvPr id="11" name="Espace réservé du texte 12">
            <a:extLst>
              <a:ext uri="{FF2B5EF4-FFF2-40B4-BE49-F238E27FC236}">
                <a16:creationId xmlns:a16="http://schemas.microsoft.com/office/drawing/2014/main" id="{4F32EC22-3C94-25EF-F630-CC1FCBD6D56E}"/>
              </a:ext>
            </a:extLst>
          </p:cNvPr>
          <p:cNvSpPr txBox="1">
            <a:spLocks/>
          </p:cNvSpPr>
          <p:nvPr/>
        </p:nvSpPr>
        <p:spPr>
          <a:xfrm>
            <a:off x="6378388" y="4284440"/>
            <a:ext cx="2172000" cy="252047"/>
          </a:xfrm>
          <a:prstGeom prst="rect">
            <a:avLst/>
          </a:prstGeom>
        </p:spPr>
        <p:txBody>
          <a:bodyPr anchor="ctr" anchorCtr="0">
            <a:noAutofit/>
          </a:bodyPr>
          <a:lstStyle>
            <a:lvl1pPr marL="0" indent="0" algn="l" defTabSz="914400" rtl="0" eaLnBrk="1" latinLnBrk="0" hangingPunct="1">
              <a:lnSpc>
                <a:spcPct val="90000"/>
              </a:lnSpc>
              <a:spcBef>
                <a:spcPts val="1000"/>
              </a:spcBef>
              <a:buClr>
                <a:schemeClr val="accent2"/>
              </a:buClr>
              <a:buFont typeface="Arial" panose="020B0604020202020204" pitchFamily="34" charset="0"/>
              <a:buNone/>
              <a:defRPr sz="20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2"/>
              </a:buClr>
              <a:buFont typeface="Aptos" panose="020B00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ptos" panose="020B00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dirty="0"/>
              <a:t>Asie</a:t>
            </a:r>
          </a:p>
        </p:txBody>
      </p:sp>
      <p:sp>
        <p:nvSpPr>
          <p:cNvPr id="13" name="Rectangle : coins arrondis 12">
            <a:extLst>
              <a:ext uri="{FF2B5EF4-FFF2-40B4-BE49-F238E27FC236}">
                <a16:creationId xmlns:a16="http://schemas.microsoft.com/office/drawing/2014/main" id="{A8013B8D-A54F-AF00-46AA-47E598846F99}"/>
              </a:ext>
            </a:extLst>
          </p:cNvPr>
          <p:cNvSpPr/>
          <p:nvPr/>
        </p:nvSpPr>
        <p:spPr>
          <a:xfrm>
            <a:off x="3653612" y="5402420"/>
            <a:ext cx="1173865"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Luxembourg</a:t>
            </a:r>
            <a:endParaRPr lang="en-US" sz="1050" dirty="0">
              <a:solidFill>
                <a:schemeClr val="bg1"/>
              </a:solidFill>
            </a:endParaRPr>
          </a:p>
        </p:txBody>
      </p:sp>
      <p:sp>
        <p:nvSpPr>
          <p:cNvPr id="15" name="Rectangle : coins arrondis 14">
            <a:extLst>
              <a:ext uri="{FF2B5EF4-FFF2-40B4-BE49-F238E27FC236}">
                <a16:creationId xmlns:a16="http://schemas.microsoft.com/office/drawing/2014/main" id="{154685C5-8A91-047A-F5C0-68DE9ECA1036}"/>
              </a:ext>
            </a:extLst>
          </p:cNvPr>
          <p:cNvSpPr/>
          <p:nvPr/>
        </p:nvSpPr>
        <p:spPr>
          <a:xfrm>
            <a:off x="3653611" y="4616126"/>
            <a:ext cx="858099"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France</a:t>
            </a:r>
            <a:endParaRPr lang="en-US" sz="1050" dirty="0">
              <a:solidFill>
                <a:schemeClr val="bg1"/>
              </a:solidFill>
            </a:endParaRPr>
          </a:p>
        </p:txBody>
      </p:sp>
      <p:sp>
        <p:nvSpPr>
          <p:cNvPr id="17" name="Rectangle : coins arrondis 16">
            <a:extLst>
              <a:ext uri="{FF2B5EF4-FFF2-40B4-BE49-F238E27FC236}">
                <a16:creationId xmlns:a16="http://schemas.microsoft.com/office/drawing/2014/main" id="{92119A93-3DAF-DD5E-BC7F-7DB606A91FF6}"/>
              </a:ext>
            </a:extLst>
          </p:cNvPr>
          <p:cNvSpPr/>
          <p:nvPr/>
        </p:nvSpPr>
        <p:spPr>
          <a:xfrm>
            <a:off x="3653610" y="5989207"/>
            <a:ext cx="858100"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Suisse</a:t>
            </a:r>
            <a:endParaRPr lang="en-US" sz="1050" dirty="0">
              <a:solidFill>
                <a:schemeClr val="bg1"/>
              </a:solidFill>
            </a:endParaRPr>
          </a:p>
        </p:txBody>
      </p:sp>
      <p:sp>
        <p:nvSpPr>
          <p:cNvPr id="19" name="Rectangle : coins arrondis 18">
            <a:extLst>
              <a:ext uri="{FF2B5EF4-FFF2-40B4-BE49-F238E27FC236}">
                <a16:creationId xmlns:a16="http://schemas.microsoft.com/office/drawing/2014/main" id="{58D1FA78-D9D3-70AE-E870-D1D3AA158451}"/>
              </a:ext>
            </a:extLst>
          </p:cNvPr>
          <p:cNvSpPr/>
          <p:nvPr/>
        </p:nvSpPr>
        <p:spPr>
          <a:xfrm>
            <a:off x="9156000" y="4616126"/>
            <a:ext cx="1163657"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Madagascar</a:t>
            </a:r>
            <a:endParaRPr lang="en-US" sz="1050" dirty="0">
              <a:solidFill>
                <a:schemeClr val="bg1"/>
              </a:solidFill>
            </a:endParaRPr>
          </a:p>
        </p:txBody>
      </p:sp>
      <p:sp>
        <p:nvSpPr>
          <p:cNvPr id="21" name="Rectangle : coins arrondis 20">
            <a:extLst>
              <a:ext uri="{FF2B5EF4-FFF2-40B4-BE49-F238E27FC236}">
                <a16:creationId xmlns:a16="http://schemas.microsoft.com/office/drawing/2014/main" id="{5DE0B9EF-081B-59D7-1AF1-DDB13D129837}"/>
              </a:ext>
            </a:extLst>
          </p:cNvPr>
          <p:cNvSpPr/>
          <p:nvPr/>
        </p:nvSpPr>
        <p:spPr>
          <a:xfrm>
            <a:off x="3653611" y="4901896"/>
            <a:ext cx="759768"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Chambéry</a:t>
            </a:r>
            <a:endParaRPr lang="en-US" sz="800" dirty="0"/>
          </a:p>
        </p:txBody>
      </p:sp>
      <p:sp>
        <p:nvSpPr>
          <p:cNvPr id="23" name="Rectangle : coins arrondis 22">
            <a:extLst>
              <a:ext uri="{FF2B5EF4-FFF2-40B4-BE49-F238E27FC236}">
                <a16:creationId xmlns:a16="http://schemas.microsoft.com/office/drawing/2014/main" id="{9A775F6C-218B-08A4-FB00-7C8D9EB2C688}"/>
              </a:ext>
            </a:extLst>
          </p:cNvPr>
          <p:cNvSpPr/>
          <p:nvPr/>
        </p:nvSpPr>
        <p:spPr>
          <a:xfrm>
            <a:off x="4443726" y="4901896"/>
            <a:ext cx="759769"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Toulouse</a:t>
            </a:r>
            <a:endParaRPr lang="en-US" sz="800" dirty="0"/>
          </a:p>
        </p:txBody>
      </p:sp>
      <p:sp>
        <p:nvSpPr>
          <p:cNvPr id="25" name="Rectangle : coins arrondis 24">
            <a:extLst>
              <a:ext uri="{FF2B5EF4-FFF2-40B4-BE49-F238E27FC236}">
                <a16:creationId xmlns:a16="http://schemas.microsoft.com/office/drawing/2014/main" id="{C07AF97E-044D-B5F9-7CA9-142F76217D0F}"/>
              </a:ext>
            </a:extLst>
          </p:cNvPr>
          <p:cNvSpPr/>
          <p:nvPr/>
        </p:nvSpPr>
        <p:spPr>
          <a:xfrm>
            <a:off x="5233843" y="4901896"/>
            <a:ext cx="591770"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Angers</a:t>
            </a:r>
            <a:endParaRPr lang="en-US" sz="800" dirty="0"/>
          </a:p>
        </p:txBody>
      </p:sp>
      <p:sp>
        <p:nvSpPr>
          <p:cNvPr id="27" name="Rectangle : coins arrondis 26">
            <a:extLst>
              <a:ext uri="{FF2B5EF4-FFF2-40B4-BE49-F238E27FC236}">
                <a16:creationId xmlns:a16="http://schemas.microsoft.com/office/drawing/2014/main" id="{E4F67C5C-3C25-4DC2-7095-59BD1CD34B52}"/>
              </a:ext>
            </a:extLst>
          </p:cNvPr>
          <p:cNvSpPr/>
          <p:nvPr/>
        </p:nvSpPr>
        <p:spPr>
          <a:xfrm>
            <a:off x="3653609" y="5101403"/>
            <a:ext cx="928439"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Valenciennes</a:t>
            </a:r>
            <a:endParaRPr lang="en-US" sz="800" dirty="0"/>
          </a:p>
        </p:txBody>
      </p:sp>
      <p:sp>
        <p:nvSpPr>
          <p:cNvPr id="29" name="Rectangle : coins arrondis 28">
            <a:extLst>
              <a:ext uri="{FF2B5EF4-FFF2-40B4-BE49-F238E27FC236}">
                <a16:creationId xmlns:a16="http://schemas.microsoft.com/office/drawing/2014/main" id="{2B426AC1-49C2-8EA6-1CAC-CEDB765C1003}"/>
              </a:ext>
            </a:extLst>
          </p:cNvPr>
          <p:cNvSpPr/>
          <p:nvPr/>
        </p:nvSpPr>
        <p:spPr>
          <a:xfrm>
            <a:off x="3653610" y="5683198"/>
            <a:ext cx="1375589"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Esch-sur-Alzette, </a:t>
            </a:r>
            <a:r>
              <a:rPr lang="fr-FR" sz="800" dirty="0" err="1"/>
              <a:t>Belvaux</a:t>
            </a:r>
            <a:endParaRPr lang="en-US" sz="800" dirty="0"/>
          </a:p>
        </p:txBody>
      </p:sp>
      <p:sp>
        <p:nvSpPr>
          <p:cNvPr id="31" name="Rectangle : coins arrondis 30">
            <a:extLst>
              <a:ext uri="{FF2B5EF4-FFF2-40B4-BE49-F238E27FC236}">
                <a16:creationId xmlns:a16="http://schemas.microsoft.com/office/drawing/2014/main" id="{DC68E38B-3AD8-5D7E-5386-14F6AA146CE3}"/>
              </a:ext>
            </a:extLst>
          </p:cNvPr>
          <p:cNvSpPr/>
          <p:nvPr/>
        </p:nvSpPr>
        <p:spPr>
          <a:xfrm>
            <a:off x="3653610" y="6271784"/>
            <a:ext cx="585015"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a:t>Genève </a:t>
            </a:r>
            <a:endParaRPr lang="en-US" sz="800" dirty="0"/>
          </a:p>
        </p:txBody>
      </p:sp>
      <p:sp>
        <p:nvSpPr>
          <p:cNvPr id="33" name="Rectangle : coins arrondis 32">
            <a:extLst>
              <a:ext uri="{FF2B5EF4-FFF2-40B4-BE49-F238E27FC236}">
                <a16:creationId xmlns:a16="http://schemas.microsoft.com/office/drawing/2014/main" id="{B2851C27-E681-CC98-8D70-9231F17DFBC9}"/>
              </a:ext>
            </a:extLst>
          </p:cNvPr>
          <p:cNvSpPr/>
          <p:nvPr/>
        </p:nvSpPr>
        <p:spPr>
          <a:xfrm>
            <a:off x="866459" y="4619319"/>
            <a:ext cx="1090930"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United States</a:t>
            </a:r>
            <a:endParaRPr lang="en-US" sz="1050" dirty="0">
              <a:solidFill>
                <a:schemeClr val="bg1"/>
              </a:solidFill>
            </a:endParaRPr>
          </a:p>
        </p:txBody>
      </p:sp>
      <p:sp>
        <p:nvSpPr>
          <p:cNvPr id="35" name="Rectangle : coins arrondis 34">
            <a:extLst>
              <a:ext uri="{FF2B5EF4-FFF2-40B4-BE49-F238E27FC236}">
                <a16:creationId xmlns:a16="http://schemas.microsoft.com/office/drawing/2014/main" id="{ED50264B-0A43-D64F-2DD9-2361CEF989BC}"/>
              </a:ext>
            </a:extLst>
          </p:cNvPr>
          <p:cNvSpPr/>
          <p:nvPr/>
        </p:nvSpPr>
        <p:spPr>
          <a:xfrm>
            <a:off x="866456" y="5206106"/>
            <a:ext cx="858100"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Canada</a:t>
            </a:r>
            <a:endParaRPr lang="en-US" sz="1050" dirty="0">
              <a:solidFill>
                <a:schemeClr val="bg1"/>
              </a:solidFill>
            </a:endParaRPr>
          </a:p>
        </p:txBody>
      </p:sp>
      <p:sp>
        <p:nvSpPr>
          <p:cNvPr id="37" name="Rectangle : coins arrondis 36">
            <a:extLst>
              <a:ext uri="{FF2B5EF4-FFF2-40B4-BE49-F238E27FC236}">
                <a16:creationId xmlns:a16="http://schemas.microsoft.com/office/drawing/2014/main" id="{E25B98F4-20FC-352C-D7AE-B6D9695AC90A}"/>
              </a:ext>
            </a:extLst>
          </p:cNvPr>
          <p:cNvSpPr/>
          <p:nvPr/>
        </p:nvSpPr>
        <p:spPr>
          <a:xfrm>
            <a:off x="866457" y="4900097"/>
            <a:ext cx="957582"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Orlando, Florida</a:t>
            </a:r>
            <a:endParaRPr lang="en-US" sz="800" dirty="0"/>
          </a:p>
        </p:txBody>
      </p:sp>
      <p:sp>
        <p:nvSpPr>
          <p:cNvPr id="39" name="Rectangle : coins arrondis 38">
            <a:extLst>
              <a:ext uri="{FF2B5EF4-FFF2-40B4-BE49-F238E27FC236}">
                <a16:creationId xmlns:a16="http://schemas.microsoft.com/office/drawing/2014/main" id="{C3AC8CAB-F8CC-95BB-231B-383008C1A859}"/>
              </a:ext>
            </a:extLst>
          </p:cNvPr>
          <p:cNvSpPr/>
          <p:nvPr/>
        </p:nvSpPr>
        <p:spPr>
          <a:xfrm>
            <a:off x="866456" y="5488683"/>
            <a:ext cx="1029019"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Montréal, Québec </a:t>
            </a:r>
            <a:endParaRPr lang="en-US" sz="800" dirty="0"/>
          </a:p>
        </p:txBody>
      </p:sp>
      <p:sp>
        <p:nvSpPr>
          <p:cNvPr id="41" name="Rectangle : coins arrondis 40">
            <a:extLst>
              <a:ext uri="{FF2B5EF4-FFF2-40B4-BE49-F238E27FC236}">
                <a16:creationId xmlns:a16="http://schemas.microsoft.com/office/drawing/2014/main" id="{CB5B4D8D-EE23-6182-153A-397D04B8AFE1}"/>
              </a:ext>
            </a:extLst>
          </p:cNvPr>
          <p:cNvSpPr/>
          <p:nvPr/>
        </p:nvSpPr>
        <p:spPr>
          <a:xfrm>
            <a:off x="6378388" y="4616126"/>
            <a:ext cx="1090930"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Singapour</a:t>
            </a:r>
            <a:endParaRPr lang="en-US" sz="1050" dirty="0">
              <a:solidFill>
                <a:schemeClr val="bg1"/>
              </a:solidFill>
            </a:endParaRPr>
          </a:p>
        </p:txBody>
      </p:sp>
      <p:sp>
        <p:nvSpPr>
          <p:cNvPr id="43" name="Rectangle : coins arrondis 42">
            <a:extLst>
              <a:ext uri="{FF2B5EF4-FFF2-40B4-BE49-F238E27FC236}">
                <a16:creationId xmlns:a16="http://schemas.microsoft.com/office/drawing/2014/main" id="{7AAB8A29-4A6F-B6EA-4A9E-CE9D1BF6ADE9}"/>
              </a:ext>
            </a:extLst>
          </p:cNvPr>
          <p:cNvSpPr/>
          <p:nvPr/>
        </p:nvSpPr>
        <p:spPr>
          <a:xfrm>
            <a:off x="6378385" y="5202913"/>
            <a:ext cx="858100"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India</a:t>
            </a:r>
            <a:endParaRPr lang="en-US" sz="1050" dirty="0">
              <a:solidFill>
                <a:schemeClr val="bg1"/>
              </a:solidFill>
            </a:endParaRPr>
          </a:p>
        </p:txBody>
      </p:sp>
      <p:sp>
        <p:nvSpPr>
          <p:cNvPr id="45" name="Rectangle : coins arrondis 44">
            <a:extLst>
              <a:ext uri="{FF2B5EF4-FFF2-40B4-BE49-F238E27FC236}">
                <a16:creationId xmlns:a16="http://schemas.microsoft.com/office/drawing/2014/main" id="{741FBAFA-F345-BD05-0608-C645ADB55D7F}"/>
              </a:ext>
            </a:extLst>
          </p:cNvPr>
          <p:cNvSpPr/>
          <p:nvPr/>
        </p:nvSpPr>
        <p:spPr>
          <a:xfrm>
            <a:off x="6378386" y="4896904"/>
            <a:ext cx="677252"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Singapour</a:t>
            </a:r>
            <a:endParaRPr lang="en-US" sz="800" dirty="0"/>
          </a:p>
        </p:txBody>
      </p:sp>
      <p:sp>
        <p:nvSpPr>
          <p:cNvPr id="47" name="Rectangle : coins arrondis 46">
            <a:extLst>
              <a:ext uri="{FF2B5EF4-FFF2-40B4-BE49-F238E27FC236}">
                <a16:creationId xmlns:a16="http://schemas.microsoft.com/office/drawing/2014/main" id="{A0F352CC-48D3-139D-93E5-C36970838DE4}"/>
              </a:ext>
            </a:extLst>
          </p:cNvPr>
          <p:cNvSpPr/>
          <p:nvPr/>
        </p:nvSpPr>
        <p:spPr>
          <a:xfrm>
            <a:off x="6378385" y="5485490"/>
            <a:ext cx="1055878"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Vadodara, Gujarat</a:t>
            </a:r>
            <a:endParaRPr lang="en-US" sz="800" dirty="0"/>
          </a:p>
        </p:txBody>
      </p:sp>
      <p:sp>
        <p:nvSpPr>
          <p:cNvPr id="49" name="Rectangle : coins arrondis 48">
            <a:extLst>
              <a:ext uri="{FF2B5EF4-FFF2-40B4-BE49-F238E27FC236}">
                <a16:creationId xmlns:a16="http://schemas.microsoft.com/office/drawing/2014/main" id="{1B92BD11-D57D-3AC9-25D5-701B89699887}"/>
              </a:ext>
            </a:extLst>
          </p:cNvPr>
          <p:cNvSpPr/>
          <p:nvPr/>
        </p:nvSpPr>
        <p:spPr>
          <a:xfrm>
            <a:off x="9156000" y="4896904"/>
            <a:ext cx="821438"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Antananarivo</a:t>
            </a:r>
            <a:endParaRPr lang="en-US" sz="800" dirty="0"/>
          </a:p>
        </p:txBody>
      </p:sp>
    </p:spTree>
  </p:cSld>
  <p:clrMapOvr>
    <a:masterClrMapping/>
  </p:clrMapOvr>
</p:sld>
</file>

<file path=ppt/theme/theme1.xml><?xml version="1.0" encoding="utf-8"?>
<a:theme xmlns:a="http://schemas.openxmlformats.org/drawingml/2006/main" name="Thème Office">
  <a:themeElements>
    <a:clrScheme name="CAPTIVEA 2026">
      <a:dk1>
        <a:srgbClr val="212529"/>
      </a:dk1>
      <a:lt1>
        <a:sysClr val="window" lastClr="FFFFFF"/>
      </a:lt1>
      <a:dk2>
        <a:srgbClr val="223843"/>
      </a:dk2>
      <a:lt2>
        <a:srgbClr val="E7E6E6"/>
      </a:lt2>
      <a:accent1>
        <a:srgbClr val="BA131A"/>
      </a:accent1>
      <a:accent2>
        <a:srgbClr val="CD5358"/>
      </a:accent2>
      <a:accent3>
        <a:srgbClr val="E29C9F"/>
      </a:accent3>
      <a:accent4>
        <a:srgbClr val="223843"/>
      </a:accent4>
      <a:accent5>
        <a:srgbClr val="8F8F8F"/>
      </a:accent5>
      <a:accent6>
        <a:srgbClr val="714B67"/>
      </a:accent6>
      <a:hlink>
        <a:srgbClr val="CD5358"/>
      </a:hlink>
      <a:folHlink>
        <a:srgbClr val="E29C9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3175">
          <a:solidFill>
            <a:srgbClr val="EDE3E3"/>
          </a:solidFill>
          <a:prstDash val="solid"/>
        </a:ln>
        <a:effectLst>
          <a:outerShdw blurRad="114300" dist="38100" dir="5400000" algn="bl" rotWithShape="0">
            <a:srgbClr val="223843">
              <a:alpha val="13000"/>
            </a:srgbClr>
          </a:outerShdw>
        </a:effectLst>
      </a:spPr>
      <a:bodyPr/>
      <a:lstStyle>
        <a:defPPr algn="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6-template-captivea.potx" id="{89D7940D-79D7-40D0-A9EE-189177F50213}" vid="{991F65FC-DFF0-465E-A936-C96F5E87E56E}"/>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F2B6AEE-C4D9-452E-9895-33DD00961ACE}">
  <we:reference id="f5f369e5-aa35-49d7-ad7b-638152ddb008" version="1.0.0.1" store="EXCatalog" storeType="EXCatalog"/>
  <we:alternateReferences>
    <we:reference id="WA200010001" version="1.0.0.1" store="fr-FR" storeType="OMEX"/>
  </we:alternateReferences>
  <we:properties>
    <we:property name="claude.fileId" value="&quot;05f5231d-b009-4f65-9fcf-5cda2b552fcc&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24913b6-04fa-4134-94cc-857def7f27c4">
      <Terms xmlns="http://schemas.microsoft.com/office/infopath/2007/PartnerControls"/>
    </lcf76f155ced4ddcb4097134ff3c332f>
    <TaxCatchAll xmlns="1b4ce469-5547-4c0a-a384-c2eccd8050e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FA90F6D298E2C44969C1A2892D3C184" ma:contentTypeVersion="23" ma:contentTypeDescription="Crée un document." ma:contentTypeScope="" ma:versionID="fdf1d13f81c3ec40a490395d714d6f0a">
  <xsd:schema xmlns:xsd="http://www.w3.org/2001/XMLSchema" xmlns:xs="http://www.w3.org/2001/XMLSchema" xmlns:p="http://schemas.microsoft.com/office/2006/metadata/properties" xmlns:ns2="1b4ce469-5547-4c0a-a384-c2eccd8050e9" xmlns:ns3="224913b6-04fa-4134-94cc-857def7f27c4" targetNamespace="http://schemas.microsoft.com/office/2006/metadata/properties" ma:root="true" ma:fieldsID="1469234fc8cca1f70f174731ef774751" ns2:_="" ns3:_="">
    <xsd:import namespace="1b4ce469-5547-4c0a-a384-c2eccd8050e9"/>
    <xsd:import namespace="224913b6-04fa-4134-94cc-857def7f27c4"/>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2:TaxCatchAll" minOccurs="0"/>
                <xsd:element ref="ns3:lcf76f155ced4ddcb4097134ff3c332f"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4ce469-5547-4c0a-a384-c2eccd8050e9"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element name="TaxCatchAll" ma:index="21" nillable="true" ma:displayName="Taxonomy Catch All Column" ma:hidden="true" ma:list="{536a34f4-1e4e-4aa6-97b5-7b00e672b32c}" ma:internalName="TaxCatchAll" ma:showField="CatchAllData" ma:web="1b4ce469-5547-4c0a-a384-c2eccd8050e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24913b6-04fa-4134-94cc-857def7f27c4"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Balises d’images" ma:readOnly="false" ma:fieldId="{5cf76f15-5ced-4ddc-b409-7134ff3c332f}" ma:taxonomyMulti="true" ma:sspId="37781493-92cc-4c4b-b8d6-44341a08c91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1C3DB9-55CD-416E-A7DA-F5975CB785B5}">
  <ds:schemaRefs>
    <ds:schemaRef ds:uri="http://schemas.microsoft.com/office/2006/metadata/properties"/>
    <ds:schemaRef ds:uri="http://schemas.microsoft.com/office/infopath/2007/PartnerControls"/>
    <ds:schemaRef ds:uri="224913b6-04fa-4134-94cc-857def7f27c4"/>
    <ds:schemaRef ds:uri="1b4ce469-5547-4c0a-a384-c2eccd8050e9"/>
  </ds:schemaRefs>
</ds:datastoreItem>
</file>

<file path=customXml/itemProps2.xml><?xml version="1.0" encoding="utf-8"?>
<ds:datastoreItem xmlns:ds="http://schemas.openxmlformats.org/officeDocument/2006/customXml" ds:itemID="{8ABF5128-29FE-434A-9B0E-EA1551A1A2B2}">
  <ds:schemaRefs>
    <ds:schemaRef ds:uri="http://schemas.microsoft.com/sharepoint/v3/contenttype/forms"/>
  </ds:schemaRefs>
</ds:datastoreItem>
</file>

<file path=customXml/itemProps3.xml><?xml version="1.0" encoding="utf-8"?>
<ds:datastoreItem xmlns:ds="http://schemas.openxmlformats.org/officeDocument/2006/customXml" ds:itemID="{68D0805B-CB3A-46CA-A731-96BC2BF3FE94}"/>
</file>

<file path=docProps/app.xml><?xml version="1.0" encoding="utf-8"?>
<Properties xmlns="http://schemas.openxmlformats.org/officeDocument/2006/extended-properties" xmlns:vt="http://schemas.openxmlformats.org/officeDocument/2006/docPropsVTypes">
  <Template/>
  <TotalTime>0</TotalTime>
  <Words>183</Words>
  <Application>Microsoft Office PowerPoint</Application>
  <PresentationFormat>Grand écran</PresentationFormat>
  <Paragraphs>71</Paragraphs>
  <Slides>29</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29</vt:i4>
      </vt:variant>
    </vt:vector>
  </HeadingPairs>
  <TitlesOfParts>
    <vt:vector size="33" baseType="lpstr">
      <vt:lpstr>Aptos</vt:lpstr>
      <vt:lpstr>Aptos Display</vt:lpstr>
      <vt:lpstr>Arial</vt:lpstr>
      <vt:lpstr>Thème Office</vt:lpstr>
      <vt:lpstr>Main Title</vt:lpstr>
      <vt:lpstr>Section Title</vt:lpstr>
      <vt:lpstr>Summary</vt:lpstr>
      <vt:lpstr>Standard - 1 column</vt:lpstr>
      <vt:lpstr>Standard - 2 columns</vt:lpstr>
      <vt:lpstr>Standard - 2 columns with subititle</vt:lpstr>
      <vt:lpstr>Standard - Title only</vt:lpstr>
      <vt:lpstr>Présentation PowerPoint</vt:lpstr>
      <vt:lpstr>Présentation PowerPoint</vt:lpstr>
      <vt:lpstr>Standard - 1/3 2/3 columns</vt:lpstr>
      <vt:lpstr>Standard - 1/3 2/3 columns</vt:lpstr>
      <vt:lpstr>Boxed - 2 columns</vt:lpstr>
      <vt:lpstr>Boxed - 2 columns with subtitle</vt:lpstr>
      <vt:lpstr>Boxed - 3 columns</vt:lpstr>
      <vt:lpstr>Boxed - 3 columns with subtitle</vt:lpstr>
      <vt:lpstr>Boxed - 4 columns</vt:lpstr>
      <vt:lpstr>Boxed - 4 columns with subtitle</vt:lpstr>
      <vt:lpstr>Boxed - 3 columns X2</vt:lpstr>
      <vt:lpstr>1_Boxed - 2 columns X4</vt:lpstr>
      <vt:lpstr>Circles - 2 columns</vt:lpstr>
      <vt:lpstr>Circles - 3 columns</vt:lpstr>
      <vt:lpstr>Circles - 4 columns</vt:lpstr>
      <vt:lpstr>Circles - 2 columns X2</vt:lpstr>
      <vt:lpstr>Présentation PowerPoint</vt:lpstr>
      <vt:lpstr>1_Circles - 2 columns X2</vt:lpstr>
      <vt:lpstr>2_Circles - 2 columns X2</vt:lpstr>
      <vt:lpstr>3_Circles - 2 columns X2</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Francois Coudreau</dc:creator>
  <cp:lastModifiedBy>Francois Coudreau</cp:lastModifiedBy>
  <cp:revision>26</cp:revision>
  <dcterms:created xsi:type="dcterms:W3CDTF">2026-07-13T08:33:28Z</dcterms:created>
  <dcterms:modified xsi:type="dcterms:W3CDTF">2026-07-31T16:46:27Z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0x0101004FA90F6D298E2C44969C1A2892D3C184</vt:lpwstr>
  </property>
  <property fmtid="{D5CDD505-2E9C-101B-9397-08002B2CF9AE}" pid="3" name="MediaServiceImageTags">
    <vt:lpwstr/>
  </property>
</Properties>
</file>
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A454D5-0C22-4E29-8273-CD8F6E3FBAB2}" type="datetimeFigureOut">
              <a:rPr lang="en-US" smtClean="0"/>
              <a:t>7/31/2026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71C916-658F-4180-8896-F3B895078416}" type="slidenum">
              <a:rPr lang="en-US" smtClean="0"/>
              <a:t>‹N°›</a:t>
            </a:fld>
            <a:endParaRPr lang="en-US"/>
          </a:p>
        </p:txBody>
      </p:sp>
    </p:spTree>
    <p:extLst>
      <p:ext uri="{BB962C8B-B14F-4D97-AF65-F5344CB8AC3E}">
        <p14:creationId xmlns:p14="http://schemas.microsoft.com/office/powerpoint/2010/main" val="32086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suis ravi d'avoir l'opportunité de vous rencontrer aujourd'hui pour la démonstration et la présentation de notre offre. </a:t>
            </a:r>
          </a:p>
          <a:p/>
          <a:p>
            <a:r>
              <a:t>Avant de commencer, j'aimerais savoir comment les choses se sont passées de votre côté depuis notre dernière conversation ?</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Découvrez Odoo, un logiciel de gestion global complet conçu pour rationaliser toutes vos opérations au sein d'une plateforme centralisée.</a:t>
            </a:r>
          </a:p>
          <a:p/>
          <a:p>
            <a:r>
              <a:t>Avec Odoo, vous gagnez en flexibilité en commençant par quelques modules essentiels et en intégrant de manière transparente des fonctionnalités supplémentaires au fur et à mesure que votre entreprise se développe. </a:t>
            </a:r>
          </a:p>
          <a:p/>
          <a:p>
            <a:r>
              <a:t>Cette solution évolutive grandit avec vous, garantissant que les capacités de votre logiciel s'étendent avec les besoins de votre entreprise.</a:t>
            </a:r>
          </a:p>
          <a:p/>
          <a:p>
            <a:r>
              <a:t>L'une des caractéristiques phares d'Odoo est sa conception centrée sur l'utilisateur. Odoo accorde la priorité à l'expérience utilisateur, offrant une interface intuitive et conviviale qui rend la navigation et l'opération un jeu d'enfant. </a:t>
            </a:r>
          </a:p>
          <a:p/>
          <a:p>
            <a:r>
              <a:t>Odoo est plus qu'un simple logiciel ; c'est un outil conçu en pensant à l'utilisateur, permettant à votre équipe de travailler de manière plus efficace et efficiente.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Odoo compte plus de 15 millions d'utilisateurs et emploie plus de 6 000 employées. </a:t>
            </a:r>
          </a:p>
          <a:p/>
          <a:p>
            <a:r>
              <a:t>L'un des plus grands atouts d'Odoo est sa flexibilité. En plus de la large gamme de modules standards, Odoo offre l'accès à une marketplace proposant plus de 50 000 modules supplémentaires. Cela vous permet d'adapter le logiciel précisément à vos besoins spécifiques.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Captivea dispose de multiples expertises pour soutenir vos besoins. </a:t>
            </a:r>
          </a:p>
          <a:p/>
          <a:p>
            <a:r>
              <a:t>Nos services incluent l'intégration ERP pour rationaliser vos opérations. </a:t>
            </a:r>
          </a:p>
          <a:p/>
          <a:p>
            <a:r>
              <a:t>De plus, notre département d'agence web est dédié à la construction et à l'amélioration de votre présence en ligne et de vos stratégies de communication. </a:t>
            </a:r>
          </a:p>
          <a:p/>
          <a:p>
            <a:r>
              <a:t>Nous sommes également spécialisés dans l'utilisation de l'IA pour améliorer vos processus, et notre département Business Intelligence est équipé pour fournir des analyses de données perspicaces afin de faire avancer votre entreprise.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sommes le leader mondial de l'intégration Odoo, avec 18 ans d'expérience. Nous avons une méthode éprouvée avec laquelle nous avons accompagné plus de 800 entreprises vers le succès.</a:t>
            </a:r>
          </a:p>
          <a:p/>
          <a:p>
            <a:r>
              <a:t>Nous sommes une équipe de 200 collaborateurs pour vous guider à chaque étape et vous assurer une intégration fluide.</a:t>
            </a:r>
          </a:p>
          <a:p/>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quelque une une de nos références et sachez que vous retrouverez sur notre site internet plus de 300 présentations de projets que nous avons faits. Il y a la description du besoin, l’accompagnement fourni et les résultats</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vais vous expliquer comment se déroule un projet chez Captivea.</a:t>
            </a:r>
          </a:p>
          <a:p/>
          <a:p>
            <a:r>
              <a:t>Actuellement, nous sommes dans la phase de consultation gratuite et d'estimation globale. Nous avons préparé une estimation initiale pour votre projet, que nous aborderons plus tard.</a:t>
            </a:r>
          </a:p>
          <a:p/>
          <a:p>
            <a:r>
              <a:t>La première étape de notre collaboration est une phase d'analyse. Durant cette phase, nous organiserons des ateliers de travail avec vos utilisateurs clés pour bien comprendre vos besoins et voir comment les intégrer avec Odoo. C'est un moment d'échange pour identifier comment vous pouvez vous adapter à Odoo et comment Odoo peut s'adapter à vous.</a:t>
            </a:r>
          </a:p>
          <a:p/>
          <a:p>
            <a:r>
              <a:t>À l'issue de cette phase d'analyse, nous vous fournirons une estimation détaillée de votre projet, incluant tout ce qu'il faut pour mettre en place le logiciel. Si vous validez cette estimation, nous démarrerons la phase de mise en œuvre.</a:t>
            </a:r>
          </a:p>
          <a:p/>
          <a:p>
            <a:r>
              <a:t>Lors de la phase de mise en œuvre, nous installerons le logiciel, effectuerons les adaptations et configurations nécessaires, puis nous passerons en production.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Après la mise en production, nous resterons très réactifs pour ajuster le système et répondre rapidement à vos attentes.</a:t>
            </a:r>
          </a:p>
          <a:p>
            <a:r>
              <a:t>Par la suite, nous évaluerons le projet et définirons les prochaines étapes pour construire une version 2, puis une version 3.</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au long du projet, plusieurs réunions de suivi seront organisées :</a:t>
            </a:r>
          </a:p>
          <a:p>
            <a:r>
              <a:t>Réunion hebdomadaire de démonstration : Nous vous montrerons les avancées du projet, les configurations et personnalisations réalisées. L'objectif est de recueillir vos retours le plus tôt possible.</a:t>
            </a:r>
          </a:p>
          <a:p>
            <a:r>
              <a:t>Réunion de gestion de projet : Avec le chef de projet et le décideur chez vous, nous discuterons de la consommation du temps et vérifierons que nous sommes toujours dans les délais, en toute transparence.</a:t>
            </a:r>
          </a:p>
          <a:p>
            <a:r>
              <a:t>Comité de pilotage : Cette réunion, souvent mensuelle, rassemble toutes les parties prenantes pour faire un point global sur le projet, discuter des améliorations possibles et vérifier la tenue du planning et des fonctionnalités demandées.</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Manque designer, copywriter, SEO SEA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parti pour la démonstration. {Consultant} va prendre la main et faire la démonstration. {Consultant}, tu as jusqu’à ..h..</a:t>
            </a:r>
          </a:p>
          <a:p/>
          <a:p>
            <a:r>
              <a:t>Merci {Consultant} pour la démonstration. Qu’est-ce que vous en pensez? Etes-vous convaincus?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Parlons désormais de notre vision d’un projet réussi</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objectif principal est de lancer le produit aussi rapidement que possible. </a:t>
            </a:r>
          </a:p>
          <a:p/>
          <a:p>
            <a:r>
              <a:t>Pour y parvenir, nous allons rester proche du standard. </a:t>
            </a:r>
          </a:p>
          <a:p/>
          <a:p>
            <a:r>
              <a:t>Comme expliqué précédemment, nous effectuerons une analyse d’implémentation pour définir collaborativement le Produit Minimum Viable (MVP). Lors de cette analyse, nous explorerons comment intégrer vos processus actuels dans le cadre standard d'Odoo de la manière la plus fluide possible.</a:t>
            </a:r>
          </a:p>
          <a:p/>
          <a:p>
            <a:r>
              <a:t>Nous reporterons les améliorations et évolutions supplémentaires aux versions futures, telles que les versions 2 ou 3.</a:t>
            </a:r>
          </a:p>
          <a:p/>
          <a:p>
            <a:r>
              <a:t>La logique derrière cette approche est que vos retours seront plus précieux et pertinents une fois que vous utiliserez activement le logiciel, plutôt que d'anticiper comment vous pourriez l'utiliser.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sommes enthousiastes à l'idée d'entreprendre ce projet avec vous et nous croyons fermement que travailler ensemble en tant qu'équipe soudée sera la clé de sa réussite. </a:t>
            </a:r>
          </a:p>
          <a:p/>
          <a:p>
            <a:r>
              <a:t>Tout au long du projet, nous fournirons une formation continue aux utilisateurs clés afin de nous assurer qu'ils s’approprient le logiciel.</a:t>
            </a:r>
          </a:p>
          <a:p/>
          <a:p>
            <a:r>
              <a:t>Nous nous engageons à maintenir une communication étroite et à effectuer des suivis hebdomadaires avec vous. </a:t>
            </a:r>
          </a:p>
          <a:p/>
          <a:p>
            <a:r>
              <a:t>Notre objectif est de valider ensemble chaque étape du processus de mise en œuvre, garantissant ainsi que nous atteignons nos objectifs de manière efficace et efficiente.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au long du projet, vous avez la liberté de changer d'avis selon vos besoins. Nous conservons une flexibilité maximale, vous permettant d'ajouter ou de supprimer des fonctionnalités et d'ajuster le calendrier en fonction de votre disponibilité.</a:t>
            </a:r>
          </a:p>
          <a:p/>
          <a:p>
            <a:r>
              <a:t>Notre rôle est de vous guider à travers ces changements et de vous expliquer leur impact sur le calendrier et la livraison du projet. </a:t>
            </a:r>
          </a:p>
          <a:p/>
          <a:p>
            <a:r>
              <a:t>De plus, nous adapterons notre niveau de service en fonction de votre implication dans le projet. Par exemple, si des données doivent être importées, nous pouvons soit vous former pour gérer le processus d'importation dans Odoo, soit vous pouvez nous fournir les fichiers de données brutes, et nous nous chargerons de nettoyer et d'importer les données pour vous. </a:t>
            </a:r>
          </a:p>
          <a:p/>
          <a:p>
            <a:r>
              <a:t>Les deux options sont réalisables, mais le temps et les efforts nécessaires varieront en conséquence.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Chez Captivea, nous sommes une équipe de consultants hautement expérimentés. Nous collaborons étroitement et pouvons déployer un consultant avec une expertise spécifique sur n'importe quel projet selon les besoins.</a:t>
            </a:r>
          </a:p>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objectif principal est de définir et concevoir ensemble la portée de votre projet. </a:t>
            </a:r>
          </a:p>
          <a:p/>
          <a:p>
            <a:r>
              <a:t>Voici comment nous allons procéder :</a:t>
            </a:r>
          </a:p>
          <a:p/>
          <a:p>
            <a:r>
              <a:t>Nous commencerons par une réunion de lancement où nous définirons le périmètre de votre projet et identifierons les membres de l'équipe qui travailleront avec vous. Lors de cette phase, nous établirons également les flux de travail qui nous guideront tout au long du projet.</a:t>
            </a:r>
          </a:p>
          <a:p/>
          <a:p>
            <a:r>
              <a:t>Ensuite, nous effectuerons une découverte approfondie de votre entreprise. Cela implique de comprendre en détail votre entreprise, vos objectifs et vos défis. Nous examinerons également vos systèmes actuels pour voir ce qui fonctionne bien et où des améliorations peuvent être apportées.</a:t>
            </a:r>
          </a:p>
          <a:p/>
          <a:p>
            <a:r>
              <a:t>Par la suite, nous organiserons des ateliers axés sur différents domaines fonctionnels. Ces ateliers visent à approfondir vos besoins spécifiques et à identifier les meilleures façons de mettre en œuvre Odoo pour répondre à ces besoins. Nous déterminerons quels aspects peuvent être couverts par les fonctionnalités standard du logiciel et quels domaines pourraient nécessiter une personnalisation.</a:t>
            </a:r>
          </a:p>
          <a:p/>
          <a:p>
            <a:r>
              <a:t>Enfin, nous vous présenterons notre analyse et recueillerons vos commentaires. Nous ferons plusieurs allers-retours d'ajustements pour nous assurer que tout est parfaitement aligné avec vos attentes. Une fois que nous aurons intégré vos retours, nous validerons le plan final avec vous.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Vous recevrez deux livrables clés de notre part.</a:t>
            </a:r>
          </a:p>
          <a:p/>
          <a:p>
            <a:r>
              <a:t>Le premier est une présentation PowerPoint, conçue avec des diagrammes clairs et des explications simples. Ce document est élaboré pour être facilement compréhensible et vous fournira une vue d'ensemble complète de votre projet. Il inclut l'estimation, le calendrier et le budget pour vous donner une image claire de ce à quoi vous attendre.</a:t>
            </a:r>
          </a:p>
          <a:p/>
          <a:p>
            <a:r>
              <a:t>Le second livrable est une liste détaillée des exigences, fournie sous forme de fichier Excel. Ce fichier décrit toutes les tâches nécessaires à votre projet, couvrant des domaines tels que la configuration, le développement, la formation et la gestion de projet. Bien qu'il soit très détaillé et peut-être moins facile à lire que la présentation, il est crucial pour s'assurer que tous les besoins de votre projet sont bien couverts. Nous vous encourageons à le revoir attentivement pour confirmer que nous avons pris en compte chaque aspect de vos exigences.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cette section, nous allons détailler notre offre pour la phase d'analyse, fournir une estimation pour la mise en œuvre et détailler les tarifs pour les licences et l'hébergement.</a:t>
            </a:r>
          </a:p>
          <a:p/>
          <a:p>
            <a:r>
              <a:t>Je tiens à souligner que vous n'aurez besoin d'acquérir la licence qu'après la finalisation de l'analyse. Cela signifie qu'en commençant par l'analyse, vous ne vous engagez pas sur la licence dès le départ. Cette approche garantit que vous pouvez avancer avec la licence uniquement lorsque vous êtes convaincu que le système répond pleinement à vos besoins.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France EUR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Main Title">
    <p:bg>
      <p:bgPr>
        <a:gradFill>
          <a:gsLst>
            <a:gs pos="0">
              <a:srgbClr val="BA131A"/>
            </a:gs>
            <a:gs pos="100000">
              <a:srgbClr val="E2575D"/>
            </a:gs>
          </a:gsLst>
          <a:lin ang="2700000" scaled="1"/>
        </a:gra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209197B-1A2E-289C-7B9B-E5FE68623C87}"/>
              </a:ext>
            </a:extLst>
          </p:cNvPr>
          <p:cNvSpPr/>
          <p:nvPr userDrawn="1"/>
        </p:nvSpPr>
        <p:spPr>
          <a:xfrm>
            <a:off x="-5" y="0"/>
            <a:ext cx="12192005" cy="6858000"/>
          </a:xfrm>
          <a:prstGeom prst="rect">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9" name="Organigramme : Délai 8">
            <a:extLst>
              <a:ext uri="{FF2B5EF4-FFF2-40B4-BE49-F238E27FC236}">
                <a16:creationId xmlns:a16="http://schemas.microsoft.com/office/drawing/2014/main" id="{74CC0FF3-C744-83BE-8E40-F90444B9AE7D}"/>
              </a:ext>
            </a:extLst>
          </p:cNvPr>
          <p:cNvSpPr/>
          <p:nvPr userDrawn="1"/>
        </p:nvSpPr>
        <p:spPr>
          <a:xfrm rot="5400000">
            <a:off x="4381499" y="-4381499"/>
            <a:ext cx="3429003" cy="12192004"/>
          </a:xfrm>
          <a:prstGeom prst="flowChartDelay">
            <a:avLst/>
          </a:prstGeom>
          <a:solidFill>
            <a:schemeClr val="bg1"/>
          </a:soli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2" name="Titre 1">
            <a:extLst>
              <a:ext uri="{FF2B5EF4-FFF2-40B4-BE49-F238E27FC236}">
                <a16:creationId xmlns:a16="http://schemas.microsoft.com/office/drawing/2014/main" id="{C30BB28A-E1C2-3A9B-4EED-FB33DF5A0583}"/>
              </a:ext>
            </a:extLst>
          </p:cNvPr>
          <p:cNvSpPr>
            <a:spLocks noGrp="1"/>
          </p:cNvSpPr>
          <p:nvPr>
            <p:ph type="ctrTitle"/>
          </p:nvPr>
        </p:nvSpPr>
        <p:spPr>
          <a:xfrm>
            <a:off x="696000" y="3759200"/>
            <a:ext cx="10800000" cy="1471733"/>
          </a:xfrm>
        </p:spPr>
        <p:txBody>
          <a:bodyPr anchor="t"/>
          <a:lstStyle>
            <a:lvl1pPr algn="ctr">
              <a:defRPr sz="6000">
                <a:solidFill>
                  <a:schemeClr val="bg1"/>
                </a:solidFill>
              </a:defRPr>
            </a:lvl1pPr>
          </a:lstStyle>
          <a:p>
            <a:r>
              <a:rPr lang="fr-FR" dirty="0"/>
              <a:t>Modifiez le style du titre</a:t>
            </a:r>
            <a:endParaRPr lang="en-US" dirty="0"/>
          </a:p>
        </p:txBody>
      </p:sp>
      <p:sp>
        <p:nvSpPr>
          <p:cNvPr id="10" name="Espace réservé du texte 2">
            <a:extLst>
              <a:ext uri="{FF2B5EF4-FFF2-40B4-BE49-F238E27FC236}">
                <a16:creationId xmlns:a16="http://schemas.microsoft.com/office/drawing/2014/main" id="{FB881D63-9F92-FA21-6BC4-DC27AB4FF215}"/>
              </a:ext>
            </a:extLst>
          </p:cNvPr>
          <p:cNvSpPr>
            <a:spLocks noGrp="1"/>
          </p:cNvSpPr>
          <p:nvPr>
            <p:ph type="body" idx="1"/>
          </p:nvPr>
        </p:nvSpPr>
        <p:spPr>
          <a:xfrm>
            <a:off x="696000" y="5294373"/>
            <a:ext cx="10800000" cy="1207179"/>
          </a:xfrm>
        </p:spPr>
        <p:txBody>
          <a:bodyPr anchor="ctr"/>
          <a:lstStyle>
            <a:lvl1pPr marL="0" indent="0" algn="ctr">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dirty="0"/>
              <a:t>Cliquez pour modifier les styles du texte du masque</a:t>
            </a:r>
          </a:p>
        </p:txBody>
      </p:sp>
      <p:pic>
        <p:nvPicPr>
          <p:cNvPr id="12" name="Graphique 11">
            <a:extLst>
              <a:ext uri="{FF2B5EF4-FFF2-40B4-BE49-F238E27FC236}">
                <a16:creationId xmlns:a16="http://schemas.microsoft.com/office/drawing/2014/main" id="{D6A2EEBB-30A0-BBA7-B382-0A5FC862F0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52057" y="456269"/>
            <a:ext cx="6487885" cy="2002971"/>
          </a:xfrm>
          <a:prstGeom prst="rect">
            <a:avLst/>
          </a:prstGeom>
        </p:spPr>
      </p:pic>
    </p:spTree>
    <p:extLst>
      <p:ext uri="{BB962C8B-B14F-4D97-AF65-F5344CB8AC3E}">
        <p14:creationId xmlns:p14="http://schemas.microsoft.com/office/powerpoint/2010/main" val="31214163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0">
              <a:srgbClr val="BA131A"/>
            </a:gs>
            <a:gs pos="100000">
              <a:srgbClr val="E2575D"/>
            </a:gs>
          </a:gsLst>
          <a:lin ang="2700000" scaled="1"/>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1333B7-E98D-AF61-A85D-3AB370149EA4}"/>
              </a:ext>
            </a:extLst>
          </p:cNvPr>
          <p:cNvSpPr>
            <a:spLocks noGrp="1"/>
          </p:cNvSpPr>
          <p:nvPr>
            <p:ph type="title"/>
          </p:nvPr>
        </p:nvSpPr>
        <p:spPr>
          <a:xfrm>
            <a:off x="696000" y="1944221"/>
            <a:ext cx="10800000" cy="1800000"/>
          </a:xfrm>
        </p:spPr>
        <p:txBody>
          <a:bodyPr anchor="ctr"/>
          <a:lstStyle>
            <a:lvl1pPr>
              <a:defRPr sz="6000">
                <a:solidFill>
                  <a:schemeClr val="bg1"/>
                </a:solidFill>
              </a:defRPr>
            </a:lvl1pPr>
          </a:lstStyle>
          <a:p>
            <a:r>
              <a:rPr lang="fr-FR" dirty="0"/>
              <a:t>Modifiez le style du titre</a:t>
            </a:r>
            <a:endParaRPr lang="en-US" dirty="0"/>
          </a:p>
        </p:txBody>
      </p:sp>
      <p:sp>
        <p:nvSpPr>
          <p:cNvPr id="3" name="Espace réservé du texte 2">
            <a:extLst>
              <a:ext uri="{FF2B5EF4-FFF2-40B4-BE49-F238E27FC236}">
                <a16:creationId xmlns:a16="http://schemas.microsoft.com/office/drawing/2014/main" id="{A71EEFE9-9784-068B-6C36-7D6425A21037}"/>
              </a:ext>
            </a:extLst>
          </p:cNvPr>
          <p:cNvSpPr>
            <a:spLocks noGrp="1"/>
          </p:cNvSpPr>
          <p:nvPr>
            <p:ph type="body" idx="1"/>
          </p:nvPr>
        </p:nvSpPr>
        <p:spPr>
          <a:xfrm>
            <a:off x="696000" y="3982798"/>
            <a:ext cx="10800000" cy="1500187"/>
          </a:xfrm>
        </p:spPr>
        <p:txBody>
          <a:bodyPr anchor="ct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dirty="0"/>
              <a:t>Cliquez pour modifier les styles du texte du masque</a:t>
            </a:r>
          </a:p>
        </p:txBody>
      </p:sp>
      <p:sp>
        <p:nvSpPr>
          <p:cNvPr id="8" name="Espace réservé du numéro de diapositive 7">
            <a:extLst>
              <a:ext uri="{FF2B5EF4-FFF2-40B4-BE49-F238E27FC236}">
                <a16:creationId xmlns:a16="http://schemas.microsoft.com/office/drawing/2014/main" id="{69C4BCC6-E581-9CD7-175B-B8E8E94242FE}"/>
              </a:ext>
            </a:extLst>
          </p:cNvPr>
          <p:cNvSpPr>
            <a:spLocks noGrp="1"/>
          </p:cNvSpPr>
          <p:nvPr>
            <p:ph type="sldNum" sz="quarter" idx="14"/>
          </p:nvPr>
        </p:nvSpPr>
        <p:spPr/>
        <p:txBody>
          <a:bodyPr/>
          <a:lstStyle>
            <a:lvl1pPr>
              <a:defRPr>
                <a:solidFill>
                  <a:schemeClr val="bg1"/>
                </a:solidFill>
              </a:defRPr>
            </a:lvl1pPr>
          </a:lstStyle>
          <a:p>
            <a:fld id="{262175C0-8CD5-419A-A749-8C17692C9EAC}" type="slidenum">
              <a:rPr lang="en-US" smtClean="0"/>
              <a:pPr/>
              <a:t>‹N°›</a:t>
            </a:fld>
            <a:endParaRPr lang="en-US"/>
          </a:p>
        </p:txBody>
      </p:sp>
      <p:sp>
        <p:nvSpPr>
          <p:cNvPr id="15" name="Espace réservé du texte 8">
            <a:extLst>
              <a:ext uri="{FF2B5EF4-FFF2-40B4-BE49-F238E27FC236}">
                <a16:creationId xmlns:a16="http://schemas.microsoft.com/office/drawing/2014/main" id="{3937C1BE-B2B5-A3E0-199E-A613C266685D}"/>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pic>
        <p:nvPicPr>
          <p:cNvPr id="17" name="Graphique 16">
            <a:extLst>
              <a:ext uri="{FF2B5EF4-FFF2-40B4-BE49-F238E27FC236}">
                <a16:creationId xmlns:a16="http://schemas.microsoft.com/office/drawing/2014/main" id="{1578DF43-3655-AB6D-336B-68FE5F777A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076775" y="6321425"/>
            <a:ext cx="1419225" cy="400050"/>
          </a:xfrm>
          <a:prstGeom prst="rect">
            <a:avLst/>
          </a:prstGeom>
        </p:spPr>
      </p:pic>
    </p:spTree>
    <p:extLst>
      <p:ext uri="{BB962C8B-B14F-4D97-AF65-F5344CB8AC3E}">
        <p14:creationId xmlns:p14="http://schemas.microsoft.com/office/powerpoint/2010/main" val="337911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0A5B7FC8-A17D-CBD6-27FC-A3E63A0BB972}"/>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8" name="Titre 7">
            <a:extLst>
              <a:ext uri="{FF2B5EF4-FFF2-40B4-BE49-F238E27FC236}">
                <a16:creationId xmlns:a16="http://schemas.microsoft.com/office/drawing/2014/main" id="{9DE98BF1-80D6-261C-1BA8-E7F725B21F9F}"/>
              </a:ext>
            </a:extLst>
          </p:cNvPr>
          <p:cNvSpPr>
            <a:spLocks noGrp="1"/>
          </p:cNvSpPr>
          <p:nvPr>
            <p:ph type="title"/>
          </p:nvPr>
        </p:nvSpPr>
        <p:spPr/>
        <p:txBody>
          <a:bodyPr/>
          <a:lstStyle/>
          <a:p>
            <a:r>
              <a:rPr lang="fr-FR" dirty="0"/>
              <a:t>Modifiez le style du titre</a:t>
            </a:r>
            <a:endParaRPr lang="en-US" dirty="0"/>
          </a:p>
        </p:txBody>
      </p:sp>
      <p:sp>
        <p:nvSpPr>
          <p:cNvPr id="4" name="Espace réservé du texte 3">
            <a:extLst>
              <a:ext uri="{FF2B5EF4-FFF2-40B4-BE49-F238E27FC236}">
                <a16:creationId xmlns:a16="http://schemas.microsoft.com/office/drawing/2014/main" id="{8B45B99E-CD15-2084-61F7-00054B0051E3}"/>
              </a:ext>
            </a:extLst>
          </p:cNvPr>
          <p:cNvSpPr>
            <a:spLocks noGrp="1"/>
          </p:cNvSpPr>
          <p:nvPr>
            <p:ph type="body" sz="quarter" idx="14" hasCustomPrompt="1"/>
          </p:nvPr>
        </p:nvSpPr>
        <p:spPr>
          <a:xfrm>
            <a:off x="695325" y="2598738"/>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3" name="Espace réservé du texte 12">
            <a:extLst>
              <a:ext uri="{FF2B5EF4-FFF2-40B4-BE49-F238E27FC236}">
                <a16:creationId xmlns:a16="http://schemas.microsoft.com/office/drawing/2014/main" id="{037A5053-EE5A-6B34-927F-9C4E55CD9FA0}"/>
              </a:ext>
            </a:extLst>
          </p:cNvPr>
          <p:cNvSpPr>
            <a:spLocks noGrp="1"/>
          </p:cNvSpPr>
          <p:nvPr>
            <p:ph type="body" sz="quarter" idx="15" hasCustomPrompt="1"/>
          </p:nvPr>
        </p:nvSpPr>
        <p:spPr>
          <a:xfrm>
            <a:off x="1404938" y="2598738"/>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16" name="Espace réservé du texte 3">
            <a:extLst>
              <a:ext uri="{FF2B5EF4-FFF2-40B4-BE49-F238E27FC236}">
                <a16:creationId xmlns:a16="http://schemas.microsoft.com/office/drawing/2014/main" id="{37B10C8D-E7A3-3EB9-F37B-57DC7F0F9B96}"/>
              </a:ext>
            </a:extLst>
          </p:cNvPr>
          <p:cNvSpPr>
            <a:spLocks noGrp="1"/>
          </p:cNvSpPr>
          <p:nvPr>
            <p:ph type="body" sz="quarter" idx="16" hasCustomPrompt="1"/>
          </p:nvPr>
        </p:nvSpPr>
        <p:spPr>
          <a:xfrm>
            <a:off x="6464970" y="2598738"/>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7" name="Espace réservé du texte 12">
            <a:extLst>
              <a:ext uri="{FF2B5EF4-FFF2-40B4-BE49-F238E27FC236}">
                <a16:creationId xmlns:a16="http://schemas.microsoft.com/office/drawing/2014/main" id="{D75F4C70-7D37-6422-549C-8BC029446EC5}"/>
              </a:ext>
            </a:extLst>
          </p:cNvPr>
          <p:cNvSpPr>
            <a:spLocks noGrp="1"/>
          </p:cNvSpPr>
          <p:nvPr>
            <p:ph type="body" sz="quarter" idx="17" hasCustomPrompt="1"/>
          </p:nvPr>
        </p:nvSpPr>
        <p:spPr>
          <a:xfrm>
            <a:off x="7174583" y="2598738"/>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18" name="Espace réservé du texte 3">
            <a:extLst>
              <a:ext uri="{FF2B5EF4-FFF2-40B4-BE49-F238E27FC236}">
                <a16:creationId xmlns:a16="http://schemas.microsoft.com/office/drawing/2014/main" id="{F42EDF3E-2673-2006-0186-D29AD86F8617}"/>
              </a:ext>
            </a:extLst>
          </p:cNvPr>
          <p:cNvSpPr>
            <a:spLocks noGrp="1"/>
          </p:cNvSpPr>
          <p:nvPr>
            <p:ph type="body" sz="quarter" idx="18" hasCustomPrompt="1"/>
          </p:nvPr>
        </p:nvSpPr>
        <p:spPr>
          <a:xfrm>
            <a:off x="695325" y="3321050"/>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1E5627AE-C427-2C90-9F92-A876CB22AE0C}"/>
              </a:ext>
            </a:extLst>
          </p:cNvPr>
          <p:cNvSpPr>
            <a:spLocks noGrp="1"/>
          </p:cNvSpPr>
          <p:nvPr>
            <p:ph type="body" sz="quarter" idx="19" hasCustomPrompt="1"/>
          </p:nvPr>
        </p:nvSpPr>
        <p:spPr>
          <a:xfrm>
            <a:off x="1404938" y="3321050"/>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0" name="Espace réservé du texte 3">
            <a:extLst>
              <a:ext uri="{FF2B5EF4-FFF2-40B4-BE49-F238E27FC236}">
                <a16:creationId xmlns:a16="http://schemas.microsoft.com/office/drawing/2014/main" id="{08FC9DE3-8C50-FB4E-D578-DAE00A91EA43}"/>
              </a:ext>
            </a:extLst>
          </p:cNvPr>
          <p:cNvSpPr>
            <a:spLocks noGrp="1"/>
          </p:cNvSpPr>
          <p:nvPr>
            <p:ph type="body" sz="quarter" idx="20" hasCustomPrompt="1"/>
          </p:nvPr>
        </p:nvSpPr>
        <p:spPr>
          <a:xfrm>
            <a:off x="6464970" y="3321050"/>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1" name="Espace réservé du texte 12">
            <a:extLst>
              <a:ext uri="{FF2B5EF4-FFF2-40B4-BE49-F238E27FC236}">
                <a16:creationId xmlns:a16="http://schemas.microsoft.com/office/drawing/2014/main" id="{ABEBFC6C-4F81-67C0-8740-118A5BBF06A1}"/>
              </a:ext>
            </a:extLst>
          </p:cNvPr>
          <p:cNvSpPr>
            <a:spLocks noGrp="1"/>
          </p:cNvSpPr>
          <p:nvPr>
            <p:ph type="body" sz="quarter" idx="21" hasCustomPrompt="1"/>
          </p:nvPr>
        </p:nvSpPr>
        <p:spPr>
          <a:xfrm>
            <a:off x="7174583" y="3321050"/>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2" name="Espace réservé du texte 3">
            <a:extLst>
              <a:ext uri="{FF2B5EF4-FFF2-40B4-BE49-F238E27FC236}">
                <a16:creationId xmlns:a16="http://schemas.microsoft.com/office/drawing/2014/main" id="{58593767-FBE3-512B-22ED-E3812B324B71}"/>
              </a:ext>
            </a:extLst>
          </p:cNvPr>
          <p:cNvSpPr>
            <a:spLocks noGrp="1"/>
          </p:cNvSpPr>
          <p:nvPr>
            <p:ph type="body" sz="quarter" idx="22" hasCustomPrompt="1"/>
          </p:nvPr>
        </p:nvSpPr>
        <p:spPr>
          <a:xfrm>
            <a:off x="694648" y="4043362"/>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886672C8-1E60-411E-1CFA-098486E5FC2A}"/>
              </a:ext>
            </a:extLst>
          </p:cNvPr>
          <p:cNvSpPr>
            <a:spLocks noGrp="1"/>
          </p:cNvSpPr>
          <p:nvPr>
            <p:ph type="body" sz="quarter" idx="23" hasCustomPrompt="1"/>
          </p:nvPr>
        </p:nvSpPr>
        <p:spPr>
          <a:xfrm>
            <a:off x="1404261" y="4043362"/>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24" name="Espace réservé du texte 3">
            <a:extLst>
              <a:ext uri="{FF2B5EF4-FFF2-40B4-BE49-F238E27FC236}">
                <a16:creationId xmlns:a16="http://schemas.microsoft.com/office/drawing/2014/main" id="{70390B80-2C6F-F656-0B5F-FFA695ADA3CD}"/>
              </a:ext>
            </a:extLst>
          </p:cNvPr>
          <p:cNvSpPr>
            <a:spLocks noGrp="1"/>
          </p:cNvSpPr>
          <p:nvPr>
            <p:ph type="body" sz="quarter" idx="24" hasCustomPrompt="1"/>
          </p:nvPr>
        </p:nvSpPr>
        <p:spPr>
          <a:xfrm>
            <a:off x="6464293" y="4043362"/>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5" name="Espace réservé du texte 12">
            <a:extLst>
              <a:ext uri="{FF2B5EF4-FFF2-40B4-BE49-F238E27FC236}">
                <a16:creationId xmlns:a16="http://schemas.microsoft.com/office/drawing/2014/main" id="{9511E3B7-8C14-A1A5-1AFB-90B6D87F2CB1}"/>
              </a:ext>
            </a:extLst>
          </p:cNvPr>
          <p:cNvSpPr>
            <a:spLocks noGrp="1"/>
          </p:cNvSpPr>
          <p:nvPr>
            <p:ph type="body" sz="quarter" idx="25" hasCustomPrompt="1"/>
          </p:nvPr>
        </p:nvSpPr>
        <p:spPr>
          <a:xfrm>
            <a:off x="7173906" y="4043362"/>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0" name="Espace réservé du texte 3">
            <a:extLst>
              <a:ext uri="{FF2B5EF4-FFF2-40B4-BE49-F238E27FC236}">
                <a16:creationId xmlns:a16="http://schemas.microsoft.com/office/drawing/2014/main" id="{3C6A7EAE-227C-0333-9F79-A563B41EC0B0}"/>
              </a:ext>
            </a:extLst>
          </p:cNvPr>
          <p:cNvSpPr>
            <a:spLocks noGrp="1"/>
          </p:cNvSpPr>
          <p:nvPr>
            <p:ph type="body" sz="quarter" idx="26" hasCustomPrompt="1"/>
          </p:nvPr>
        </p:nvSpPr>
        <p:spPr>
          <a:xfrm>
            <a:off x="693464" y="4759325"/>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1" name="Espace réservé du texte 12">
            <a:extLst>
              <a:ext uri="{FF2B5EF4-FFF2-40B4-BE49-F238E27FC236}">
                <a16:creationId xmlns:a16="http://schemas.microsoft.com/office/drawing/2014/main" id="{2E66C591-A11D-4B8A-57B1-A050A585082A}"/>
              </a:ext>
            </a:extLst>
          </p:cNvPr>
          <p:cNvSpPr>
            <a:spLocks noGrp="1"/>
          </p:cNvSpPr>
          <p:nvPr>
            <p:ph type="body" sz="quarter" idx="27" hasCustomPrompt="1"/>
          </p:nvPr>
        </p:nvSpPr>
        <p:spPr>
          <a:xfrm>
            <a:off x="1403077" y="4759325"/>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2" name="Espace réservé du texte 3">
            <a:extLst>
              <a:ext uri="{FF2B5EF4-FFF2-40B4-BE49-F238E27FC236}">
                <a16:creationId xmlns:a16="http://schemas.microsoft.com/office/drawing/2014/main" id="{5AC6DE88-F043-182B-AAEF-A280B455B834}"/>
              </a:ext>
            </a:extLst>
          </p:cNvPr>
          <p:cNvSpPr>
            <a:spLocks noGrp="1"/>
          </p:cNvSpPr>
          <p:nvPr>
            <p:ph type="body" sz="quarter" idx="28" hasCustomPrompt="1"/>
          </p:nvPr>
        </p:nvSpPr>
        <p:spPr>
          <a:xfrm>
            <a:off x="6463109" y="4759325"/>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3" name="Espace réservé du texte 12">
            <a:extLst>
              <a:ext uri="{FF2B5EF4-FFF2-40B4-BE49-F238E27FC236}">
                <a16:creationId xmlns:a16="http://schemas.microsoft.com/office/drawing/2014/main" id="{F86C5F9C-2250-120C-852E-17DF2DE60AE7}"/>
              </a:ext>
            </a:extLst>
          </p:cNvPr>
          <p:cNvSpPr>
            <a:spLocks noGrp="1"/>
          </p:cNvSpPr>
          <p:nvPr>
            <p:ph type="body" sz="quarter" idx="29" hasCustomPrompt="1"/>
          </p:nvPr>
        </p:nvSpPr>
        <p:spPr>
          <a:xfrm>
            <a:off x="7172722" y="4759325"/>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4" name="Espace réservé du texte 3">
            <a:extLst>
              <a:ext uri="{FF2B5EF4-FFF2-40B4-BE49-F238E27FC236}">
                <a16:creationId xmlns:a16="http://schemas.microsoft.com/office/drawing/2014/main" id="{A02CBABD-95BD-3532-BD3B-A3E5E0F31C9E}"/>
              </a:ext>
            </a:extLst>
          </p:cNvPr>
          <p:cNvSpPr>
            <a:spLocks noGrp="1"/>
          </p:cNvSpPr>
          <p:nvPr>
            <p:ph type="body" sz="quarter" idx="30" hasCustomPrompt="1"/>
          </p:nvPr>
        </p:nvSpPr>
        <p:spPr>
          <a:xfrm>
            <a:off x="692787" y="5481637"/>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5" name="Espace réservé du texte 12">
            <a:extLst>
              <a:ext uri="{FF2B5EF4-FFF2-40B4-BE49-F238E27FC236}">
                <a16:creationId xmlns:a16="http://schemas.microsoft.com/office/drawing/2014/main" id="{87F91DDE-9596-B7A3-FE82-E435B261F14A}"/>
              </a:ext>
            </a:extLst>
          </p:cNvPr>
          <p:cNvSpPr>
            <a:spLocks noGrp="1"/>
          </p:cNvSpPr>
          <p:nvPr>
            <p:ph type="body" sz="quarter" idx="31" hasCustomPrompt="1"/>
          </p:nvPr>
        </p:nvSpPr>
        <p:spPr>
          <a:xfrm>
            <a:off x="1402400" y="5481637"/>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6" name="Espace réservé du texte 3">
            <a:extLst>
              <a:ext uri="{FF2B5EF4-FFF2-40B4-BE49-F238E27FC236}">
                <a16:creationId xmlns:a16="http://schemas.microsoft.com/office/drawing/2014/main" id="{FD5170CF-50C0-4F6C-705F-CA808B116EFA}"/>
              </a:ext>
            </a:extLst>
          </p:cNvPr>
          <p:cNvSpPr>
            <a:spLocks noGrp="1"/>
          </p:cNvSpPr>
          <p:nvPr>
            <p:ph type="body" sz="quarter" idx="32" hasCustomPrompt="1"/>
          </p:nvPr>
        </p:nvSpPr>
        <p:spPr>
          <a:xfrm>
            <a:off x="6462432" y="5481637"/>
            <a:ext cx="633413" cy="625475"/>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7" name="Espace réservé du texte 12">
            <a:extLst>
              <a:ext uri="{FF2B5EF4-FFF2-40B4-BE49-F238E27FC236}">
                <a16:creationId xmlns:a16="http://schemas.microsoft.com/office/drawing/2014/main" id="{C4EDF958-DBC5-B24F-90F9-5274EA3AAFD9}"/>
              </a:ext>
            </a:extLst>
          </p:cNvPr>
          <p:cNvSpPr>
            <a:spLocks noGrp="1"/>
          </p:cNvSpPr>
          <p:nvPr>
            <p:ph type="body" sz="quarter" idx="33" hasCustomPrompt="1"/>
          </p:nvPr>
        </p:nvSpPr>
        <p:spPr>
          <a:xfrm>
            <a:off x="7172045" y="5481637"/>
            <a:ext cx="4322094" cy="625475"/>
          </a:xfrm>
        </p:spPr>
        <p:txBody>
          <a:bodyPr anchor="ctr" anchorCtr="0">
            <a:noAutofit/>
          </a:bodyPr>
          <a:lstStyle>
            <a:lvl1pPr marL="0" indent="0">
              <a:buFont typeface="Arial" panose="020B0604020202020204" pitchFamily="34" charset="0"/>
              <a:buNone/>
              <a:defRPr sz="2000"/>
            </a:lvl1pPr>
          </a:lstStyle>
          <a:p>
            <a:pPr lvl="0"/>
            <a:r>
              <a:rPr lang="fr-FR" dirty="0"/>
              <a:t>Cliquez pour modifier le texte</a:t>
            </a:r>
          </a:p>
        </p:txBody>
      </p:sp>
      <p:sp>
        <p:nvSpPr>
          <p:cNvPr id="38" name="Espace réservé du texte 8">
            <a:extLst>
              <a:ext uri="{FF2B5EF4-FFF2-40B4-BE49-F238E27FC236}">
                <a16:creationId xmlns:a16="http://schemas.microsoft.com/office/drawing/2014/main" id="{AF4A9231-E321-0818-5D89-275CC425D9E3}"/>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65511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 1 column">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8C89BF5-44F6-D3C5-0E07-9165D07C9E75}"/>
              </a:ext>
            </a:extLst>
          </p:cNvPr>
          <p:cNvSpPr>
            <a:spLocks noGrp="1"/>
          </p:cNvSpPr>
          <p:nvPr>
            <p:ph idx="1"/>
          </p:nvPr>
        </p:nvSpPr>
        <p:spPr/>
        <p:txBody>
          <a:bodyPr anchor="t" anchorCtr="0"/>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7" name="Espace réservé du numéro de diapositive 6">
            <a:extLst>
              <a:ext uri="{FF2B5EF4-FFF2-40B4-BE49-F238E27FC236}">
                <a16:creationId xmlns:a16="http://schemas.microsoft.com/office/drawing/2014/main" id="{0A5B7FC8-A17D-CBD6-27FC-A3E63A0BB972}"/>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0" name="Titre 9">
            <a:extLst>
              <a:ext uri="{FF2B5EF4-FFF2-40B4-BE49-F238E27FC236}">
                <a16:creationId xmlns:a16="http://schemas.microsoft.com/office/drawing/2014/main" id="{2470EF96-8F52-9DC7-FFB7-A98EEA643767}"/>
              </a:ext>
            </a:extLst>
          </p:cNvPr>
          <p:cNvSpPr>
            <a:spLocks noGrp="1"/>
          </p:cNvSpPr>
          <p:nvPr>
            <p:ph type="title"/>
          </p:nvPr>
        </p:nvSpPr>
        <p:spPr/>
        <p:txBody>
          <a:bodyPr/>
          <a:lstStyle/>
          <a:p>
            <a:r>
              <a:rPr lang="fr-FR"/>
              <a:t>Modifiez le style du titre</a:t>
            </a:r>
            <a:endParaRPr lang="en-US"/>
          </a:p>
        </p:txBody>
      </p:sp>
      <p:sp>
        <p:nvSpPr>
          <p:cNvPr id="11" name="Espace réservé du texte 8">
            <a:extLst>
              <a:ext uri="{FF2B5EF4-FFF2-40B4-BE49-F238E27FC236}">
                <a16:creationId xmlns:a16="http://schemas.microsoft.com/office/drawing/2014/main" id="{121B8B79-86D2-A557-75F6-8A2C4A960FA5}"/>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3788751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CC2F6-6F94-521F-E89C-8CB6AA357B38}"/>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14D1C833-57CE-15EF-5D5A-B277AE6304F9}"/>
              </a:ext>
            </a:extLst>
          </p:cNvPr>
          <p:cNvSpPr>
            <a:spLocks noGrp="1"/>
          </p:cNvSpPr>
          <p:nvPr>
            <p:ph sz="half" idx="1"/>
          </p:nvPr>
        </p:nvSpPr>
        <p:spPr>
          <a:xfrm>
            <a:off x="696000" y="2367815"/>
            <a:ext cx="5181600" cy="380914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Espace réservé du contenu 3">
            <a:extLst>
              <a:ext uri="{FF2B5EF4-FFF2-40B4-BE49-F238E27FC236}">
                <a16:creationId xmlns:a16="http://schemas.microsoft.com/office/drawing/2014/main" id="{133968FD-23C6-D542-CBC0-669D70A2F87A}"/>
              </a:ext>
            </a:extLst>
          </p:cNvPr>
          <p:cNvSpPr>
            <a:spLocks noGrp="1"/>
          </p:cNvSpPr>
          <p:nvPr>
            <p:ph sz="half" idx="2"/>
          </p:nvPr>
        </p:nvSpPr>
        <p:spPr>
          <a:xfrm>
            <a:off x="6314400" y="2367815"/>
            <a:ext cx="5181600" cy="380914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numéro de diapositive 7">
            <a:extLst>
              <a:ext uri="{FF2B5EF4-FFF2-40B4-BE49-F238E27FC236}">
                <a16:creationId xmlns:a16="http://schemas.microsoft.com/office/drawing/2014/main" id="{CDC8B1F5-E1BD-4E14-DA3A-2EF54CC6214A}"/>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0" name="Espace réservé du texte 8">
            <a:extLst>
              <a:ext uri="{FF2B5EF4-FFF2-40B4-BE49-F238E27FC236}">
                <a16:creationId xmlns:a16="http://schemas.microsoft.com/office/drawing/2014/main" id="{1DE855B1-5A35-08E5-98D3-ED32C81BDE1A}"/>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70546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 2 columns with subititl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1974711-9403-92F6-12EF-503A2E308CD5}"/>
              </a:ext>
            </a:extLst>
          </p:cNvPr>
          <p:cNvSpPr>
            <a:spLocks noGrp="1"/>
          </p:cNvSpPr>
          <p:nvPr>
            <p:ph type="body" idx="1"/>
          </p:nvPr>
        </p:nvSpPr>
        <p:spPr>
          <a:xfrm>
            <a:off x="696000" y="2349500"/>
            <a:ext cx="5157787" cy="7498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A34F213E-09F7-35B7-88BA-576C94FDE280}"/>
              </a:ext>
            </a:extLst>
          </p:cNvPr>
          <p:cNvSpPr>
            <a:spLocks noGrp="1"/>
          </p:cNvSpPr>
          <p:nvPr>
            <p:ph sz="half" idx="2"/>
          </p:nvPr>
        </p:nvSpPr>
        <p:spPr>
          <a:xfrm>
            <a:off x="696000" y="3173412"/>
            <a:ext cx="5157787" cy="30252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6AA51D94-60B1-4CBC-7E97-DF6281EC4D26}"/>
              </a:ext>
            </a:extLst>
          </p:cNvPr>
          <p:cNvSpPr>
            <a:spLocks noGrp="1"/>
          </p:cNvSpPr>
          <p:nvPr>
            <p:ph type="body" sz="quarter" idx="3"/>
          </p:nvPr>
        </p:nvSpPr>
        <p:spPr>
          <a:xfrm>
            <a:off x="6312812" y="2349500"/>
            <a:ext cx="5183188" cy="7498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2A863FD-66DD-83A5-0EB4-E2DA2A2C26F3}"/>
              </a:ext>
            </a:extLst>
          </p:cNvPr>
          <p:cNvSpPr>
            <a:spLocks noGrp="1"/>
          </p:cNvSpPr>
          <p:nvPr>
            <p:ph sz="quarter" idx="4"/>
          </p:nvPr>
        </p:nvSpPr>
        <p:spPr>
          <a:xfrm>
            <a:off x="6312812" y="3173412"/>
            <a:ext cx="5183188" cy="302525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1" name="Espace réservé du numéro de diapositive 10">
            <a:extLst>
              <a:ext uri="{FF2B5EF4-FFF2-40B4-BE49-F238E27FC236}">
                <a16:creationId xmlns:a16="http://schemas.microsoft.com/office/drawing/2014/main" id="{954DF801-D208-5420-D8DF-1DFEE267AFE2}"/>
              </a:ext>
            </a:extLst>
          </p:cNvPr>
          <p:cNvSpPr>
            <a:spLocks noGrp="1"/>
          </p:cNvSpPr>
          <p:nvPr>
            <p:ph type="sldNum" sz="quarter" idx="14"/>
          </p:nvPr>
        </p:nvSpPr>
        <p:spPr/>
        <p:txBody>
          <a:bodyPr/>
          <a:lstStyle/>
          <a:p>
            <a:fld id="{262175C0-8CD5-419A-A749-8C17692C9EAC}" type="slidenum">
              <a:rPr lang="en-US" smtClean="0"/>
              <a:t>‹N°›</a:t>
            </a:fld>
            <a:endParaRPr lang="en-US"/>
          </a:p>
        </p:txBody>
      </p:sp>
      <p:sp>
        <p:nvSpPr>
          <p:cNvPr id="12" name="Titre 11">
            <a:extLst>
              <a:ext uri="{FF2B5EF4-FFF2-40B4-BE49-F238E27FC236}">
                <a16:creationId xmlns:a16="http://schemas.microsoft.com/office/drawing/2014/main" id="{CD869FB1-939C-8AFA-5854-E607A22084D4}"/>
              </a:ext>
            </a:extLst>
          </p:cNvPr>
          <p:cNvSpPr>
            <a:spLocks noGrp="1"/>
          </p:cNvSpPr>
          <p:nvPr>
            <p:ph type="title"/>
          </p:nvPr>
        </p:nvSpPr>
        <p:spPr/>
        <p:txBody>
          <a:bodyPr/>
          <a:lstStyle/>
          <a:p>
            <a:r>
              <a:rPr lang="fr-FR"/>
              <a:t>Modifiez le style du titre</a:t>
            </a:r>
            <a:endParaRPr lang="en-US"/>
          </a:p>
        </p:txBody>
      </p:sp>
      <p:sp>
        <p:nvSpPr>
          <p:cNvPr id="13" name="Espace réservé du texte 8">
            <a:extLst>
              <a:ext uri="{FF2B5EF4-FFF2-40B4-BE49-F238E27FC236}">
                <a16:creationId xmlns:a16="http://schemas.microsoft.com/office/drawing/2014/main" id="{4AF522F6-B8F3-AE1B-5E41-3AAE350DDBB1}"/>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3593939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696000"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696000"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83139CF2-974A-31EB-49AB-8B8C82F82A16}"/>
              </a:ext>
            </a:extLst>
          </p:cNvPr>
          <p:cNvSpPr>
            <a:spLocks noGrp="1"/>
          </p:cNvSpPr>
          <p:nvPr>
            <p:ph type="body" sz="quarter" idx="17" hasCustomPrompt="1"/>
          </p:nvPr>
        </p:nvSpPr>
        <p:spPr>
          <a:xfrm>
            <a:off x="8256002"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5" name="Espace réservé du texte 12">
            <a:extLst>
              <a:ext uri="{FF2B5EF4-FFF2-40B4-BE49-F238E27FC236}">
                <a16:creationId xmlns:a16="http://schemas.microsoft.com/office/drawing/2014/main" id="{B03C5E25-23B2-0890-1BF2-5B36F7477A5B}"/>
              </a:ext>
            </a:extLst>
          </p:cNvPr>
          <p:cNvSpPr>
            <a:spLocks noGrp="1"/>
          </p:cNvSpPr>
          <p:nvPr>
            <p:ph type="body" sz="quarter" idx="18" hasCustomPrompt="1"/>
          </p:nvPr>
        </p:nvSpPr>
        <p:spPr>
          <a:xfrm>
            <a:off x="8256002"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7548B3A6-9E2D-BFCB-BC90-840786B67CCF}"/>
              </a:ext>
            </a:extLst>
          </p:cNvPr>
          <p:cNvSpPr>
            <a:spLocks noGrp="1"/>
          </p:cNvSpPr>
          <p:nvPr>
            <p:ph type="body" sz="quarter" idx="19" hasCustomPrompt="1"/>
          </p:nvPr>
        </p:nvSpPr>
        <p:spPr>
          <a:xfrm>
            <a:off x="4476000" y="2453364"/>
            <a:ext cx="324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CB963D4B-B258-4FE0-FDD7-4219988CDD99}"/>
              </a:ext>
            </a:extLst>
          </p:cNvPr>
          <p:cNvSpPr>
            <a:spLocks noGrp="1"/>
          </p:cNvSpPr>
          <p:nvPr>
            <p:ph type="body" sz="quarter" idx="20" hasCustomPrompt="1"/>
          </p:nvPr>
        </p:nvSpPr>
        <p:spPr>
          <a:xfrm>
            <a:off x="4476000" y="3201049"/>
            <a:ext cx="3240000" cy="2906064"/>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4275223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ndard - Title only">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2236D-4ACA-4597-B214-70D7B222F84E}"/>
              </a:ext>
            </a:extLst>
          </p:cNvPr>
          <p:cNvSpPr>
            <a:spLocks noGrp="1"/>
          </p:cNvSpPr>
          <p:nvPr>
            <p:ph type="title"/>
          </p:nvPr>
        </p:nvSpPr>
        <p:spPr/>
        <p:txBody>
          <a:bodyPr/>
          <a:lstStyle/>
          <a:p>
            <a:r>
              <a:rPr lang="fr-FR"/>
              <a:t>Modifiez le style du titre</a:t>
            </a:r>
            <a:endParaRPr lang="en-US"/>
          </a:p>
        </p:txBody>
      </p:sp>
      <p:sp>
        <p:nvSpPr>
          <p:cNvPr id="8" name="Espace réservé du texte 8">
            <a:extLst>
              <a:ext uri="{FF2B5EF4-FFF2-40B4-BE49-F238E27FC236}">
                <a16:creationId xmlns:a16="http://schemas.microsoft.com/office/drawing/2014/main" id="{EDD9CE1F-96E5-6B04-AEB8-B23A7ABCF237}"/>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3" name="Espace réservé du numéro de diapositive 2">
            <a:extLst>
              <a:ext uri="{FF2B5EF4-FFF2-40B4-BE49-F238E27FC236}">
                <a16:creationId xmlns:a16="http://schemas.microsoft.com/office/drawing/2014/main" id="{7259B92D-9B86-0989-C0BD-29D806D50464}"/>
              </a:ext>
            </a:extLst>
          </p:cNvPr>
          <p:cNvSpPr>
            <a:spLocks noGrp="1"/>
          </p:cNvSpPr>
          <p:nvPr>
            <p:ph type="sldNum" sz="quarter" idx="14"/>
          </p:nvPr>
        </p:nvSpPr>
        <p:spPr/>
        <p:txBody>
          <a:bodyPr/>
          <a:lstStyle/>
          <a:p>
            <a:fld id="{262175C0-8CD5-419A-A749-8C17692C9EAC}" type="slidenum">
              <a:rPr lang="en-US" smtClean="0"/>
              <a:pPr/>
              <a:t>‹N°›</a:t>
            </a:fld>
            <a:endParaRPr lang="en-US" sz="1000"/>
          </a:p>
        </p:txBody>
      </p:sp>
    </p:spTree>
    <p:extLst>
      <p:ext uri="{BB962C8B-B14F-4D97-AF65-F5344CB8AC3E}">
        <p14:creationId xmlns:p14="http://schemas.microsoft.com/office/powerpoint/2010/main" val="3989711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ndard - Title only - Wi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E2236D-4ACA-4597-B214-70D7B222F84E}"/>
              </a:ext>
            </a:extLst>
          </p:cNvPr>
          <p:cNvSpPr>
            <a:spLocks noGrp="1"/>
          </p:cNvSpPr>
          <p:nvPr>
            <p:ph type="title"/>
          </p:nvPr>
        </p:nvSpPr>
        <p:spPr>
          <a:xfrm>
            <a:off x="4527612" y="543295"/>
            <a:ext cx="6968388" cy="847184"/>
          </a:xfrm>
        </p:spPr>
        <p:txBody>
          <a:bodyPr/>
          <a:lstStyle/>
          <a:p>
            <a:r>
              <a:rPr lang="fr-FR"/>
              <a:t>Modifiez le style du titre</a:t>
            </a:r>
            <a:endParaRPr lang="en-US"/>
          </a:p>
        </p:txBody>
      </p:sp>
      <p:sp>
        <p:nvSpPr>
          <p:cNvPr id="7" name="Espace réservé du numéro de diapositive 6">
            <a:extLst>
              <a:ext uri="{FF2B5EF4-FFF2-40B4-BE49-F238E27FC236}">
                <a16:creationId xmlns:a16="http://schemas.microsoft.com/office/drawing/2014/main" id="{4DD28049-69C0-8EB6-1C6D-5D5E290E7D1C}"/>
              </a:ext>
            </a:extLst>
          </p:cNvPr>
          <p:cNvSpPr>
            <a:spLocks noGrp="1"/>
          </p:cNvSpPr>
          <p:nvPr>
            <p:ph type="sldNum" sz="quarter" idx="14"/>
          </p:nvPr>
        </p:nvSpPr>
        <p:spPr/>
        <p:txBody>
          <a:bodyPr/>
          <a:lstStyle/>
          <a:p>
            <a:fld id="{262175C0-8CD5-419A-A749-8C17692C9EAC}" type="slidenum">
              <a:rPr lang="en-US" smtClean="0"/>
              <a:t>‹N°›</a:t>
            </a:fld>
            <a:endParaRPr lang="en-US"/>
          </a:p>
        </p:txBody>
      </p:sp>
      <p:sp>
        <p:nvSpPr>
          <p:cNvPr id="8" name="Espace réservé du texte 8">
            <a:extLst>
              <a:ext uri="{FF2B5EF4-FFF2-40B4-BE49-F238E27FC236}">
                <a16:creationId xmlns:a16="http://schemas.microsoft.com/office/drawing/2014/main" id="{EDD9CE1F-96E5-6B04-AEB8-B23A7ABCF237}"/>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2571627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tandard - Empty">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53371D3-1C36-F9E0-F047-86153E99500D}"/>
              </a:ext>
            </a:extLst>
          </p:cNvPr>
          <p:cNvSpPr>
            <a:spLocks noGrp="1"/>
          </p:cNvSpPr>
          <p:nvPr>
            <p:ph type="sldNum" sz="quarter" idx="10"/>
          </p:nvPr>
        </p:nvSpPr>
        <p:spPr/>
        <p:txBody>
          <a:bodyPr/>
          <a:lstStyle/>
          <a:p>
            <a:fld id="{262175C0-8CD5-419A-A749-8C17692C9EAC}" type="slidenum">
              <a:rPr lang="en-US" smtClean="0"/>
              <a:pPr/>
              <a:t>‹N°›</a:t>
            </a:fld>
            <a:endParaRPr lang="en-US" sz="1000"/>
          </a:p>
        </p:txBody>
      </p:sp>
    </p:spTree>
    <p:extLst>
      <p:ext uri="{BB962C8B-B14F-4D97-AF65-F5344CB8AC3E}">
        <p14:creationId xmlns:p14="http://schemas.microsoft.com/office/powerpoint/2010/main" val="19035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ndard - 1/3 2/3 columns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5B5106-96D0-721F-6A54-FACD6352636B}"/>
              </a:ext>
            </a:extLst>
          </p:cNvPr>
          <p:cNvSpPr>
            <a:spLocks noGrp="1"/>
          </p:cNvSpPr>
          <p:nvPr>
            <p:ph type="title"/>
          </p:nvPr>
        </p:nvSpPr>
        <p:spPr>
          <a:xfrm>
            <a:off x="696000" y="1347536"/>
            <a:ext cx="3932237" cy="1087656"/>
          </a:xfrm>
        </p:spPr>
        <p:txBody>
          <a:bodyPr anchor="b"/>
          <a:lstStyle>
            <a:lvl1pPr>
              <a:defRPr sz="3200"/>
            </a:lvl1pPr>
          </a:lstStyle>
          <a:p>
            <a:r>
              <a:rPr lang="fr-FR" dirty="0"/>
              <a:t>Modifiez le style du titre</a:t>
            </a:r>
            <a:endParaRPr lang="en-US" dirty="0"/>
          </a:p>
        </p:txBody>
      </p:sp>
      <p:sp>
        <p:nvSpPr>
          <p:cNvPr id="3" name="Espace réservé du contenu 2">
            <a:extLst>
              <a:ext uri="{FF2B5EF4-FFF2-40B4-BE49-F238E27FC236}">
                <a16:creationId xmlns:a16="http://schemas.microsoft.com/office/drawing/2014/main" id="{58A72B70-3046-0512-58ED-00C8250C84D7}"/>
              </a:ext>
            </a:extLst>
          </p:cNvPr>
          <p:cNvSpPr>
            <a:spLocks noGrp="1"/>
          </p:cNvSpPr>
          <p:nvPr>
            <p:ph idx="1"/>
          </p:nvPr>
        </p:nvSpPr>
        <p:spPr>
          <a:xfrm>
            <a:off x="5323800" y="1347535"/>
            <a:ext cx="6172200" cy="47837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897D936D-447D-5E74-300E-82305D7FB8B7}"/>
              </a:ext>
            </a:extLst>
          </p:cNvPr>
          <p:cNvSpPr>
            <a:spLocks noGrp="1"/>
          </p:cNvSpPr>
          <p:nvPr>
            <p:ph type="body" sz="half" idx="2"/>
          </p:nvPr>
        </p:nvSpPr>
        <p:spPr>
          <a:xfrm>
            <a:off x="696000" y="2589196"/>
            <a:ext cx="3932237" cy="351791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8" name="Espace réservé du numéro de diapositive 7">
            <a:extLst>
              <a:ext uri="{FF2B5EF4-FFF2-40B4-BE49-F238E27FC236}">
                <a16:creationId xmlns:a16="http://schemas.microsoft.com/office/drawing/2014/main" id="{F9897BF8-57B3-ABE9-8B1B-8540DADA9CB5}"/>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8">
            <a:extLst>
              <a:ext uri="{FF2B5EF4-FFF2-40B4-BE49-F238E27FC236}">
                <a16:creationId xmlns:a16="http://schemas.microsoft.com/office/drawing/2014/main" id="{B6703056-B8A3-DD4E-4EC6-3128085FEFD9}"/>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19409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tandard -  2/3 1/3 columns ">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8A72B70-3046-0512-58ED-00C8250C84D7}"/>
              </a:ext>
            </a:extLst>
          </p:cNvPr>
          <p:cNvSpPr>
            <a:spLocks noGrp="1"/>
          </p:cNvSpPr>
          <p:nvPr>
            <p:ph idx="1"/>
          </p:nvPr>
        </p:nvSpPr>
        <p:spPr>
          <a:xfrm>
            <a:off x="696000" y="2369399"/>
            <a:ext cx="6172200" cy="376189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numéro de diapositive 7">
            <a:extLst>
              <a:ext uri="{FF2B5EF4-FFF2-40B4-BE49-F238E27FC236}">
                <a16:creationId xmlns:a16="http://schemas.microsoft.com/office/drawing/2014/main" id="{F9897BF8-57B3-ABE9-8B1B-8540DADA9CB5}"/>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8">
            <a:extLst>
              <a:ext uri="{FF2B5EF4-FFF2-40B4-BE49-F238E27FC236}">
                <a16:creationId xmlns:a16="http://schemas.microsoft.com/office/drawing/2014/main" id="{B6703056-B8A3-DD4E-4EC6-3128085FEFD9}"/>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5" name="Titre 4">
            <a:extLst>
              <a:ext uri="{FF2B5EF4-FFF2-40B4-BE49-F238E27FC236}">
                <a16:creationId xmlns:a16="http://schemas.microsoft.com/office/drawing/2014/main" id="{D12B56A3-7CEA-97A1-351C-A111D9CABE57}"/>
              </a:ext>
            </a:extLst>
          </p:cNvPr>
          <p:cNvSpPr>
            <a:spLocks noGrp="1"/>
          </p:cNvSpPr>
          <p:nvPr>
            <p:ph type="title"/>
          </p:nvPr>
        </p:nvSpPr>
        <p:spPr/>
        <p:txBody>
          <a:bodyPr/>
          <a:lstStyle/>
          <a:p>
            <a:r>
              <a:rPr lang="fr-FR"/>
              <a:t>Modifiez le style du titre</a:t>
            </a:r>
            <a:endParaRPr lang="en-US"/>
          </a:p>
        </p:txBody>
      </p:sp>
      <p:sp>
        <p:nvSpPr>
          <p:cNvPr id="6" name="Espace réservé du contenu 2">
            <a:extLst>
              <a:ext uri="{FF2B5EF4-FFF2-40B4-BE49-F238E27FC236}">
                <a16:creationId xmlns:a16="http://schemas.microsoft.com/office/drawing/2014/main" id="{D8A1E075-1888-68D1-DE4F-00C71324BF81}"/>
              </a:ext>
            </a:extLst>
          </p:cNvPr>
          <p:cNvSpPr>
            <a:spLocks noGrp="1"/>
          </p:cNvSpPr>
          <p:nvPr>
            <p:ph idx="14"/>
          </p:nvPr>
        </p:nvSpPr>
        <p:spPr>
          <a:xfrm>
            <a:off x="7155402" y="2369399"/>
            <a:ext cx="4340598" cy="376189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773437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oxed - 2 columns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52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4856206"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4856206"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Shape 13">
            <a:extLst>
              <a:ext uri="{FF2B5EF4-FFF2-40B4-BE49-F238E27FC236}">
                <a16:creationId xmlns:a16="http://schemas.microsoft.com/office/drawing/2014/main" id="{A1EFEE6E-F767-24F8-8F7F-15FBD909A105}"/>
              </a:ext>
            </a:extLst>
          </p:cNvPr>
          <p:cNvSpPr/>
          <p:nvPr userDrawn="1"/>
        </p:nvSpPr>
        <p:spPr>
          <a:xfrm>
            <a:off x="6276000" y="2408902"/>
            <a:ext cx="52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5" name="Espace réservé du texte 3">
            <a:extLst>
              <a:ext uri="{FF2B5EF4-FFF2-40B4-BE49-F238E27FC236}">
                <a16:creationId xmlns:a16="http://schemas.microsoft.com/office/drawing/2014/main" id="{5F0832A9-D9C2-C7AF-1F98-C680FB30CC39}"/>
              </a:ext>
            </a:extLst>
          </p:cNvPr>
          <p:cNvSpPr>
            <a:spLocks noGrp="1"/>
          </p:cNvSpPr>
          <p:nvPr>
            <p:ph type="body" sz="quarter" idx="17" hasCustomPrompt="1"/>
          </p:nvPr>
        </p:nvSpPr>
        <p:spPr>
          <a:xfrm>
            <a:off x="64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6" name="Espace réservé du texte 12">
            <a:extLst>
              <a:ext uri="{FF2B5EF4-FFF2-40B4-BE49-F238E27FC236}">
                <a16:creationId xmlns:a16="http://schemas.microsoft.com/office/drawing/2014/main" id="{69077FA6-772E-44A4-8485-04197043C4E8}"/>
              </a:ext>
            </a:extLst>
          </p:cNvPr>
          <p:cNvSpPr>
            <a:spLocks noGrp="1"/>
          </p:cNvSpPr>
          <p:nvPr>
            <p:ph type="body" sz="quarter" idx="18" hasCustomPrompt="1"/>
          </p:nvPr>
        </p:nvSpPr>
        <p:spPr>
          <a:xfrm>
            <a:off x="6456000" y="3363180"/>
            <a:ext cx="4856206"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1ED7B6C0-DB8C-C4B9-4826-633BCF30F2A9}"/>
              </a:ext>
            </a:extLst>
          </p:cNvPr>
          <p:cNvSpPr>
            <a:spLocks noGrp="1"/>
          </p:cNvSpPr>
          <p:nvPr>
            <p:ph type="body" sz="quarter" idx="19" hasCustomPrompt="1"/>
          </p:nvPr>
        </p:nvSpPr>
        <p:spPr>
          <a:xfrm>
            <a:off x="6456000" y="4110865"/>
            <a:ext cx="4856206"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0094735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oxed - 2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52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5999" y="4047408"/>
            <a:ext cx="4885703"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5999" y="4709652"/>
            <a:ext cx="4885703"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5" name="Shape 13">
            <a:extLst>
              <a:ext uri="{FF2B5EF4-FFF2-40B4-BE49-F238E27FC236}">
                <a16:creationId xmlns:a16="http://schemas.microsoft.com/office/drawing/2014/main" id="{F26CACFC-8458-9A84-B792-8A6CE8DA6F3E}"/>
              </a:ext>
            </a:extLst>
          </p:cNvPr>
          <p:cNvSpPr/>
          <p:nvPr userDrawn="1"/>
        </p:nvSpPr>
        <p:spPr>
          <a:xfrm>
            <a:off x="6276002" y="3205316"/>
            <a:ext cx="52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6" name="Espace réservé du texte 3">
            <a:extLst>
              <a:ext uri="{FF2B5EF4-FFF2-40B4-BE49-F238E27FC236}">
                <a16:creationId xmlns:a16="http://schemas.microsoft.com/office/drawing/2014/main" id="{2D07576F-74A7-CD7A-559C-695E743DDF79}"/>
              </a:ext>
            </a:extLst>
          </p:cNvPr>
          <p:cNvSpPr>
            <a:spLocks noGrp="1"/>
          </p:cNvSpPr>
          <p:nvPr>
            <p:ph type="body" sz="quarter" idx="24" hasCustomPrompt="1"/>
          </p:nvPr>
        </p:nvSpPr>
        <p:spPr>
          <a:xfrm>
            <a:off x="6456002"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7" name="Espace réservé du texte 12">
            <a:extLst>
              <a:ext uri="{FF2B5EF4-FFF2-40B4-BE49-F238E27FC236}">
                <a16:creationId xmlns:a16="http://schemas.microsoft.com/office/drawing/2014/main" id="{F58F38D0-3F0B-6A87-EAA2-A818E79EAC4E}"/>
              </a:ext>
            </a:extLst>
          </p:cNvPr>
          <p:cNvSpPr>
            <a:spLocks noGrp="1"/>
          </p:cNvSpPr>
          <p:nvPr>
            <p:ph type="body" sz="quarter" idx="25" hasCustomPrompt="1"/>
          </p:nvPr>
        </p:nvSpPr>
        <p:spPr>
          <a:xfrm>
            <a:off x="6456001" y="4047408"/>
            <a:ext cx="4885703"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8" name="Espace réservé du texte 12">
            <a:extLst>
              <a:ext uri="{FF2B5EF4-FFF2-40B4-BE49-F238E27FC236}">
                <a16:creationId xmlns:a16="http://schemas.microsoft.com/office/drawing/2014/main" id="{DF699DA6-5E7B-6C3B-C637-C66EF8BD8989}"/>
              </a:ext>
            </a:extLst>
          </p:cNvPr>
          <p:cNvSpPr>
            <a:spLocks noGrp="1"/>
          </p:cNvSpPr>
          <p:nvPr>
            <p:ph type="body" sz="quarter" idx="26" hasCustomPrompt="1"/>
          </p:nvPr>
        </p:nvSpPr>
        <p:spPr>
          <a:xfrm>
            <a:off x="6456001" y="4709652"/>
            <a:ext cx="4885703"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363998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xed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3" name="Shape 13">
            <a:extLst>
              <a:ext uri="{FF2B5EF4-FFF2-40B4-BE49-F238E27FC236}">
                <a16:creationId xmlns:a16="http://schemas.microsoft.com/office/drawing/2014/main" id="{E283F77C-1591-CCFF-7150-E02410ED113C}"/>
              </a:ext>
            </a:extLst>
          </p:cNvPr>
          <p:cNvSpPr/>
          <p:nvPr userDrawn="1"/>
        </p:nvSpPr>
        <p:spPr>
          <a:xfrm>
            <a:off x="807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4" name="Espace réservé du texte 3">
            <a:extLst>
              <a:ext uri="{FF2B5EF4-FFF2-40B4-BE49-F238E27FC236}">
                <a16:creationId xmlns:a16="http://schemas.microsoft.com/office/drawing/2014/main" id="{4D39D517-962E-48D0-A425-2A281E441ECF}"/>
              </a:ext>
            </a:extLst>
          </p:cNvPr>
          <p:cNvSpPr>
            <a:spLocks noGrp="1"/>
          </p:cNvSpPr>
          <p:nvPr>
            <p:ph type="body" sz="quarter" idx="17" hasCustomPrompt="1"/>
          </p:nvPr>
        </p:nvSpPr>
        <p:spPr>
          <a:xfrm>
            <a:off x="82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5" name="Espace réservé du texte 12">
            <a:extLst>
              <a:ext uri="{FF2B5EF4-FFF2-40B4-BE49-F238E27FC236}">
                <a16:creationId xmlns:a16="http://schemas.microsoft.com/office/drawing/2014/main" id="{14741A0C-91C7-BFF5-8AF2-5B9D5BDCA2F9}"/>
              </a:ext>
            </a:extLst>
          </p:cNvPr>
          <p:cNvSpPr>
            <a:spLocks noGrp="1"/>
          </p:cNvSpPr>
          <p:nvPr>
            <p:ph type="body" sz="quarter" idx="18" hasCustomPrompt="1"/>
          </p:nvPr>
        </p:nvSpPr>
        <p:spPr>
          <a:xfrm>
            <a:off x="825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6" name="Espace réservé du texte 12">
            <a:extLst>
              <a:ext uri="{FF2B5EF4-FFF2-40B4-BE49-F238E27FC236}">
                <a16:creationId xmlns:a16="http://schemas.microsoft.com/office/drawing/2014/main" id="{EA7EA455-ADB9-01C8-3588-826FA6176E24}"/>
              </a:ext>
            </a:extLst>
          </p:cNvPr>
          <p:cNvSpPr>
            <a:spLocks noGrp="1"/>
          </p:cNvSpPr>
          <p:nvPr>
            <p:ph type="body" sz="quarter" idx="19" hasCustomPrompt="1"/>
          </p:nvPr>
        </p:nvSpPr>
        <p:spPr>
          <a:xfrm>
            <a:off x="825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7" name="Shape 13">
            <a:extLst>
              <a:ext uri="{FF2B5EF4-FFF2-40B4-BE49-F238E27FC236}">
                <a16:creationId xmlns:a16="http://schemas.microsoft.com/office/drawing/2014/main" id="{1CD1FEDA-5B1E-C9A6-90B1-02624C640FD9}"/>
              </a:ext>
            </a:extLst>
          </p:cNvPr>
          <p:cNvSpPr/>
          <p:nvPr userDrawn="1"/>
        </p:nvSpPr>
        <p:spPr>
          <a:xfrm>
            <a:off x="4386000" y="2408902"/>
            <a:ext cx="34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456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3363180"/>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4110865"/>
            <a:ext cx="3060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Tree>
    <p:extLst>
      <p:ext uri="{BB962C8B-B14F-4D97-AF65-F5344CB8AC3E}">
        <p14:creationId xmlns:p14="http://schemas.microsoft.com/office/powerpoint/2010/main" val="1675627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xed - 3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3" name="Shape 13">
            <a:extLst>
              <a:ext uri="{FF2B5EF4-FFF2-40B4-BE49-F238E27FC236}">
                <a16:creationId xmlns:a16="http://schemas.microsoft.com/office/drawing/2014/main" id="{E283F77C-1591-CCFF-7150-E02410ED113C}"/>
              </a:ext>
            </a:extLst>
          </p:cNvPr>
          <p:cNvSpPr/>
          <p:nvPr userDrawn="1"/>
        </p:nvSpPr>
        <p:spPr>
          <a:xfrm>
            <a:off x="807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4" name="Espace réservé du texte 3">
            <a:extLst>
              <a:ext uri="{FF2B5EF4-FFF2-40B4-BE49-F238E27FC236}">
                <a16:creationId xmlns:a16="http://schemas.microsoft.com/office/drawing/2014/main" id="{4D39D517-962E-48D0-A425-2A281E441ECF}"/>
              </a:ext>
            </a:extLst>
          </p:cNvPr>
          <p:cNvSpPr>
            <a:spLocks noGrp="1"/>
          </p:cNvSpPr>
          <p:nvPr>
            <p:ph type="body" sz="quarter" idx="17" hasCustomPrompt="1"/>
          </p:nvPr>
        </p:nvSpPr>
        <p:spPr>
          <a:xfrm>
            <a:off x="825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5" name="Espace réservé du texte 12">
            <a:extLst>
              <a:ext uri="{FF2B5EF4-FFF2-40B4-BE49-F238E27FC236}">
                <a16:creationId xmlns:a16="http://schemas.microsoft.com/office/drawing/2014/main" id="{14741A0C-91C7-BFF5-8AF2-5B9D5BDCA2F9}"/>
              </a:ext>
            </a:extLst>
          </p:cNvPr>
          <p:cNvSpPr>
            <a:spLocks noGrp="1"/>
          </p:cNvSpPr>
          <p:nvPr>
            <p:ph type="body" sz="quarter" idx="18" hasCustomPrompt="1"/>
          </p:nvPr>
        </p:nvSpPr>
        <p:spPr>
          <a:xfrm>
            <a:off x="825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6" name="Espace réservé du texte 12">
            <a:extLst>
              <a:ext uri="{FF2B5EF4-FFF2-40B4-BE49-F238E27FC236}">
                <a16:creationId xmlns:a16="http://schemas.microsoft.com/office/drawing/2014/main" id="{EA7EA455-ADB9-01C8-3588-826FA6176E24}"/>
              </a:ext>
            </a:extLst>
          </p:cNvPr>
          <p:cNvSpPr>
            <a:spLocks noGrp="1"/>
          </p:cNvSpPr>
          <p:nvPr>
            <p:ph type="body" sz="quarter" idx="19" hasCustomPrompt="1"/>
          </p:nvPr>
        </p:nvSpPr>
        <p:spPr>
          <a:xfrm>
            <a:off x="825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17" name="Shape 13">
            <a:extLst>
              <a:ext uri="{FF2B5EF4-FFF2-40B4-BE49-F238E27FC236}">
                <a16:creationId xmlns:a16="http://schemas.microsoft.com/office/drawing/2014/main" id="{1CD1FEDA-5B1E-C9A6-90B1-02624C640FD9}"/>
              </a:ext>
            </a:extLst>
          </p:cNvPr>
          <p:cNvSpPr/>
          <p:nvPr userDrawn="1"/>
        </p:nvSpPr>
        <p:spPr>
          <a:xfrm>
            <a:off x="4386000" y="3205316"/>
            <a:ext cx="34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456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4047408"/>
            <a:ext cx="3060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4709652"/>
            <a:ext cx="3060000" cy="1366566"/>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71748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xed - 4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Shape 13">
            <a:extLst>
              <a:ext uri="{FF2B5EF4-FFF2-40B4-BE49-F238E27FC236}">
                <a16:creationId xmlns:a16="http://schemas.microsoft.com/office/drawing/2014/main" id="{459862DF-F56D-398A-B3FA-E476682FB7DB}"/>
              </a:ext>
            </a:extLst>
          </p:cNvPr>
          <p:cNvSpPr/>
          <p:nvPr userDrawn="1"/>
        </p:nvSpPr>
        <p:spPr>
          <a:xfrm>
            <a:off x="8976000"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5" name="Espace réservé du texte 3">
            <a:extLst>
              <a:ext uri="{FF2B5EF4-FFF2-40B4-BE49-F238E27FC236}">
                <a16:creationId xmlns:a16="http://schemas.microsoft.com/office/drawing/2014/main" id="{257150C9-8AFA-8691-7E25-25747B2AF739}"/>
              </a:ext>
            </a:extLst>
          </p:cNvPr>
          <p:cNvSpPr>
            <a:spLocks noGrp="1"/>
          </p:cNvSpPr>
          <p:nvPr>
            <p:ph type="body" sz="quarter" idx="17" hasCustomPrompt="1"/>
          </p:nvPr>
        </p:nvSpPr>
        <p:spPr>
          <a:xfrm>
            <a:off x="9156000"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6" name="Espace réservé du texte 12">
            <a:extLst>
              <a:ext uri="{FF2B5EF4-FFF2-40B4-BE49-F238E27FC236}">
                <a16:creationId xmlns:a16="http://schemas.microsoft.com/office/drawing/2014/main" id="{F822E110-0F04-6276-871E-8B2CF73DEFF6}"/>
              </a:ext>
            </a:extLst>
          </p:cNvPr>
          <p:cNvSpPr>
            <a:spLocks noGrp="1"/>
          </p:cNvSpPr>
          <p:nvPr>
            <p:ph type="body" sz="quarter" idx="18" hasCustomPrompt="1"/>
          </p:nvPr>
        </p:nvSpPr>
        <p:spPr>
          <a:xfrm>
            <a:off x="9156000"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7" name="Espace réservé du texte 12">
            <a:extLst>
              <a:ext uri="{FF2B5EF4-FFF2-40B4-BE49-F238E27FC236}">
                <a16:creationId xmlns:a16="http://schemas.microsoft.com/office/drawing/2014/main" id="{D96DF4B0-E2FD-8FAE-37D9-A080033BF441}"/>
              </a:ext>
            </a:extLst>
          </p:cNvPr>
          <p:cNvSpPr>
            <a:spLocks noGrp="1"/>
          </p:cNvSpPr>
          <p:nvPr>
            <p:ph type="body" sz="quarter" idx="19" hasCustomPrompt="1"/>
          </p:nvPr>
        </p:nvSpPr>
        <p:spPr>
          <a:xfrm>
            <a:off x="9156000"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8" name="Shape 13">
            <a:extLst>
              <a:ext uri="{FF2B5EF4-FFF2-40B4-BE49-F238E27FC236}">
                <a16:creationId xmlns:a16="http://schemas.microsoft.com/office/drawing/2014/main" id="{6741EC31-E008-A4F4-CE21-1F6D57F484D7}"/>
              </a:ext>
            </a:extLst>
          </p:cNvPr>
          <p:cNvSpPr/>
          <p:nvPr userDrawn="1"/>
        </p:nvSpPr>
        <p:spPr>
          <a:xfrm>
            <a:off x="3473612"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2" name="Espace réservé du texte 3">
            <a:extLst>
              <a:ext uri="{FF2B5EF4-FFF2-40B4-BE49-F238E27FC236}">
                <a16:creationId xmlns:a16="http://schemas.microsoft.com/office/drawing/2014/main" id="{79DD687C-DB86-E95A-9BCA-37C8B0FB42FA}"/>
              </a:ext>
            </a:extLst>
          </p:cNvPr>
          <p:cNvSpPr>
            <a:spLocks noGrp="1"/>
          </p:cNvSpPr>
          <p:nvPr>
            <p:ph type="body" sz="quarter" idx="20" hasCustomPrompt="1"/>
          </p:nvPr>
        </p:nvSpPr>
        <p:spPr>
          <a:xfrm>
            <a:off x="3653612"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CCF815C2-50D9-6498-3B8A-9E6D770C9214}"/>
              </a:ext>
            </a:extLst>
          </p:cNvPr>
          <p:cNvSpPr>
            <a:spLocks noGrp="1"/>
          </p:cNvSpPr>
          <p:nvPr>
            <p:ph type="body" sz="quarter" idx="21" hasCustomPrompt="1"/>
          </p:nvPr>
        </p:nvSpPr>
        <p:spPr>
          <a:xfrm>
            <a:off x="3653612"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4" name="Espace réservé du texte 12">
            <a:extLst>
              <a:ext uri="{FF2B5EF4-FFF2-40B4-BE49-F238E27FC236}">
                <a16:creationId xmlns:a16="http://schemas.microsoft.com/office/drawing/2014/main" id="{1DCF5B58-9201-FB61-C4B7-6B8E3D64912F}"/>
              </a:ext>
            </a:extLst>
          </p:cNvPr>
          <p:cNvSpPr>
            <a:spLocks noGrp="1"/>
          </p:cNvSpPr>
          <p:nvPr>
            <p:ph type="body" sz="quarter" idx="22" hasCustomPrompt="1"/>
          </p:nvPr>
        </p:nvSpPr>
        <p:spPr>
          <a:xfrm>
            <a:off x="3653612"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5" name="Shape 13">
            <a:extLst>
              <a:ext uri="{FF2B5EF4-FFF2-40B4-BE49-F238E27FC236}">
                <a16:creationId xmlns:a16="http://schemas.microsoft.com/office/drawing/2014/main" id="{188B0A79-9683-A2DA-B9F1-A8D2D9A64903}"/>
              </a:ext>
            </a:extLst>
          </p:cNvPr>
          <p:cNvSpPr/>
          <p:nvPr userDrawn="1"/>
        </p:nvSpPr>
        <p:spPr>
          <a:xfrm>
            <a:off x="6198388" y="2408902"/>
            <a:ext cx="2520000" cy="3559278"/>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6" name="Espace réservé du texte 3">
            <a:extLst>
              <a:ext uri="{FF2B5EF4-FFF2-40B4-BE49-F238E27FC236}">
                <a16:creationId xmlns:a16="http://schemas.microsoft.com/office/drawing/2014/main" id="{8C410FDB-E701-3DCD-87D1-BEBEA37BFFF0}"/>
              </a:ext>
            </a:extLst>
          </p:cNvPr>
          <p:cNvSpPr>
            <a:spLocks noGrp="1"/>
          </p:cNvSpPr>
          <p:nvPr>
            <p:ph type="body" sz="quarter" idx="23" hasCustomPrompt="1"/>
          </p:nvPr>
        </p:nvSpPr>
        <p:spPr>
          <a:xfrm>
            <a:off x="6378388" y="2573304"/>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6886520B-33B0-9229-D07C-8BD2E445893B}"/>
              </a:ext>
            </a:extLst>
          </p:cNvPr>
          <p:cNvSpPr>
            <a:spLocks noGrp="1"/>
          </p:cNvSpPr>
          <p:nvPr>
            <p:ph type="body" sz="quarter" idx="24" hasCustomPrompt="1"/>
          </p:nvPr>
        </p:nvSpPr>
        <p:spPr>
          <a:xfrm>
            <a:off x="6378388" y="3363180"/>
            <a:ext cx="2172000"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BD266CD8-CDDA-6E60-3C7B-1F0810E40FC8}"/>
              </a:ext>
            </a:extLst>
          </p:cNvPr>
          <p:cNvSpPr>
            <a:spLocks noGrp="1"/>
          </p:cNvSpPr>
          <p:nvPr>
            <p:ph type="body" sz="quarter" idx="25" hasCustomPrompt="1"/>
          </p:nvPr>
        </p:nvSpPr>
        <p:spPr>
          <a:xfrm>
            <a:off x="6378388" y="4110865"/>
            <a:ext cx="2172000" cy="1650722"/>
          </a:xfrm>
        </p:spPr>
        <p:txBody>
          <a:bodyPr anchor="t"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40128315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xed - 4 columns with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876000"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12">
            <a:extLst>
              <a:ext uri="{FF2B5EF4-FFF2-40B4-BE49-F238E27FC236}">
                <a16:creationId xmlns:a16="http://schemas.microsoft.com/office/drawing/2014/main" id="{F3EE431A-625F-3E1C-71DA-4ED79C3044B0}"/>
              </a:ext>
            </a:extLst>
          </p:cNvPr>
          <p:cNvSpPr>
            <a:spLocks noGrp="1"/>
          </p:cNvSpPr>
          <p:nvPr>
            <p:ph type="body" sz="quarter" idx="23" hasCustomPrompt="1"/>
          </p:nvPr>
        </p:nvSpPr>
        <p:spPr>
          <a:xfrm>
            <a:off x="695999" y="2298256"/>
            <a:ext cx="10799999" cy="83352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5" name="Shape 13">
            <a:extLst>
              <a:ext uri="{FF2B5EF4-FFF2-40B4-BE49-F238E27FC236}">
                <a16:creationId xmlns:a16="http://schemas.microsoft.com/office/drawing/2014/main" id="{7B1C5F78-1375-5D2F-0896-0E21FF982FD2}"/>
              </a:ext>
            </a:extLst>
          </p:cNvPr>
          <p:cNvSpPr/>
          <p:nvPr userDrawn="1"/>
        </p:nvSpPr>
        <p:spPr>
          <a:xfrm>
            <a:off x="8976002"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6" name="Espace réservé du texte 3">
            <a:extLst>
              <a:ext uri="{FF2B5EF4-FFF2-40B4-BE49-F238E27FC236}">
                <a16:creationId xmlns:a16="http://schemas.microsoft.com/office/drawing/2014/main" id="{B368152A-8F7D-A337-EB30-8A6D51FF3C7C}"/>
              </a:ext>
            </a:extLst>
          </p:cNvPr>
          <p:cNvSpPr>
            <a:spLocks noGrp="1"/>
          </p:cNvSpPr>
          <p:nvPr>
            <p:ph type="body" sz="quarter" idx="24" hasCustomPrompt="1"/>
          </p:nvPr>
        </p:nvSpPr>
        <p:spPr>
          <a:xfrm>
            <a:off x="9156002"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7" name="Espace réservé du texte 12">
            <a:extLst>
              <a:ext uri="{FF2B5EF4-FFF2-40B4-BE49-F238E27FC236}">
                <a16:creationId xmlns:a16="http://schemas.microsoft.com/office/drawing/2014/main" id="{6C7D2C27-B532-BB68-71D9-93F8FA2DBFD1}"/>
              </a:ext>
            </a:extLst>
          </p:cNvPr>
          <p:cNvSpPr>
            <a:spLocks noGrp="1"/>
          </p:cNvSpPr>
          <p:nvPr>
            <p:ph type="body" sz="quarter" idx="25" hasCustomPrompt="1"/>
          </p:nvPr>
        </p:nvSpPr>
        <p:spPr>
          <a:xfrm>
            <a:off x="9156002"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8" name="Espace réservé du texte 12">
            <a:extLst>
              <a:ext uri="{FF2B5EF4-FFF2-40B4-BE49-F238E27FC236}">
                <a16:creationId xmlns:a16="http://schemas.microsoft.com/office/drawing/2014/main" id="{CE618A53-AF85-DFE6-61EA-11171A924343}"/>
              </a:ext>
            </a:extLst>
          </p:cNvPr>
          <p:cNvSpPr>
            <a:spLocks noGrp="1"/>
          </p:cNvSpPr>
          <p:nvPr>
            <p:ph type="body" sz="quarter" idx="26" hasCustomPrompt="1"/>
          </p:nvPr>
        </p:nvSpPr>
        <p:spPr>
          <a:xfrm>
            <a:off x="9156002"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2" name="Shape 13">
            <a:extLst>
              <a:ext uri="{FF2B5EF4-FFF2-40B4-BE49-F238E27FC236}">
                <a16:creationId xmlns:a16="http://schemas.microsoft.com/office/drawing/2014/main" id="{F4C85711-1439-EA4B-5CA9-6663C0C93296}"/>
              </a:ext>
            </a:extLst>
          </p:cNvPr>
          <p:cNvSpPr/>
          <p:nvPr userDrawn="1"/>
        </p:nvSpPr>
        <p:spPr>
          <a:xfrm>
            <a:off x="3439201"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3" name="Espace réservé du texte 3">
            <a:extLst>
              <a:ext uri="{FF2B5EF4-FFF2-40B4-BE49-F238E27FC236}">
                <a16:creationId xmlns:a16="http://schemas.microsoft.com/office/drawing/2014/main" id="{91BA1ADA-B9D9-3072-B64A-0E03C3C22C15}"/>
              </a:ext>
            </a:extLst>
          </p:cNvPr>
          <p:cNvSpPr>
            <a:spLocks noGrp="1"/>
          </p:cNvSpPr>
          <p:nvPr>
            <p:ph type="body" sz="quarter" idx="27" hasCustomPrompt="1"/>
          </p:nvPr>
        </p:nvSpPr>
        <p:spPr>
          <a:xfrm>
            <a:off x="3663445"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4" name="Espace réservé du texte 12">
            <a:extLst>
              <a:ext uri="{FF2B5EF4-FFF2-40B4-BE49-F238E27FC236}">
                <a16:creationId xmlns:a16="http://schemas.microsoft.com/office/drawing/2014/main" id="{E6A7234C-05E0-FE4E-451B-9023D7A76348}"/>
              </a:ext>
            </a:extLst>
          </p:cNvPr>
          <p:cNvSpPr>
            <a:spLocks noGrp="1"/>
          </p:cNvSpPr>
          <p:nvPr>
            <p:ph type="body" sz="quarter" idx="28" hasCustomPrompt="1"/>
          </p:nvPr>
        </p:nvSpPr>
        <p:spPr>
          <a:xfrm>
            <a:off x="3663445"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5" name="Espace réservé du texte 12">
            <a:extLst>
              <a:ext uri="{FF2B5EF4-FFF2-40B4-BE49-F238E27FC236}">
                <a16:creationId xmlns:a16="http://schemas.microsoft.com/office/drawing/2014/main" id="{556065E6-1309-5E0C-EA94-8DBACD2CC477}"/>
              </a:ext>
            </a:extLst>
          </p:cNvPr>
          <p:cNvSpPr>
            <a:spLocks noGrp="1"/>
          </p:cNvSpPr>
          <p:nvPr>
            <p:ph type="body" sz="quarter" idx="29" hasCustomPrompt="1"/>
          </p:nvPr>
        </p:nvSpPr>
        <p:spPr>
          <a:xfrm>
            <a:off x="3663445"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6" name="Shape 13">
            <a:extLst>
              <a:ext uri="{FF2B5EF4-FFF2-40B4-BE49-F238E27FC236}">
                <a16:creationId xmlns:a16="http://schemas.microsoft.com/office/drawing/2014/main" id="{E6FD8120-B67E-392D-15C1-6D676EB35283}"/>
              </a:ext>
            </a:extLst>
          </p:cNvPr>
          <p:cNvSpPr/>
          <p:nvPr userDrawn="1"/>
        </p:nvSpPr>
        <p:spPr>
          <a:xfrm>
            <a:off x="6232800" y="3205316"/>
            <a:ext cx="2520000" cy="3077496"/>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7" name="Espace réservé du texte 3">
            <a:extLst>
              <a:ext uri="{FF2B5EF4-FFF2-40B4-BE49-F238E27FC236}">
                <a16:creationId xmlns:a16="http://schemas.microsoft.com/office/drawing/2014/main" id="{C22C5930-01F0-0E22-79B9-2994092BE80A}"/>
              </a:ext>
            </a:extLst>
          </p:cNvPr>
          <p:cNvSpPr>
            <a:spLocks noGrp="1"/>
          </p:cNvSpPr>
          <p:nvPr>
            <p:ph type="body" sz="quarter" idx="30" hasCustomPrompt="1"/>
          </p:nvPr>
        </p:nvSpPr>
        <p:spPr>
          <a:xfrm>
            <a:off x="6412800" y="3354783"/>
            <a:ext cx="633413" cy="625475"/>
          </a:xfrm>
          <a:blipFill>
            <a:blip r:embed="rId2"/>
            <a:stretch>
              <a:fillRect/>
            </a:stretch>
          </a:blipFill>
        </p:spPr>
        <p:txBody>
          <a:bodyPr anchor="ctr">
            <a:normAutofit/>
          </a:bodyPr>
          <a:lstStyle>
            <a:lvl1pPr algn="ctr">
              <a:buNone/>
              <a:defRPr sz="2400" b="1">
                <a:gradFill>
                  <a:gsLst>
                    <a:gs pos="0">
                      <a:srgbClr val="BA131A"/>
                    </a:gs>
                    <a:gs pos="100000">
                      <a:srgbClr val="E2575D"/>
                    </a:gs>
                  </a:gsLst>
                  <a:lin ang="2700000" scaled="1"/>
                </a:gradFill>
              </a:defRPr>
            </a:lvl1pPr>
          </a:lstStyle>
          <a:p>
            <a:pPr lvl="0"/>
            <a:r>
              <a:rPr lang="fr-FR" dirty="0"/>
              <a:t>1</a:t>
            </a:r>
            <a:endParaRPr lang="en-US" dirty="0"/>
          </a:p>
        </p:txBody>
      </p:sp>
      <p:sp>
        <p:nvSpPr>
          <p:cNvPr id="28" name="Espace réservé du texte 12">
            <a:extLst>
              <a:ext uri="{FF2B5EF4-FFF2-40B4-BE49-F238E27FC236}">
                <a16:creationId xmlns:a16="http://schemas.microsoft.com/office/drawing/2014/main" id="{1D020CE9-2BC5-82DA-40B7-A001B1470F21}"/>
              </a:ext>
            </a:extLst>
          </p:cNvPr>
          <p:cNvSpPr>
            <a:spLocks noGrp="1"/>
          </p:cNvSpPr>
          <p:nvPr>
            <p:ph type="body" sz="quarter" idx="31" hasCustomPrompt="1"/>
          </p:nvPr>
        </p:nvSpPr>
        <p:spPr>
          <a:xfrm>
            <a:off x="6412800" y="4047408"/>
            <a:ext cx="2181832"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9" name="Espace réservé du texte 12">
            <a:extLst>
              <a:ext uri="{FF2B5EF4-FFF2-40B4-BE49-F238E27FC236}">
                <a16:creationId xmlns:a16="http://schemas.microsoft.com/office/drawing/2014/main" id="{23C6EE50-C2CA-E247-EE03-644E4B3F90C3}"/>
              </a:ext>
            </a:extLst>
          </p:cNvPr>
          <p:cNvSpPr>
            <a:spLocks noGrp="1"/>
          </p:cNvSpPr>
          <p:nvPr>
            <p:ph type="body" sz="quarter" idx="32" hasCustomPrompt="1"/>
          </p:nvPr>
        </p:nvSpPr>
        <p:spPr>
          <a:xfrm>
            <a:off x="6412800" y="4709652"/>
            <a:ext cx="2181832" cy="1366566"/>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9211494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oxed - 3 columns X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9" name="Shape 13">
            <a:extLst>
              <a:ext uri="{FF2B5EF4-FFF2-40B4-BE49-F238E27FC236}">
                <a16:creationId xmlns:a16="http://schemas.microsoft.com/office/drawing/2014/main" id="{E23C69E5-A89F-4C85-8E9A-DECBADE554AC}"/>
              </a:ext>
            </a:extLst>
          </p:cNvPr>
          <p:cNvSpPr/>
          <p:nvPr userDrawn="1"/>
        </p:nvSpPr>
        <p:spPr>
          <a:xfrm>
            <a:off x="69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10" name="Espace réservé du texte 3">
            <a:extLst>
              <a:ext uri="{FF2B5EF4-FFF2-40B4-BE49-F238E27FC236}">
                <a16:creationId xmlns:a16="http://schemas.microsoft.com/office/drawing/2014/main" id="{D67EFB87-03C0-E044-BDC8-D5282439D12E}"/>
              </a:ext>
            </a:extLst>
          </p:cNvPr>
          <p:cNvSpPr>
            <a:spLocks noGrp="1"/>
          </p:cNvSpPr>
          <p:nvPr>
            <p:ph type="body" sz="quarter" idx="14" hasCustomPrompt="1"/>
          </p:nvPr>
        </p:nvSpPr>
        <p:spPr>
          <a:xfrm>
            <a:off x="87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11" name="Espace réservé du texte 12">
            <a:extLst>
              <a:ext uri="{FF2B5EF4-FFF2-40B4-BE49-F238E27FC236}">
                <a16:creationId xmlns:a16="http://schemas.microsoft.com/office/drawing/2014/main" id="{04C3D23F-1D17-2A8A-A73E-7988D074FA5C}"/>
              </a:ext>
            </a:extLst>
          </p:cNvPr>
          <p:cNvSpPr>
            <a:spLocks noGrp="1"/>
          </p:cNvSpPr>
          <p:nvPr>
            <p:ph type="body" sz="quarter" idx="15" hasCustomPrompt="1"/>
          </p:nvPr>
        </p:nvSpPr>
        <p:spPr>
          <a:xfrm>
            <a:off x="135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87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8" name="Shape 13">
            <a:extLst>
              <a:ext uri="{FF2B5EF4-FFF2-40B4-BE49-F238E27FC236}">
                <a16:creationId xmlns:a16="http://schemas.microsoft.com/office/drawing/2014/main" id="{7978CBC7-45E0-6373-CF23-CD07AFBE2705}"/>
              </a:ext>
            </a:extLst>
          </p:cNvPr>
          <p:cNvSpPr/>
          <p:nvPr userDrawn="1"/>
        </p:nvSpPr>
        <p:spPr>
          <a:xfrm>
            <a:off x="807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2" name="Espace réservé du texte 3">
            <a:extLst>
              <a:ext uri="{FF2B5EF4-FFF2-40B4-BE49-F238E27FC236}">
                <a16:creationId xmlns:a16="http://schemas.microsoft.com/office/drawing/2014/main" id="{D01E1FEC-8FBA-3F8B-19D2-8A190B908D35}"/>
              </a:ext>
            </a:extLst>
          </p:cNvPr>
          <p:cNvSpPr>
            <a:spLocks noGrp="1"/>
          </p:cNvSpPr>
          <p:nvPr>
            <p:ph type="body" sz="quarter" idx="17" hasCustomPrompt="1"/>
          </p:nvPr>
        </p:nvSpPr>
        <p:spPr>
          <a:xfrm>
            <a:off x="825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3" name="Espace réservé du texte 12">
            <a:extLst>
              <a:ext uri="{FF2B5EF4-FFF2-40B4-BE49-F238E27FC236}">
                <a16:creationId xmlns:a16="http://schemas.microsoft.com/office/drawing/2014/main" id="{53C0DAAA-293C-F5E5-A53D-6069C50CEA12}"/>
              </a:ext>
            </a:extLst>
          </p:cNvPr>
          <p:cNvSpPr>
            <a:spLocks noGrp="1"/>
          </p:cNvSpPr>
          <p:nvPr>
            <p:ph type="body" sz="quarter" idx="18" hasCustomPrompt="1"/>
          </p:nvPr>
        </p:nvSpPr>
        <p:spPr>
          <a:xfrm>
            <a:off x="873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4" name="Espace réservé du texte 12">
            <a:extLst>
              <a:ext uri="{FF2B5EF4-FFF2-40B4-BE49-F238E27FC236}">
                <a16:creationId xmlns:a16="http://schemas.microsoft.com/office/drawing/2014/main" id="{253012EA-FB5A-B044-376E-7C7C9A367564}"/>
              </a:ext>
            </a:extLst>
          </p:cNvPr>
          <p:cNvSpPr>
            <a:spLocks noGrp="1"/>
          </p:cNvSpPr>
          <p:nvPr>
            <p:ph type="body" sz="quarter" idx="19" hasCustomPrompt="1"/>
          </p:nvPr>
        </p:nvSpPr>
        <p:spPr>
          <a:xfrm>
            <a:off x="825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5" name="Shape 13">
            <a:extLst>
              <a:ext uri="{FF2B5EF4-FFF2-40B4-BE49-F238E27FC236}">
                <a16:creationId xmlns:a16="http://schemas.microsoft.com/office/drawing/2014/main" id="{2142FA11-A1B6-6CED-A7A6-8326CB846972}"/>
              </a:ext>
            </a:extLst>
          </p:cNvPr>
          <p:cNvSpPr/>
          <p:nvPr userDrawn="1"/>
        </p:nvSpPr>
        <p:spPr>
          <a:xfrm>
            <a:off x="4386000" y="2408902"/>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26" name="Espace réservé du texte 3">
            <a:extLst>
              <a:ext uri="{FF2B5EF4-FFF2-40B4-BE49-F238E27FC236}">
                <a16:creationId xmlns:a16="http://schemas.microsoft.com/office/drawing/2014/main" id="{31B0C20E-5CD4-1EB1-30F3-96B315F00BD8}"/>
              </a:ext>
            </a:extLst>
          </p:cNvPr>
          <p:cNvSpPr>
            <a:spLocks noGrp="1"/>
          </p:cNvSpPr>
          <p:nvPr>
            <p:ph type="body" sz="quarter" idx="20" hasCustomPrompt="1"/>
          </p:nvPr>
        </p:nvSpPr>
        <p:spPr>
          <a:xfrm>
            <a:off x="4566001" y="2598128"/>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4BA39784-B240-5F57-923D-E054D3F72962}"/>
              </a:ext>
            </a:extLst>
          </p:cNvPr>
          <p:cNvSpPr>
            <a:spLocks noGrp="1"/>
          </p:cNvSpPr>
          <p:nvPr>
            <p:ph type="body" sz="quarter" idx="21" hasCustomPrompt="1"/>
          </p:nvPr>
        </p:nvSpPr>
        <p:spPr>
          <a:xfrm>
            <a:off x="5048725" y="2545238"/>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4B540A9E-14DE-E557-8445-BA9D6922F783}"/>
              </a:ext>
            </a:extLst>
          </p:cNvPr>
          <p:cNvSpPr>
            <a:spLocks noGrp="1"/>
          </p:cNvSpPr>
          <p:nvPr>
            <p:ph type="body" sz="quarter" idx="22" hasCustomPrompt="1"/>
          </p:nvPr>
        </p:nvSpPr>
        <p:spPr>
          <a:xfrm>
            <a:off x="4566000" y="3181526"/>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29" name="Shape 13">
            <a:extLst>
              <a:ext uri="{FF2B5EF4-FFF2-40B4-BE49-F238E27FC236}">
                <a16:creationId xmlns:a16="http://schemas.microsoft.com/office/drawing/2014/main" id="{5C4B1955-2F95-9280-14E0-B960BC3677DA}"/>
              </a:ext>
            </a:extLst>
          </p:cNvPr>
          <p:cNvSpPr/>
          <p:nvPr userDrawn="1"/>
        </p:nvSpPr>
        <p:spPr>
          <a:xfrm>
            <a:off x="69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0" name="Espace réservé du texte 3">
            <a:extLst>
              <a:ext uri="{FF2B5EF4-FFF2-40B4-BE49-F238E27FC236}">
                <a16:creationId xmlns:a16="http://schemas.microsoft.com/office/drawing/2014/main" id="{4FBA8AC7-7C68-EF1A-16E6-40CDE81FE910}"/>
              </a:ext>
            </a:extLst>
          </p:cNvPr>
          <p:cNvSpPr>
            <a:spLocks noGrp="1"/>
          </p:cNvSpPr>
          <p:nvPr>
            <p:ph type="body" sz="quarter" idx="23" hasCustomPrompt="1"/>
          </p:nvPr>
        </p:nvSpPr>
        <p:spPr>
          <a:xfrm>
            <a:off x="87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1" name="Espace réservé du texte 12">
            <a:extLst>
              <a:ext uri="{FF2B5EF4-FFF2-40B4-BE49-F238E27FC236}">
                <a16:creationId xmlns:a16="http://schemas.microsoft.com/office/drawing/2014/main" id="{6D28D858-BB49-43EE-724C-15786D81D9D0}"/>
              </a:ext>
            </a:extLst>
          </p:cNvPr>
          <p:cNvSpPr>
            <a:spLocks noGrp="1"/>
          </p:cNvSpPr>
          <p:nvPr>
            <p:ph type="body" sz="quarter" idx="24" hasCustomPrompt="1"/>
          </p:nvPr>
        </p:nvSpPr>
        <p:spPr>
          <a:xfrm>
            <a:off x="135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32" name="Espace réservé du texte 12">
            <a:extLst>
              <a:ext uri="{FF2B5EF4-FFF2-40B4-BE49-F238E27FC236}">
                <a16:creationId xmlns:a16="http://schemas.microsoft.com/office/drawing/2014/main" id="{F94A6D25-64EC-1252-8E77-8CA778F73772}"/>
              </a:ext>
            </a:extLst>
          </p:cNvPr>
          <p:cNvSpPr>
            <a:spLocks noGrp="1"/>
          </p:cNvSpPr>
          <p:nvPr>
            <p:ph type="body" sz="quarter" idx="25" hasCustomPrompt="1"/>
          </p:nvPr>
        </p:nvSpPr>
        <p:spPr>
          <a:xfrm>
            <a:off x="87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33" name="Shape 13">
            <a:extLst>
              <a:ext uri="{FF2B5EF4-FFF2-40B4-BE49-F238E27FC236}">
                <a16:creationId xmlns:a16="http://schemas.microsoft.com/office/drawing/2014/main" id="{322BE1A0-F056-8288-ED0A-A32E39079076}"/>
              </a:ext>
            </a:extLst>
          </p:cNvPr>
          <p:cNvSpPr/>
          <p:nvPr userDrawn="1"/>
        </p:nvSpPr>
        <p:spPr>
          <a:xfrm>
            <a:off x="807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4" name="Espace réservé du texte 3">
            <a:extLst>
              <a:ext uri="{FF2B5EF4-FFF2-40B4-BE49-F238E27FC236}">
                <a16:creationId xmlns:a16="http://schemas.microsoft.com/office/drawing/2014/main" id="{BD732D84-8C7E-B81D-2BD5-6B6360F18714}"/>
              </a:ext>
            </a:extLst>
          </p:cNvPr>
          <p:cNvSpPr>
            <a:spLocks noGrp="1"/>
          </p:cNvSpPr>
          <p:nvPr>
            <p:ph type="body" sz="quarter" idx="26" hasCustomPrompt="1"/>
          </p:nvPr>
        </p:nvSpPr>
        <p:spPr>
          <a:xfrm>
            <a:off x="825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5" name="Espace réservé du texte 12">
            <a:extLst>
              <a:ext uri="{FF2B5EF4-FFF2-40B4-BE49-F238E27FC236}">
                <a16:creationId xmlns:a16="http://schemas.microsoft.com/office/drawing/2014/main" id="{E51B75EC-6604-BCB1-25FA-DF08FB28FC4A}"/>
              </a:ext>
            </a:extLst>
          </p:cNvPr>
          <p:cNvSpPr>
            <a:spLocks noGrp="1"/>
          </p:cNvSpPr>
          <p:nvPr>
            <p:ph type="body" sz="quarter" idx="27" hasCustomPrompt="1"/>
          </p:nvPr>
        </p:nvSpPr>
        <p:spPr>
          <a:xfrm>
            <a:off x="873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36" name="Espace réservé du texte 12">
            <a:extLst>
              <a:ext uri="{FF2B5EF4-FFF2-40B4-BE49-F238E27FC236}">
                <a16:creationId xmlns:a16="http://schemas.microsoft.com/office/drawing/2014/main" id="{A609108B-9B13-1DCC-2288-5FFD7104BCBD}"/>
              </a:ext>
            </a:extLst>
          </p:cNvPr>
          <p:cNvSpPr>
            <a:spLocks noGrp="1"/>
          </p:cNvSpPr>
          <p:nvPr>
            <p:ph type="body" sz="quarter" idx="28" hasCustomPrompt="1"/>
          </p:nvPr>
        </p:nvSpPr>
        <p:spPr>
          <a:xfrm>
            <a:off x="825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
        <p:nvSpPr>
          <p:cNvPr id="37" name="Shape 13">
            <a:extLst>
              <a:ext uri="{FF2B5EF4-FFF2-40B4-BE49-F238E27FC236}">
                <a16:creationId xmlns:a16="http://schemas.microsoft.com/office/drawing/2014/main" id="{6BE6177F-7891-4172-C94E-1E9A555FDEF4}"/>
              </a:ext>
            </a:extLst>
          </p:cNvPr>
          <p:cNvSpPr/>
          <p:nvPr userDrawn="1"/>
        </p:nvSpPr>
        <p:spPr>
          <a:xfrm>
            <a:off x="4386000" y="4381496"/>
            <a:ext cx="3420000" cy="1868130"/>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a:p>
        </p:txBody>
      </p:sp>
      <p:sp>
        <p:nvSpPr>
          <p:cNvPr id="38" name="Espace réservé du texte 3">
            <a:extLst>
              <a:ext uri="{FF2B5EF4-FFF2-40B4-BE49-F238E27FC236}">
                <a16:creationId xmlns:a16="http://schemas.microsoft.com/office/drawing/2014/main" id="{87EEF48A-A86A-B1B3-97DA-4D033C5E206B}"/>
              </a:ext>
            </a:extLst>
          </p:cNvPr>
          <p:cNvSpPr>
            <a:spLocks noGrp="1"/>
          </p:cNvSpPr>
          <p:nvPr>
            <p:ph type="body" sz="quarter" idx="29" hasCustomPrompt="1"/>
          </p:nvPr>
        </p:nvSpPr>
        <p:spPr>
          <a:xfrm>
            <a:off x="4566001" y="4570722"/>
            <a:ext cx="482724" cy="476674"/>
          </a:xfrm>
          <a:blipFill>
            <a:blip r:embed="rId2"/>
            <a:stretch>
              <a:fillRect/>
            </a:stretch>
          </a:blipFill>
        </p:spPr>
        <p:txBody>
          <a:bodyPr anchor="ctr">
            <a:normAutofit/>
          </a:bodyPr>
          <a:lstStyle>
            <a:lvl1pPr algn="ctr">
              <a:buNone/>
              <a:defRPr sz="1800" b="1">
                <a:gradFill>
                  <a:gsLst>
                    <a:gs pos="0">
                      <a:srgbClr val="BA131A"/>
                    </a:gs>
                    <a:gs pos="100000">
                      <a:srgbClr val="E2575D"/>
                    </a:gs>
                  </a:gsLst>
                  <a:lin ang="2700000" scaled="1"/>
                </a:gradFill>
              </a:defRPr>
            </a:lvl1pPr>
          </a:lstStyle>
          <a:p>
            <a:pPr lvl="0"/>
            <a:r>
              <a:rPr lang="fr-FR" dirty="0"/>
              <a:t>1</a:t>
            </a:r>
            <a:endParaRPr lang="en-US" dirty="0"/>
          </a:p>
        </p:txBody>
      </p:sp>
      <p:sp>
        <p:nvSpPr>
          <p:cNvPr id="39" name="Espace réservé du texte 12">
            <a:extLst>
              <a:ext uri="{FF2B5EF4-FFF2-40B4-BE49-F238E27FC236}">
                <a16:creationId xmlns:a16="http://schemas.microsoft.com/office/drawing/2014/main" id="{D3CDC65E-5FB0-60ED-F470-780811CF5C3E}"/>
              </a:ext>
            </a:extLst>
          </p:cNvPr>
          <p:cNvSpPr>
            <a:spLocks noGrp="1"/>
          </p:cNvSpPr>
          <p:nvPr>
            <p:ph type="body" sz="quarter" idx="30" hasCustomPrompt="1"/>
          </p:nvPr>
        </p:nvSpPr>
        <p:spPr>
          <a:xfrm>
            <a:off x="5048725" y="4517832"/>
            <a:ext cx="2577275" cy="625475"/>
          </a:xfrm>
        </p:spPr>
        <p:txBody>
          <a:bodyPr anchor="ctr" anchorCtr="0">
            <a:noAutofit/>
          </a:bodyPr>
          <a:lstStyle>
            <a:lvl1pPr marL="0" indent="0">
              <a:buFont typeface="Arial" panose="020B0604020202020204" pitchFamily="34" charset="0"/>
              <a:buNone/>
              <a:defRPr sz="2000" b="1">
                <a:latin typeface="+mj-lt"/>
              </a:defRPr>
            </a:lvl1pPr>
          </a:lstStyle>
          <a:p>
            <a:pPr lvl="0"/>
            <a:r>
              <a:rPr lang="fr-FR" dirty="0"/>
              <a:t>Cliquez pour modifier le texte</a:t>
            </a:r>
          </a:p>
        </p:txBody>
      </p:sp>
      <p:sp>
        <p:nvSpPr>
          <p:cNvPr id="40" name="Espace réservé du texte 12">
            <a:extLst>
              <a:ext uri="{FF2B5EF4-FFF2-40B4-BE49-F238E27FC236}">
                <a16:creationId xmlns:a16="http://schemas.microsoft.com/office/drawing/2014/main" id="{B0FF2F6E-B5CB-D3CF-2E6D-73A44A5349AC}"/>
              </a:ext>
            </a:extLst>
          </p:cNvPr>
          <p:cNvSpPr>
            <a:spLocks noGrp="1"/>
          </p:cNvSpPr>
          <p:nvPr>
            <p:ph type="body" sz="quarter" idx="31" hasCustomPrompt="1"/>
          </p:nvPr>
        </p:nvSpPr>
        <p:spPr>
          <a:xfrm>
            <a:off x="4566000" y="5154120"/>
            <a:ext cx="3060000" cy="988782"/>
          </a:xfrm>
        </p:spPr>
        <p:txBody>
          <a:bodyPr anchor="ctr" anchorCtr="0">
            <a:noAutofit/>
          </a:bodyPr>
          <a:lstStyle>
            <a:lvl1pPr marL="0" indent="0">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6747791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oxed - 2 columns X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2" name="Espace réservé du texte 12">
            <a:extLst>
              <a:ext uri="{FF2B5EF4-FFF2-40B4-BE49-F238E27FC236}">
                <a16:creationId xmlns:a16="http://schemas.microsoft.com/office/drawing/2014/main" id="{22F8E94B-4420-0C8D-01EB-DED6FFB48077}"/>
              </a:ext>
            </a:extLst>
          </p:cNvPr>
          <p:cNvSpPr>
            <a:spLocks noGrp="1"/>
          </p:cNvSpPr>
          <p:nvPr>
            <p:ph type="body" sz="quarter" idx="16" hasCustomPrompt="1"/>
          </p:nvPr>
        </p:nvSpPr>
        <p:spPr>
          <a:xfrm>
            <a:off x="696000" y="3034515"/>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6" name="Espace réservé du texte 12">
            <a:extLst>
              <a:ext uri="{FF2B5EF4-FFF2-40B4-BE49-F238E27FC236}">
                <a16:creationId xmlns:a16="http://schemas.microsoft.com/office/drawing/2014/main" id="{69077FA6-772E-44A4-8485-04197043C4E8}"/>
              </a:ext>
            </a:extLst>
          </p:cNvPr>
          <p:cNvSpPr>
            <a:spLocks noGrp="1"/>
          </p:cNvSpPr>
          <p:nvPr>
            <p:ph type="body" sz="quarter" idx="18" hasCustomPrompt="1"/>
          </p:nvPr>
        </p:nvSpPr>
        <p:spPr>
          <a:xfrm>
            <a:off x="805017" y="3135639"/>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27" name="Espace réservé du texte 12">
            <a:extLst>
              <a:ext uri="{FF2B5EF4-FFF2-40B4-BE49-F238E27FC236}">
                <a16:creationId xmlns:a16="http://schemas.microsoft.com/office/drawing/2014/main" id="{3A1F941B-3B70-590C-9946-FE6E6EBA99D2}"/>
              </a:ext>
            </a:extLst>
          </p:cNvPr>
          <p:cNvSpPr>
            <a:spLocks noGrp="1"/>
          </p:cNvSpPr>
          <p:nvPr>
            <p:ph type="body" sz="quarter" idx="19" hasCustomPrompt="1"/>
          </p:nvPr>
        </p:nvSpPr>
        <p:spPr>
          <a:xfrm>
            <a:off x="696000" y="3813271"/>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28" name="Espace réservé du texte 12">
            <a:extLst>
              <a:ext uri="{FF2B5EF4-FFF2-40B4-BE49-F238E27FC236}">
                <a16:creationId xmlns:a16="http://schemas.microsoft.com/office/drawing/2014/main" id="{65E855A2-E9E2-A838-C6E3-EDAB7B29B51E}"/>
              </a:ext>
            </a:extLst>
          </p:cNvPr>
          <p:cNvSpPr>
            <a:spLocks noGrp="1"/>
          </p:cNvSpPr>
          <p:nvPr>
            <p:ph type="body" sz="quarter" idx="20" hasCustomPrompt="1"/>
          </p:nvPr>
        </p:nvSpPr>
        <p:spPr>
          <a:xfrm>
            <a:off x="805017" y="3914395"/>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29" name="Espace réservé du texte 12">
            <a:extLst>
              <a:ext uri="{FF2B5EF4-FFF2-40B4-BE49-F238E27FC236}">
                <a16:creationId xmlns:a16="http://schemas.microsoft.com/office/drawing/2014/main" id="{2D688FBF-D5DB-5218-BC18-E10AB473AA58}"/>
              </a:ext>
            </a:extLst>
          </p:cNvPr>
          <p:cNvSpPr>
            <a:spLocks noGrp="1"/>
          </p:cNvSpPr>
          <p:nvPr>
            <p:ph type="body" sz="quarter" idx="21" hasCustomPrompt="1"/>
          </p:nvPr>
        </p:nvSpPr>
        <p:spPr>
          <a:xfrm>
            <a:off x="696000" y="4592027"/>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0" name="Espace réservé du texte 12">
            <a:extLst>
              <a:ext uri="{FF2B5EF4-FFF2-40B4-BE49-F238E27FC236}">
                <a16:creationId xmlns:a16="http://schemas.microsoft.com/office/drawing/2014/main" id="{DCEC2FE8-6ADB-E82E-DB45-8513236E3CF3}"/>
              </a:ext>
            </a:extLst>
          </p:cNvPr>
          <p:cNvSpPr>
            <a:spLocks noGrp="1"/>
          </p:cNvSpPr>
          <p:nvPr>
            <p:ph type="body" sz="quarter" idx="22" hasCustomPrompt="1"/>
          </p:nvPr>
        </p:nvSpPr>
        <p:spPr>
          <a:xfrm>
            <a:off x="805017" y="4693151"/>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1" name="Espace réservé du texte 12">
            <a:extLst>
              <a:ext uri="{FF2B5EF4-FFF2-40B4-BE49-F238E27FC236}">
                <a16:creationId xmlns:a16="http://schemas.microsoft.com/office/drawing/2014/main" id="{75FCA1F2-50A3-7341-35ED-AFCC696C2456}"/>
              </a:ext>
            </a:extLst>
          </p:cNvPr>
          <p:cNvSpPr>
            <a:spLocks noGrp="1"/>
          </p:cNvSpPr>
          <p:nvPr>
            <p:ph type="body" sz="quarter" idx="23" hasCustomPrompt="1"/>
          </p:nvPr>
        </p:nvSpPr>
        <p:spPr>
          <a:xfrm>
            <a:off x="696000" y="5370783"/>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2" name="Espace réservé du texte 12">
            <a:extLst>
              <a:ext uri="{FF2B5EF4-FFF2-40B4-BE49-F238E27FC236}">
                <a16:creationId xmlns:a16="http://schemas.microsoft.com/office/drawing/2014/main" id="{518B89DA-CEE5-F07E-434C-A69254B2DCD0}"/>
              </a:ext>
            </a:extLst>
          </p:cNvPr>
          <p:cNvSpPr>
            <a:spLocks noGrp="1"/>
          </p:cNvSpPr>
          <p:nvPr>
            <p:ph type="body" sz="quarter" idx="24" hasCustomPrompt="1"/>
          </p:nvPr>
        </p:nvSpPr>
        <p:spPr>
          <a:xfrm>
            <a:off x="805017" y="5471907"/>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3" name="Espace réservé du texte 12">
            <a:extLst>
              <a:ext uri="{FF2B5EF4-FFF2-40B4-BE49-F238E27FC236}">
                <a16:creationId xmlns:a16="http://schemas.microsoft.com/office/drawing/2014/main" id="{BB18EC85-651E-9533-0A36-398C4222B82B}"/>
              </a:ext>
            </a:extLst>
          </p:cNvPr>
          <p:cNvSpPr>
            <a:spLocks noGrp="1"/>
          </p:cNvSpPr>
          <p:nvPr>
            <p:ph type="body" sz="quarter" idx="25" hasCustomPrompt="1"/>
          </p:nvPr>
        </p:nvSpPr>
        <p:spPr>
          <a:xfrm>
            <a:off x="6276000" y="3034515"/>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4" name="Espace réservé du texte 12">
            <a:extLst>
              <a:ext uri="{FF2B5EF4-FFF2-40B4-BE49-F238E27FC236}">
                <a16:creationId xmlns:a16="http://schemas.microsoft.com/office/drawing/2014/main" id="{E452435A-B9C6-C13E-AA12-C545867692BF}"/>
              </a:ext>
            </a:extLst>
          </p:cNvPr>
          <p:cNvSpPr>
            <a:spLocks noGrp="1"/>
          </p:cNvSpPr>
          <p:nvPr>
            <p:ph type="body" sz="quarter" idx="26" hasCustomPrompt="1"/>
          </p:nvPr>
        </p:nvSpPr>
        <p:spPr>
          <a:xfrm>
            <a:off x="6385017" y="3135639"/>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5" name="Espace réservé du texte 12">
            <a:extLst>
              <a:ext uri="{FF2B5EF4-FFF2-40B4-BE49-F238E27FC236}">
                <a16:creationId xmlns:a16="http://schemas.microsoft.com/office/drawing/2014/main" id="{9E7A25A1-58D1-CE57-8B2C-ACBE790776D7}"/>
              </a:ext>
            </a:extLst>
          </p:cNvPr>
          <p:cNvSpPr>
            <a:spLocks noGrp="1"/>
          </p:cNvSpPr>
          <p:nvPr>
            <p:ph type="body" sz="quarter" idx="27" hasCustomPrompt="1"/>
          </p:nvPr>
        </p:nvSpPr>
        <p:spPr>
          <a:xfrm>
            <a:off x="6276000" y="3813271"/>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6" name="Espace réservé du texte 12">
            <a:extLst>
              <a:ext uri="{FF2B5EF4-FFF2-40B4-BE49-F238E27FC236}">
                <a16:creationId xmlns:a16="http://schemas.microsoft.com/office/drawing/2014/main" id="{4056FF7A-49A9-8B01-6981-0B47706B3CAA}"/>
              </a:ext>
            </a:extLst>
          </p:cNvPr>
          <p:cNvSpPr>
            <a:spLocks noGrp="1"/>
          </p:cNvSpPr>
          <p:nvPr>
            <p:ph type="body" sz="quarter" idx="28" hasCustomPrompt="1"/>
          </p:nvPr>
        </p:nvSpPr>
        <p:spPr>
          <a:xfrm>
            <a:off x="6385017" y="3914395"/>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7" name="Espace réservé du texte 12">
            <a:extLst>
              <a:ext uri="{FF2B5EF4-FFF2-40B4-BE49-F238E27FC236}">
                <a16:creationId xmlns:a16="http://schemas.microsoft.com/office/drawing/2014/main" id="{D8183968-5E34-00E9-F632-4BC91EF46975}"/>
              </a:ext>
            </a:extLst>
          </p:cNvPr>
          <p:cNvSpPr>
            <a:spLocks noGrp="1"/>
          </p:cNvSpPr>
          <p:nvPr>
            <p:ph type="body" sz="quarter" idx="29" hasCustomPrompt="1"/>
          </p:nvPr>
        </p:nvSpPr>
        <p:spPr>
          <a:xfrm>
            <a:off x="6276000" y="4592027"/>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38" name="Espace réservé du texte 12">
            <a:extLst>
              <a:ext uri="{FF2B5EF4-FFF2-40B4-BE49-F238E27FC236}">
                <a16:creationId xmlns:a16="http://schemas.microsoft.com/office/drawing/2014/main" id="{61E18FAA-D2D9-E9F0-4BBF-815DF6A74485}"/>
              </a:ext>
            </a:extLst>
          </p:cNvPr>
          <p:cNvSpPr>
            <a:spLocks noGrp="1"/>
          </p:cNvSpPr>
          <p:nvPr>
            <p:ph type="body" sz="quarter" idx="30" hasCustomPrompt="1"/>
          </p:nvPr>
        </p:nvSpPr>
        <p:spPr>
          <a:xfrm>
            <a:off x="6385017" y="4693151"/>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39" name="Espace réservé du texte 12">
            <a:extLst>
              <a:ext uri="{FF2B5EF4-FFF2-40B4-BE49-F238E27FC236}">
                <a16:creationId xmlns:a16="http://schemas.microsoft.com/office/drawing/2014/main" id="{A958646C-1624-93A9-12B2-7A5585751792}"/>
              </a:ext>
            </a:extLst>
          </p:cNvPr>
          <p:cNvSpPr>
            <a:spLocks noGrp="1"/>
          </p:cNvSpPr>
          <p:nvPr>
            <p:ph type="body" sz="quarter" idx="31" hasCustomPrompt="1"/>
          </p:nvPr>
        </p:nvSpPr>
        <p:spPr>
          <a:xfrm>
            <a:off x="6276000" y="5370783"/>
            <a:ext cx="5220000" cy="736330"/>
          </a:xfrm>
          <a:prstGeom prst="roundRect">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2052000">
            <a:normAutofit/>
          </a:bodyPr>
          <a:lstStyle>
            <a:lvl1pPr marL="0" indent="0">
              <a:buFont typeface="Arial" panose="020B0604020202020204" pitchFamily="34" charset="0"/>
              <a:buNone/>
              <a:defRPr lang="fr-FR" sz="1100" dirty="0" smtClean="0"/>
            </a:lvl1pPr>
          </a:lstStyle>
          <a:p>
            <a:pPr marL="0" lvl="0"/>
            <a:r>
              <a:rPr lang="fr-FR" dirty="0"/>
              <a:t>Cliquez pour modifier le texte</a:t>
            </a:r>
          </a:p>
        </p:txBody>
      </p:sp>
      <p:sp>
        <p:nvSpPr>
          <p:cNvPr id="40" name="Espace réservé du texte 12">
            <a:extLst>
              <a:ext uri="{FF2B5EF4-FFF2-40B4-BE49-F238E27FC236}">
                <a16:creationId xmlns:a16="http://schemas.microsoft.com/office/drawing/2014/main" id="{2245C934-D50D-154A-73CD-F646307FF9E6}"/>
              </a:ext>
            </a:extLst>
          </p:cNvPr>
          <p:cNvSpPr>
            <a:spLocks noGrp="1"/>
          </p:cNvSpPr>
          <p:nvPr>
            <p:ph type="body" sz="quarter" idx="32" hasCustomPrompt="1"/>
          </p:nvPr>
        </p:nvSpPr>
        <p:spPr>
          <a:xfrm>
            <a:off x="6385017" y="5471907"/>
            <a:ext cx="1838632" cy="527050"/>
          </a:xfrm>
          <a:prstGeom prst="roundRect">
            <a:avLst/>
          </a:prstGeom>
          <a:gradFill>
            <a:gsLst>
              <a:gs pos="0">
                <a:srgbClr val="BA131A"/>
              </a:gs>
              <a:gs pos="100000">
                <a:srgbClr val="E2575D"/>
              </a:gs>
            </a:gsLst>
            <a:lin ang="2700000" scaled="1"/>
          </a:gradFill>
        </p:spPr>
        <p:txBody>
          <a:bodyPr anchor="ctr" anchorCtr="0">
            <a:noAutofit/>
          </a:bodyPr>
          <a:lstStyle>
            <a:lvl1pPr marL="0" indent="0">
              <a:buFont typeface="Arial" panose="020B0604020202020204" pitchFamily="34" charset="0"/>
              <a:buNone/>
              <a:defRPr sz="1200" b="1">
                <a:solidFill>
                  <a:schemeClr val="bg1"/>
                </a:solidFill>
                <a:latin typeface="+mj-lt"/>
              </a:defRPr>
            </a:lvl1pPr>
          </a:lstStyle>
          <a:p>
            <a:pPr lvl="0"/>
            <a:r>
              <a:rPr lang="fr-FR" dirty="0"/>
              <a:t>Cliquez pour modifier le texte</a:t>
            </a:r>
          </a:p>
        </p:txBody>
      </p:sp>
      <p:sp>
        <p:nvSpPr>
          <p:cNvPr id="43" name="Espace réservé du texte 12">
            <a:extLst>
              <a:ext uri="{FF2B5EF4-FFF2-40B4-BE49-F238E27FC236}">
                <a16:creationId xmlns:a16="http://schemas.microsoft.com/office/drawing/2014/main" id="{18336BDE-5C48-FEE5-D0A7-36A5664725D7}"/>
              </a:ext>
            </a:extLst>
          </p:cNvPr>
          <p:cNvSpPr>
            <a:spLocks noGrp="1"/>
          </p:cNvSpPr>
          <p:nvPr>
            <p:ph type="body" sz="quarter" idx="33" hasCustomPrompt="1"/>
          </p:nvPr>
        </p:nvSpPr>
        <p:spPr>
          <a:xfrm>
            <a:off x="695999" y="2298256"/>
            <a:ext cx="5220001" cy="693833"/>
          </a:xfrm>
        </p:spPr>
        <p:txBody>
          <a:bodyPr anchor="ctr" anchorCtr="0">
            <a:noAutofit/>
          </a:bodyPr>
          <a:lstStyle>
            <a:lvl1pPr marL="0" indent="0">
              <a:buFont typeface="Arial" panose="020B0604020202020204" pitchFamily="34" charset="0"/>
              <a:buNone/>
              <a:defRPr sz="1800" b="1">
                <a:solidFill>
                  <a:schemeClr val="accent1"/>
                </a:solidFill>
              </a:defRPr>
            </a:lvl1pPr>
          </a:lstStyle>
          <a:p>
            <a:pPr lvl="0"/>
            <a:r>
              <a:rPr lang="fr-FR" dirty="0"/>
              <a:t>Cliquez pour modifier le texte</a:t>
            </a:r>
          </a:p>
        </p:txBody>
      </p:sp>
      <p:sp>
        <p:nvSpPr>
          <p:cNvPr id="44" name="Espace réservé du texte 12">
            <a:extLst>
              <a:ext uri="{FF2B5EF4-FFF2-40B4-BE49-F238E27FC236}">
                <a16:creationId xmlns:a16="http://schemas.microsoft.com/office/drawing/2014/main" id="{DEDA1959-A99F-7A8A-8693-1B38ABA832B3}"/>
              </a:ext>
            </a:extLst>
          </p:cNvPr>
          <p:cNvSpPr>
            <a:spLocks noGrp="1"/>
          </p:cNvSpPr>
          <p:nvPr>
            <p:ph type="body" sz="quarter" idx="34" hasCustomPrompt="1"/>
          </p:nvPr>
        </p:nvSpPr>
        <p:spPr>
          <a:xfrm>
            <a:off x="6275999" y="2298256"/>
            <a:ext cx="5220001" cy="693833"/>
          </a:xfrm>
        </p:spPr>
        <p:txBody>
          <a:bodyPr anchor="ctr" anchorCtr="0">
            <a:noAutofit/>
          </a:bodyPr>
          <a:lstStyle>
            <a:lvl1pPr marL="0" indent="0">
              <a:buFont typeface="Arial" panose="020B0604020202020204" pitchFamily="34" charset="0"/>
              <a:buNone/>
              <a:defRPr sz="1800" b="1">
                <a:solidFill>
                  <a:schemeClr val="accent1"/>
                </a:solidFill>
              </a:defRPr>
            </a:lvl1pPr>
          </a:lstStyle>
          <a:p>
            <a:pPr lvl="0"/>
            <a:r>
              <a:rPr lang="fr-FR" dirty="0"/>
              <a:t>Cliquez pour modifier le texte</a:t>
            </a:r>
          </a:p>
        </p:txBody>
      </p:sp>
    </p:spTree>
    <p:extLst>
      <p:ext uri="{BB962C8B-B14F-4D97-AF65-F5344CB8AC3E}">
        <p14:creationId xmlns:p14="http://schemas.microsoft.com/office/powerpoint/2010/main" val="17550132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ircles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2437045"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1807045"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1807045"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CE4B0AEF-3D60-76AF-BB22-AA59F35F0202}"/>
              </a:ext>
            </a:extLst>
          </p:cNvPr>
          <p:cNvSpPr>
            <a:spLocks noGrp="1"/>
          </p:cNvSpPr>
          <p:nvPr>
            <p:ph type="body" sz="quarter" idx="26" hasCustomPrompt="1"/>
          </p:nvPr>
        </p:nvSpPr>
        <p:spPr>
          <a:xfrm>
            <a:off x="7954955"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05EF9736-0654-9212-B85B-C9B0D1284F8D}"/>
              </a:ext>
            </a:extLst>
          </p:cNvPr>
          <p:cNvSpPr>
            <a:spLocks noGrp="1"/>
          </p:cNvSpPr>
          <p:nvPr>
            <p:ph type="body" sz="quarter" idx="27" hasCustomPrompt="1"/>
          </p:nvPr>
        </p:nvSpPr>
        <p:spPr>
          <a:xfrm>
            <a:off x="7324955"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2" name="Espace réservé du texte 12">
            <a:extLst>
              <a:ext uri="{FF2B5EF4-FFF2-40B4-BE49-F238E27FC236}">
                <a16:creationId xmlns:a16="http://schemas.microsoft.com/office/drawing/2014/main" id="{23590A1B-1CBB-D8BB-38F0-7985B9B9B0B4}"/>
              </a:ext>
            </a:extLst>
          </p:cNvPr>
          <p:cNvSpPr>
            <a:spLocks noGrp="1"/>
          </p:cNvSpPr>
          <p:nvPr>
            <p:ph type="body" sz="quarter" idx="28" hasCustomPrompt="1"/>
          </p:nvPr>
        </p:nvSpPr>
        <p:spPr>
          <a:xfrm>
            <a:off x="7324955"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21000185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ircles - 3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18" name="Espace réservé du texte 3">
            <a:extLst>
              <a:ext uri="{FF2B5EF4-FFF2-40B4-BE49-F238E27FC236}">
                <a16:creationId xmlns:a16="http://schemas.microsoft.com/office/drawing/2014/main" id="{55C85639-51CA-B6C5-9D2F-2C07745FBFF1}"/>
              </a:ext>
            </a:extLst>
          </p:cNvPr>
          <p:cNvSpPr>
            <a:spLocks noGrp="1"/>
          </p:cNvSpPr>
          <p:nvPr>
            <p:ph type="body" sz="quarter" idx="20" hasCustomPrompt="1"/>
          </p:nvPr>
        </p:nvSpPr>
        <p:spPr>
          <a:xfrm>
            <a:off x="519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9" name="Espace réservé du texte 12">
            <a:extLst>
              <a:ext uri="{FF2B5EF4-FFF2-40B4-BE49-F238E27FC236}">
                <a16:creationId xmlns:a16="http://schemas.microsoft.com/office/drawing/2014/main" id="{78F30498-141D-8F10-1160-D112F5860694}"/>
              </a:ext>
            </a:extLst>
          </p:cNvPr>
          <p:cNvSpPr>
            <a:spLocks noGrp="1"/>
          </p:cNvSpPr>
          <p:nvPr>
            <p:ph type="body" sz="quarter" idx="21" hasCustomPrompt="1"/>
          </p:nvPr>
        </p:nvSpPr>
        <p:spPr>
          <a:xfrm>
            <a:off x="456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0" name="Espace réservé du texte 12">
            <a:extLst>
              <a:ext uri="{FF2B5EF4-FFF2-40B4-BE49-F238E27FC236}">
                <a16:creationId xmlns:a16="http://schemas.microsoft.com/office/drawing/2014/main" id="{8C7FB839-16A5-C363-23A4-EFCB2B912F39}"/>
              </a:ext>
            </a:extLst>
          </p:cNvPr>
          <p:cNvSpPr>
            <a:spLocks noGrp="1"/>
          </p:cNvSpPr>
          <p:nvPr>
            <p:ph type="body" sz="quarter" idx="22" hasCustomPrompt="1"/>
          </p:nvPr>
        </p:nvSpPr>
        <p:spPr>
          <a:xfrm>
            <a:off x="456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132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69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69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CE4B0AEF-3D60-76AF-BB22-AA59F35F0202}"/>
              </a:ext>
            </a:extLst>
          </p:cNvPr>
          <p:cNvSpPr>
            <a:spLocks noGrp="1"/>
          </p:cNvSpPr>
          <p:nvPr>
            <p:ph type="body" sz="quarter" idx="26" hasCustomPrompt="1"/>
          </p:nvPr>
        </p:nvSpPr>
        <p:spPr>
          <a:xfrm>
            <a:off x="906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05EF9736-0654-9212-B85B-C9B0D1284F8D}"/>
              </a:ext>
            </a:extLst>
          </p:cNvPr>
          <p:cNvSpPr>
            <a:spLocks noGrp="1"/>
          </p:cNvSpPr>
          <p:nvPr>
            <p:ph type="body" sz="quarter" idx="27" hasCustomPrompt="1"/>
          </p:nvPr>
        </p:nvSpPr>
        <p:spPr>
          <a:xfrm>
            <a:off x="8436000" y="4449964"/>
            <a:ext cx="306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22" name="Espace réservé du texte 12">
            <a:extLst>
              <a:ext uri="{FF2B5EF4-FFF2-40B4-BE49-F238E27FC236}">
                <a16:creationId xmlns:a16="http://schemas.microsoft.com/office/drawing/2014/main" id="{23590A1B-1CBB-D8BB-38F0-7985B9B9B0B4}"/>
              </a:ext>
            </a:extLst>
          </p:cNvPr>
          <p:cNvSpPr>
            <a:spLocks noGrp="1"/>
          </p:cNvSpPr>
          <p:nvPr>
            <p:ph type="body" sz="quarter" idx="28" hasCustomPrompt="1"/>
          </p:nvPr>
        </p:nvSpPr>
        <p:spPr>
          <a:xfrm>
            <a:off x="8436000" y="5152099"/>
            <a:ext cx="306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1485615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ircles - 4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1056000"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696000"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696000"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9" name="Espace réservé du texte 3">
            <a:extLst>
              <a:ext uri="{FF2B5EF4-FFF2-40B4-BE49-F238E27FC236}">
                <a16:creationId xmlns:a16="http://schemas.microsoft.com/office/drawing/2014/main" id="{75B64AD6-7559-80ED-EE9B-B069E1A6C916}"/>
              </a:ext>
            </a:extLst>
          </p:cNvPr>
          <p:cNvSpPr>
            <a:spLocks noGrp="1"/>
          </p:cNvSpPr>
          <p:nvPr>
            <p:ph type="body" sz="quarter" idx="26" hasCustomPrompt="1"/>
          </p:nvPr>
        </p:nvSpPr>
        <p:spPr>
          <a:xfrm>
            <a:off x="9336002"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0" name="Espace réservé du texte 12">
            <a:extLst>
              <a:ext uri="{FF2B5EF4-FFF2-40B4-BE49-F238E27FC236}">
                <a16:creationId xmlns:a16="http://schemas.microsoft.com/office/drawing/2014/main" id="{D793EAF9-5C9E-9CA8-9AAF-D2A0C80C4E0D}"/>
              </a:ext>
            </a:extLst>
          </p:cNvPr>
          <p:cNvSpPr>
            <a:spLocks noGrp="1"/>
          </p:cNvSpPr>
          <p:nvPr>
            <p:ph type="body" sz="quarter" idx="27" hasCustomPrompt="1"/>
          </p:nvPr>
        </p:nvSpPr>
        <p:spPr>
          <a:xfrm>
            <a:off x="8976002"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1" name="Espace réservé du texte 12">
            <a:extLst>
              <a:ext uri="{FF2B5EF4-FFF2-40B4-BE49-F238E27FC236}">
                <a16:creationId xmlns:a16="http://schemas.microsoft.com/office/drawing/2014/main" id="{891F8640-BFA7-C134-A4EA-D017CB4CD508}"/>
              </a:ext>
            </a:extLst>
          </p:cNvPr>
          <p:cNvSpPr>
            <a:spLocks noGrp="1"/>
          </p:cNvSpPr>
          <p:nvPr>
            <p:ph type="body" sz="quarter" idx="28" hasCustomPrompt="1"/>
          </p:nvPr>
        </p:nvSpPr>
        <p:spPr>
          <a:xfrm>
            <a:off x="8976002"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12" name="Espace réservé du texte 3">
            <a:extLst>
              <a:ext uri="{FF2B5EF4-FFF2-40B4-BE49-F238E27FC236}">
                <a16:creationId xmlns:a16="http://schemas.microsoft.com/office/drawing/2014/main" id="{C1E474AE-391E-174E-A604-8988D1C5BCE5}"/>
              </a:ext>
            </a:extLst>
          </p:cNvPr>
          <p:cNvSpPr>
            <a:spLocks noGrp="1"/>
          </p:cNvSpPr>
          <p:nvPr>
            <p:ph type="body" sz="quarter" idx="29" hasCustomPrompt="1"/>
          </p:nvPr>
        </p:nvSpPr>
        <p:spPr>
          <a:xfrm>
            <a:off x="3818013"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3" name="Espace réservé du texte 12">
            <a:extLst>
              <a:ext uri="{FF2B5EF4-FFF2-40B4-BE49-F238E27FC236}">
                <a16:creationId xmlns:a16="http://schemas.microsoft.com/office/drawing/2014/main" id="{B0C77430-A9DB-BC68-632C-83CE7F72B561}"/>
              </a:ext>
            </a:extLst>
          </p:cNvPr>
          <p:cNvSpPr>
            <a:spLocks noGrp="1"/>
          </p:cNvSpPr>
          <p:nvPr>
            <p:ph type="body" sz="quarter" idx="30" hasCustomPrompt="1"/>
          </p:nvPr>
        </p:nvSpPr>
        <p:spPr>
          <a:xfrm>
            <a:off x="3458013"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4" name="Espace réservé du texte 12">
            <a:extLst>
              <a:ext uri="{FF2B5EF4-FFF2-40B4-BE49-F238E27FC236}">
                <a16:creationId xmlns:a16="http://schemas.microsoft.com/office/drawing/2014/main" id="{26D7ADA2-6DDD-7321-531E-28322335E4B9}"/>
              </a:ext>
            </a:extLst>
          </p:cNvPr>
          <p:cNvSpPr>
            <a:spLocks noGrp="1"/>
          </p:cNvSpPr>
          <p:nvPr>
            <p:ph type="body" sz="quarter" idx="31" hasCustomPrompt="1"/>
          </p:nvPr>
        </p:nvSpPr>
        <p:spPr>
          <a:xfrm>
            <a:off x="3458013"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
        <p:nvSpPr>
          <p:cNvPr id="15" name="Espace réservé du texte 3">
            <a:extLst>
              <a:ext uri="{FF2B5EF4-FFF2-40B4-BE49-F238E27FC236}">
                <a16:creationId xmlns:a16="http://schemas.microsoft.com/office/drawing/2014/main" id="{0842622E-0349-9BA2-1C21-EADD67D5A964}"/>
              </a:ext>
            </a:extLst>
          </p:cNvPr>
          <p:cNvSpPr>
            <a:spLocks noGrp="1"/>
          </p:cNvSpPr>
          <p:nvPr>
            <p:ph type="body" sz="quarter" idx="32" hasCustomPrompt="1"/>
          </p:nvPr>
        </p:nvSpPr>
        <p:spPr>
          <a:xfrm>
            <a:off x="6573989" y="2573304"/>
            <a:ext cx="1800000" cy="1800000"/>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16" name="Espace réservé du texte 12">
            <a:extLst>
              <a:ext uri="{FF2B5EF4-FFF2-40B4-BE49-F238E27FC236}">
                <a16:creationId xmlns:a16="http://schemas.microsoft.com/office/drawing/2014/main" id="{F07AF857-E6A8-AB6E-9BC1-5C0C814039B9}"/>
              </a:ext>
            </a:extLst>
          </p:cNvPr>
          <p:cNvSpPr>
            <a:spLocks noGrp="1"/>
          </p:cNvSpPr>
          <p:nvPr>
            <p:ph type="body" sz="quarter" idx="33" hasCustomPrompt="1"/>
          </p:nvPr>
        </p:nvSpPr>
        <p:spPr>
          <a:xfrm>
            <a:off x="6213989" y="4449964"/>
            <a:ext cx="2520000" cy="625475"/>
          </a:xfrm>
        </p:spPr>
        <p:txBody>
          <a:bodyPr anchor="ctr" anchorCtr="0">
            <a:noAutofit/>
          </a:bodyPr>
          <a:lstStyle>
            <a:lvl1pPr marL="0" indent="0" algn="ctr">
              <a:buFont typeface="Arial" panose="020B0604020202020204" pitchFamily="34" charset="0"/>
              <a:buNone/>
              <a:defRPr sz="2000" b="1">
                <a:latin typeface="+mj-lt"/>
              </a:defRPr>
            </a:lvl1pPr>
          </a:lstStyle>
          <a:p>
            <a:pPr lvl="0"/>
            <a:r>
              <a:rPr lang="fr-FR" dirty="0"/>
              <a:t>Cliquez pour modifier le texte</a:t>
            </a:r>
          </a:p>
        </p:txBody>
      </p:sp>
      <p:sp>
        <p:nvSpPr>
          <p:cNvPr id="17" name="Espace réservé du texte 12">
            <a:extLst>
              <a:ext uri="{FF2B5EF4-FFF2-40B4-BE49-F238E27FC236}">
                <a16:creationId xmlns:a16="http://schemas.microsoft.com/office/drawing/2014/main" id="{21F2FCEA-0391-B272-7341-7F2E9AA674E9}"/>
              </a:ext>
            </a:extLst>
          </p:cNvPr>
          <p:cNvSpPr>
            <a:spLocks noGrp="1"/>
          </p:cNvSpPr>
          <p:nvPr>
            <p:ph type="body" sz="quarter" idx="34" hasCustomPrompt="1"/>
          </p:nvPr>
        </p:nvSpPr>
        <p:spPr>
          <a:xfrm>
            <a:off x="6213989" y="5152099"/>
            <a:ext cx="2520000" cy="1042107"/>
          </a:xfrm>
        </p:spPr>
        <p:txBody>
          <a:bodyPr anchor="ctr" anchorCtr="0">
            <a:noAutofit/>
          </a:bodyPr>
          <a:lstStyle>
            <a:lvl1pPr marL="0" indent="0" algn="ctr">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984428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ircles - 2 columns X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p:txBody>
          <a:body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accent3">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accent1"/>
                </a:solidFill>
              </a:defRPr>
            </a:lvl1pPr>
          </a:lstStyle>
          <a:p>
            <a:pPr lvl="0"/>
            <a:r>
              <a:rPr lang="fr-FR" dirty="0"/>
              <a:t>Titre</a:t>
            </a:r>
            <a:endParaRPr lang="en-US" dirty="0"/>
          </a:p>
        </p:txBody>
      </p:sp>
      <p:sp>
        <p:nvSpPr>
          <p:cNvPr id="4" name="Espace réservé du texte 3">
            <a:extLst>
              <a:ext uri="{FF2B5EF4-FFF2-40B4-BE49-F238E27FC236}">
                <a16:creationId xmlns:a16="http://schemas.microsoft.com/office/drawing/2014/main" id="{7EE7AC4C-82BC-2AE2-AFBA-8BDF5CDE3764}"/>
              </a:ext>
            </a:extLst>
          </p:cNvPr>
          <p:cNvSpPr>
            <a:spLocks noGrp="1"/>
          </p:cNvSpPr>
          <p:nvPr>
            <p:ph type="body" sz="quarter" idx="23" hasCustomPrompt="1"/>
          </p:nvPr>
        </p:nvSpPr>
        <p:spPr>
          <a:xfrm>
            <a:off x="696000" y="2573304"/>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5" name="Espace réservé du texte 12">
            <a:extLst>
              <a:ext uri="{FF2B5EF4-FFF2-40B4-BE49-F238E27FC236}">
                <a16:creationId xmlns:a16="http://schemas.microsoft.com/office/drawing/2014/main" id="{6A182F6A-BA15-0EA3-470E-2144DCE00ADD}"/>
              </a:ext>
            </a:extLst>
          </p:cNvPr>
          <p:cNvSpPr>
            <a:spLocks noGrp="1"/>
          </p:cNvSpPr>
          <p:nvPr>
            <p:ph type="body" sz="quarter" idx="24" hasCustomPrompt="1"/>
          </p:nvPr>
        </p:nvSpPr>
        <p:spPr>
          <a:xfrm>
            <a:off x="2406000" y="2573304"/>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6" name="Espace réservé du texte 12">
            <a:extLst>
              <a:ext uri="{FF2B5EF4-FFF2-40B4-BE49-F238E27FC236}">
                <a16:creationId xmlns:a16="http://schemas.microsoft.com/office/drawing/2014/main" id="{10002F95-A760-0AC2-ED39-CBA0B70091FE}"/>
              </a:ext>
            </a:extLst>
          </p:cNvPr>
          <p:cNvSpPr>
            <a:spLocks noGrp="1"/>
          </p:cNvSpPr>
          <p:nvPr>
            <p:ph type="body" sz="quarter" idx="25" hasCustomPrompt="1"/>
          </p:nvPr>
        </p:nvSpPr>
        <p:spPr>
          <a:xfrm>
            <a:off x="2406000" y="3198779"/>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7" name="Espace réservé du texte 3">
            <a:extLst>
              <a:ext uri="{FF2B5EF4-FFF2-40B4-BE49-F238E27FC236}">
                <a16:creationId xmlns:a16="http://schemas.microsoft.com/office/drawing/2014/main" id="{3A687307-0946-84C5-A4F3-DCFCC6DB0C07}"/>
              </a:ext>
            </a:extLst>
          </p:cNvPr>
          <p:cNvSpPr>
            <a:spLocks noGrp="1"/>
          </p:cNvSpPr>
          <p:nvPr>
            <p:ph type="body" sz="quarter" idx="26" hasCustomPrompt="1"/>
          </p:nvPr>
        </p:nvSpPr>
        <p:spPr>
          <a:xfrm>
            <a:off x="708484" y="4434253"/>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8" name="Espace réservé du texte 12">
            <a:extLst>
              <a:ext uri="{FF2B5EF4-FFF2-40B4-BE49-F238E27FC236}">
                <a16:creationId xmlns:a16="http://schemas.microsoft.com/office/drawing/2014/main" id="{5C45B8A4-CE81-8459-4922-EACB627D37E5}"/>
              </a:ext>
            </a:extLst>
          </p:cNvPr>
          <p:cNvSpPr>
            <a:spLocks noGrp="1"/>
          </p:cNvSpPr>
          <p:nvPr>
            <p:ph type="body" sz="quarter" idx="27" hasCustomPrompt="1"/>
          </p:nvPr>
        </p:nvSpPr>
        <p:spPr>
          <a:xfrm>
            <a:off x="2418484" y="4434253"/>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18" name="Espace réservé du texte 12">
            <a:extLst>
              <a:ext uri="{FF2B5EF4-FFF2-40B4-BE49-F238E27FC236}">
                <a16:creationId xmlns:a16="http://schemas.microsoft.com/office/drawing/2014/main" id="{2AD5604D-58A2-4B59-0DEA-3982B05C3269}"/>
              </a:ext>
            </a:extLst>
          </p:cNvPr>
          <p:cNvSpPr>
            <a:spLocks noGrp="1"/>
          </p:cNvSpPr>
          <p:nvPr>
            <p:ph type="body" sz="quarter" idx="28" hasCustomPrompt="1"/>
          </p:nvPr>
        </p:nvSpPr>
        <p:spPr>
          <a:xfrm>
            <a:off x="2418484" y="5059728"/>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23" name="Espace réservé du texte 3">
            <a:extLst>
              <a:ext uri="{FF2B5EF4-FFF2-40B4-BE49-F238E27FC236}">
                <a16:creationId xmlns:a16="http://schemas.microsoft.com/office/drawing/2014/main" id="{C623A159-79A9-C798-3290-C939BEE2F009}"/>
              </a:ext>
            </a:extLst>
          </p:cNvPr>
          <p:cNvSpPr>
            <a:spLocks noGrp="1"/>
          </p:cNvSpPr>
          <p:nvPr>
            <p:ph type="body" sz="quarter" idx="29" hasCustomPrompt="1"/>
          </p:nvPr>
        </p:nvSpPr>
        <p:spPr>
          <a:xfrm>
            <a:off x="6378484" y="2573303"/>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24" name="Espace réservé du texte 12">
            <a:extLst>
              <a:ext uri="{FF2B5EF4-FFF2-40B4-BE49-F238E27FC236}">
                <a16:creationId xmlns:a16="http://schemas.microsoft.com/office/drawing/2014/main" id="{E0CCD470-F6D6-D038-A4BB-4C34F00666F5}"/>
              </a:ext>
            </a:extLst>
          </p:cNvPr>
          <p:cNvSpPr>
            <a:spLocks noGrp="1"/>
          </p:cNvSpPr>
          <p:nvPr>
            <p:ph type="body" sz="quarter" idx="30" hasCustomPrompt="1"/>
          </p:nvPr>
        </p:nvSpPr>
        <p:spPr>
          <a:xfrm>
            <a:off x="8088484" y="2573303"/>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25" name="Espace réservé du texte 12">
            <a:extLst>
              <a:ext uri="{FF2B5EF4-FFF2-40B4-BE49-F238E27FC236}">
                <a16:creationId xmlns:a16="http://schemas.microsoft.com/office/drawing/2014/main" id="{33B48A22-D55D-73A5-ADFD-36F0ED73320A}"/>
              </a:ext>
            </a:extLst>
          </p:cNvPr>
          <p:cNvSpPr>
            <a:spLocks noGrp="1"/>
          </p:cNvSpPr>
          <p:nvPr>
            <p:ph type="body" sz="quarter" idx="31" hasCustomPrompt="1"/>
          </p:nvPr>
        </p:nvSpPr>
        <p:spPr>
          <a:xfrm>
            <a:off x="8088484" y="3198778"/>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
        <p:nvSpPr>
          <p:cNvPr id="26" name="Espace réservé du texte 3">
            <a:extLst>
              <a:ext uri="{FF2B5EF4-FFF2-40B4-BE49-F238E27FC236}">
                <a16:creationId xmlns:a16="http://schemas.microsoft.com/office/drawing/2014/main" id="{1EE494DC-781D-34F1-3A9D-92EC84FB020A}"/>
              </a:ext>
            </a:extLst>
          </p:cNvPr>
          <p:cNvSpPr>
            <a:spLocks noGrp="1"/>
          </p:cNvSpPr>
          <p:nvPr>
            <p:ph type="body" sz="quarter" idx="32" hasCustomPrompt="1"/>
          </p:nvPr>
        </p:nvSpPr>
        <p:spPr>
          <a:xfrm>
            <a:off x="6390968" y="4434252"/>
            <a:ext cx="1516915" cy="1516915"/>
          </a:xfrm>
          <a:blipFill>
            <a:blip r:embed="rId2"/>
            <a:stretch>
              <a:fillRect/>
            </a:stretch>
          </a:blipFill>
        </p:spPr>
        <p:txBody>
          <a:bodyPr anchor="ctr">
            <a:normAutofit/>
          </a:bodyPr>
          <a:lstStyle>
            <a:lvl1pPr algn="ctr">
              <a:buNone/>
              <a:defRPr sz="4800" b="1">
                <a:gradFill>
                  <a:gsLst>
                    <a:gs pos="0">
                      <a:srgbClr val="BA131A"/>
                    </a:gs>
                    <a:gs pos="100000">
                      <a:srgbClr val="E2575D"/>
                    </a:gs>
                  </a:gsLst>
                  <a:lin ang="2700000" scaled="1"/>
                </a:gradFill>
              </a:defRPr>
            </a:lvl1pPr>
          </a:lstStyle>
          <a:p>
            <a:pPr lvl="0"/>
            <a:r>
              <a:rPr lang="fr-FR" dirty="0"/>
              <a:t>1</a:t>
            </a:r>
            <a:endParaRPr lang="en-US" dirty="0"/>
          </a:p>
        </p:txBody>
      </p:sp>
      <p:sp>
        <p:nvSpPr>
          <p:cNvPr id="27" name="Espace réservé du texte 12">
            <a:extLst>
              <a:ext uri="{FF2B5EF4-FFF2-40B4-BE49-F238E27FC236}">
                <a16:creationId xmlns:a16="http://schemas.microsoft.com/office/drawing/2014/main" id="{66900C00-8DC3-63A7-DE70-7388EEE04C7D}"/>
              </a:ext>
            </a:extLst>
          </p:cNvPr>
          <p:cNvSpPr>
            <a:spLocks noGrp="1"/>
          </p:cNvSpPr>
          <p:nvPr>
            <p:ph type="body" sz="quarter" idx="33" hasCustomPrompt="1"/>
          </p:nvPr>
        </p:nvSpPr>
        <p:spPr>
          <a:xfrm>
            <a:off x="8100968" y="4434252"/>
            <a:ext cx="3395032" cy="625475"/>
          </a:xfrm>
        </p:spPr>
        <p:txBody>
          <a:bodyPr anchor="ctr" anchorCtr="0">
            <a:noAutofit/>
          </a:bodyPr>
          <a:lstStyle>
            <a:lvl1pPr marL="0" indent="0" algn="l">
              <a:buFont typeface="Arial" panose="020B0604020202020204" pitchFamily="34" charset="0"/>
              <a:buNone/>
              <a:defRPr sz="2000" b="1">
                <a:latin typeface="+mj-lt"/>
              </a:defRPr>
            </a:lvl1pPr>
          </a:lstStyle>
          <a:p>
            <a:pPr lvl="0"/>
            <a:r>
              <a:rPr lang="fr-FR" dirty="0"/>
              <a:t>Cliquez pour modifier le texte</a:t>
            </a:r>
          </a:p>
        </p:txBody>
      </p:sp>
      <p:sp>
        <p:nvSpPr>
          <p:cNvPr id="28" name="Espace réservé du texte 12">
            <a:extLst>
              <a:ext uri="{FF2B5EF4-FFF2-40B4-BE49-F238E27FC236}">
                <a16:creationId xmlns:a16="http://schemas.microsoft.com/office/drawing/2014/main" id="{1A69C451-362B-A8A1-3C94-5B5B5ACBFDD2}"/>
              </a:ext>
            </a:extLst>
          </p:cNvPr>
          <p:cNvSpPr>
            <a:spLocks noGrp="1"/>
          </p:cNvSpPr>
          <p:nvPr>
            <p:ph type="body" sz="quarter" idx="34" hasCustomPrompt="1"/>
          </p:nvPr>
        </p:nvSpPr>
        <p:spPr>
          <a:xfrm>
            <a:off x="8100968" y="5059727"/>
            <a:ext cx="3395032" cy="891441"/>
          </a:xfrm>
        </p:spPr>
        <p:txBody>
          <a:bodyPr anchor="ctr" anchorCtr="0">
            <a:noAutofit/>
          </a:bodyPr>
          <a:lstStyle>
            <a:lvl1pPr marL="0" indent="0" algn="l">
              <a:buFont typeface="Arial" panose="020B0604020202020204" pitchFamily="34" charset="0"/>
              <a:buNone/>
              <a:defRPr sz="1800"/>
            </a:lvl1pPr>
          </a:lstStyle>
          <a:p>
            <a:pPr lvl="0"/>
            <a:r>
              <a:rPr lang="fr-FR" dirty="0"/>
              <a:t>Cliquez pour modifier le texte</a:t>
            </a:r>
          </a:p>
        </p:txBody>
      </p:sp>
    </p:spTree>
    <p:extLst>
      <p:ext uri="{BB962C8B-B14F-4D97-AF65-F5344CB8AC3E}">
        <p14:creationId xmlns:p14="http://schemas.microsoft.com/office/powerpoint/2010/main" val="30398895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sign - Circle left">
    <p:spTree>
      <p:nvGrpSpPr>
        <p:cNvPr id="1" name=""/>
        <p:cNvGrpSpPr/>
        <p:nvPr/>
      </p:nvGrpSpPr>
      <p:grpSpPr>
        <a:xfrm>
          <a:off x="0" y="0"/>
          <a:ext cx="0" cy="0"/>
          <a:chOff x="0" y="0"/>
          <a:chExt cx="0" cy="0"/>
        </a:xfrm>
      </p:grpSpPr>
      <p:sp>
        <p:nvSpPr>
          <p:cNvPr id="10" name="Organigramme : Délai 9">
            <a:extLst>
              <a:ext uri="{FF2B5EF4-FFF2-40B4-BE49-F238E27FC236}">
                <a16:creationId xmlns:a16="http://schemas.microsoft.com/office/drawing/2014/main" id="{706F2CD8-088D-A175-027A-7564F0D67DB1}"/>
              </a:ext>
            </a:extLst>
          </p:cNvPr>
          <p:cNvSpPr/>
          <p:nvPr userDrawn="1"/>
        </p:nvSpPr>
        <p:spPr>
          <a:xfrm>
            <a:off x="0" y="0"/>
            <a:ext cx="5801032" cy="6858000"/>
          </a:xfrm>
          <a:prstGeom prst="flowChartDelay">
            <a:avLst/>
          </a:prstGeom>
          <a:gradFill>
            <a:gsLst>
              <a:gs pos="100000">
                <a:schemeClr val="accent2"/>
              </a:gs>
              <a:gs pos="0">
                <a:schemeClr val="accent1"/>
              </a:gs>
            </a:gsLst>
            <a:lin ang="2700000" scaled="0"/>
          </a:gradFill>
          <a:ln w="3175">
            <a:solidFill>
              <a:srgbClr val="EDE3E3"/>
            </a:solidFill>
            <a:prstDash val="solid"/>
          </a:ln>
          <a:effectLst>
            <a:outerShdw blurRad="114300" dist="38100" dir="5400000" algn="bl" rotWithShape="0">
              <a:srgbClr val="223843">
                <a:alpha val="13000"/>
              </a:srgbClr>
            </a:outerShdw>
          </a:effectLst>
        </p:spPr>
        <p:txBody>
          <a:bodyPr vert="horz" lIns="2052000" tIns="45720" rIns="91440" bIns="45720" rtlCol="0" anchor="ctr">
            <a:normAutofit/>
          </a:bodyPr>
          <a:lstStyle/>
          <a:p>
            <a:pPr lvl="0" indent="0">
              <a:lnSpc>
                <a:spcPct val="90000"/>
              </a:lnSpc>
              <a:spcBef>
                <a:spcPts val="1000"/>
              </a:spcBef>
              <a:buClr>
                <a:schemeClr val="accent2"/>
              </a:buClr>
              <a:buFont typeface="Arial" panose="020B0604020202020204" pitchFamily="34" charset="0"/>
              <a:buNone/>
            </a:pPr>
            <a:endParaRPr lang="fr-FR" sz="1100">
              <a:solidFill>
                <a:schemeClr val="tx1"/>
              </a:solidFill>
            </a:endParaRPr>
          </a:p>
        </p:txBody>
      </p:sp>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0" y="1352550"/>
            <a:ext cx="3895665" cy="2076449"/>
          </a:xfrm>
        </p:spPr>
        <p:txBody>
          <a:bodyPr/>
          <a:lstStyle>
            <a:lvl1pPr>
              <a:defRPr>
                <a:solidFill>
                  <a:schemeClr val="bg1"/>
                </a:solidFill>
              </a:defRPr>
            </a:lvl1pPr>
          </a:lstStyle>
          <a:p>
            <a:r>
              <a:rPr lang="fr-FR"/>
              <a:t>Modifiez le style du titre</a:t>
            </a:r>
            <a:endParaRPr lang="en-US"/>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2" name="Espace réservé du texte 11">
            <a:extLst>
              <a:ext uri="{FF2B5EF4-FFF2-40B4-BE49-F238E27FC236}">
                <a16:creationId xmlns:a16="http://schemas.microsoft.com/office/drawing/2014/main" id="{D0A77B0D-4CDA-836B-0F50-6D89831D01F7}"/>
              </a:ext>
            </a:extLst>
          </p:cNvPr>
          <p:cNvSpPr>
            <a:spLocks noGrp="1"/>
          </p:cNvSpPr>
          <p:nvPr>
            <p:ph type="body" sz="quarter" idx="14"/>
          </p:nvPr>
        </p:nvSpPr>
        <p:spPr>
          <a:xfrm>
            <a:off x="6095999" y="646111"/>
            <a:ext cx="5400675" cy="5565775"/>
          </a:xfrm>
        </p:spPr>
        <p:txBody>
          <a:bodyPr anchor="ct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5325" y="3429000"/>
            <a:ext cx="3895665" cy="2332704"/>
          </a:xfrm>
        </p:spPr>
        <p:txBody>
          <a:bodyPr anchor="ctr" anchorCtr="0">
            <a:noAutofit/>
          </a:bodyPr>
          <a:lstStyle>
            <a:lvl1pPr marL="0" indent="0" algn="l">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5870939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sign - Arrow down">
    <p:spTree>
      <p:nvGrpSpPr>
        <p:cNvPr id="1" name=""/>
        <p:cNvGrpSpPr/>
        <p:nvPr/>
      </p:nvGrpSpPr>
      <p:grpSpPr>
        <a:xfrm>
          <a:off x="0" y="0"/>
          <a:ext cx="0" cy="0"/>
          <a:chOff x="0" y="0"/>
          <a:chExt cx="0" cy="0"/>
        </a:xfrm>
      </p:grpSpPr>
      <p:pic>
        <p:nvPicPr>
          <p:cNvPr id="19" name="Graphique 18">
            <a:extLst>
              <a:ext uri="{FF2B5EF4-FFF2-40B4-BE49-F238E27FC236}">
                <a16:creationId xmlns:a16="http://schemas.microsoft.com/office/drawing/2014/main" id="{5C211679-39FE-B4C3-8293-DAEE705ACDF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3053" y="0"/>
            <a:ext cx="11207334" cy="6204155"/>
          </a:xfrm>
          <a:prstGeom prst="rect">
            <a:avLst/>
          </a:prstGeom>
        </p:spPr>
      </p:pic>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1" y="1352550"/>
            <a:ext cx="10800000" cy="1272663"/>
          </a:xfrm>
        </p:spPr>
        <p:txBody>
          <a:bodyPr/>
          <a:lstStyle>
            <a:lvl1pPr algn="ctr">
              <a:defRPr>
                <a:solidFill>
                  <a:schemeClr val="bg1"/>
                </a:solidFill>
              </a:defRPr>
            </a:lvl1pPr>
          </a:lstStyle>
          <a:p>
            <a:r>
              <a:rPr lang="fr-FR" dirty="0"/>
              <a:t>Modifiez le style du titre</a:t>
            </a:r>
            <a:endParaRPr lang="en-US" dirty="0"/>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4386000" y="75088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6001" y="2632587"/>
            <a:ext cx="10800000" cy="2332704"/>
          </a:xfrm>
        </p:spPr>
        <p:txBody>
          <a:bodyPr anchor="ctr" anchorCtr="0">
            <a:noAutofit/>
          </a:bodyPr>
          <a:lstStyle>
            <a:lvl1pPr marL="0" indent="0" algn="ctr">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2678180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ircles - 2 columns X2">
    <p:spTree>
      <p:nvGrpSpPr>
        <p:cNvPr id="1" name=""/>
        <p:cNvGrpSpPr/>
        <p:nvPr/>
      </p:nvGrpSpPr>
      <p:grpSpPr>
        <a:xfrm>
          <a:off x="0" y="0"/>
          <a:ext cx="0" cy="0"/>
          <a:chOff x="0" y="0"/>
          <a:chExt cx="0" cy="0"/>
        </a:xfrm>
      </p:grpSpPr>
      <p:pic>
        <p:nvPicPr>
          <p:cNvPr id="11" name="Graphique 10">
            <a:extLst>
              <a:ext uri="{FF2B5EF4-FFF2-40B4-BE49-F238E27FC236}">
                <a16:creationId xmlns:a16="http://schemas.microsoft.com/office/drawing/2014/main" id="{708D0175-951A-3D62-E648-D3AD4D84BF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622998"/>
            <a:ext cx="11495999" cy="5612004"/>
          </a:xfrm>
          <a:prstGeom prst="rect">
            <a:avLst/>
          </a:prstGeom>
        </p:spPr>
      </p:pic>
      <p:sp>
        <p:nvSpPr>
          <p:cNvPr id="2" name="Titre 1">
            <a:extLst>
              <a:ext uri="{FF2B5EF4-FFF2-40B4-BE49-F238E27FC236}">
                <a16:creationId xmlns:a16="http://schemas.microsoft.com/office/drawing/2014/main" id="{AE8B66DC-8879-6B50-6C1C-73111FB3B129}"/>
              </a:ext>
            </a:extLst>
          </p:cNvPr>
          <p:cNvSpPr>
            <a:spLocks noGrp="1"/>
          </p:cNvSpPr>
          <p:nvPr>
            <p:ph type="title"/>
          </p:nvPr>
        </p:nvSpPr>
        <p:spPr>
          <a:xfrm>
            <a:off x="696001" y="1844964"/>
            <a:ext cx="8749450" cy="1272619"/>
          </a:xfrm>
        </p:spPr>
        <p:txBody>
          <a:bodyPr/>
          <a:lstStyle>
            <a:lvl1pPr algn="l">
              <a:defRPr>
                <a:solidFill>
                  <a:schemeClr val="bg1"/>
                </a:solidFill>
              </a:defRPr>
            </a:lvl1pPr>
          </a:lstStyle>
          <a:p>
            <a:r>
              <a:rPr lang="fr-FR" dirty="0"/>
              <a:t>Modifiez le style du titre</a:t>
            </a:r>
            <a:endParaRPr lang="en-US" dirty="0"/>
          </a:p>
        </p:txBody>
      </p:sp>
      <p:sp>
        <p:nvSpPr>
          <p:cNvPr id="3" name="Espace réservé du numéro de diapositive 2">
            <a:extLst>
              <a:ext uri="{FF2B5EF4-FFF2-40B4-BE49-F238E27FC236}">
                <a16:creationId xmlns:a16="http://schemas.microsoft.com/office/drawing/2014/main" id="{A47FD755-1BCC-B9C4-E33C-82D51850ACC9}"/>
              </a:ext>
            </a:extLst>
          </p:cNvPr>
          <p:cNvSpPr>
            <a:spLocks noGrp="1"/>
          </p:cNvSpPr>
          <p:nvPr>
            <p:ph type="sldNum" sz="quarter" idx="10"/>
          </p:nvPr>
        </p:nvSpPr>
        <p:spPr/>
        <p:txBody>
          <a:bodyPr/>
          <a:lstStyle/>
          <a:p>
            <a:fld id="{262175C0-8CD5-419A-A749-8C17692C9EAC}" type="slidenum">
              <a:rPr lang="en-US" smtClean="0"/>
              <a:t>‹N°›</a:t>
            </a:fld>
            <a:endParaRPr lang="en-US"/>
          </a:p>
        </p:txBody>
      </p:sp>
      <p:sp>
        <p:nvSpPr>
          <p:cNvPr id="21" name="Espace réservé du texte 8">
            <a:extLst>
              <a:ext uri="{FF2B5EF4-FFF2-40B4-BE49-F238E27FC236}">
                <a16:creationId xmlns:a16="http://schemas.microsoft.com/office/drawing/2014/main" id="{44A0F437-DBD2-CFDA-A585-C152D0AF9910}"/>
              </a:ext>
            </a:extLst>
          </p:cNvPr>
          <p:cNvSpPr>
            <a:spLocks noGrp="1"/>
          </p:cNvSpPr>
          <p:nvPr>
            <p:ph type="body" sz="quarter" idx="13" hasCustomPrompt="1"/>
          </p:nvPr>
        </p:nvSpPr>
        <p:spPr>
          <a:xfrm>
            <a:off x="696000" y="1243257"/>
            <a:ext cx="3420000" cy="432000"/>
          </a:xfrm>
          <a:prstGeom prst="roundRect">
            <a:avLst>
              <a:gd name="adj" fmla="val 50000"/>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anchor="ctr">
            <a:noAutofit/>
          </a:bodyPr>
          <a:lstStyle>
            <a:lvl1pPr algn="ctr">
              <a:buNone/>
              <a:defRPr sz="1600" b="1">
                <a:solidFill>
                  <a:schemeClr val="tx1"/>
                </a:solidFill>
              </a:defRPr>
            </a:lvl1pPr>
          </a:lstStyle>
          <a:p>
            <a:pPr lvl="0"/>
            <a:r>
              <a:rPr lang="fr-FR" dirty="0"/>
              <a:t>Titre</a:t>
            </a:r>
            <a:endParaRPr lang="en-US" dirty="0"/>
          </a:p>
        </p:txBody>
      </p:sp>
      <p:sp>
        <p:nvSpPr>
          <p:cNvPr id="14" name="Espace réservé du texte 12">
            <a:extLst>
              <a:ext uri="{FF2B5EF4-FFF2-40B4-BE49-F238E27FC236}">
                <a16:creationId xmlns:a16="http://schemas.microsoft.com/office/drawing/2014/main" id="{8DE8A481-78C7-E7A2-3A06-C6FF7863929A}"/>
              </a:ext>
            </a:extLst>
          </p:cNvPr>
          <p:cNvSpPr>
            <a:spLocks noGrp="1"/>
          </p:cNvSpPr>
          <p:nvPr>
            <p:ph type="body" sz="quarter" idx="25" hasCustomPrompt="1"/>
          </p:nvPr>
        </p:nvSpPr>
        <p:spPr>
          <a:xfrm>
            <a:off x="696001" y="3125037"/>
            <a:ext cx="8749450" cy="2332623"/>
          </a:xfrm>
        </p:spPr>
        <p:txBody>
          <a:bodyPr anchor="ctr" anchorCtr="0">
            <a:noAutofit/>
          </a:bodyPr>
          <a:lstStyle>
            <a:lvl1pPr marL="0" indent="0" algn="l">
              <a:buFont typeface="Arial" panose="020B0604020202020204" pitchFamily="34" charset="0"/>
              <a:buNone/>
              <a:defRPr sz="1800">
                <a:solidFill>
                  <a:schemeClr val="bg1"/>
                </a:solidFill>
              </a:defRPr>
            </a:lvl1pPr>
          </a:lstStyle>
          <a:p>
            <a:pPr lvl="0"/>
            <a:r>
              <a:rPr lang="fr-FR" dirty="0"/>
              <a:t>Cliquez pour modifier le texte</a:t>
            </a:r>
          </a:p>
        </p:txBody>
      </p:sp>
    </p:spTree>
    <p:extLst>
      <p:ext uri="{BB962C8B-B14F-4D97-AF65-F5344CB8AC3E}">
        <p14:creationId xmlns:p14="http://schemas.microsoft.com/office/powerpoint/2010/main" val="25701666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Organigramme : Délai 3">
            <a:extLst>
              <a:ext uri="{FF2B5EF4-FFF2-40B4-BE49-F238E27FC236}">
                <a16:creationId xmlns:a16="http://schemas.microsoft.com/office/drawing/2014/main" id="{8E602A06-9A55-A2D8-4696-39A3B5EE612B}"/>
              </a:ext>
            </a:extLst>
          </p:cNvPr>
          <p:cNvSpPr/>
          <p:nvPr userDrawn="1"/>
        </p:nvSpPr>
        <p:spPr>
          <a:xfrm rot="16200000">
            <a:off x="4152900" y="-1181101"/>
            <a:ext cx="3886201" cy="12192002"/>
          </a:xfrm>
          <a:prstGeom prst="flowChartDelay">
            <a:avLst/>
          </a:prstGeom>
          <a:gradFill>
            <a:gsLst>
              <a:gs pos="100000">
                <a:schemeClr val="accent2"/>
              </a:gs>
              <a:gs pos="0">
                <a:schemeClr val="accent1"/>
              </a:gs>
            </a:gsLst>
            <a:lin ang="8100000" scaled="0"/>
          </a:gradFill>
          <a:ln w="3175">
            <a:solidFill>
              <a:srgbClr val="EDE3E3"/>
            </a:solidFill>
            <a:prstDash val="solid"/>
          </a:ln>
          <a:effectLst>
            <a:outerShdw blurRad="114300" dist="38100" dir="5400000" algn="bl" rotWithShape="0">
              <a:srgbClr val="223843">
                <a:alpha val="13000"/>
              </a:srgbClr>
            </a:outerShdw>
          </a:effectLst>
        </p:spPr>
        <p:txBody>
          <a:bodyPr rtlCol="0" anchor="ctr"/>
          <a:lstStyle/>
          <a:p>
            <a:pPr algn="l"/>
            <a:endParaRPr lang="en-US"/>
          </a:p>
        </p:txBody>
      </p:sp>
      <p:sp>
        <p:nvSpPr>
          <p:cNvPr id="39" name="Espace réservé du contenu 38">
            <a:extLst>
              <a:ext uri="{FF2B5EF4-FFF2-40B4-BE49-F238E27FC236}">
                <a16:creationId xmlns:a16="http://schemas.microsoft.com/office/drawing/2014/main" id="{EE620D96-FE46-9D76-8E36-C5BF0A42F982}"/>
              </a:ext>
            </a:extLst>
          </p:cNvPr>
          <p:cNvSpPr>
            <a:spLocks noGrp="1"/>
          </p:cNvSpPr>
          <p:nvPr>
            <p:ph sz="quarter" idx="11" hasCustomPrompt="1"/>
          </p:nvPr>
        </p:nvSpPr>
        <p:spPr>
          <a:xfrm>
            <a:off x="4262010" y="2114549"/>
            <a:ext cx="4414837" cy="1714500"/>
          </a:xfrm>
          <a:prstGeom prst="roundRect">
            <a:avLst>
              <a:gd name="adj" fmla="val 13334"/>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lIns="1080000" tIns="46800" numCol="1" anchor="ctr"/>
          <a:lstStyle>
            <a:lvl1pPr>
              <a:buNone/>
              <a:defRPr lang="fr-FR" sz="1400" b="1" dirty="0" smtClean="0"/>
            </a:lvl1pPr>
            <a:lvl2pPr>
              <a:defRPr sz="1400"/>
            </a:lvl2pPr>
            <a:lvl3pPr>
              <a:defRPr sz="1400"/>
            </a:lvl3pPr>
            <a:lvl4pPr>
              <a:defRPr sz="1400"/>
            </a:lvl4pPr>
            <a:lvl5pPr>
              <a:defRPr sz="1400"/>
            </a:lvl5pPr>
          </a:lstStyle>
          <a:p>
            <a:pPr marL="0" lvl="0"/>
            <a:r>
              <a:rPr lang="fr-FR" dirty="0"/>
              <a:t>{Prénom NOM}</a:t>
            </a:r>
          </a:p>
          <a:p>
            <a:pPr marL="0" lvl="0"/>
            <a:r>
              <a:rPr lang="fr-FR" dirty="0"/>
              <a:t>{rôle}</a:t>
            </a:r>
          </a:p>
          <a:p>
            <a:pPr marL="0" lvl="0"/>
            <a:r>
              <a:rPr lang="fr-FR" dirty="0"/>
              <a:t>{email}</a:t>
            </a:r>
          </a:p>
          <a:p>
            <a:pPr marL="0" lvl="0"/>
            <a:r>
              <a:rPr lang="fr-FR" dirty="0"/>
              <a:t>{phone}</a:t>
            </a:r>
          </a:p>
        </p:txBody>
      </p:sp>
      <p:sp>
        <p:nvSpPr>
          <p:cNvPr id="5" name="Shape 13">
            <a:extLst>
              <a:ext uri="{FF2B5EF4-FFF2-40B4-BE49-F238E27FC236}">
                <a16:creationId xmlns:a16="http://schemas.microsoft.com/office/drawing/2014/main" id="{B6D09F66-075D-C880-967C-21871DCAEAC7}"/>
              </a:ext>
            </a:extLst>
          </p:cNvPr>
          <p:cNvSpPr/>
          <p:nvPr userDrawn="1"/>
        </p:nvSpPr>
        <p:spPr>
          <a:xfrm>
            <a:off x="696000"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7" name="Shape 13">
            <a:extLst>
              <a:ext uri="{FF2B5EF4-FFF2-40B4-BE49-F238E27FC236}">
                <a16:creationId xmlns:a16="http://schemas.microsoft.com/office/drawing/2014/main" id="{67802574-7BFB-6C01-B815-AAF479893E78}"/>
              </a:ext>
            </a:extLst>
          </p:cNvPr>
          <p:cNvSpPr/>
          <p:nvPr userDrawn="1"/>
        </p:nvSpPr>
        <p:spPr>
          <a:xfrm>
            <a:off x="8976000"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9" name="Shape 13">
            <a:extLst>
              <a:ext uri="{FF2B5EF4-FFF2-40B4-BE49-F238E27FC236}">
                <a16:creationId xmlns:a16="http://schemas.microsoft.com/office/drawing/2014/main" id="{7018B33A-4785-7F7D-570D-ED2CC19C693C}"/>
              </a:ext>
            </a:extLst>
          </p:cNvPr>
          <p:cNvSpPr/>
          <p:nvPr userDrawn="1"/>
        </p:nvSpPr>
        <p:spPr>
          <a:xfrm>
            <a:off x="3473612"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11" name="Shape 13">
            <a:extLst>
              <a:ext uri="{FF2B5EF4-FFF2-40B4-BE49-F238E27FC236}">
                <a16:creationId xmlns:a16="http://schemas.microsoft.com/office/drawing/2014/main" id="{C40A6881-443C-490F-B15D-7E4A7DCDA037}"/>
              </a:ext>
            </a:extLst>
          </p:cNvPr>
          <p:cNvSpPr/>
          <p:nvPr userDrawn="1"/>
        </p:nvSpPr>
        <p:spPr>
          <a:xfrm>
            <a:off x="6198388" y="4099727"/>
            <a:ext cx="2520000" cy="2570212"/>
          </a:xfrm>
          <a:prstGeom prst="roundRect">
            <a:avLst>
              <a:gd name="adj" fmla="val 8148"/>
            </a:avLst>
          </a:prstGeom>
          <a:solidFill>
            <a:srgbClr val="FFFFFF"/>
          </a:solidFill>
          <a:ln w="3175">
            <a:solidFill>
              <a:srgbClr val="EDE3E3"/>
            </a:solidFill>
            <a:prstDash val="solid"/>
          </a:ln>
          <a:effectLst>
            <a:outerShdw blurRad="114300" dist="38100" dir="5400000" algn="bl" rotWithShape="0">
              <a:srgbClr val="223843">
                <a:alpha val="13000"/>
              </a:srgbClr>
            </a:outerShdw>
          </a:effectLst>
        </p:spPr>
        <p:txBody>
          <a:bodyPr/>
          <a:lstStyle/>
          <a:p>
            <a:endParaRPr lang="en-US" dirty="0"/>
          </a:p>
        </p:txBody>
      </p:sp>
      <p:sp>
        <p:nvSpPr>
          <p:cNvPr id="41" name="Espace réservé pour une image  40">
            <a:extLst>
              <a:ext uri="{FF2B5EF4-FFF2-40B4-BE49-F238E27FC236}">
                <a16:creationId xmlns:a16="http://schemas.microsoft.com/office/drawing/2014/main" id="{C3411395-E3D4-C7E3-A342-808963725FAB}"/>
              </a:ext>
            </a:extLst>
          </p:cNvPr>
          <p:cNvSpPr>
            <a:spLocks noGrp="1"/>
          </p:cNvSpPr>
          <p:nvPr>
            <p:ph type="pic" sz="quarter" idx="12"/>
          </p:nvPr>
        </p:nvSpPr>
        <p:spPr>
          <a:xfrm>
            <a:off x="3502025" y="2114550"/>
            <a:ext cx="1714500" cy="1714500"/>
          </a:xfrm>
          <a:prstGeom prst="ellipse">
            <a:avLst/>
          </a:prstGeom>
          <a:solidFill>
            <a:schemeClr val="bg1"/>
          </a:solidFill>
          <a:effectLst>
            <a:outerShdw blurRad="114300" dist="38100" dir="2700000" algn="tl" rotWithShape="0">
              <a:prstClr val="black">
                <a:alpha val="13000"/>
              </a:prstClr>
            </a:outerShdw>
          </a:effectLst>
        </p:spPr>
        <p:txBody>
          <a:bodyPr/>
          <a:lstStyle/>
          <a:p>
            <a:endParaRPr lang="en-US"/>
          </a:p>
        </p:txBody>
      </p:sp>
      <p:pic>
        <p:nvPicPr>
          <p:cNvPr id="13" name="Graphique 12">
            <a:extLst>
              <a:ext uri="{FF2B5EF4-FFF2-40B4-BE49-F238E27FC236}">
                <a16:creationId xmlns:a16="http://schemas.microsoft.com/office/drawing/2014/main" id="{7573D0AA-4134-73F2-54F2-B0524832B1C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473613" y="347083"/>
            <a:ext cx="5244774" cy="1619192"/>
          </a:xfrm>
          <a:prstGeom prst="rect">
            <a:avLst/>
          </a:prstGeom>
        </p:spPr>
      </p:pic>
    </p:spTree>
    <p:extLst>
      <p:ext uri="{BB962C8B-B14F-4D97-AF65-F5344CB8AC3E}">
        <p14:creationId xmlns:p14="http://schemas.microsoft.com/office/powerpoint/2010/main" val="10957035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 Id="rId3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885BA6A-7301-FA7E-4ADD-174AB6688057}"/>
              </a:ext>
            </a:extLst>
          </p:cNvPr>
          <p:cNvSpPr>
            <a:spLocks noGrp="1"/>
          </p:cNvSpPr>
          <p:nvPr>
            <p:ph type="title"/>
          </p:nvPr>
        </p:nvSpPr>
        <p:spPr>
          <a:xfrm>
            <a:off x="696000" y="1352551"/>
            <a:ext cx="10800000" cy="847184"/>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5C8793C1-DAFA-E6B9-87C4-71F09EE2855E}"/>
              </a:ext>
            </a:extLst>
          </p:cNvPr>
          <p:cNvSpPr>
            <a:spLocks noGrp="1"/>
          </p:cNvSpPr>
          <p:nvPr>
            <p:ph type="body" idx="1"/>
          </p:nvPr>
        </p:nvSpPr>
        <p:spPr>
          <a:xfrm>
            <a:off x="696000" y="2379123"/>
            <a:ext cx="10800000" cy="3797839"/>
          </a:xfrm>
          <a:prstGeom prst="rect">
            <a:avLst/>
          </a:prstGeom>
        </p:spPr>
        <p:txBody>
          <a:bodyPr vert="horz" lIns="91440" tIns="45720" rIns="91440" bIns="45720" rtlCol="0" anchor="t">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FC112171-3162-57E2-8CDE-B0DEA1441C26}"/>
              </a:ext>
            </a:extLst>
          </p:cNvPr>
          <p:cNvSpPr>
            <a:spLocks noGrp="1"/>
          </p:cNvSpPr>
          <p:nvPr>
            <p:ph type="sldNum" sz="quarter" idx="4"/>
          </p:nvPr>
        </p:nvSpPr>
        <p:spPr>
          <a:xfrm>
            <a:off x="696000" y="6356350"/>
            <a:ext cx="2743200" cy="365125"/>
          </a:xfrm>
          <a:prstGeom prst="rect">
            <a:avLst/>
          </a:prstGeom>
        </p:spPr>
        <p:txBody>
          <a:bodyPr vert="horz" lIns="91440" tIns="45720" rIns="91440" bIns="45720" rtlCol="0" anchor="ctr"/>
          <a:lstStyle>
            <a:lvl1pPr algn="l">
              <a:defRPr sz="1000">
                <a:solidFill>
                  <a:schemeClr val="bg2"/>
                </a:solidFill>
              </a:defRPr>
            </a:lvl1pPr>
          </a:lstStyle>
          <a:p>
            <a:fld id="{262175C0-8CD5-419A-A749-8C17692C9EAC}" type="slidenum">
              <a:rPr lang="en-US" smtClean="0"/>
              <a:pPr/>
              <a:t>‹N°›</a:t>
            </a:fld>
            <a:endParaRPr lang="en-US" sz="1000"/>
          </a:p>
        </p:txBody>
      </p:sp>
      <p:pic>
        <p:nvPicPr>
          <p:cNvPr id="11" name="Graphique 10">
            <a:extLst>
              <a:ext uri="{FF2B5EF4-FFF2-40B4-BE49-F238E27FC236}">
                <a16:creationId xmlns:a16="http://schemas.microsoft.com/office/drawing/2014/main" id="{0CDCA030-CF2F-9749-6571-0854E26F953A}"/>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10076775" y="6321425"/>
            <a:ext cx="1419225" cy="400050"/>
          </a:xfrm>
          <a:prstGeom prst="rect">
            <a:avLst/>
          </a:prstGeom>
        </p:spPr>
      </p:pic>
    </p:spTree>
    <p:extLst>
      <p:ext uri="{BB962C8B-B14F-4D97-AF65-F5344CB8AC3E}">
        <p14:creationId xmlns:p14="http://schemas.microsoft.com/office/powerpoint/2010/main" val="2257558335"/>
      </p:ext>
    </p:extLst>
  </p:cSld>
  <p:clrMap bg1="lt1" tx1="dk1" bg2="lt2" tx2="dk2" accent1="accent1" accent2="accent2" accent3="accent3" accent4="accent4" accent5="accent5" accent6="accent6" hlink="hlink" folHlink="folHlink"/>
  <p:sldLayoutIdLst>
    <p:sldLayoutId id="2147483677" r:id="rId1"/>
    <p:sldLayoutId id="2147483651" r:id="rId2"/>
    <p:sldLayoutId id="2147483657" r:id="rId3"/>
    <p:sldLayoutId id="2147483650" r:id="rId4"/>
    <p:sldLayoutId id="2147483652" r:id="rId5"/>
    <p:sldLayoutId id="2147483653" r:id="rId6"/>
    <p:sldLayoutId id="2147483676" r:id="rId7"/>
    <p:sldLayoutId id="2147483654" r:id="rId8"/>
    <p:sldLayoutId id="2147483675" r:id="rId9"/>
    <p:sldLayoutId id="2147483655" r:id="rId10"/>
    <p:sldLayoutId id="2147483656" r:id="rId11"/>
    <p:sldLayoutId id="2147483674" r:id="rId12"/>
    <p:sldLayoutId id="2147483660" r:id="rId13"/>
    <p:sldLayoutId id="2147483661" r:id="rId14"/>
    <p:sldLayoutId id="2147483658" r:id="rId15"/>
    <p:sldLayoutId id="2147483659" r:id="rId16"/>
    <p:sldLayoutId id="2147483662" r:id="rId17"/>
    <p:sldLayoutId id="2147483663" r:id="rId18"/>
    <p:sldLayoutId id="2147483664" r:id="rId19"/>
    <p:sldLayoutId id="2147483665" r:id="rId20"/>
    <p:sldLayoutId id="2147483667" r:id="rId21"/>
    <p:sldLayoutId id="2147483666" r:id="rId22"/>
    <p:sldLayoutId id="2147483668" r:id="rId23"/>
    <p:sldLayoutId id="2147483669" r:id="rId24"/>
    <p:sldLayoutId id="2147483670" r:id="rId25"/>
    <p:sldLayoutId id="2147483672" r:id="rId26"/>
    <p:sldLayoutId id="2147483673" r:id="rId27"/>
    <p:sldLayoutId id="2147483678" r:id="rId2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6.png"/><Relationship Id="rId7" Type="http://schemas.openxmlformats.org/officeDocument/2006/relationships/image" Target="../media/image8.svg"/><Relationship Id="rId8" Type="http://schemas.openxmlformats.org/officeDocument/2006/relationships/image" Target="../media/image7.png"/><Relationship Id="rId9" Type="http://schemas.openxmlformats.org/officeDocument/2006/relationships/image" Target="../media/image9.svg"/><Relationship Id="rId10" Type="http://schemas.openxmlformats.org/officeDocument/2006/relationships/notesSlide" Target="../notesSlides/notesSlide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8.png"/><Relationship Id="rId3" Type="http://schemas.openxmlformats.org/officeDocument/2006/relationships/image" Target="../media/image10.svg"/><Relationship Id="rId4" Type="http://schemas.openxmlformats.org/officeDocument/2006/relationships/image" Target="../media/image9.png"/><Relationship Id="rId5" Type="http://schemas.openxmlformats.org/officeDocument/2006/relationships/image" Target="../media/image11.svg"/><Relationship Id="rId6" Type="http://schemas.openxmlformats.org/officeDocument/2006/relationships/image" Target="../media/image10.png"/><Relationship Id="rId7" Type="http://schemas.openxmlformats.org/officeDocument/2006/relationships/image" Target="../media/image12.svg"/><Relationship Id="rId8" Type="http://schemas.openxmlformats.org/officeDocument/2006/relationships/image" Target="../media/image11.png"/><Relationship Id="rId9" Type="http://schemas.openxmlformats.org/officeDocument/2006/relationships/image" Target="../media/image13.svg"/><Relationship Id="rId10" Type="http://schemas.openxmlformats.org/officeDocument/2006/relationships/image" Target="../media/image12.png"/><Relationship Id="rId11" Type="http://schemas.openxmlformats.org/officeDocument/2006/relationships/image" Target="../media/image14.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3.png"/><Relationship Id="rId3" Type="http://schemas.openxmlformats.org/officeDocument/2006/relationships/image" Target="../media/image15.svg"/><Relationship Id="rId4" Type="http://schemas.openxmlformats.org/officeDocument/2006/relationships/image" Target="../media/image16.svg"/><Relationship Id="rId5" Type="http://schemas.openxmlformats.org/officeDocument/2006/relationships/image" Target="../media/image17.svg"/><Relationship Id="rId6" Type="http://schemas.openxmlformats.org/officeDocument/2006/relationships/image" Target="../media/image14.png"/><Relationship Id="rId7" Type="http://schemas.openxmlformats.org/officeDocument/2006/relationships/image" Target="../media/image18.svg"/><Relationship Id="rId8" Type="http://schemas.openxmlformats.org/officeDocument/2006/relationships/image" Target="../media/image19.svg"/><Relationship Id="rId9" Type="http://schemas.openxmlformats.org/officeDocument/2006/relationships/notesSlide" Target="../notesSlides/notesSlid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6.png"/><Relationship Id="rId3" Type="http://schemas.openxmlformats.org/officeDocument/2006/relationships/image" Target="../media/image20.svg"/><Relationship Id="rId4" Type="http://schemas.openxmlformats.org/officeDocument/2006/relationships/image" Target="../media/image17.png"/><Relationship Id="rId5" Type="http://schemas.openxmlformats.org/officeDocument/2006/relationships/image" Target="../media/image21.svg"/><Relationship Id="rId6" Type="http://schemas.openxmlformats.org/officeDocument/2006/relationships/image" Target="../media/image18.png"/><Relationship Id="rId7" Type="http://schemas.openxmlformats.org/officeDocument/2006/relationships/image" Target="../media/image22.svg"/><Relationship Id="rId8" Type="http://schemas.openxmlformats.org/officeDocument/2006/relationships/image" Target="../media/image19.png"/><Relationship Id="rId9" Type="http://schemas.openxmlformats.org/officeDocument/2006/relationships/image" Target="../media/image23.svg"/><Relationship Id="rId10" Type="http://schemas.openxmlformats.org/officeDocument/2006/relationships/image" Target="../media/image20.png"/><Relationship Id="rId11" Type="http://schemas.openxmlformats.org/officeDocument/2006/relationships/image" Target="../media/image24.svg"/><Relationship Id="rId12" Type="http://schemas.openxmlformats.org/officeDocument/2006/relationships/image" Target="../media/image21.png"/><Relationship Id="rId13" Type="http://schemas.openxmlformats.org/officeDocument/2006/relationships/image" Target="../media/image25.svg"/><Relationship Id="rId14" Type="http://schemas.openxmlformats.org/officeDocument/2006/relationships/image" Target="../media/image22.png"/><Relationship Id="rId15" Type="http://schemas.openxmlformats.org/officeDocument/2006/relationships/image" Target="../media/image26.svg"/><Relationship Id="rId16" Type="http://schemas.openxmlformats.org/officeDocument/2006/relationships/image" Target="../media/image23.png"/><Relationship Id="rId17" Type="http://schemas.openxmlformats.org/officeDocument/2006/relationships/image" Target="../media/image27.svg"/><Relationship Id="rId18" Type="http://schemas.openxmlformats.org/officeDocument/2006/relationships/image" Target="../media/image24.png"/><Relationship Id="rId19" Type="http://schemas.openxmlformats.org/officeDocument/2006/relationships/image" Target="../media/image28.svg"/><Relationship Id="rId20" Type="http://schemas.openxmlformats.org/officeDocument/2006/relationships/notesSlide" Target="../notesSlides/notesSlide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5.png"/><Relationship Id="rId3" Type="http://schemas.openxmlformats.org/officeDocument/2006/relationships/image" Target="../media/image29.sv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6.png"/><Relationship Id="rId3" Type="http://schemas.openxmlformats.org/officeDocument/2006/relationships/image" Target="../media/image30.svg"/><Relationship Id="rId4" Type="http://schemas.openxmlformats.org/officeDocument/2006/relationships/notesSlide" Target="../notesSlides/notesSlide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7.png"/><Relationship Id="rId3" Type="http://schemas.openxmlformats.org/officeDocument/2006/relationships/image" Target="../media/image31.svg"/><Relationship Id="rId4" Type="http://schemas.openxmlformats.org/officeDocument/2006/relationships/image" Target="../media/image28.png"/><Relationship Id="rId5" Type="http://schemas.openxmlformats.org/officeDocument/2006/relationships/image" Target="../media/image32.svg"/><Relationship Id="rId6" Type="http://schemas.openxmlformats.org/officeDocument/2006/relationships/image" Target="../media/image33.svg"/><Relationship Id="rId7" Type="http://schemas.openxmlformats.org/officeDocument/2006/relationships/image" Target="../media/image34.svg"/><Relationship Id="rId8" Type="http://schemas.openxmlformats.org/officeDocument/2006/relationships/notesSlide" Target="../notesSlides/notesSlide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29.png"/><Relationship Id="rId3" Type="http://schemas.openxmlformats.org/officeDocument/2006/relationships/image" Target="../media/image35.svg"/><Relationship Id="rId4" Type="http://schemas.openxmlformats.org/officeDocument/2006/relationships/image" Target="../media/image30.png"/><Relationship Id="rId5" Type="http://schemas.openxmlformats.org/officeDocument/2006/relationships/image" Target="../media/image36.svg"/><Relationship Id="rId6" Type="http://schemas.openxmlformats.org/officeDocument/2006/relationships/notesSlide" Target="../notesSlides/notesSlide2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7.svg"/><Relationship Id="rId6" Type="http://schemas.openxmlformats.org/officeDocument/2006/relationships/image" Target="../media/image34.png"/><Relationship Id="rId7" Type="http://schemas.openxmlformats.org/officeDocument/2006/relationships/image" Target="../media/image38.sv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93B4F50-93BB-146F-EF1E-398B097AEAB6}"/>
              </a:ext>
            </a:extLst>
          </p:cNvPr>
          <p:cNvSpPr>
            <a:spLocks noGrp="1"/>
          </p:cNvSpPr>
          <p:nvPr>
            <p:ph type="ctrTitle"/>
          </p:nvPr>
        </p:nvSpPr>
        <p:spPr/>
        <p:txBody>
          <a:bodyPr/>
          <a:lstStyle/>
          <a:p>
            <a:pPr/>
            <a:r>
              <a:t>IMPLÉMENTATION BI DANS ODOO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5B5098B2-5859-A676-116D-E66B61F20C33}"/>
              </a:ext>
            </a:extLst>
          </p:cNvPr>
          <p:cNvSpPr>
            <a:spLocks noGrp="1"/>
          </p:cNvSpPr>
          <p:nvPr>
            <p:ph type="title"/>
          </p:nvPr>
        </p:nvSpPr>
        <p:spPr/>
        <p:txBody>
          <a:bodyPr/>
          <a:lstStyle/>
          <a:p>
            <a:pPr/>
            <a:r>
              <a:t>SOMMAIRE</a:t>
            </a:r>
          </a:p>
        </p:txBody>
      </p:sp>
      <p:sp>
        <p:nvSpPr>
          <p:cNvPr id="3" name="Espace réservé du texte 2">
            <a:extLst>
              <a:ext uri="{FF2B5EF4-FFF2-40B4-BE49-F238E27FC236}">
                <a16:creationId xmlns:a16="http://schemas.microsoft.com/office/drawing/2014/main" id="{C182DD91-DCB6-1042-2BE1-2499D287F356}"/>
              </a:ext>
            </a:extLst>
          </p:cNvPr>
          <p:cNvSpPr>
            <a:spLocks noGrp="1"/>
          </p:cNvSpPr>
          <p:nvPr>
            <p:ph type="body" sz="quarter" idx="14"/>
          </p:nvPr>
        </p:nvSpPr>
        <p:spPr/>
        <p:txBody>
          <a:bodyPr/>
          <a:lstStyle/>
          <a:p>
            <a:pPr/>
            <a:r>
              <a:t>01</a:t>
            </a:r>
            <a:endParaRPr lang="en-US"/>
          </a:p>
        </p:txBody>
      </p:sp>
      <p:sp>
        <p:nvSpPr>
          <p:cNvPr id="4" name="Espace réservé du texte 3">
            <a:extLst>
              <a:ext uri="{FF2B5EF4-FFF2-40B4-BE49-F238E27FC236}">
                <a16:creationId xmlns:a16="http://schemas.microsoft.com/office/drawing/2014/main" id="{528C5AEA-AC05-A0CC-2D07-E872EC78D8B8}"/>
              </a:ext>
            </a:extLst>
          </p:cNvPr>
          <p:cNvSpPr>
            <a:spLocks noGrp="1"/>
          </p:cNvSpPr>
          <p:nvPr>
            <p:ph type="body" sz="quarter" idx="15"/>
          </p:nvPr>
        </p:nvSpPr>
        <p:spPr/>
        <p:txBody>
          <a:bodyPr/>
          <a:lstStyle/>
          <a:p>
            <a:pPr/>
            <a:r>
              <a:t>Captivea et Odoo</a:t>
            </a:r>
            <a:endParaRPr lang="en-US"/>
          </a:p>
        </p:txBody>
      </p:sp>
      <p:sp>
        <p:nvSpPr>
          <p:cNvPr id="7" name="Espace réservé du texte 6">
            <a:extLst>
              <a:ext uri="{FF2B5EF4-FFF2-40B4-BE49-F238E27FC236}">
                <a16:creationId xmlns:a16="http://schemas.microsoft.com/office/drawing/2014/main" id="{6FAE23EB-E9B2-C401-5028-1642CDDD13CF}"/>
              </a:ext>
            </a:extLst>
          </p:cNvPr>
          <p:cNvSpPr>
            <a:spLocks noGrp="1"/>
          </p:cNvSpPr>
          <p:nvPr>
            <p:ph type="body" sz="quarter" idx="18"/>
          </p:nvPr>
        </p:nvSpPr>
        <p:spPr/>
        <p:txBody>
          <a:bodyPr/>
          <a:lstStyle/>
          <a:p>
            <a:pPr/>
            <a:r>
              <a:t>02</a:t>
            </a:r>
            <a:endParaRPr lang="en-US"/>
          </a:p>
        </p:txBody>
      </p:sp>
      <p:sp>
        <p:nvSpPr>
          <p:cNvPr id="8" name="Espace réservé du texte 7">
            <a:extLst>
              <a:ext uri="{FF2B5EF4-FFF2-40B4-BE49-F238E27FC236}">
                <a16:creationId xmlns:a16="http://schemas.microsoft.com/office/drawing/2014/main" id="{8748278C-56E6-49AD-6F5A-3E018DF50E19}"/>
              </a:ext>
            </a:extLst>
          </p:cNvPr>
          <p:cNvSpPr>
            <a:spLocks noGrp="1"/>
          </p:cNvSpPr>
          <p:nvPr>
            <p:ph type="body" sz="quarter" idx="19"/>
          </p:nvPr>
        </p:nvSpPr>
        <p:spPr/>
        <p:txBody>
          <a:bodyPr/>
          <a:lstStyle/>
          <a:p>
            <a:pPr/>
            <a:r>
              <a:t>Démonstration</a:t>
            </a:r>
            <a:endParaRPr lang="en-US"/>
          </a:p>
        </p:txBody>
      </p:sp>
      <p:sp>
        <p:nvSpPr>
          <p:cNvPr id="11" name="Espace réservé du texte 10">
            <a:extLst>
              <a:ext uri="{FF2B5EF4-FFF2-40B4-BE49-F238E27FC236}">
                <a16:creationId xmlns:a16="http://schemas.microsoft.com/office/drawing/2014/main" id="{F36E16D7-4F57-B3A6-CA3B-6AF29102A79F}"/>
              </a:ext>
            </a:extLst>
          </p:cNvPr>
          <p:cNvSpPr>
            <a:spLocks noGrp="1"/>
          </p:cNvSpPr>
          <p:nvPr>
            <p:ph type="body" sz="quarter" idx="22"/>
          </p:nvPr>
        </p:nvSpPr>
        <p:spPr/>
        <p:txBody>
          <a:bodyPr/>
          <a:lstStyle/>
          <a:p>
            <a:pPr/>
            <a:r>
              <a:t>03</a:t>
            </a:r>
            <a:endParaRPr lang="en-US"/>
          </a:p>
        </p:txBody>
      </p:sp>
      <p:sp>
        <p:nvSpPr>
          <p:cNvPr id="12" name="Espace réservé du texte 11">
            <a:extLst>
              <a:ext uri="{FF2B5EF4-FFF2-40B4-BE49-F238E27FC236}">
                <a16:creationId xmlns:a16="http://schemas.microsoft.com/office/drawing/2014/main" id="{E30A6114-F93C-CA19-81A8-3C600E461D7D}"/>
              </a:ext>
            </a:extLst>
          </p:cNvPr>
          <p:cNvSpPr>
            <a:spLocks noGrp="1"/>
          </p:cNvSpPr>
          <p:nvPr>
            <p:ph type="body" sz="quarter" idx="23"/>
          </p:nvPr>
        </p:nvSpPr>
        <p:spPr/>
        <p:txBody>
          <a:bodyPr/>
          <a:lstStyle/>
          <a:p>
            <a:pPr/>
            <a:r>
              <a:t>Notre vision d’un projet réussi</a:t>
            </a:r>
            <a:endParaRPr lang="en-US"/>
          </a:p>
        </p:txBody>
      </p:sp>
      <p:sp>
        <p:nvSpPr>
          <p:cNvPr id="15" name="Espace réservé du texte 14">
            <a:extLst>
              <a:ext uri="{FF2B5EF4-FFF2-40B4-BE49-F238E27FC236}">
                <a16:creationId xmlns:a16="http://schemas.microsoft.com/office/drawing/2014/main" id="{3C70E78D-0FC7-ACEA-75B5-228EE43F71C9}"/>
              </a:ext>
            </a:extLst>
          </p:cNvPr>
          <p:cNvSpPr>
            <a:spLocks noGrp="1"/>
          </p:cNvSpPr>
          <p:nvPr>
            <p:ph type="body" sz="quarter" idx="26"/>
          </p:nvPr>
        </p:nvSpPr>
        <p:spPr/>
        <p:txBody>
          <a:bodyPr/>
          <a:lstStyle/>
          <a:p>
            <a:pPr/>
            <a:r>
              <a:t>04</a:t>
            </a:r>
            <a:endParaRPr lang="en-US"/>
          </a:p>
        </p:txBody>
      </p:sp>
      <p:sp>
        <p:nvSpPr>
          <p:cNvPr id="16" name="Espace réservé du texte 15">
            <a:extLst>
              <a:ext uri="{FF2B5EF4-FFF2-40B4-BE49-F238E27FC236}">
                <a16:creationId xmlns:a16="http://schemas.microsoft.com/office/drawing/2014/main" id="{47F64B9C-8BFB-54F5-AAA4-ED1B21276E34}"/>
              </a:ext>
            </a:extLst>
          </p:cNvPr>
          <p:cNvSpPr>
            <a:spLocks noGrp="1"/>
          </p:cNvSpPr>
          <p:nvPr>
            <p:ph type="body" sz="quarter" idx="27"/>
          </p:nvPr>
        </p:nvSpPr>
        <p:spPr/>
        <p:txBody>
          <a:bodyPr/>
          <a:lstStyle/>
          <a:p>
            <a:pPr/>
            <a:r>
              <a:t>Phase d’analyse</a:t>
            </a:r>
            <a:endParaRPr lang="en-US"/>
          </a:p>
        </p:txBody>
      </p:sp>
      <p:sp>
        <p:nvSpPr>
          <p:cNvPr id="19" name="Espace réservé du texte 18">
            <a:extLst>
              <a:ext uri="{FF2B5EF4-FFF2-40B4-BE49-F238E27FC236}">
                <a16:creationId xmlns:a16="http://schemas.microsoft.com/office/drawing/2014/main" id="{781C0740-4CA9-B37D-EE48-FAB1AF547C80}"/>
              </a:ext>
            </a:extLst>
          </p:cNvPr>
          <p:cNvSpPr>
            <a:spLocks noGrp="1"/>
          </p:cNvSpPr>
          <p:nvPr>
            <p:ph type="body" sz="quarter" idx="30"/>
          </p:nvPr>
        </p:nvSpPr>
        <p:spPr/>
        <p:txBody>
          <a:bodyPr/>
          <a:lstStyle/>
          <a:p>
            <a:pPr/>
            <a:r>
              <a:t>05</a:t>
            </a:r>
            <a:endParaRPr lang="en-US"/>
          </a:p>
        </p:txBody>
      </p:sp>
      <p:sp>
        <p:nvSpPr>
          <p:cNvPr id="20" name="Espace réservé du texte 19">
            <a:extLst>
              <a:ext uri="{FF2B5EF4-FFF2-40B4-BE49-F238E27FC236}">
                <a16:creationId xmlns:a16="http://schemas.microsoft.com/office/drawing/2014/main" id="{DEA898EC-D287-F400-7B6F-09A350C8CEEC}"/>
              </a:ext>
            </a:extLst>
          </p:cNvPr>
          <p:cNvSpPr>
            <a:spLocks noGrp="1"/>
          </p:cNvSpPr>
          <p:nvPr>
            <p:ph type="body" sz="quarter" idx="31"/>
          </p:nvPr>
        </p:nvSpPr>
        <p:spPr/>
        <p:txBody>
          <a:bodyPr/>
          <a:lstStyle/>
          <a:p>
            <a:pPr/>
            <a:r>
              <a:t>Approche budgétaire</a:t>
            </a:r>
            <a:endParaRPr lang="en-US"/>
          </a:p>
        </p:txBody>
      </p:sp>
      <p:sp>
        <p:nvSpPr>
          <p:cNvPr id="23" name="Espace réservé du texte 22">
            <a:extLst>
              <a:ext uri="{FF2B5EF4-FFF2-40B4-BE49-F238E27FC236}">
                <a16:creationId xmlns:a16="http://schemas.microsoft.com/office/drawing/2014/main" id="{DB16C0E0-3EAE-54B2-7CCE-341E58289FC3}"/>
              </a:ext>
            </a:extLst>
          </p:cNvPr>
          <p:cNvSpPr>
            <a:spLocks noGrp="1"/>
          </p:cNvSpPr>
          <p:nvPr>
            <p:ph type="body" sz="quarter" idx="13"/>
          </p:nvPr>
        </p:nvSpPr>
        <p:spPr/>
        <p:txBody>
          <a:bodyPr/>
          <a:lstStyle/>
          <a:p>
            <a:pPr/>
            <a:r>
              <a:t>SOMMAIRE</a:t>
            </a:r>
            <a:endParaRPr 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CAPTIVEA ET ODOO</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01</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NOUS DÉCOUVRIR</a:t>
            </a:r>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contenu 5">
            <a:extLst>
              <a:ext uri="{FF2B5EF4-FFF2-40B4-BE49-F238E27FC236}">
                <a16:creationId xmlns:a16="http://schemas.microsoft.com/office/drawing/2014/main" id="{8B2061D0-770C-F284-BB20-62B1C6C95539}"/>
              </a:ext>
            </a:extLst>
          </p:cNvPr>
          <p:cNvSpPr>
            <a:spLocks noGrp="1"/>
          </p:cNvSpPr>
          <p:nvPr>
            <p:ph idx="1"/>
          </p:nvPr>
        </p:nvSpPr>
        <p:spPr/>
        <p:txBody>
          <a:bodyPr/>
          <a:lstStyle/>
          <a:p>
            <a:pPr/>
            <a:r>
              <a:rPr lang="fr-FR"/>
              <a:t>Logiciel de gestion tout-en-un</a:t>
            </a:r>
          </a:p>
          <a:p>
            <a:pPr/>
            <a:r>
              <a:rPr lang="fr-FR"/>
              <a:t>Évolutif et modulable</a:t>
            </a:r>
          </a:p>
          <a:p>
            <a:pPr/>
            <a:r>
              <a:rPr lang="fr-FR"/>
              <a:t>Facile à utiliser</a:t>
            </a:r>
          </a:p>
          <a:p>
            <a:pPr/>
            <a:r>
              <a:rPr lang="fr-FR"/>
              <a:t>Entièrement intégré</a:t>
            </a:r>
          </a:p>
        </p:txBody>
      </p:sp>
      <p:sp>
        <p:nvSpPr>
          <p:cNvPr id="4" name="Espace réservé du texte 6">
            <a:extLst>
              <a:ext uri="{FF2B5EF4-FFF2-40B4-BE49-F238E27FC236}">
                <a16:creationId xmlns:a16="http://schemas.microsoft.com/office/drawing/2014/main" id="{224BEC80-3EC3-DC49-269F-B1C030B93B83}"/>
              </a:ext>
            </a:extLst>
          </p:cNvPr>
          <p:cNvSpPr>
            <a:spLocks noGrp="1"/>
          </p:cNvSpPr>
          <p:nvPr>
            <p:ph type="body" sz="quarter" idx="13"/>
          </p:nvPr>
        </p:nvSpPr>
        <p:spPr/>
        <p:txBody>
          <a:bodyPr/>
          <a:lstStyle/>
          <a:p>
            <a:pPr/>
            <a:r>
              <a:t>LA SOLUTION</a:t>
            </a:r>
            <a:endParaRPr lang="en-US"/>
          </a:p>
        </p:txBody>
      </p:sp>
      <p:sp>
        <p:nvSpPr>
          <p:cNvPr id="5" name="Titre 1">
            <a:extLst>
              <a:ext uri="{FF2B5EF4-FFF2-40B4-BE49-F238E27FC236}">
                <a16:creationId xmlns:a16="http://schemas.microsoft.com/office/drawing/2014/main" id="{3FF30C7D-F11B-556A-0F96-92D2349C3965}"/>
              </a:ext>
            </a:extLst>
          </p:cNvPr>
          <p:cNvSpPr>
            <a:spLocks noGrp="1"/>
          </p:cNvSpPr>
          <p:nvPr>
            <p:ph type="title"/>
          </p:nvPr>
        </p:nvSpPr>
        <p:spPr/>
        <p:txBody>
          <a:bodyPr/>
          <a:lstStyle/>
          <a:p>
            <a:pPr/>
            <a:r>
              <a:t>ODOO</a:t>
            </a:r>
          </a:p>
        </p:txBody>
      </p:sp>
      <p:grpSp>
        <p:nvGrpSpPr>
          <p:cNvPr id="7" name="Transplant"/>
          <p:cNvGrpSpPr/>
          <p:nvPr/>
        </p:nvGrpSpPr>
        <p:grpSpPr>
          <a:xfrm>
            <a:off x="7159752" y="2502991"/>
            <a:ext cx="4343400" cy="3223617"/>
            <a:chOff x="6816000" y="909000"/>
            <a:chExt cx="5219700" cy="3873997"/>
          </a:xfrm>
        </p:grpSpPr>
        <p:pic>
          <p:nvPicPr>
            <p:cNvPr id="8" name="Image 3" descr="Une image contenant texte, capture d’écran, diagramme, conception&#10;&#10;Le contenu généré par l’IA peut être incorrect.">
              <a:extLst>
                <a:ext uri="{FF2B5EF4-FFF2-40B4-BE49-F238E27FC236}">
                  <a16:creationId xmlns:a16="http://schemas.microsoft.com/office/drawing/2014/main" id="{5A2C15F1-9DCE-0119-F87F-CD06E8CFFA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6000" y="909000"/>
              <a:ext cx="5219700" cy="3873997"/>
            </a:xfrm>
            <a:prstGeom prst="rect">
              <a:avLst/>
            </a:prstGeom>
          </p:spPr>
        </p:pic>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UN LOGICIEL, UNE SUCCESS STORY</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+6K</a:t>
            </a:r>
            <a:endParaRPr lang="en-US"/>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EMPLOYÉS</a:t>
            </a:r>
            <a:endParaRPr lang="en-US"/>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ODOO</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+15M</a:t>
            </a:r>
            <a:endParaRPr lang="en-US"/>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D’UTILISATEURS</a:t>
            </a:r>
            <a:endParaRPr lang="en-US"/>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+50K</a:t>
            </a:r>
            <a:endParaRPr lang="en-US"/>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MODULES</a:t>
            </a:r>
            <a:endParaRPr lang="en-US"/>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CAPTIVEA</a:t>
            </a:r>
          </a:p>
        </p:txBody>
      </p:sp>
      <p:sp>
        <p:nvSpPr>
          <p:cNvPr id="3"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EXPERTISES</a:t>
            </a:r>
            <a:endParaRPr lang="en-US"/>
          </a:p>
        </p:txBody>
      </p:sp>
      <p:sp>
        <p:nvSpPr>
          <p:cNvPr id="4"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ERP</a:t>
            </a:r>
            <a:endParaRPr lang="en-US"/>
          </a:p>
        </p:txBody>
      </p:sp>
      <p:sp>
        <p:nvSpPr>
          <p:cNvPr id="7"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BI</a:t>
            </a:r>
            <a:endParaRPr lang="en-US"/>
          </a:p>
        </p:txBody>
      </p:sp>
      <p:sp>
        <p:nvSpPr>
          <p:cNvPr id="10"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WEB</a:t>
            </a:r>
            <a:endParaRPr lang="en-US"/>
          </a:p>
        </p:txBody>
      </p:sp>
      <p:sp>
        <p:nvSpPr>
          <p:cNvPr id="13"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AI</a:t>
            </a:r>
            <a:endParaRPr lang="en-US"/>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CAPTIVEA</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rPr sz="3000"/>
              <a:t>+200</a:t>
            </a:r>
            <a:endParaRPr lang="en-US" sz="3000"/>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EMPLOYÉS HEUREUX</a:t>
            </a:r>
            <a:endParaRPr lang="en-US"/>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EN CHIFFRES</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rPr sz="3000"/>
              <a:t>+800</a:t>
            </a:r>
            <a:endParaRPr lang="en-US" sz="3000"/>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CLIENTS SATISFAITS</a:t>
            </a:r>
            <a:endParaRPr lang="en-US"/>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rPr sz="3000"/>
              <a:t>+18 ans</a:t>
            </a:r>
            <a:endParaRPr lang="en-US" sz="3000"/>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D’INTÉGRATION ERP</a:t>
            </a:r>
            <a:endParaRPr lang="en-US"/>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NOS RÉFÉRENCES</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RÉFÉRENCES</a:t>
            </a:r>
            <a:endParaRPr lang="en-US"/>
          </a:p>
        </p:txBody>
      </p:sp>
      <p:grpSp>
        <p:nvGrpSpPr>
          <p:cNvPr id="5" name="Transplant"/>
          <p:cNvGrpSpPr/>
          <p:nvPr/>
        </p:nvGrpSpPr>
        <p:grpSpPr>
          <a:xfrm>
            <a:off x="2714965" y="1508760"/>
            <a:ext cx="6759022" cy="4754880"/>
            <a:chOff x="2761797" y="193675"/>
            <a:chExt cx="9197975" cy="6470650"/>
          </a:xfrm>
        </p:grpSpPr>
        <p:pic>
          <p:nvPicPr>
            <p:cNvPr id="6" name="Espace réservé du contenu 10" descr="Une image contenant capture d’écran, carré, Caractère coloré, art&#10;&#10;Le contenu généré par l’IA peut être incorrect.">
              <a:extLst>
                <a:ext uri="{FF2B5EF4-FFF2-40B4-BE49-F238E27FC236}">
                  <a16:creationId xmlns:a16="http://schemas.microsoft.com/office/drawing/2014/main" id="{4285A551-0031-7974-FAE8-5C3963D337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1797" y="193675"/>
              <a:ext cx="9197975" cy="6470650"/>
            </a:xfrm>
            <a:prstGeom prst="rect">
              <a:avLst/>
            </a:prstGeom>
          </p:spPr>
        </p:pic>
      </p:gr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CHRONOLOGIE DU PROJET CAPTIVEA</a:t>
            </a:r>
          </a:p>
        </p:txBody>
      </p:sp>
      <p:sp>
        <p:nvSpPr>
          <p:cNvPr id="4"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CHRONOLOGIE</a:t>
            </a:r>
            <a:endParaRPr lang="en-US"/>
          </a:p>
        </p:txBody>
      </p:sp>
      <p:sp>
        <p:nvSpPr>
          <p:cNvPr id="5"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602D769C-3C8F-3002-9BC2-510C6182A502}"/>
              </a:ext>
            </a:extLst>
          </p:cNvPr>
          <p:cNvSpPr>
            <a:spLocks noGrp="1"/>
          </p:cNvSpPr>
          <p:nvPr>
            <p:ph type="body" sz="quarter" idx="24"/>
          </p:nvPr>
        </p:nvSpPr>
        <p:spPr/>
        <p:txBody>
          <a:bodyPr/>
          <a:lstStyle/>
          <a:p>
            <a:pPr/>
            <a:r>
              <a:t>CONSULTATION GRATUITE</a:t>
            </a:r>
            <a:endParaRPr lang="en-US"/>
          </a:p>
        </p:txBody>
      </p:sp>
      <p:sp>
        <p:nvSpPr>
          <p:cNvPr id="8"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6ED4DDE7-B913-B202-738B-D95058C6F2A6}"/>
              </a:ext>
            </a:extLst>
          </p:cNvPr>
          <p:cNvSpPr>
            <a:spLocks noGrp="1"/>
          </p:cNvSpPr>
          <p:nvPr>
            <p:ph type="body" sz="quarter" idx="27"/>
          </p:nvPr>
        </p:nvSpPr>
        <p:spPr/>
        <p:txBody>
          <a:bodyPr/>
          <a:lstStyle/>
          <a:p>
            <a:pPr/>
            <a:r>
              <a:t>PHASE D'IMPLÉMENTATION</a:t>
            </a:r>
            <a:endParaRPr lang="en-US"/>
          </a:p>
        </p:txBody>
      </p:sp>
      <p:sp>
        <p:nvSpPr>
          <p:cNvPr id="11"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a:t>
            </a:r>
            <a:endParaRPr lang="en-US"/>
          </a:p>
        </p:txBody>
      </p:sp>
      <p:sp>
        <p:nvSpPr>
          <p:cNvPr id="12" name="Espace réservé du texte 10">
            <a:extLst>
              <a:ext uri="{FF2B5EF4-FFF2-40B4-BE49-F238E27FC236}">
                <a16:creationId xmlns:a16="http://schemas.microsoft.com/office/drawing/2014/main" id="{6B7BE612-E5BE-26DF-3A0A-A6E534DE73FC}"/>
              </a:ext>
            </a:extLst>
          </p:cNvPr>
          <p:cNvSpPr>
            <a:spLocks noGrp="1"/>
          </p:cNvSpPr>
          <p:nvPr>
            <p:ph type="body" sz="quarter" idx="30"/>
          </p:nvPr>
        </p:nvSpPr>
        <p:spPr/>
        <p:txBody>
          <a:bodyPr/>
          <a:lstStyle/>
          <a:p>
            <a:pPr/>
            <a:r>
              <a:t>ESTIMATION GLOBALE</a:t>
            </a:r>
            <a:endParaRPr lang="en-US"/>
          </a:p>
        </p:txBody>
      </p:sp>
      <p:sp>
        <p:nvSpPr>
          <p:cNvPr id="14"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t>
            </a:r>
            <a:endParaRPr lang="en-US"/>
          </a:p>
        </p:txBody>
      </p:sp>
      <p:sp>
        <p:nvSpPr>
          <p:cNvPr id="15" name="Espace réservé du texte 13">
            <a:extLst>
              <a:ext uri="{FF2B5EF4-FFF2-40B4-BE49-F238E27FC236}">
                <a16:creationId xmlns:a16="http://schemas.microsoft.com/office/drawing/2014/main" id="{E043F1B4-355E-87F3-612E-5F73C5189707}"/>
              </a:ext>
            </a:extLst>
          </p:cNvPr>
          <p:cNvSpPr>
            <a:spLocks noGrp="1"/>
          </p:cNvSpPr>
          <p:nvPr>
            <p:ph type="body" sz="quarter" idx="33"/>
          </p:nvPr>
        </p:nvSpPr>
        <p:spPr/>
        <p:txBody>
          <a:bodyPr/>
          <a:lstStyle/>
          <a:p>
            <a:pPr/>
            <a:r>
              <a:t>PHASE D'ANALYSE</a:t>
            </a:r>
            <a:endParaRPr lang="en-US"/>
          </a:p>
        </p:txBody>
      </p:sp>
      <p:grpSp>
        <p:nvGrpSpPr>
          <p:cNvPr id="17" name="Transplant"/>
          <p:cNvGrpSpPr/>
          <p:nvPr/>
        </p:nvGrpSpPr>
        <p:grpSpPr>
          <a:xfrm>
            <a:off x="1612805" y="3058668"/>
            <a:ext cx="678878" cy="822960"/>
            <a:chOff x="1449334" y="4262110"/>
            <a:chExt cx="461243" cy="559135"/>
          </a:xfrm>
        </p:grpSpPr>
        <p:grpSp>
          <p:nvGrpSpPr>
            <p:cNvPr id="18" name="Groupe 13">
              <a:extLst>
                <a:ext uri="{FF2B5EF4-FFF2-40B4-BE49-F238E27FC236}">
                  <a16:creationId xmlns:a16="http://schemas.microsoft.com/office/drawing/2014/main" id="{F8111309-31D4-E5AD-E496-36AC0A476D35}"/>
                </a:ext>
              </a:extLst>
            </p:cNvPr>
            <p:cNvGrpSpPr/>
            <p:nvPr/>
          </p:nvGrpSpPr>
          <p:grpSpPr>
            <a:xfrm>
              <a:off x="1449334" y="4262110"/>
              <a:ext cx="461243" cy="559135"/>
              <a:chOff x="1356788" y="2424605"/>
              <a:chExt cx="461243" cy="559135"/>
            </a:xfrm>
          </p:grpSpPr>
          <p:grpSp>
            <p:nvGrpSpPr>
              <p:cNvPr id="19" name="Google Shape;1407;p36">
                <a:extLst>
                  <a:ext uri="{FF2B5EF4-FFF2-40B4-BE49-F238E27FC236}">
                    <a16:creationId xmlns:a16="http://schemas.microsoft.com/office/drawing/2014/main" id="{E3F452A6-97AD-66A6-6FC7-CED7873FB40E}"/>
                  </a:ext>
                </a:extLst>
              </p:cNvPr>
              <p:cNvGrpSpPr/>
              <p:nvPr/>
            </p:nvGrpSpPr>
            <p:grpSpPr>
              <a:xfrm rot="5400000">
                <a:off x="1307842" y="2473551"/>
                <a:ext cx="559135" cy="461243"/>
                <a:chOff x="4892107" y="893400"/>
                <a:chExt cx="610975" cy="504008"/>
              </a:xfrm>
            </p:grpSpPr>
            <p:sp>
              <p:nvSpPr>
                <p:cNvPr id="20" name="Google Shape;1408;p36">
                  <a:extLst>
                    <a:ext uri="{FF2B5EF4-FFF2-40B4-BE49-F238E27FC236}">
                      <a16:creationId xmlns:a16="http://schemas.microsoft.com/office/drawing/2014/main" id="{E4AA291C-0607-E85D-CB7A-151A1283A489}"/>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sp>
              <p:nvSpPr>
                <p:cNvPr id="21" name="Google Shape;1409;p36">
                  <a:extLst>
                    <a:ext uri="{FF2B5EF4-FFF2-40B4-BE49-F238E27FC236}">
                      <a16:creationId xmlns:a16="http://schemas.microsoft.com/office/drawing/2014/main" id="{87849615-90D0-743B-52ED-0A3218BA9590}"/>
                    </a:ext>
                  </a:extLst>
                </p:cNvPr>
                <p:cNvSpPr/>
                <p:nvPr/>
              </p:nvSpPr>
              <p:spPr>
                <a:xfrm>
                  <a:off x="4929524"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grpSp>
          <p:pic>
            <p:nvPicPr>
              <p:cNvPr id="22" name="Graphic 105">
                <a:extLst>
                  <a:ext uri="{FF2B5EF4-FFF2-40B4-BE49-F238E27FC236}">
                    <a16:creationId xmlns:a16="http://schemas.microsoft.com/office/drawing/2014/main" id="{66D82719-CFF6-5BDF-887C-837082717F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1450693" y="2518692"/>
                <a:ext cx="273431" cy="273432"/>
              </a:xfrm>
              <a:prstGeom prst="rect">
                <a:avLst/>
              </a:prstGeom>
            </p:spPr>
          </p:pic>
        </p:grpSp>
      </p:grpSp>
      <p:grpSp>
        <p:nvGrpSpPr>
          <p:cNvPr id="23" name="Transplant"/>
          <p:cNvGrpSpPr/>
          <p:nvPr/>
        </p:nvGrpSpPr>
        <p:grpSpPr>
          <a:xfrm>
            <a:off x="4383437" y="3058668"/>
            <a:ext cx="678878" cy="822960"/>
            <a:chOff x="4335907" y="4262110"/>
            <a:chExt cx="461243" cy="559135"/>
          </a:xfrm>
        </p:grpSpPr>
        <p:grpSp>
          <p:nvGrpSpPr>
            <p:cNvPr id="24" name="Groupe 19">
              <a:extLst>
                <a:ext uri="{FF2B5EF4-FFF2-40B4-BE49-F238E27FC236}">
                  <a16:creationId xmlns:a16="http://schemas.microsoft.com/office/drawing/2014/main" id="{85203607-BC1C-F9EB-BCDD-0DCBCB529161}"/>
                </a:ext>
              </a:extLst>
            </p:cNvPr>
            <p:cNvGrpSpPr/>
            <p:nvPr/>
          </p:nvGrpSpPr>
          <p:grpSpPr>
            <a:xfrm>
              <a:off x="4335907" y="4262110"/>
              <a:ext cx="461243" cy="559135"/>
              <a:chOff x="3449807" y="5794147"/>
              <a:chExt cx="461243" cy="559135"/>
            </a:xfrm>
          </p:grpSpPr>
          <p:grpSp>
            <p:nvGrpSpPr>
              <p:cNvPr id="25" name="Google Shape;1407;p36">
                <a:extLst>
                  <a:ext uri="{FF2B5EF4-FFF2-40B4-BE49-F238E27FC236}">
                    <a16:creationId xmlns:a16="http://schemas.microsoft.com/office/drawing/2014/main" id="{ABE002A8-1EAD-8622-1771-5AFB40334444}"/>
                  </a:ext>
                </a:extLst>
              </p:cNvPr>
              <p:cNvGrpSpPr/>
              <p:nvPr/>
            </p:nvGrpSpPr>
            <p:grpSpPr>
              <a:xfrm rot="16200000">
                <a:off x="3400861" y="5843093"/>
                <a:ext cx="559135" cy="461243"/>
                <a:chOff x="4779516" y="893399"/>
                <a:chExt cx="610975" cy="504008"/>
              </a:xfrm>
            </p:grpSpPr>
            <p:sp>
              <p:nvSpPr>
                <p:cNvPr id="26" name="Google Shape;1408;p36">
                  <a:extLst>
                    <a:ext uri="{FF2B5EF4-FFF2-40B4-BE49-F238E27FC236}">
                      <a16:creationId xmlns:a16="http://schemas.microsoft.com/office/drawing/2014/main" id="{F07D1765-A5C9-057B-C123-44342355E1AF}"/>
                    </a:ext>
                  </a:extLst>
                </p:cNvPr>
                <p:cNvSpPr/>
                <p:nvPr/>
              </p:nvSpPr>
              <p:spPr>
                <a:xfrm rot="10800000">
                  <a:off x="4779516" y="893399"/>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sp>
              <p:nvSpPr>
                <p:cNvPr id="27" name="Google Shape;1409;p36">
                  <a:extLst>
                    <a:ext uri="{FF2B5EF4-FFF2-40B4-BE49-F238E27FC236}">
                      <a16:creationId xmlns:a16="http://schemas.microsoft.com/office/drawing/2014/main" id="{14B39955-B1D2-6637-707B-7E45AE2F4B0F}"/>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grpSp>
          <p:pic>
            <p:nvPicPr>
              <p:cNvPr id="28" name="Graphic 100">
                <a:extLst>
                  <a:ext uri="{FF2B5EF4-FFF2-40B4-BE49-F238E27FC236}">
                    <a16:creationId xmlns:a16="http://schemas.microsoft.com/office/drawing/2014/main" id="{5C973197-8E63-0E1A-7412-58E1A4D398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17206" y="5856628"/>
                <a:ext cx="326443" cy="323888"/>
              </a:xfrm>
              <a:prstGeom prst="rect">
                <a:avLst/>
              </a:prstGeom>
            </p:spPr>
          </p:pic>
        </p:grpSp>
      </p:grpSp>
      <p:grpSp>
        <p:nvGrpSpPr>
          <p:cNvPr id="29" name="Transplant"/>
          <p:cNvGrpSpPr/>
          <p:nvPr/>
        </p:nvGrpSpPr>
        <p:grpSpPr>
          <a:xfrm>
            <a:off x="7135781" y="3058668"/>
            <a:ext cx="678878" cy="822960"/>
            <a:chOff x="7394850" y="4262110"/>
            <a:chExt cx="461243" cy="559135"/>
          </a:xfrm>
        </p:grpSpPr>
        <p:grpSp>
          <p:nvGrpSpPr>
            <p:cNvPr id="30" name="Groupe 5">
              <a:extLst>
                <a:ext uri="{FF2B5EF4-FFF2-40B4-BE49-F238E27FC236}">
                  <a16:creationId xmlns:a16="http://schemas.microsoft.com/office/drawing/2014/main" id="{5F17D292-C4C2-A941-ABFE-FFDAC72CA839}"/>
                </a:ext>
              </a:extLst>
            </p:cNvPr>
            <p:cNvGrpSpPr/>
            <p:nvPr/>
          </p:nvGrpSpPr>
          <p:grpSpPr>
            <a:xfrm>
              <a:off x="7394850" y="4262110"/>
              <a:ext cx="461243" cy="559135"/>
              <a:chOff x="3418535" y="2309575"/>
              <a:chExt cx="461243" cy="559135"/>
            </a:xfrm>
          </p:grpSpPr>
          <p:grpSp>
            <p:nvGrpSpPr>
              <p:cNvPr id="31" name="Google Shape;1407;p36">
                <a:extLst>
                  <a:ext uri="{FF2B5EF4-FFF2-40B4-BE49-F238E27FC236}">
                    <a16:creationId xmlns:a16="http://schemas.microsoft.com/office/drawing/2014/main" id="{6C3DF8FB-D452-B17E-35EC-18D34E68EACC}"/>
                  </a:ext>
                </a:extLst>
              </p:cNvPr>
              <p:cNvGrpSpPr/>
              <p:nvPr/>
            </p:nvGrpSpPr>
            <p:grpSpPr>
              <a:xfrm rot="5400000">
                <a:off x="3369589" y="2358521"/>
                <a:ext cx="559135" cy="461243"/>
                <a:chOff x="4892107" y="893400"/>
                <a:chExt cx="610975" cy="504008"/>
              </a:xfrm>
            </p:grpSpPr>
            <p:sp>
              <p:nvSpPr>
                <p:cNvPr id="32" name="Google Shape;1408;p36">
                  <a:extLst>
                    <a:ext uri="{FF2B5EF4-FFF2-40B4-BE49-F238E27FC236}">
                      <a16:creationId xmlns:a16="http://schemas.microsoft.com/office/drawing/2014/main" id="{95E707E0-1A05-892B-ADC3-3E77C0AF2A44}"/>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sp>
              <p:nvSpPr>
                <p:cNvPr id="33" name="Google Shape;1409;p36">
                  <a:extLst>
                    <a:ext uri="{FF2B5EF4-FFF2-40B4-BE49-F238E27FC236}">
                      <a16:creationId xmlns:a16="http://schemas.microsoft.com/office/drawing/2014/main" id="{C72838AC-357F-381C-FA07-A2F288050353}"/>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grpSp>
          <p:grpSp>
            <p:nvGrpSpPr>
              <p:cNvPr id="34" name="Groupe 7">
                <a:extLst>
                  <a:ext uri="{FF2B5EF4-FFF2-40B4-BE49-F238E27FC236}">
                    <a16:creationId xmlns:a16="http://schemas.microsoft.com/office/drawing/2014/main" id="{4CA6D2F3-3FB1-7CB6-5D1C-7536A27174FD}"/>
                  </a:ext>
                </a:extLst>
              </p:cNvPr>
              <p:cNvGrpSpPr/>
              <p:nvPr/>
            </p:nvGrpSpPr>
            <p:grpSpPr>
              <a:xfrm>
                <a:off x="3452841" y="2344375"/>
                <a:ext cx="392632" cy="393121"/>
                <a:chOff x="3249202" y="2135110"/>
                <a:chExt cx="506418" cy="507048"/>
              </a:xfrm>
            </p:grpSpPr>
            <p:sp>
              <p:nvSpPr>
                <p:cNvPr id="35" name="Google Shape;1409;p36">
                  <a:extLst>
                    <a:ext uri="{FF2B5EF4-FFF2-40B4-BE49-F238E27FC236}">
                      <a16:creationId xmlns:a16="http://schemas.microsoft.com/office/drawing/2014/main" id="{B185E032-2DE6-21C4-E58E-E1DC3718789C}"/>
                    </a:ext>
                  </a:extLst>
                </p:cNvPr>
                <p:cNvSpPr/>
                <p:nvPr/>
              </p:nvSpPr>
              <p:spPr>
                <a:xfrm rot="4375381">
                  <a:off x="3248887" y="2135425"/>
                  <a:ext cx="507048" cy="506418"/>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pic>
              <p:nvPicPr>
                <p:cNvPr id="36" name="Graphic 87">
                  <a:extLst>
                    <a:ext uri="{FF2B5EF4-FFF2-40B4-BE49-F238E27FC236}">
                      <a16:creationId xmlns:a16="http://schemas.microsoft.com/office/drawing/2014/main" id="{F519DA44-46E3-493D-0F09-A1E9F943E25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3321455" y="2203097"/>
                  <a:ext cx="344844" cy="344845"/>
                </a:xfrm>
                <a:prstGeom prst="rect">
                  <a:avLst/>
                </a:prstGeom>
              </p:spPr>
            </p:pic>
          </p:grpSp>
        </p:grpSp>
      </p:grpSp>
      <p:grpSp>
        <p:nvGrpSpPr>
          <p:cNvPr id="37" name="Transplant"/>
          <p:cNvGrpSpPr/>
          <p:nvPr/>
        </p:nvGrpSpPr>
        <p:grpSpPr>
          <a:xfrm>
            <a:off x="9897269" y="3058668"/>
            <a:ext cx="678878" cy="822960"/>
            <a:chOff x="10281423" y="4262110"/>
            <a:chExt cx="461243" cy="559135"/>
          </a:xfrm>
        </p:grpSpPr>
        <p:grpSp>
          <p:nvGrpSpPr>
            <p:cNvPr id="38" name="Groupe 25">
              <a:extLst>
                <a:ext uri="{FF2B5EF4-FFF2-40B4-BE49-F238E27FC236}">
                  <a16:creationId xmlns:a16="http://schemas.microsoft.com/office/drawing/2014/main" id="{EEB81F1E-51E4-61E4-B361-806DB588AE53}"/>
                </a:ext>
              </a:extLst>
            </p:cNvPr>
            <p:cNvGrpSpPr/>
            <p:nvPr/>
          </p:nvGrpSpPr>
          <p:grpSpPr>
            <a:xfrm>
              <a:off x="10281423" y="4262110"/>
              <a:ext cx="461243" cy="559135"/>
              <a:chOff x="7578887" y="4065604"/>
              <a:chExt cx="461243" cy="559135"/>
            </a:xfrm>
          </p:grpSpPr>
          <p:sp>
            <p:nvSpPr>
              <p:cNvPr id="39" name="Google Shape;1408;p36">
                <a:extLst>
                  <a:ext uri="{FF2B5EF4-FFF2-40B4-BE49-F238E27FC236}">
                    <a16:creationId xmlns:a16="http://schemas.microsoft.com/office/drawing/2014/main" id="{8C516C1C-6CC6-BF7A-8F7A-98B81E181CF7}"/>
                  </a:ext>
                </a:extLst>
              </p:cNvPr>
              <p:cNvSpPr/>
              <p:nvPr/>
            </p:nvSpPr>
            <p:spPr>
              <a:xfrm rot="5400000">
                <a:off x="7529941" y="4114550"/>
                <a:ext cx="559135" cy="461243"/>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a:gsLst>
                  <a:gs pos="0">
                    <a:schemeClr val="accent1"/>
                  </a:gs>
                  <a:gs pos="65000">
                    <a:schemeClr val="accent2"/>
                  </a:gs>
                </a:gsLst>
                <a:lin ang="13500000" scaled="1"/>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sp>
            <p:nvSpPr>
              <p:cNvPr id="40" name="Google Shape;1409;p36">
                <a:extLst>
                  <a:ext uri="{FF2B5EF4-FFF2-40B4-BE49-F238E27FC236}">
                    <a16:creationId xmlns:a16="http://schemas.microsoft.com/office/drawing/2014/main" id="{0B94D2AA-65E9-FFEF-4077-A859C54E75C1}"/>
                  </a:ext>
                </a:extLst>
              </p:cNvPr>
              <p:cNvSpPr/>
              <p:nvPr/>
            </p:nvSpPr>
            <p:spPr>
              <a:xfrm rot="5400000">
                <a:off x="7612954" y="4100091"/>
                <a:ext cx="393121" cy="392632"/>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649" b="0" i="0" u="none" strike="noStrike" kern="1200" cap="none" spc="0" normalizeH="0" baseline="0" noProof="0">
                  <a:ln>
                    <a:noFill/>
                  </a:ln>
                  <a:solidFill>
                    <a:srgbClr val="212529"/>
                  </a:solidFill>
                  <a:effectLst/>
                  <a:uLnTx/>
                  <a:uFillTx/>
                  <a:ea typeface="+mn-ea"/>
                  <a:cs typeface="+mn-cs"/>
                </a:endParaRPr>
              </a:p>
            </p:txBody>
          </p:sp>
          <p:pic>
            <p:nvPicPr>
              <p:cNvPr id="41" name="Graphic 94">
                <a:extLst>
                  <a:ext uri="{FF2B5EF4-FFF2-40B4-BE49-F238E27FC236}">
                    <a16:creationId xmlns:a16="http://schemas.microsoft.com/office/drawing/2014/main" id="{0D9B4E6B-B5A3-4C71-DC1E-237C2D9C45D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7678447" y="4174333"/>
                <a:ext cx="251418" cy="251419"/>
              </a:xfrm>
              <a:prstGeom prst="rect">
                <a:avLst/>
              </a:prstGeom>
            </p:spPr>
          </p:pic>
        </p:grpSp>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EVOLUEZ AVEC ODOO</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ÉVOLUTION</a:t>
            </a:r>
            <a:endParaRPr lang="en-US"/>
          </a:p>
        </p:txBody>
      </p:sp>
      <p:grpSp>
        <p:nvGrpSpPr>
          <p:cNvPr id="5" name="Transplant"/>
          <p:cNvGrpSpPr/>
          <p:nvPr/>
        </p:nvGrpSpPr>
        <p:grpSpPr>
          <a:xfrm>
            <a:off x="694944" y="1619378"/>
            <a:ext cx="10799064" cy="4533644"/>
            <a:chOff x="-2" y="1476859"/>
            <a:chExt cx="11275650" cy="4733724"/>
          </a:xfrm>
        </p:grpSpPr>
        <p:grpSp>
          <p:nvGrpSpPr>
            <p:cNvPr id="6" name="Groupe 5">
              <a:extLst>
                <a:ext uri="{FF2B5EF4-FFF2-40B4-BE49-F238E27FC236}">
                  <a16:creationId xmlns:a16="http://schemas.microsoft.com/office/drawing/2014/main" id="{3CA9032B-A852-331B-E0BE-778A921BA552}"/>
                </a:ext>
              </a:extLst>
            </p:cNvPr>
            <p:cNvGrpSpPr/>
            <p:nvPr/>
          </p:nvGrpSpPr>
          <p:grpSpPr>
            <a:xfrm rot="5400000">
              <a:off x="6295391" y="4322196"/>
              <a:ext cx="768378" cy="102093"/>
              <a:chOff x="1370008" y="2240347"/>
              <a:chExt cx="1739858" cy="231172"/>
            </a:xfrm>
            <a:solidFill>
              <a:schemeClr val="accent2"/>
            </a:solidFill>
          </p:grpSpPr>
          <p:cxnSp>
            <p:nvCxnSpPr>
              <p:cNvPr id="7" name="Connecteur droit 6">
                <a:extLst>
                  <a:ext uri="{FF2B5EF4-FFF2-40B4-BE49-F238E27FC236}">
                    <a16:creationId xmlns:a16="http://schemas.microsoft.com/office/drawing/2014/main" id="{6ECC5D81-89A6-A6E9-93F8-3EBB4D4DB389}"/>
                  </a:ext>
                </a:extLst>
              </p:cNvPr>
              <p:cNvCxnSpPr>
                <a:cxnSpLocks/>
                <a:endCxn id="8"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8" name="Ellipse 7">
                <a:extLst>
                  <a:ext uri="{FF2B5EF4-FFF2-40B4-BE49-F238E27FC236}">
                    <a16:creationId xmlns:a16="http://schemas.microsoft.com/office/drawing/2014/main" id="{208DEFFF-C255-096F-2BFB-F0B3142092BD}"/>
                  </a:ext>
                </a:extLst>
              </p:cNvPr>
              <p:cNvSpPr/>
              <p:nvPr/>
            </p:nvSpPr>
            <p:spPr>
              <a:xfrm>
                <a:off x="2878694" y="2240347"/>
                <a:ext cx="231172" cy="23117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chemeClr val="accent2"/>
                  </a:solidFill>
                  <a:effectLst/>
                  <a:uLnTx/>
                  <a:uFillTx/>
                  <a:ea typeface="+mn-ea"/>
                  <a:cs typeface="+mn-cs"/>
                </a:endParaRPr>
              </a:p>
            </p:txBody>
          </p:sp>
        </p:grpSp>
        <p:grpSp>
          <p:nvGrpSpPr>
            <p:cNvPr id="9" name="Groupe 9">
              <a:extLst>
                <a:ext uri="{FF2B5EF4-FFF2-40B4-BE49-F238E27FC236}">
                  <a16:creationId xmlns:a16="http://schemas.microsoft.com/office/drawing/2014/main" id="{D02BAC71-B1FD-2A88-1DE7-26B1978FBD0B}"/>
                </a:ext>
              </a:extLst>
            </p:cNvPr>
            <p:cNvGrpSpPr/>
            <p:nvPr/>
          </p:nvGrpSpPr>
          <p:grpSpPr>
            <a:xfrm rot="5400000">
              <a:off x="2803002" y="5417714"/>
              <a:ext cx="768378" cy="102093"/>
              <a:chOff x="1370008" y="2240349"/>
              <a:chExt cx="1739856" cy="231172"/>
            </a:xfrm>
            <a:solidFill>
              <a:schemeClr val="accent2"/>
            </a:solidFill>
          </p:grpSpPr>
          <p:cxnSp>
            <p:nvCxnSpPr>
              <p:cNvPr id="10" name="Connecteur droit 10">
                <a:extLst>
                  <a:ext uri="{FF2B5EF4-FFF2-40B4-BE49-F238E27FC236}">
                    <a16:creationId xmlns:a16="http://schemas.microsoft.com/office/drawing/2014/main" id="{D64DFD22-2336-C48C-78EC-68236F7E60D0}"/>
                  </a:ext>
                </a:extLst>
              </p:cNvPr>
              <p:cNvCxnSpPr>
                <a:cxnSpLocks/>
                <a:endCxn id="12" idx="2"/>
              </p:cNvCxnSpPr>
              <p:nvPr/>
            </p:nvCxnSpPr>
            <p:spPr>
              <a:xfrm>
                <a:off x="1370008" y="2355934"/>
                <a:ext cx="1508684" cy="0"/>
              </a:xfrm>
              <a:prstGeom prst="line">
                <a:avLst/>
              </a:prstGeom>
              <a:grpFill/>
              <a:ln w="28575">
                <a:solidFill>
                  <a:schemeClr val="accent1"/>
                </a:solidFill>
              </a:ln>
            </p:spPr>
            <p:style>
              <a:lnRef idx="3">
                <a:schemeClr val="dk1"/>
              </a:lnRef>
              <a:fillRef idx="0">
                <a:schemeClr val="dk1"/>
              </a:fillRef>
              <a:effectRef idx="2">
                <a:schemeClr val="dk1"/>
              </a:effectRef>
              <a:fontRef idx="minor">
                <a:schemeClr val="tx1"/>
              </a:fontRef>
            </p:style>
          </p:cxnSp>
          <p:sp>
            <p:nvSpPr>
              <p:cNvPr id="11" name="Ellipse 11">
                <a:extLst>
                  <a:ext uri="{FF2B5EF4-FFF2-40B4-BE49-F238E27FC236}">
                    <a16:creationId xmlns:a16="http://schemas.microsoft.com/office/drawing/2014/main" id="{79E16252-F23A-0246-5EC2-FFE3FB0C80AA}"/>
                  </a:ext>
                </a:extLst>
              </p:cNvPr>
              <p:cNvSpPr/>
              <p:nvPr/>
            </p:nvSpPr>
            <p:spPr>
              <a:xfrm>
                <a:off x="2878692" y="2240349"/>
                <a:ext cx="231172" cy="231172"/>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C00000"/>
                  </a:solidFill>
                  <a:effectLst/>
                  <a:uLnTx/>
                  <a:uFillTx/>
                  <a:ea typeface="+mn-ea"/>
                  <a:cs typeface="+mn-cs"/>
                </a:endParaRPr>
              </a:p>
            </p:txBody>
          </p:sp>
        </p:grpSp>
        <p:grpSp>
          <p:nvGrpSpPr>
            <p:cNvPr id="12" name="Groupe 18">
              <a:extLst>
                <a:ext uri="{FF2B5EF4-FFF2-40B4-BE49-F238E27FC236}">
                  <a16:creationId xmlns:a16="http://schemas.microsoft.com/office/drawing/2014/main" id="{0CD0B869-92CF-A689-FB67-2ACFA4811B6E}"/>
                </a:ext>
              </a:extLst>
            </p:cNvPr>
            <p:cNvGrpSpPr/>
            <p:nvPr/>
          </p:nvGrpSpPr>
          <p:grpSpPr>
            <a:xfrm rot="5400000">
              <a:off x="8618801" y="2377293"/>
              <a:ext cx="768378" cy="102093"/>
              <a:chOff x="1370008" y="2240347"/>
              <a:chExt cx="1739858" cy="231172"/>
            </a:xfrm>
            <a:solidFill>
              <a:schemeClr val="accent2"/>
            </a:solidFill>
          </p:grpSpPr>
          <p:cxnSp>
            <p:nvCxnSpPr>
              <p:cNvPr id="13" name="Connecteur droit 19">
                <a:extLst>
                  <a:ext uri="{FF2B5EF4-FFF2-40B4-BE49-F238E27FC236}">
                    <a16:creationId xmlns:a16="http://schemas.microsoft.com/office/drawing/2014/main" id="{9DDD5099-1750-F1C0-940F-5907D9B7DACC}"/>
                  </a:ext>
                </a:extLst>
              </p:cNvPr>
              <p:cNvCxnSpPr>
                <a:cxnSpLocks/>
                <a:endCxn id="21"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14" name="Ellipse 20">
                <a:extLst>
                  <a:ext uri="{FF2B5EF4-FFF2-40B4-BE49-F238E27FC236}">
                    <a16:creationId xmlns:a16="http://schemas.microsoft.com/office/drawing/2014/main" id="{6EDD8610-3F8A-AB93-2285-E7B1B6D20D9F}"/>
                  </a:ext>
                </a:extLst>
              </p:cNvPr>
              <p:cNvSpPr/>
              <p:nvPr/>
            </p:nvSpPr>
            <p:spPr>
              <a:xfrm>
                <a:off x="2878694" y="2240347"/>
                <a:ext cx="231172" cy="231172"/>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C00000"/>
                  </a:solidFill>
                  <a:effectLst/>
                  <a:uLnTx/>
                  <a:uFillTx/>
                  <a:ea typeface="+mn-ea"/>
                  <a:cs typeface="+mn-cs"/>
                </a:endParaRPr>
              </a:p>
            </p:txBody>
          </p:sp>
        </p:grpSp>
        <p:sp>
          <p:nvSpPr>
            <p:cNvPr id="15" name="Forme libre : forme 37">
              <a:extLst>
                <a:ext uri="{FF2B5EF4-FFF2-40B4-BE49-F238E27FC236}">
                  <a16:creationId xmlns:a16="http://schemas.microsoft.com/office/drawing/2014/main" id="{6479923A-AB57-B1F3-D823-023A82C289DB}"/>
                </a:ext>
              </a:extLst>
            </p:cNvPr>
            <p:cNvSpPr/>
            <p:nvPr/>
          </p:nvSpPr>
          <p:spPr>
            <a:xfrm>
              <a:off x="-2" y="1476859"/>
              <a:ext cx="9457150" cy="3587792"/>
            </a:xfrm>
            <a:custGeom>
              <a:avLst/>
              <a:gdLst>
                <a:gd name="connsiteX0" fmla="*/ 0 w 9582411"/>
                <a:gd name="connsiteY0" fmla="*/ 2693096 h 2725571"/>
                <a:gd name="connsiteX1" fmla="*/ 4296427 w 9582411"/>
                <a:gd name="connsiteY1" fmla="*/ 2693096 h 2725571"/>
                <a:gd name="connsiteX2" fmla="*/ 4860099 w 9582411"/>
                <a:gd name="connsiteY2" fmla="*/ 2693096 h 2725571"/>
                <a:gd name="connsiteX3" fmla="*/ 6839211 w 9582411"/>
                <a:gd name="connsiteY3" fmla="*/ 2254685 h 2725571"/>
                <a:gd name="connsiteX4" fmla="*/ 9469677 w 9582411"/>
                <a:gd name="connsiteY4" fmla="*/ 112734 h 2725571"/>
                <a:gd name="connsiteX5" fmla="*/ 9469677 w 9582411"/>
                <a:gd name="connsiteY5" fmla="*/ 112734 h 2725571"/>
                <a:gd name="connsiteX6" fmla="*/ 9582411 w 9582411"/>
                <a:gd name="connsiteY6" fmla="*/ 0 h 2725571"/>
                <a:gd name="connsiteX0" fmla="*/ 0 w 9582411"/>
                <a:gd name="connsiteY0" fmla="*/ 2693096 h 2721693"/>
                <a:gd name="connsiteX1" fmla="*/ 313150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721693"/>
                <a:gd name="connsiteX1" fmla="*/ 316992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693096"/>
                <a:gd name="connsiteX1" fmla="*/ 3169927 w 9582411"/>
                <a:gd name="connsiteY1" fmla="*/ 2680570 h 2693096"/>
                <a:gd name="connsiteX2" fmla="*/ 6839211 w 9582411"/>
                <a:gd name="connsiteY2" fmla="*/ 225468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24058 w 9582411"/>
                <a:gd name="connsiteY2" fmla="*/ 1586174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469677"/>
                <a:gd name="connsiteY0" fmla="*/ 3361606 h 3361606"/>
                <a:gd name="connsiteX1" fmla="*/ 3169927 w 9469677"/>
                <a:gd name="connsiteY1" fmla="*/ 3349080 h 3361606"/>
                <a:gd name="connsiteX2" fmla="*/ 6631742 w 9469677"/>
                <a:gd name="connsiteY2" fmla="*/ 2293105 h 3361606"/>
                <a:gd name="connsiteX3" fmla="*/ 9469677 w 9469677"/>
                <a:gd name="connsiteY3" fmla="*/ 781244 h 3361606"/>
                <a:gd name="connsiteX4" fmla="*/ 9469677 w 9469677"/>
                <a:gd name="connsiteY4" fmla="*/ 781244 h 3361606"/>
                <a:gd name="connsiteX5" fmla="*/ 9275050 w 9469677"/>
                <a:gd name="connsiteY5" fmla="*/ 0 h 3361606"/>
                <a:gd name="connsiteX0" fmla="*/ 0 w 9469677"/>
                <a:gd name="connsiteY0" fmla="*/ 2580362 h 2580362"/>
                <a:gd name="connsiteX1" fmla="*/ 3169927 w 9469677"/>
                <a:gd name="connsiteY1" fmla="*/ 2567836 h 2580362"/>
                <a:gd name="connsiteX2" fmla="*/ 6631742 w 9469677"/>
                <a:gd name="connsiteY2" fmla="*/ 1511861 h 2580362"/>
                <a:gd name="connsiteX3" fmla="*/ 9469677 w 9469677"/>
                <a:gd name="connsiteY3" fmla="*/ 0 h 2580362"/>
                <a:gd name="connsiteX4" fmla="*/ 9469677 w 9469677"/>
                <a:gd name="connsiteY4" fmla="*/ 0 h 2580362"/>
                <a:gd name="connsiteX0" fmla="*/ 0 w 9469677"/>
                <a:gd name="connsiteY0" fmla="*/ 3225821 h 3225821"/>
                <a:gd name="connsiteX1" fmla="*/ 3169927 w 9469677"/>
                <a:gd name="connsiteY1" fmla="*/ 3213295 h 3225821"/>
                <a:gd name="connsiteX2" fmla="*/ 6631742 w 9469677"/>
                <a:gd name="connsiteY2" fmla="*/ 2157320 h 3225821"/>
                <a:gd name="connsiteX3" fmla="*/ 9469677 w 9469677"/>
                <a:gd name="connsiteY3" fmla="*/ 645459 h 3225821"/>
                <a:gd name="connsiteX4" fmla="*/ 9116212 w 9469677"/>
                <a:gd name="connsiteY4"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85530 w 9116212"/>
                <a:gd name="connsiteY2" fmla="*/ 2149635 h 3225821"/>
                <a:gd name="connsiteX3" fmla="*/ 9116212 w 9116212"/>
                <a:gd name="connsiteY3" fmla="*/ 0 h 3225821"/>
                <a:gd name="connsiteX0" fmla="*/ 0 w 9485046"/>
                <a:gd name="connsiteY0" fmla="*/ 3533182 h 3533182"/>
                <a:gd name="connsiteX1" fmla="*/ 3169927 w 9485046"/>
                <a:gd name="connsiteY1" fmla="*/ 3520656 h 3533182"/>
                <a:gd name="connsiteX2" fmla="*/ 6685530 w 9485046"/>
                <a:gd name="connsiteY2" fmla="*/ 2456996 h 3533182"/>
                <a:gd name="connsiteX3" fmla="*/ 9485046 w 9485046"/>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Lst>
              <a:ahLst/>
              <a:cxnLst>
                <a:cxn ang="0">
                  <a:pos x="connsiteX0" y="connsiteY0"/>
                </a:cxn>
                <a:cxn ang="0">
                  <a:pos x="connsiteX1" y="connsiteY1"/>
                </a:cxn>
                <a:cxn ang="0">
                  <a:pos x="connsiteX2" y="connsiteY2"/>
                </a:cxn>
                <a:cxn ang="0">
                  <a:pos x="connsiteX3" y="connsiteY3"/>
                </a:cxn>
              </a:cxnLst>
              <a:rect l="l" t="t" r="r" b="b"/>
              <a:pathLst>
                <a:path w="9400521" h="3533182">
                  <a:moveTo>
                    <a:pt x="0" y="3533182"/>
                  </a:moveTo>
                  <a:lnTo>
                    <a:pt x="3169927" y="3520656"/>
                  </a:lnTo>
                  <a:cubicBezTo>
                    <a:pt x="4284182" y="3341292"/>
                    <a:pt x="5647098" y="3043772"/>
                    <a:pt x="6685530" y="2456996"/>
                  </a:cubicBezTo>
                  <a:cubicBezTo>
                    <a:pt x="7723962" y="1870220"/>
                    <a:pt x="9075024" y="557019"/>
                    <a:pt x="9400521" y="0"/>
                  </a:cubicBezTo>
                </a:path>
              </a:pathLst>
            </a:custGeom>
            <a:noFill/>
            <a:ln w="88900">
              <a:gradFill>
                <a:gsLst>
                  <a:gs pos="100000">
                    <a:schemeClr val="accent1"/>
                  </a:gs>
                  <a:gs pos="65000">
                    <a:schemeClr val="accent2"/>
                  </a:gs>
                  <a:gs pos="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2">
              <a:extLst>
                <a:ext uri="{FF2B5EF4-FFF2-40B4-BE49-F238E27FC236}">
                  <a16:creationId xmlns:a16="http://schemas.microsoft.com/office/drawing/2014/main" id="{DA44DD5A-EFA2-BD58-68A9-7F5AD3DA8E3B}"/>
                </a:ext>
              </a:extLst>
            </p:cNvPr>
            <p:cNvSpPr txBox="1"/>
            <p:nvPr/>
          </p:nvSpPr>
          <p:spPr>
            <a:xfrm>
              <a:off x="1581864" y="2204183"/>
              <a:ext cx="269028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CD5358"/>
                  </a:solidFill>
                  <a:effectLst/>
                  <a:uLnTx/>
                  <a:uFillTx/>
                  <a:ea typeface="+mn-ea"/>
                  <a:cs typeface="+mn-cs"/>
                </a:rPr>
                <a:t>CONFORT UTILISATEUR</a:t>
              </a:r>
              <a:endParaRPr kumimoji="0" lang="en-US" sz="1800" b="1" i="0" u="none" strike="noStrike" kern="1200" cap="none" spc="0" normalizeH="0" baseline="0" noProof="0">
                <a:ln>
                  <a:noFill/>
                </a:ln>
                <a:solidFill>
                  <a:srgbClr val="CD5358"/>
                </a:solidFill>
                <a:effectLst/>
                <a:uLnTx/>
                <a:uFillTx/>
                <a:ea typeface="+mn-ea"/>
                <a:cs typeface="+mn-cs"/>
              </a:endParaRPr>
            </a:p>
          </p:txBody>
        </p:sp>
        <p:sp>
          <p:nvSpPr>
            <p:cNvPr id="17" name="ZoneTexte 13">
              <a:extLst>
                <a:ext uri="{FF2B5EF4-FFF2-40B4-BE49-F238E27FC236}">
                  <a16:creationId xmlns:a16="http://schemas.microsoft.com/office/drawing/2014/main" id="{5A5B68D6-0CBE-05C6-F336-BFCC094A62E9}"/>
                </a:ext>
              </a:extLst>
            </p:cNvPr>
            <p:cNvSpPr txBox="1"/>
            <p:nvPr/>
          </p:nvSpPr>
          <p:spPr>
            <a:xfrm>
              <a:off x="1581864" y="3155571"/>
              <a:ext cx="177114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CD5358"/>
                  </a:solidFill>
                  <a:effectLst/>
                  <a:uLnTx/>
                  <a:uFillTx/>
                  <a:ea typeface="+mn-ea"/>
                  <a:cs typeface="+mn-cs"/>
                </a:rPr>
                <a:t>PRODUCTIVITÉ</a:t>
              </a:r>
              <a:endParaRPr kumimoji="0" lang="en-US" sz="1800" b="1" i="0" u="none" strike="noStrike" kern="1200" cap="none" spc="0" normalizeH="0" baseline="0" noProof="0">
                <a:ln>
                  <a:noFill/>
                </a:ln>
                <a:solidFill>
                  <a:srgbClr val="CD5358"/>
                </a:solidFill>
                <a:effectLst/>
                <a:uLnTx/>
                <a:uFillTx/>
                <a:ea typeface="+mn-ea"/>
                <a:cs typeface="+mn-cs"/>
              </a:endParaRPr>
            </a:p>
          </p:txBody>
        </p:sp>
        <p:sp>
          <p:nvSpPr>
            <p:cNvPr id="18" name="Forme libre : forme 14">
              <a:extLst>
                <a:ext uri="{FF2B5EF4-FFF2-40B4-BE49-F238E27FC236}">
                  <a16:creationId xmlns:a16="http://schemas.microsoft.com/office/drawing/2014/main" id="{9360457A-7C9B-7C68-FE1D-8CBA5816A819}"/>
                </a:ext>
              </a:extLst>
            </p:cNvPr>
            <p:cNvSpPr/>
            <p:nvPr/>
          </p:nvSpPr>
          <p:spPr>
            <a:xfrm>
              <a:off x="1158367" y="2225974"/>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CD5358">
                    <a:lumMod val="100000"/>
                  </a:srgbClr>
                </a:gs>
                <a:gs pos="35000">
                  <a:srgbClr val="CD5358"/>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9" name="Forme libre : forme 15">
              <a:extLst>
                <a:ext uri="{FF2B5EF4-FFF2-40B4-BE49-F238E27FC236}">
                  <a16:creationId xmlns:a16="http://schemas.microsoft.com/office/drawing/2014/main" id="{8511844E-8C93-2792-6D83-79FCC85569F5}"/>
                </a:ext>
              </a:extLst>
            </p:cNvPr>
            <p:cNvSpPr/>
            <p:nvPr/>
          </p:nvSpPr>
          <p:spPr>
            <a:xfrm>
              <a:off x="1162297" y="3175355"/>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CD5358">
                    <a:lumMod val="100000"/>
                  </a:srgbClr>
                </a:gs>
                <a:gs pos="35000">
                  <a:srgbClr val="CD5358"/>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20" name="ZoneTexte 17">
              <a:extLst>
                <a:ext uri="{FF2B5EF4-FFF2-40B4-BE49-F238E27FC236}">
                  <a16:creationId xmlns:a16="http://schemas.microsoft.com/office/drawing/2014/main" id="{8DE25F7D-912C-08C9-6D31-14443B319159}"/>
                </a:ext>
              </a:extLst>
            </p:cNvPr>
            <p:cNvSpPr txBox="1"/>
            <p:nvPr/>
          </p:nvSpPr>
          <p:spPr>
            <a:xfrm>
              <a:off x="3224241" y="5625808"/>
              <a:ext cx="22213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chemeClr val="accent1"/>
                  </a:solidFill>
                  <a:effectLst/>
                  <a:uLnTx/>
                  <a:uFillTx/>
                  <a:ea typeface="+mn-ea"/>
                  <a:cs typeface="+mn-cs"/>
                </a:rPr>
                <a:t>MISE EN PRODUCTION</a:t>
              </a:r>
              <a:br>
                <a:rPr kumimoji="0" lang="fr-FR" sz="1600" b="1" i="0" u="none" strike="noStrike" kern="1200" cap="none" spc="0" normalizeH="0" baseline="0" noProof="0">
                  <a:ln>
                    <a:noFill/>
                  </a:ln>
                  <a:solidFill>
                    <a:schemeClr val="accent1"/>
                  </a:solidFill>
                  <a:effectLst/>
                  <a:uLnTx/>
                  <a:uFillTx/>
                  <a:ea typeface="+mn-ea"/>
                  <a:cs typeface="+mn-cs"/>
                </a:rPr>
              </a:br>
              <a:r>
                <a:rPr kumimoji="0" lang="fr-FR" sz="1600" b="1" i="0" u="none" strike="noStrike" kern="1200" cap="none" spc="0" normalizeH="0" baseline="0" noProof="0">
                  <a:ln>
                    <a:noFill/>
                  </a:ln>
                  <a:solidFill>
                    <a:schemeClr val="accent1"/>
                  </a:solidFill>
                  <a:effectLst/>
                  <a:uLnTx/>
                  <a:uFillTx/>
                  <a:ea typeface="+mn-ea"/>
                  <a:cs typeface="+mn-cs"/>
                </a:rPr>
                <a:t>VERSION 1</a:t>
              </a:r>
              <a:endParaRPr kumimoji="0" lang="fr-FR" sz="2800" b="1" i="0" u="none" strike="noStrike" kern="1200" cap="none" spc="0" normalizeH="0" baseline="0" noProof="0">
                <a:ln>
                  <a:noFill/>
                </a:ln>
                <a:solidFill>
                  <a:schemeClr val="accent1"/>
                </a:solidFill>
                <a:effectLst/>
                <a:uLnTx/>
                <a:uFillTx/>
                <a:ea typeface="+mn-ea"/>
                <a:cs typeface="+mn-cs"/>
              </a:endParaRPr>
            </a:p>
          </p:txBody>
        </p:sp>
        <p:sp>
          <p:nvSpPr>
            <p:cNvPr id="21" name="ZoneTexte 21">
              <a:extLst>
                <a:ext uri="{FF2B5EF4-FFF2-40B4-BE49-F238E27FC236}">
                  <a16:creationId xmlns:a16="http://schemas.microsoft.com/office/drawing/2014/main" id="{BEB8365B-FE4C-5DC8-C69F-ED533DC1A09E}"/>
                </a:ext>
              </a:extLst>
            </p:cNvPr>
            <p:cNvSpPr txBox="1"/>
            <p:nvPr/>
          </p:nvSpPr>
          <p:spPr>
            <a:xfrm>
              <a:off x="6730626" y="4512855"/>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chemeClr val="accent2"/>
                  </a:solidFill>
                  <a:effectLst/>
                  <a:uLnTx/>
                  <a:uFillTx/>
                  <a:ea typeface="+mn-ea"/>
                  <a:cs typeface="+mn-cs"/>
                </a:rPr>
                <a:t>VERSION 2</a:t>
              </a:r>
              <a:endParaRPr kumimoji="0" lang="fr-FR" sz="2800" b="1" i="0" u="none" strike="noStrike" kern="1200" cap="none" spc="0" normalizeH="0" baseline="0" noProof="0">
                <a:ln>
                  <a:noFill/>
                </a:ln>
                <a:solidFill>
                  <a:schemeClr val="accent2"/>
                </a:solidFill>
                <a:effectLst/>
                <a:uLnTx/>
                <a:uFillTx/>
                <a:ea typeface="+mn-ea"/>
                <a:cs typeface="+mn-cs"/>
              </a:endParaRPr>
            </a:p>
          </p:txBody>
        </p:sp>
        <p:sp>
          <p:nvSpPr>
            <p:cNvPr id="22" name="ZoneTexte 22">
              <a:extLst>
                <a:ext uri="{FF2B5EF4-FFF2-40B4-BE49-F238E27FC236}">
                  <a16:creationId xmlns:a16="http://schemas.microsoft.com/office/drawing/2014/main" id="{EACF84BE-131C-35DC-9C5F-71AE2259FDC6}"/>
                </a:ext>
              </a:extLst>
            </p:cNvPr>
            <p:cNvSpPr txBox="1"/>
            <p:nvPr/>
          </p:nvSpPr>
          <p:spPr>
            <a:xfrm>
              <a:off x="9054330" y="2574984"/>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chemeClr val="accent2"/>
                  </a:solidFill>
                  <a:effectLst/>
                  <a:uLnTx/>
                  <a:uFillTx/>
                  <a:ea typeface="+mn-ea"/>
                  <a:cs typeface="+mn-cs"/>
                </a:rPr>
                <a:t>VERSION 3</a:t>
              </a:r>
              <a:endParaRPr kumimoji="0" lang="fr-FR" sz="2800" b="1" i="0" u="none" strike="noStrike" kern="1200" cap="none" spc="0" normalizeH="0" baseline="0" noProof="0">
                <a:ln>
                  <a:noFill/>
                </a:ln>
                <a:solidFill>
                  <a:schemeClr val="accent2"/>
                </a:solidFill>
                <a:effectLst/>
                <a:uLnTx/>
                <a:uFillTx/>
                <a:ea typeface="+mn-ea"/>
                <a:cs typeface="+mn-cs"/>
              </a:endParaRPr>
            </a:p>
          </p:txBody>
        </p:sp>
      </p:gr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Vos interlocuteurs</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PARCOURS PROJET</a:t>
            </a:r>
            <a:endParaRPr lang="en-US"/>
          </a:p>
        </p:txBody>
      </p:sp>
      <p:grpSp>
        <p:nvGrpSpPr>
          <p:cNvPr id="5" name="Transplant"/>
          <p:cNvGrpSpPr/>
          <p:nvPr/>
        </p:nvGrpSpPr>
        <p:grpSpPr>
          <a:xfrm>
            <a:off x="694944" y="1729486"/>
            <a:ext cx="10799064" cy="4313427"/>
            <a:chOff x="-515821" y="1783797"/>
            <a:chExt cx="12707820" cy="5075834"/>
          </a:xfrm>
        </p:grpSpPr>
        <p:sp>
          <p:nvSpPr>
            <p:cNvPr id="6" name="Rectangle 32">
              <a:extLst>
                <a:ext uri="{FF2B5EF4-FFF2-40B4-BE49-F238E27FC236}">
                  <a16:creationId xmlns:a16="http://schemas.microsoft.com/office/drawing/2014/main" id="{09074736-CA7E-2FF8-18E4-82B8F0ACD2DA}"/>
                </a:ext>
              </a:extLst>
            </p:cNvPr>
            <p:cNvSpPr/>
            <p:nvPr/>
          </p:nvSpPr>
          <p:spPr>
            <a:xfrm rot="10800000">
              <a:off x="-3" y="5776920"/>
              <a:ext cx="12191993" cy="1082711"/>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7" name="Rectangle 26">
              <a:extLst>
                <a:ext uri="{FF2B5EF4-FFF2-40B4-BE49-F238E27FC236}">
                  <a16:creationId xmlns:a16="http://schemas.microsoft.com/office/drawing/2014/main" id="{B0D883B0-BB87-3867-92C4-13FF810843E5}"/>
                </a:ext>
              </a:extLst>
            </p:cNvPr>
            <p:cNvSpPr/>
            <p:nvPr/>
          </p:nvSpPr>
          <p:spPr>
            <a:xfrm rot="10800000">
              <a:off x="0" y="2130051"/>
              <a:ext cx="12191999" cy="1832580"/>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pic>
          <p:nvPicPr>
            <p:cNvPr id="8" name="Graphique 9">
              <a:extLst>
                <a:ext uri="{FF2B5EF4-FFF2-40B4-BE49-F238E27FC236}">
                  <a16:creationId xmlns:a16="http://schemas.microsoft.com/office/drawing/2014/main" id="{3B50CEE6-9828-F5AC-BE53-8A59D4F3FF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666" y="2160052"/>
              <a:ext cx="2712824" cy="797590"/>
            </a:xfrm>
            <a:prstGeom prst="rect">
              <a:avLst/>
            </a:prstGeom>
          </p:spPr>
        </p:pic>
        <p:pic>
          <p:nvPicPr>
            <p:cNvPr id="9" name="Graphique 15">
              <a:extLst>
                <a:ext uri="{FF2B5EF4-FFF2-40B4-BE49-F238E27FC236}">
                  <a16:creationId xmlns:a16="http://schemas.microsoft.com/office/drawing/2014/main" id="{81EBA3B8-B467-4806-A869-7D3E3B8AC8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5754" y="5911861"/>
              <a:ext cx="1158284" cy="812831"/>
            </a:xfrm>
            <a:prstGeom prst="rect">
              <a:avLst/>
            </a:prstGeom>
          </p:spPr>
        </p:pic>
        <p:pic>
          <p:nvPicPr>
            <p:cNvPr id="10" name="Graphique 19">
              <a:extLst>
                <a:ext uri="{FF2B5EF4-FFF2-40B4-BE49-F238E27FC236}">
                  <a16:creationId xmlns:a16="http://schemas.microsoft.com/office/drawing/2014/main" id="{EDDA54FA-B9C4-BB8C-F059-F2E8CACC2A0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5754" y="4012531"/>
              <a:ext cx="1158284" cy="812831"/>
            </a:xfrm>
            <a:prstGeom prst="rect">
              <a:avLst/>
            </a:prstGeom>
          </p:spPr>
        </p:pic>
        <p:sp>
          <p:nvSpPr>
            <p:cNvPr id="11" name="ZoneTexte 25">
              <a:extLst>
                <a:ext uri="{FF2B5EF4-FFF2-40B4-BE49-F238E27FC236}">
                  <a16:creationId xmlns:a16="http://schemas.microsoft.com/office/drawing/2014/main" id="{CBB1B394-9483-7751-001C-8DC3E19925B4}"/>
                </a:ext>
              </a:extLst>
            </p:cNvPr>
            <p:cNvSpPr txBox="1"/>
            <p:nvPr/>
          </p:nvSpPr>
          <p:spPr>
            <a:xfrm rot="16200000">
              <a:off x="-463547" y="2896885"/>
              <a:ext cx="1810664" cy="276999"/>
            </a:xfrm>
            <a:prstGeom prst="rect">
              <a:avLst/>
            </a:prstGeom>
            <a:noFill/>
          </p:spPr>
          <p:txBody>
            <a:bodyPr wrap="square" rtlCol="0">
              <a:spAutoFit/>
            </a:bodyPr>
            <a:lstStyle/>
            <a:p>
              <a:pPr algn="ctr"/>
              <a:r>
                <a:rPr lang="fr-FR" sz="1019" b="1" dirty="0">
                  <a:solidFill>
                    <a:schemeClr val="accent1"/>
                  </a:solidFill>
                  <a:latin typeface="+mj-lt"/>
                </a:rPr>
                <a:t>OPERATIONS</a:t>
              </a:r>
            </a:p>
          </p:txBody>
        </p:sp>
        <p:sp>
          <p:nvSpPr>
            <p:cNvPr id="12" name="ZoneTexte 33">
              <a:extLst>
                <a:ext uri="{FF2B5EF4-FFF2-40B4-BE49-F238E27FC236}">
                  <a16:creationId xmlns:a16="http://schemas.microsoft.com/office/drawing/2014/main" id="{23DEFDCA-45A2-4B1E-BDC7-58E062FA9F0F}"/>
                </a:ext>
              </a:extLst>
            </p:cNvPr>
            <p:cNvSpPr txBox="1"/>
            <p:nvPr/>
          </p:nvSpPr>
          <p:spPr>
            <a:xfrm rot="16200000">
              <a:off x="-515821" y="4729463"/>
              <a:ext cx="1810664" cy="276999"/>
            </a:xfrm>
            <a:prstGeom prst="rect">
              <a:avLst/>
            </a:prstGeom>
            <a:noFill/>
          </p:spPr>
          <p:txBody>
            <a:bodyPr wrap="square" rtlCol="0">
              <a:spAutoFit/>
            </a:bodyPr>
            <a:lstStyle/>
            <a:p>
              <a:pPr algn="ctr"/>
              <a:r>
                <a:rPr lang="fr-FR" sz="1019" b="1" dirty="0">
                  <a:solidFill>
                    <a:schemeClr val="accent2"/>
                  </a:solidFill>
                  <a:latin typeface="+mj-lt"/>
                </a:rPr>
                <a:t>SALES</a:t>
              </a:r>
            </a:p>
          </p:txBody>
        </p:sp>
        <p:pic>
          <p:nvPicPr>
            <p:cNvPr id="13" name="Graphique 35">
              <a:extLst>
                <a:ext uri="{FF2B5EF4-FFF2-40B4-BE49-F238E27FC236}">
                  <a16:creationId xmlns:a16="http://schemas.microsoft.com/office/drawing/2014/main" id="{0E81F360-B1E3-E09C-C6F1-EA9C53EC5DA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2666" y="3048812"/>
              <a:ext cx="2724180" cy="872549"/>
            </a:xfrm>
            <a:prstGeom prst="rect">
              <a:avLst/>
            </a:prstGeom>
          </p:spPr>
        </p:pic>
        <p:pic>
          <p:nvPicPr>
            <p:cNvPr id="14" name="Graphique 37">
              <a:extLst>
                <a:ext uri="{FF2B5EF4-FFF2-40B4-BE49-F238E27FC236}">
                  <a16:creationId xmlns:a16="http://schemas.microsoft.com/office/drawing/2014/main" id="{9EE50CFA-BCE2-E7D3-463C-5924004F3F7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5754" y="4916532"/>
              <a:ext cx="1158521" cy="807916"/>
            </a:xfrm>
            <a:prstGeom prst="rect">
              <a:avLst/>
            </a:prstGeom>
          </p:spPr>
        </p:pic>
        <p:sp>
          <p:nvSpPr>
            <p:cNvPr id="15" name="ZoneTexte 100">
              <a:extLst>
                <a:ext uri="{FF2B5EF4-FFF2-40B4-BE49-F238E27FC236}">
                  <a16:creationId xmlns:a16="http://schemas.microsoft.com/office/drawing/2014/main" id="{8E777381-D376-CF0A-6D83-1C052025FD73}"/>
                </a:ext>
              </a:extLst>
            </p:cNvPr>
            <p:cNvSpPr txBox="1"/>
            <p:nvPr/>
          </p:nvSpPr>
          <p:spPr>
            <a:xfrm>
              <a:off x="3933902" y="1807298"/>
              <a:ext cx="760029" cy="276999"/>
            </a:xfrm>
            <a:prstGeom prst="rect">
              <a:avLst/>
            </a:prstGeom>
            <a:noFill/>
          </p:spPr>
          <p:txBody>
            <a:bodyPr wrap="square" rtlCol="0">
              <a:spAutoFit/>
            </a:bodyPr>
            <a:lstStyle/>
            <a:p>
              <a:pPr algn="ctr"/>
              <a:r>
                <a:rPr lang="fr-FR" sz="1019" b="1" dirty="0">
                  <a:latin typeface="+mj-lt"/>
                </a:rPr>
                <a:t>Kick off</a:t>
              </a:r>
            </a:p>
          </p:txBody>
        </p:sp>
        <p:grpSp>
          <p:nvGrpSpPr>
            <p:cNvPr id="16" name="Groupe 101">
              <a:extLst>
                <a:ext uri="{FF2B5EF4-FFF2-40B4-BE49-F238E27FC236}">
                  <a16:creationId xmlns:a16="http://schemas.microsoft.com/office/drawing/2014/main" id="{A991A30B-432E-39D6-E184-BBA60B2185DC}"/>
                </a:ext>
              </a:extLst>
            </p:cNvPr>
            <p:cNvGrpSpPr/>
            <p:nvPr/>
          </p:nvGrpSpPr>
          <p:grpSpPr>
            <a:xfrm>
              <a:off x="3665725" y="1783797"/>
              <a:ext cx="324000" cy="324000"/>
              <a:chOff x="2745040" y="2428028"/>
              <a:chExt cx="425863" cy="432188"/>
            </a:xfrm>
          </p:grpSpPr>
          <p:sp>
            <p:nvSpPr>
              <p:cNvPr id="17" name="Ellipse 102">
                <a:extLst>
                  <a:ext uri="{FF2B5EF4-FFF2-40B4-BE49-F238E27FC236}">
                    <a16:creationId xmlns:a16="http://schemas.microsoft.com/office/drawing/2014/main" id="{920F5C5A-6104-09C1-DD83-B80CB8708E3A}"/>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8" name="Google Shape;11660;p77">
                <a:extLst>
                  <a:ext uri="{FF2B5EF4-FFF2-40B4-BE49-F238E27FC236}">
                    <a16:creationId xmlns:a16="http://schemas.microsoft.com/office/drawing/2014/main" id="{533582CA-BC43-31BA-CFF0-A7953B89DF5D}"/>
                  </a:ext>
                </a:extLst>
              </p:cNvPr>
              <p:cNvGrpSpPr/>
              <p:nvPr/>
            </p:nvGrpSpPr>
            <p:grpSpPr>
              <a:xfrm>
                <a:off x="2836084" y="2523531"/>
                <a:ext cx="243774" cy="241182"/>
                <a:chOff x="4263657" y="3963700"/>
                <a:chExt cx="298551" cy="295375"/>
              </a:xfrm>
              <a:solidFill>
                <a:schemeClr val="bg1"/>
              </a:solidFill>
            </p:grpSpPr>
            <p:sp>
              <p:nvSpPr>
                <p:cNvPr id="19" name="Google Shape;11661;p77">
                  <a:extLst>
                    <a:ext uri="{FF2B5EF4-FFF2-40B4-BE49-F238E27FC236}">
                      <a16:creationId xmlns:a16="http://schemas.microsoft.com/office/drawing/2014/main" id="{20987676-ABBF-BEC3-B7A3-CAB940C2490E}"/>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0" name="Google Shape;11662;p77">
                  <a:extLst>
                    <a:ext uri="{FF2B5EF4-FFF2-40B4-BE49-F238E27FC236}">
                      <a16:creationId xmlns:a16="http://schemas.microsoft.com/office/drawing/2014/main" id="{756519DC-FFE2-C0FA-D06C-A021ACD9302E}"/>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1" name="Google Shape;11663;p77">
                  <a:extLst>
                    <a:ext uri="{FF2B5EF4-FFF2-40B4-BE49-F238E27FC236}">
                      <a16:creationId xmlns:a16="http://schemas.microsoft.com/office/drawing/2014/main" id="{3F70BBB1-C6BE-74FA-3EFE-3B5F96598CF9}"/>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2" name="Google Shape;11664;p77">
                  <a:extLst>
                    <a:ext uri="{FF2B5EF4-FFF2-40B4-BE49-F238E27FC236}">
                      <a16:creationId xmlns:a16="http://schemas.microsoft.com/office/drawing/2014/main" id="{58F5C720-6721-656A-0FC2-68EE5D6F23B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23" name="Google Shape;11665;p77">
                  <a:extLst>
                    <a:ext uri="{FF2B5EF4-FFF2-40B4-BE49-F238E27FC236}">
                      <a16:creationId xmlns:a16="http://schemas.microsoft.com/office/drawing/2014/main" id="{6EEB1524-2E12-BDE1-3025-AA07AD441FE2}"/>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24" name="Google Shape;11666;p77">
                  <a:extLst>
                    <a:ext uri="{FF2B5EF4-FFF2-40B4-BE49-F238E27FC236}">
                      <a16:creationId xmlns:a16="http://schemas.microsoft.com/office/drawing/2014/main" id="{75F704E9-E541-4282-3DD6-5F1573CE922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25" name="Google Shape;11667;p77">
                  <a:extLst>
                    <a:ext uri="{FF2B5EF4-FFF2-40B4-BE49-F238E27FC236}">
                      <a16:creationId xmlns:a16="http://schemas.microsoft.com/office/drawing/2014/main" id="{8A9E1EFA-A1C6-A963-2B39-CEBAA962D5D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sp>
          <p:nvSpPr>
            <p:cNvPr id="26" name="ZoneTexte 115">
              <a:extLst>
                <a:ext uri="{FF2B5EF4-FFF2-40B4-BE49-F238E27FC236}">
                  <a16:creationId xmlns:a16="http://schemas.microsoft.com/office/drawing/2014/main" id="{EDFA8827-7F85-7DE3-A433-755745465D0B}"/>
                </a:ext>
              </a:extLst>
            </p:cNvPr>
            <p:cNvSpPr txBox="1"/>
            <p:nvPr/>
          </p:nvSpPr>
          <p:spPr>
            <a:xfrm>
              <a:off x="5161097" y="1807298"/>
              <a:ext cx="1636660" cy="276999"/>
            </a:xfrm>
            <a:prstGeom prst="rect">
              <a:avLst/>
            </a:prstGeom>
            <a:noFill/>
          </p:spPr>
          <p:txBody>
            <a:bodyPr wrap="square" rtlCol="0">
              <a:spAutoFit/>
            </a:bodyPr>
            <a:lstStyle/>
            <a:p>
              <a:pPr algn="ctr"/>
              <a:r>
                <a:rPr lang="fr-FR" sz="1019" b="1" dirty="0" err="1">
                  <a:latin typeface="+mj-lt"/>
                </a:rPr>
                <a:t>Analysis</a:t>
              </a:r>
              <a:r>
                <a:rPr lang="fr-FR" sz="1019" b="1" dirty="0">
                  <a:latin typeface="+mj-lt"/>
                </a:rPr>
                <a:t> Restitution</a:t>
              </a:r>
            </a:p>
          </p:txBody>
        </p:sp>
        <p:sp>
          <p:nvSpPr>
            <p:cNvPr id="27" name="ZoneTexte 128">
              <a:extLst>
                <a:ext uri="{FF2B5EF4-FFF2-40B4-BE49-F238E27FC236}">
                  <a16:creationId xmlns:a16="http://schemas.microsoft.com/office/drawing/2014/main" id="{8EB5A14B-4B0A-33D6-EBD9-776ED5332B49}"/>
                </a:ext>
              </a:extLst>
            </p:cNvPr>
            <p:cNvSpPr txBox="1"/>
            <p:nvPr/>
          </p:nvSpPr>
          <p:spPr>
            <a:xfrm rot="16200000">
              <a:off x="-16722" y="6087444"/>
              <a:ext cx="997130" cy="461665"/>
            </a:xfrm>
            <a:prstGeom prst="rect">
              <a:avLst/>
            </a:prstGeom>
            <a:noFill/>
          </p:spPr>
          <p:txBody>
            <a:bodyPr wrap="square" rtlCol="0">
              <a:spAutoFit/>
            </a:bodyPr>
            <a:lstStyle/>
            <a:p>
              <a:pPr algn="ctr"/>
              <a:r>
                <a:rPr lang="fr-FR" sz="1019" b="1" dirty="0">
                  <a:solidFill>
                    <a:schemeClr val="tx2"/>
                  </a:solidFill>
                  <a:latin typeface="+mj-lt"/>
                </a:rPr>
                <a:t>CUSTOMER SUCCESS</a:t>
              </a:r>
            </a:p>
          </p:txBody>
        </p:sp>
        <p:sp>
          <p:nvSpPr>
            <p:cNvPr id="28" name="ZoneTexte 129">
              <a:extLst>
                <a:ext uri="{FF2B5EF4-FFF2-40B4-BE49-F238E27FC236}">
                  <a16:creationId xmlns:a16="http://schemas.microsoft.com/office/drawing/2014/main" id="{38A4A9A4-828D-D57C-3F33-A95B13B2A8DF}"/>
                </a:ext>
              </a:extLst>
            </p:cNvPr>
            <p:cNvSpPr txBox="1"/>
            <p:nvPr/>
          </p:nvSpPr>
          <p:spPr>
            <a:xfrm>
              <a:off x="7210586" y="1807298"/>
              <a:ext cx="1074617" cy="276999"/>
            </a:xfrm>
            <a:prstGeom prst="rect">
              <a:avLst/>
            </a:prstGeom>
            <a:noFill/>
          </p:spPr>
          <p:txBody>
            <a:bodyPr wrap="square" rtlCol="0">
              <a:spAutoFit/>
            </a:bodyPr>
            <a:lstStyle/>
            <a:p>
              <a:pPr algn="ctr"/>
              <a:r>
                <a:rPr lang="fr-FR" sz="1019" b="1" dirty="0">
                  <a:latin typeface="+mj-lt"/>
                </a:rPr>
                <a:t>Pre Go Live</a:t>
              </a:r>
            </a:p>
          </p:txBody>
        </p:sp>
        <p:sp>
          <p:nvSpPr>
            <p:cNvPr id="29" name="ZoneTexte 130">
              <a:extLst>
                <a:ext uri="{FF2B5EF4-FFF2-40B4-BE49-F238E27FC236}">
                  <a16:creationId xmlns:a16="http://schemas.microsoft.com/office/drawing/2014/main" id="{BEA26D4A-69B6-7ACF-B7FA-87601B30BFD4}"/>
                </a:ext>
              </a:extLst>
            </p:cNvPr>
            <p:cNvSpPr txBox="1"/>
            <p:nvPr/>
          </p:nvSpPr>
          <p:spPr>
            <a:xfrm>
              <a:off x="8698033" y="1807298"/>
              <a:ext cx="1074617" cy="276999"/>
            </a:xfrm>
            <a:prstGeom prst="rect">
              <a:avLst/>
            </a:prstGeom>
            <a:noFill/>
          </p:spPr>
          <p:txBody>
            <a:bodyPr wrap="square" rtlCol="0">
              <a:spAutoFit/>
            </a:bodyPr>
            <a:lstStyle/>
            <a:p>
              <a:pPr algn="ctr"/>
              <a:r>
                <a:rPr lang="fr-FR" sz="1019" b="1" dirty="0">
                  <a:latin typeface="+mj-lt"/>
                </a:rPr>
                <a:t>Post Go Live</a:t>
              </a:r>
            </a:p>
          </p:txBody>
        </p:sp>
        <p:grpSp>
          <p:nvGrpSpPr>
            <p:cNvPr id="30" name="Groupe 131">
              <a:extLst>
                <a:ext uri="{FF2B5EF4-FFF2-40B4-BE49-F238E27FC236}">
                  <a16:creationId xmlns:a16="http://schemas.microsoft.com/office/drawing/2014/main" id="{B67C8BCE-9ECD-35B0-FBEF-B43D04629296}"/>
                </a:ext>
              </a:extLst>
            </p:cNvPr>
            <p:cNvGrpSpPr/>
            <p:nvPr/>
          </p:nvGrpSpPr>
          <p:grpSpPr>
            <a:xfrm>
              <a:off x="4920761" y="1783797"/>
              <a:ext cx="324000" cy="324000"/>
              <a:chOff x="2745040" y="2428028"/>
              <a:chExt cx="425863" cy="432188"/>
            </a:xfrm>
          </p:grpSpPr>
          <p:sp>
            <p:nvSpPr>
              <p:cNvPr id="31" name="Ellipse 132">
                <a:extLst>
                  <a:ext uri="{FF2B5EF4-FFF2-40B4-BE49-F238E27FC236}">
                    <a16:creationId xmlns:a16="http://schemas.microsoft.com/office/drawing/2014/main" id="{5B6AB38D-9325-3094-D533-DAE67D4FF7C3}"/>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32" name="Google Shape;11660;p77">
                <a:extLst>
                  <a:ext uri="{FF2B5EF4-FFF2-40B4-BE49-F238E27FC236}">
                    <a16:creationId xmlns:a16="http://schemas.microsoft.com/office/drawing/2014/main" id="{16E2D220-5440-7EBE-DDCD-35A5EEACFE47}"/>
                  </a:ext>
                </a:extLst>
              </p:cNvPr>
              <p:cNvGrpSpPr/>
              <p:nvPr/>
            </p:nvGrpSpPr>
            <p:grpSpPr>
              <a:xfrm>
                <a:off x="2836084" y="2523531"/>
                <a:ext cx="243774" cy="241182"/>
                <a:chOff x="4263657" y="3963700"/>
                <a:chExt cx="298551" cy="295375"/>
              </a:xfrm>
              <a:solidFill>
                <a:schemeClr val="bg1"/>
              </a:solidFill>
            </p:grpSpPr>
            <p:sp>
              <p:nvSpPr>
                <p:cNvPr id="33" name="Google Shape;11661;p77">
                  <a:extLst>
                    <a:ext uri="{FF2B5EF4-FFF2-40B4-BE49-F238E27FC236}">
                      <a16:creationId xmlns:a16="http://schemas.microsoft.com/office/drawing/2014/main" id="{B32C5A64-6773-847B-F73E-C5A8EC4D458F}"/>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4" name="Google Shape;11662;p77">
                  <a:extLst>
                    <a:ext uri="{FF2B5EF4-FFF2-40B4-BE49-F238E27FC236}">
                      <a16:creationId xmlns:a16="http://schemas.microsoft.com/office/drawing/2014/main" id="{6903EEF8-2E81-A3AA-E700-0590A0FFB98A}"/>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5" name="Google Shape;11663;p77">
                  <a:extLst>
                    <a:ext uri="{FF2B5EF4-FFF2-40B4-BE49-F238E27FC236}">
                      <a16:creationId xmlns:a16="http://schemas.microsoft.com/office/drawing/2014/main" id="{4A456CFE-71A4-F29F-E764-ECCB57F6642F}"/>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6" name="Google Shape;11664;p77">
                  <a:extLst>
                    <a:ext uri="{FF2B5EF4-FFF2-40B4-BE49-F238E27FC236}">
                      <a16:creationId xmlns:a16="http://schemas.microsoft.com/office/drawing/2014/main" id="{BC366AD2-434A-C8C2-E005-D937618A382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37" name="Google Shape;11665;p77">
                  <a:extLst>
                    <a:ext uri="{FF2B5EF4-FFF2-40B4-BE49-F238E27FC236}">
                      <a16:creationId xmlns:a16="http://schemas.microsoft.com/office/drawing/2014/main" id="{49525A25-6557-9DE7-7AB8-218B02A1387B}"/>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38" name="Google Shape;11666;p77">
                  <a:extLst>
                    <a:ext uri="{FF2B5EF4-FFF2-40B4-BE49-F238E27FC236}">
                      <a16:creationId xmlns:a16="http://schemas.microsoft.com/office/drawing/2014/main" id="{30468BF1-7A4C-08BF-7B55-1234460D2D1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39" name="Google Shape;11667;p77">
                  <a:extLst>
                    <a:ext uri="{FF2B5EF4-FFF2-40B4-BE49-F238E27FC236}">
                      <a16:creationId xmlns:a16="http://schemas.microsoft.com/office/drawing/2014/main" id="{9E97C213-96A4-7451-92F4-054A7D1BB6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grpSp>
          <p:nvGrpSpPr>
            <p:cNvPr id="40" name="Groupe 141">
              <a:extLst>
                <a:ext uri="{FF2B5EF4-FFF2-40B4-BE49-F238E27FC236}">
                  <a16:creationId xmlns:a16="http://schemas.microsoft.com/office/drawing/2014/main" id="{E99029D5-43E9-9DEE-F647-545E673178A6}"/>
                </a:ext>
              </a:extLst>
            </p:cNvPr>
            <p:cNvGrpSpPr/>
            <p:nvPr/>
          </p:nvGrpSpPr>
          <p:grpSpPr>
            <a:xfrm>
              <a:off x="6968826" y="1783797"/>
              <a:ext cx="324000" cy="324000"/>
              <a:chOff x="2745040" y="2428028"/>
              <a:chExt cx="425863" cy="432188"/>
            </a:xfrm>
          </p:grpSpPr>
          <p:sp>
            <p:nvSpPr>
              <p:cNvPr id="41" name="Ellipse 142">
                <a:extLst>
                  <a:ext uri="{FF2B5EF4-FFF2-40B4-BE49-F238E27FC236}">
                    <a16:creationId xmlns:a16="http://schemas.microsoft.com/office/drawing/2014/main" id="{A32C4ACA-118B-93D9-DAB9-4568578BF201}"/>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42" name="Google Shape;11660;p77">
                <a:extLst>
                  <a:ext uri="{FF2B5EF4-FFF2-40B4-BE49-F238E27FC236}">
                    <a16:creationId xmlns:a16="http://schemas.microsoft.com/office/drawing/2014/main" id="{5FC50376-8268-A877-50F2-0894D7413147}"/>
                  </a:ext>
                </a:extLst>
              </p:cNvPr>
              <p:cNvGrpSpPr/>
              <p:nvPr/>
            </p:nvGrpSpPr>
            <p:grpSpPr>
              <a:xfrm>
                <a:off x="2836084" y="2523531"/>
                <a:ext cx="243774" cy="241182"/>
                <a:chOff x="4263657" y="3963700"/>
                <a:chExt cx="298551" cy="295375"/>
              </a:xfrm>
              <a:solidFill>
                <a:schemeClr val="bg1"/>
              </a:solidFill>
            </p:grpSpPr>
            <p:sp>
              <p:nvSpPr>
                <p:cNvPr id="43" name="Google Shape;11661;p77">
                  <a:extLst>
                    <a:ext uri="{FF2B5EF4-FFF2-40B4-BE49-F238E27FC236}">
                      <a16:creationId xmlns:a16="http://schemas.microsoft.com/office/drawing/2014/main" id="{0029DC5D-12E4-F3C6-8DC0-7024FD328268}"/>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4" name="Google Shape;11662;p77">
                  <a:extLst>
                    <a:ext uri="{FF2B5EF4-FFF2-40B4-BE49-F238E27FC236}">
                      <a16:creationId xmlns:a16="http://schemas.microsoft.com/office/drawing/2014/main" id="{EEBB9CFE-89CE-A042-DF2D-5A6CD6AD4275}"/>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5" name="Google Shape;11663;p77">
                  <a:extLst>
                    <a:ext uri="{FF2B5EF4-FFF2-40B4-BE49-F238E27FC236}">
                      <a16:creationId xmlns:a16="http://schemas.microsoft.com/office/drawing/2014/main" id="{F017C8E1-21A9-8923-A3A9-AA8483CC3937}"/>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6" name="Google Shape;11664;p77">
                  <a:extLst>
                    <a:ext uri="{FF2B5EF4-FFF2-40B4-BE49-F238E27FC236}">
                      <a16:creationId xmlns:a16="http://schemas.microsoft.com/office/drawing/2014/main" id="{37D7BC74-6505-F798-8E82-A6A07F1496DA}"/>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47" name="Google Shape;11665;p77">
                  <a:extLst>
                    <a:ext uri="{FF2B5EF4-FFF2-40B4-BE49-F238E27FC236}">
                      <a16:creationId xmlns:a16="http://schemas.microsoft.com/office/drawing/2014/main" id="{1747CA1F-1539-7099-565F-7A5C3EF94BF6}"/>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48" name="Google Shape;11666;p77">
                  <a:extLst>
                    <a:ext uri="{FF2B5EF4-FFF2-40B4-BE49-F238E27FC236}">
                      <a16:creationId xmlns:a16="http://schemas.microsoft.com/office/drawing/2014/main" id="{3007E72E-884A-B776-EBB4-4491A7C63BC2}"/>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49" name="Google Shape;11667;p77">
                  <a:extLst>
                    <a:ext uri="{FF2B5EF4-FFF2-40B4-BE49-F238E27FC236}">
                      <a16:creationId xmlns:a16="http://schemas.microsoft.com/office/drawing/2014/main" id="{12F4B455-FE10-9CF5-2BFE-E53B56C704C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grpSp>
          <p:nvGrpSpPr>
            <p:cNvPr id="50" name="Groupe 151">
              <a:extLst>
                <a:ext uri="{FF2B5EF4-FFF2-40B4-BE49-F238E27FC236}">
                  <a16:creationId xmlns:a16="http://schemas.microsoft.com/office/drawing/2014/main" id="{7043898F-DB89-CA9E-F9AD-13467FDA0EC2}"/>
                </a:ext>
              </a:extLst>
            </p:cNvPr>
            <p:cNvGrpSpPr/>
            <p:nvPr/>
          </p:nvGrpSpPr>
          <p:grpSpPr>
            <a:xfrm>
              <a:off x="8457696" y="1783797"/>
              <a:ext cx="324000" cy="324000"/>
              <a:chOff x="2745040" y="2428028"/>
              <a:chExt cx="425863" cy="432188"/>
            </a:xfrm>
          </p:grpSpPr>
          <p:sp>
            <p:nvSpPr>
              <p:cNvPr id="51" name="Ellipse 152">
                <a:extLst>
                  <a:ext uri="{FF2B5EF4-FFF2-40B4-BE49-F238E27FC236}">
                    <a16:creationId xmlns:a16="http://schemas.microsoft.com/office/drawing/2014/main" id="{8A022532-67AB-BFBA-62AE-4A33E3DF674D}"/>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52" name="Google Shape;11660;p77">
                <a:extLst>
                  <a:ext uri="{FF2B5EF4-FFF2-40B4-BE49-F238E27FC236}">
                    <a16:creationId xmlns:a16="http://schemas.microsoft.com/office/drawing/2014/main" id="{A3EAC7E7-43A4-18EA-82C0-745D5EA0E09B}"/>
                  </a:ext>
                </a:extLst>
              </p:cNvPr>
              <p:cNvGrpSpPr/>
              <p:nvPr/>
            </p:nvGrpSpPr>
            <p:grpSpPr>
              <a:xfrm>
                <a:off x="2836084" y="2523531"/>
                <a:ext cx="243774" cy="241182"/>
                <a:chOff x="4263657" y="3963700"/>
                <a:chExt cx="298551" cy="295375"/>
              </a:xfrm>
              <a:solidFill>
                <a:schemeClr val="bg1"/>
              </a:solidFill>
            </p:grpSpPr>
            <p:sp>
              <p:nvSpPr>
                <p:cNvPr id="53" name="Google Shape;11661;p77">
                  <a:extLst>
                    <a:ext uri="{FF2B5EF4-FFF2-40B4-BE49-F238E27FC236}">
                      <a16:creationId xmlns:a16="http://schemas.microsoft.com/office/drawing/2014/main" id="{30F9A07E-C79C-240A-7F87-E61CD54F7CD5}"/>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4" name="Google Shape;11662;p77">
                  <a:extLst>
                    <a:ext uri="{FF2B5EF4-FFF2-40B4-BE49-F238E27FC236}">
                      <a16:creationId xmlns:a16="http://schemas.microsoft.com/office/drawing/2014/main" id="{D100F2F9-C795-45A8-440F-65BC90A8191D}"/>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5" name="Google Shape;11663;p77">
                  <a:extLst>
                    <a:ext uri="{FF2B5EF4-FFF2-40B4-BE49-F238E27FC236}">
                      <a16:creationId xmlns:a16="http://schemas.microsoft.com/office/drawing/2014/main" id="{6C803831-AB25-2787-AEBB-29F0CEC9B12D}"/>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6" name="Google Shape;11664;p77">
                  <a:extLst>
                    <a:ext uri="{FF2B5EF4-FFF2-40B4-BE49-F238E27FC236}">
                      <a16:creationId xmlns:a16="http://schemas.microsoft.com/office/drawing/2014/main" id="{C6925EE0-DF3F-6B1F-3EF4-23515E9027CC}"/>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039" b="1" dirty="0"/>
                </a:p>
              </p:txBody>
            </p:sp>
            <p:sp>
              <p:nvSpPr>
                <p:cNvPr id="57" name="Google Shape;11665;p77">
                  <a:extLst>
                    <a:ext uri="{FF2B5EF4-FFF2-40B4-BE49-F238E27FC236}">
                      <a16:creationId xmlns:a16="http://schemas.microsoft.com/office/drawing/2014/main" id="{92FB1E39-EAC2-8471-4D1A-457349180245}"/>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039" b="1"/>
                </a:p>
              </p:txBody>
            </p:sp>
            <p:sp>
              <p:nvSpPr>
                <p:cNvPr id="58" name="Google Shape;11666;p77">
                  <a:extLst>
                    <a:ext uri="{FF2B5EF4-FFF2-40B4-BE49-F238E27FC236}">
                      <a16:creationId xmlns:a16="http://schemas.microsoft.com/office/drawing/2014/main" id="{6ECA0656-596E-2388-9E93-125877921FBF}"/>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039" b="1"/>
                </a:p>
              </p:txBody>
            </p:sp>
            <p:sp>
              <p:nvSpPr>
                <p:cNvPr id="59" name="Google Shape;11667;p77">
                  <a:extLst>
                    <a:ext uri="{FF2B5EF4-FFF2-40B4-BE49-F238E27FC236}">
                      <a16:creationId xmlns:a16="http://schemas.microsoft.com/office/drawing/2014/main" id="{C50037FE-35DB-5C13-2796-CA04F76D60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039" b="1"/>
                </a:p>
              </p:txBody>
            </p:sp>
          </p:grpSp>
        </p:grpSp>
        <p:cxnSp>
          <p:nvCxnSpPr>
            <p:cNvPr id="60" name="Connecteur droit 161">
              <a:extLst>
                <a:ext uri="{FF2B5EF4-FFF2-40B4-BE49-F238E27FC236}">
                  <a16:creationId xmlns:a16="http://schemas.microsoft.com/office/drawing/2014/main" id="{9EA66194-1439-8985-84B1-A0588DB7F818}"/>
                </a:ext>
              </a:extLst>
            </p:cNvPr>
            <p:cNvCxnSpPr>
              <a:cxnSpLocks/>
            </p:cNvCxnSpPr>
            <p:nvPr/>
          </p:nvCxnSpPr>
          <p:spPr>
            <a:xfrm>
              <a:off x="3826982" y="2107797"/>
              <a:ext cx="0"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Connecteur droit 163">
              <a:extLst>
                <a:ext uri="{FF2B5EF4-FFF2-40B4-BE49-F238E27FC236}">
                  <a16:creationId xmlns:a16="http://schemas.microsoft.com/office/drawing/2014/main" id="{C74C0D56-B433-D117-13C7-C2B50E28BFD4}"/>
                </a:ext>
              </a:extLst>
            </p:cNvPr>
            <p:cNvCxnSpPr>
              <a:cxnSpLocks/>
            </p:cNvCxnSpPr>
            <p:nvPr/>
          </p:nvCxnSpPr>
          <p:spPr>
            <a:xfrm flipH="1">
              <a:off x="5065377"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Connecteur droit 164">
              <a:extLst>
                <a:ext uri="{FF2B5EF4-FFF2-40B4-BE49-F238E27FC236}">
                  <a16:creationId xmlns:a16="http://schemas.microsoft.com/office/drawing/2014/main" id="{63D33EAF-9C15-62B4-2916-D5919ACD412F}"/>
                </a:ext>
              </a:extLst>
            </p:cNvPr>
            <p:cNvCxnSpPr>
              <a:cxnSpLocks/>
            </p:cNvCxnSpPr>
            <p:nvPr/>
          </p:nvCxnSpPr>
          <p:spPr>
            <a:xfrm flipH="1">
              <a:off x="7113442"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Connecteur droit 165">
              <a:extLst>
                <a:ext uri="{FF2B5EF4-FFF2-40B4-BE49-F238E27FC236}">
                  <a16:creationId xmlns:a16="http://schemas.microsoft.com/office/drawing/2014/main" id="{A81ACB69-C99E-77FD-989A-ADA7F7C8F2C2}"/>
                </a:ext>
              </a:extLst>
            </p:cNvPr>
            <p:cNvCxnSpPr>
              <a:cxnSpLocks/>
            </p:cNvCxnSpPr>
            <p:nvPr/>
          </p:nvCxnSpPr>
          <p:spPr>
            <a:xfrm>
              <a:off x="8618953" y="2107797"/>
              <a:ext cx="0" cy="475020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Connecteur droit 166">
              <a:extLst>
                <a:ext uri="{FF2B5EF4-FFF2-40B4-BE49-F238E27FC236}">
                  <a16:creationId xmlns:a16="http://schemas.microsoft.com/office/drawing/2014/main" id="{6A1DC53A-A645-26BA-D724-F6D51B485977}"/>
                </a:ext>
              </a:extLst>
            </p:cNvPr>
            <p:cNvCxnSpPr>
              <a:cxnSpLocks/>
            </p:cNvCxnSpPr>
            <p:nvPr/>
          </p:nvCxnSpPr>
          <p:spPr>
            <a:xfrm>
              <a:off x="8602312" y="2558848"/>
              <a:ext cx="3569835" cy="0"/>
            </a:xfrm>
            <a:prstGeom prst="line">
              <a:avLst/>
            </a:prstGeom>
            <a:ln w="254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eur droit 167">
              <a:extLst>
                <a:ext uri="{FF2B5EF4-FFF2-40B4-BE49-F238E27FC236}">
                  <a16:creationId xmlns:a16="http://schemas.microsoft.com/office/drawing/2014/main" id="{BE07DB50-1541-43E4-926F-24B7AB6FB723}"/>
                </a:ext>
              </a:extLst>
            </p:cNvPr>
            <p:cNvCxnSpPr>
              <a:cxnSpLocks/>
            </p:cNvCxnSpPr>
            <p:nvPr/>
          </p:nvCxnSpPr>
          <p:spPr>
            <a:xfrm>
              <a:off x="3835066" y="2563520"/>
              <a:ext cx="4783887" cy="0"/>
            </a:xfrm>
            <a:prstGeom prst="line">
              <a:avLst/>
            </a:prstGeom>
            <a:ln w="2540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6" name="Connecteur droit 178">
              <a:extLst>
                <a:ext uri="{FF2B5EF4-FFF2-40B4-BE49-F238E27FC236}">
                  <a16:creationId xmlns:a16="http://schemas.microsoft.com/office/drawing/2014/main" id="{EB93BC03-F31A-F0FE-D7D4-2D278E204CF8}"/>
                </a:ext>
              </a:extLst>
            </p:cNvPr>
            <p:cNvCxnSpPr>
              <a:cxnSpLocks/>
            </p:cNvCxnSpPr>
            <p:nvPr/>
          </p:nvCxnSpPr>
          <p:spPr>
            <a:xfrm>
              <a:off x="8631183" y="3485086"/>
              <a:ext cx="3560807" cy="0"/>
            </a:xfrm>
            <a:prstGeom prst="line">
              <a:avLst/>
            </a:prstGeom>
            <a:ln w="254000">
              <a:solidFill>
                <a:schemeClr val="accent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67" name="Connecteur droit 181">
              <a:extLst>
                <a:ext uri="{FF2B5EF4-FFF2-40B4-BE49-F238E27FC236}">
                  <a16:creationId xmlns:a16="http://schemas.microsoft.com/office/drawing/2014/main" id="{F6D792B8-F669-8A78-D141-4B5FAC8AFDCC}"/>
                </a:ext>
              </a:extLst>
            </p:cNvPr>
            <p:cNvCxnSpPr>
              <a:cxnSpLocks/>
            </p:cNvCxnSpPr>
            <p:nvPr/>
          </p:nvCxnSpPr>
          <p:spPr>
            <a:xfrm>
              <a:off x="8582469" y="4418946"/>
              <a:ext cx="3569835" cy="0"/>
            </a:xfrm>
            <a:prstGeom prst="line">
              <a:avLst/>
            </a:prstGeom>
            <a:ln w="254000">
              <a:solidFill>
                <a:schemeClr val="accent2"/>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eur droit 182">
              <a:extLst>
                <a:ext uri="{FF2B5EF4-FFF2-40B4-BE49-F238E27FC236}">
                  <a16:creationId xmlns:a16="http://schemas.microsoft.com/office/drawing/2014/main" id="{03E990D8-4270-68FB-C94B-6F013F86CD3B}"/>
                </a:ext>
              </a:extLst>
            </p:cNvPr>
            <p:cNvCxnSpPr>
              <a:cxnSpLocks/>
            </p:cNvCxnSpPr>
            <p:nvPr/>
          </p:nvCxnSpPr>
          <p:spPr>
            <a:xfrm>
              <a:off x="3815223" y="4418946"/>
              <a:ext cx="4783887" cy="0"/>
            </a:xfrm>
            <a:prstGeom prst="line">
              <a:avLst/>
            </a:prstGeom>
            <a:ln w="2540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9" name="Connecteur droit 183">
              <a:extLst>
                <a:ext uri="{FF2B5EF4-FFF2-40B4-BE49-F238E27FC236}">
                  <a16:creationId xmlns:a16="http://schemas.microsoft.com/office/drawing/2014/main" id="{E40788AF-8F48-5530-E4F7-8574706C5F91}"/>
                </a:ext>
              </a:extLst>
            </p:cNvPr>
            <p:cNvCxnSpPr>
              <a:cxnSpLocks/>
            </p:cNvCxnSpPr>
            <p:nvPr/>
          </p:nvCxnSpPr>
          <p:spPr>
            <a:xfrm>
              <a:off x="8611340" y="5320490"/>
              <a:ext cx="3560807" cy="0"/>
            </a:xfrm>
            <a:prstGeom prst="line">
              <a:avLst/>
            </a:prstGeom>
            <a:ln w="254000">
              <a:solidFill>
                <a:schemeClr val="accent2">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70" name="Connecteur droit 184">
              <a:extLst>
                <a:ext uri="{FF2B5EF4-FFF2-40B4-BE49-F238E27FC236}">
                  <a16:creationId xmlns:a16="http://schemas.microsoft.com/office/drawing/2014/main" id="{64E631FD-9366-D7B6-89A9-877C8AC0FFB0}"/>
                </a:ext>
              </a:extLst>
            </p:cNvPr>
            <p:cNvCxnSpPr>
              <a:cxnSpLocks/>
              <a:endCxn id="33" idx="1"/>
            </p:cNvCxnSpPr>
            <p:nvPr/>
          </p:nvCxnSpPr>
          <p:spPr>
            <a:xfrm flipV="1">
              <a:off x="3815223" y="6318275"/>
              <a:ext cx="8376767" cy="1"/>
            </a:xfrm>
            <a:prstGeom prst="line">
              <a:avLst/>
            </a:prstGeom>
            <a:ln w="254000">
              <a:solidFill>
                <a:schemeClr val="tx2"/>
              </a:solidFill>
            </a:ln>
          </p:spPr>
          <p:style>
            <a:lnRef idx="2">
              <a:schemeClr val="accent1"/>
            </a:lnRef>
            <a:fillRef idx="0">
              <a:schemeClr val="accent1"/>
            </a:fillRef>
            <a:effectRef idx="1">
              <a:schemeClr val="accent1"/>
            </a:effectRef>
            <a:fontRef idx="minor">
              <a:schemeClr val="tx1"/>
            </a:fontRef>
          </p:style>
        </p:cxnSp>
        <p:sp>
          <p:nvSpPr>
            <p:cNvPr id="71" name="Ellipse 186">
              <a:extLst>
                <a:ext uri="{FF2B5EF4-FFF2-40B4-BE49-F238E27FC236}">
                  <a16:creationId xmlns:a16="http://schemas.microsoft.com/office/drawing/2014/main" id="{734D94DA-80DE-EA59-1183-AB60CBEA80C5}"/>
                </a:ext>
              </a:extLst>
            </p:cNvPr>
            <p:cNvSpPr/>
            <p:nvPr/>
          </p:nvSpPr>
          <p:spPr>
            <a:xfrm>
              <a:off x="3698809"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2" name="Ellipse 187">
              <a:extLst>
                <a:ext uri="{FF2B5EF4-FFF2-40B4-BE49-F238E27FC236}">
                  <a16:creationId xmlns:a16="http://schemas.microsoft.com/office/drawing/2014/main" id="{FD5AAB4D-AF83-C8AC-A89C-83F07DDAC503}"/>
                </a:ext>
              </a:extLst>
            </p:cNvPr>
            <p:cNvSpPr/>
            <p:nvPr/>
          </p:nvSpPr>
          <p:spPr>
            <a:xfrm>
              <a:off x="4947319"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3" name="Ellipse 188">
              <a:extLst>
                <a:ext uri="{FF2B5EF4-FFF2-40B4-BE49-F238E27FC236}">
                  <a16:creationId xmlns:a16="http://schemas.microsoft.com/office/drawing/2014/main" id="{B197C4FE-DCED-A066-F2C2-022A580E2864}"/>
                </a:ext>
              </a:extLst>
            </p:cNvPr>
            <p:cNvSpPr/>
            <p:nvPr/>
          </p:nvSpPr>
          <p:spPr>
            <a:xfrm>
              <a:off x="6995083"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4" name="Ellipse 189">
              <a:extLst>
                <a:ext uri="{FF2B5EF4-FFF2-40B4-BE49-F238E27FC236}">
                  <a16:creationId xmlns:a16="http://schemas.microsoft.com/office/drawing/2014/main" id="{0D3A0373-4610-2E63-D7CF-4FC1E860E9AF}"/>
                </a:ext>
              </a:extLst>
            </p:cNvPr>
            <p:cNvSpPr/>
            <p:nvPr/>
          </p:nvSpPr>
          <p:spPr>
            <a:xfrm>
              <a:off x="8489591"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5" name="Ellipse 190">
              <a:extLst>
                <a:ext uri="{FF2B5EF4-FFF2-40B4-BE49-F238E27FC236}">
                  <a16:creationId xmlns:a16="http://schemas.microsoft.com/office/drawing/2014/main" id="{55A2C7F2-C680-8B11-B1FB-383A5F3FDB4F}"/>
                </a:ext>
              </a:extLst>
            </p:cNvPr>
            <p:cNvSpPr/>
            <p:nvPr/>
          </p:nvSpPr>
          <p:spPr>
            <a:xfrm>
              <a:off x="3689400" y="4286632"/>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6" name="Ellipse 191">
              <a:extLst>
                <a:ext uri="{FF2B5EF4-FFF2-40B4-BE49-F238E27FC236}">
                  <a16:creationId xmlns:a16="http://schemas.microsoft.com/office/drawing/2014/main" id="{E539CCCC-E740-E19E-9FD3-B248072D43F1}"/>
                </a:ext>
              </a:extLst>
            </p:cNvPr>
            <p:cNvSpPr/>
            <p:nvPr/>
          </p:nvSpPr>
          <p:spPr>
            <a:xfrm>
              <a:off x="4933215" y="4289294"/>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7" name="Ellipse 192">
              <a:extLst>
                <a:ext uri="{FF2B5EF4-FFF2-40B4-BE49-F238E27FC236}">
                  <a16:creationId xmlns:a16="http://schemas.microsoft.com/office/drawing/2014/main" id="{F04B749F-E626-7401-5579-DBA0D1C0772B}"/>
                </a:ext>
              </a:extLst>
            </p:cNvPr>
            <p:cNvSpPr/>
            <p:nvPr/>
          </p:nvSpPr>
          <p:spPr>
            <a:xfrm>
              <a:off x="6995083"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8" name="Ellipse 193">
              <a:extLst>
                <a:ext uri="{FF2B5EF4-FFF2-40B4-BE49-F238E27FC236}">
                  <a16:creationId xmlns:a16="http://schemas.microsoft.com/office/drawing/2014/main" id="{DD259AB4-6282-6F24-B176-35B2636082AC}"/>
                </a:ext>
              </a:extLst>
            </p:cNvPr>
            <p:cNvSpPr/>
            <p:nvPr/>
          </p:nvSpPr>
          <p:spPr>
            <a:xfrm>
              <a:off x="8489591"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79" name="Ellipse 195">
              <a:extLst>
                <a:ext uri="{FF2B5EF4-FFF2-40B4-BE49-F238E27FC236}">
                  <a16:creationId xmlns:a16="http://schemas.microsoft.com/office/drawing/2014/main" id="{9596BDCA-9455-27C8-D8FD-C5839660CD11}"/>
                </a:ext>
              </a:extLst>
            </p:cNvPr>
            <p:cNvSpPr/>
            <p:nvPr/>
          </p:nvSpPr>
          <p:spPr>
            <a:xfrm>
              <a:off x="42817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0" name="Ellipse 196">
              <a:extLst>
                <a:ext uri="{FF2B5EF4-FFF2-40B4-BE49-F238E27FC236}">
                  <a16:creationId xmlns:a16="http://schemas.microsoft.com/office/drawing/2014/main" id="{42590B43-2F95-C4BB-98B1-0455DE3E3187}"/>
                </a:ext>
              </a:extLst>
            </p:cNvPr>
            <p:cNvSpPr/>
            <p:nvPr/>
          </p:nvSpPr>
          <p:spPr>
            <a:xfrm>
              <a:off x="5207203"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1" name="Ellipse 198">
              <a:extLst>
                <a:ext uri="{FF2B5EF4-FFF2-40B4-BE49-F238E27FC236}">
                  <a16:creationId xmlns:a16="http://schemas.microsoft.com/office/drawing/2014/main" id="{C42843EA-8B36-2D05-29FE-47B6E18A11A9}"/>
                </a:ext>
              </a:extLst>
            </p:cNvPr>
            <p:cNvSpPr/>
            <p:nvPr/>
          </p:nvSpPr>
          <p:spPr>
            <a:xfrm>
              <a:off x="7887898"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2" name="Ellipse 199">
              <a:extLst>
                <a:ext uri="{FF2B5EF4-FFF2-40B4-BE49-F238E27FC236}">
                  <a16:creationId xmlns:a16="http://schemas.microsoft.com/office/drawing/2014/main" id="{8B1C38F8-00B3-7EE8-F43E-E3BE6DFA3921}"/>
                </a:ext>
              </a:extLst>
            </p:cNvPr>
            <p:cNvSpPr/>
            <p:nvPr/>
          </p:nvSpPr>
          <p:spPr>
            <a:xfrm>
              <a:off x="9096879"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3" name="Ellipse 200">
              <a:extLst>
                <a:ext uri="{FF2B5EF4-FFF2-40B4-BE49-F238E27FC236}">
                  <a16:creationId xmlns:a16="http://schemas.microsoft.com/office/drawing/2014/main" id="{B5A772B4-B40B-D2B2-C513-1B402CCC6798}"/>
                </a:ext>
              </a:extLst>
            </p:cNvPr>
            <p:cNvSpPr/>
            <p:nvPr/>
          </p:nvSpPr>
          <p:spPr>
            <a:xfrm>
              <a:off x="113259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4" name="Ellipse 201">
              <a:extLst>
                <a:ext uri="{FF2B5EF4-FFF2-40B4-BE49-F238E27FC236}">
                  <a16:creationId xmlns:a16="http://schemas.microsoft.com/office/drawing/2014/main" id="{20061DD9-348A-7AE3-171C-8B67DB86F92B}"/>
                </a:ext>
              </a:extLst>
            </p:cNvPr>
            <p:cNvSpPr/>
            <p:nvPr/>
          </p:nvSpPr>
          <p:spPr>
            <a:xfrm>
              <a:off x="8489591" y="5182668"/>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5" name="Ellipse 202">
              <a:extLst>
                <a:ext uri="{FF2B5EF4-FFF2-40B4-BE49-F238E27FC236}">
                  <a16:creationId xmlns:a16="http://schemas.microsoft.com/office/drawing/2014/main" id="{83FD9D2C-8F9A-A81C-B62F-A1434F2385AC}"/>
                </a:ext>
              </a:extLst>
            </p:cNvPr>
            <p:cNvSpPr/>
            <p:nvPr/>
          </p:nvSpPr>
          <p:spPr>
            <a:xfrm>
              <a:off x="8489591"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86" name="ZoneTexte 203">
              <a:extLst>
                <a:ext uri="{FF2B5EF4-FFF2-40B4-BE49-F238E27FC236}">
                  <a16:creationId xmlns:a16="http://schemas.microsoft.com/office/drawing/2014/main" id="{F9E4E992-D9A9-9322-9859-992558B18356}"/>
                </a:ext>
              </a:extLst>
            </p:cNvPr>
            <p:cNvSpPr txBox="1"/>
            <p:nvPr/>
          </p:nvSpPr>
          <p:spPr>
            <a:xfrm>
              <a:off x="3834596" y="2427782"/>
              <a:ext cx="1242439"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ANALYSIS </a:t>
              </a:r>
            </a:p>
          </p:txBody>
        </p:sp>
        <p:sp>
          <p:nvSpPr>
            <p:cNvPr id="87" name="ZoneTexte 204">
              <a:extLst>
                <a:ext uri="{FF2B5EF4-FFF2-40B4-BE49-F238E27FC236}">
                  <a16:creationId xmlns:a16="http://schemas.microsoft.com/office/drawing/2014/main" id="{F29E596E-4584-1CEE-5B42-AFA14828709D}"/>
                </a:ext>
              </a:extLst>
            </p:cNvPr>
            <p:cNvSpPr txBox="1"/>
            <p:nvPr/>
          </p:nvSpPr>
          <p:spPr>
            <a:xfrm>
              <a:off x="5063102" y="2427782"/>
              <a:ext cx="208362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IMPLEMENTATION </a:t>
              </a:r>
            </a:p>
          </p:txBody>
        </p:sp>
        <p:sp>
          <p:nvSpPr>
            <p:cNvPr id="88" name="ZoneTexte 205">
              <a:extLst>
                <a:ext uri="{FF2B5EF4-FFF2-40B4-BE49-F238E27FC236}">
                  <a16:creationId xmlns:a16="http://schemas.microsoft.com/office/drawing/2014/main" id="{9ACD7846-7265-DDCF-4B30-78FE803D4B7D}"/>
                </a:ext>
              </a:extLst>
            </p:cNvPr>
            <p:cNvSpPr txBox="1"/>
            <p:nvPr/>
          </p:nvSpPr>
          <p:spPr>
            <a:xfrm>
              <a:off x="8606724" y="3346586"/>
              <a:ext cx="29739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effectLst/>
                  <a:uLnTx/>
                  <a:uFillTx/>
                  <a:latin typeface="Aptos"/>
                  <a:ea typeface="+mn-ea"/>
                  <a:cs typeface="+mn-cs"/>
                </a:rPr>
                <a:t>REACTIVE SUPPORT &amp; EVOLUTIONS </a:t>
              </a:r>
              <a:endParaRPr kumimoji="0" lang="fr-FR" sz="1699" b="1" i="0" u="none" strike="noStrike" kern="1200" cap="none" spc="0" normalizeH="0" baseline="0" noProof="0" dirty="0">
                <a:ln>
                  <a:noFill/>
                </a:ln>
                <a:effectLst/>
                <a:uLnTx/>
                <a:uFillTx/>
                <a:latin typeface="Aptos"/>
                <a:ea typeface="+mn-ea"/>
                <a:cs typeface="+mn-cs"/>
              </a:endParaRPr>
            </a:p>
          </p:txBody>
        </p:sp>
        <p:sp>
          <p:nvSpPr>
            <p:cNvPr id="89" name="ZoneTexte 206">
              <a:extLst>
                <a:ext uri="{FF2B5EF4-FFF2-40B4-BE49-F238E27FC236}">
                  <a16:creationId xmlns:a16="http://schemas.microsoft.com/office/drawing/2014/main" id="{04EC8B24-C33F-2E7D-9415-CA078BC1C13F}"/>
                </a:ext>
              </a:extLst>
            </p:cNvPr>
            <p:cNvSpPr txBox="1"/>
            <p:nvPr/>
          </p:nvSpPr>
          <p:spPr>
            <a:xfrm>
              <a:off x="5063009" y="4286632"/>
              <a:ext cx="2053271"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STEERING COMITEES </a:t>
              </a:r>
            </a:p>
          </p:txBody>
        </p:sp>
        <p:sp>
          <p:nvSpPr>
            <p:cNvPr id="90" name="ZoneTexte 207">
              <a:extLst>
                <a:ext uri="{FF2B5EF4-FFF2-40B4-BE49-F238E27FC236}">
                  <a16:creationId xmlns:a16="http://schemas.microsoft.com/office/drawing/2014/main" id="{723BD49B-84CA-5900-6DC2-392489EA7335}"/>
                </a:ext>
              </a:extLst>
            </p:cNvPr>
            <p:cNvSpPr txBox="1"/>
            <p:nvPr/>
          </p:nvSpPr>
          <p:spPr>
            <a:xfrm>
              <a:off x="5392828" y="6194505"/>
              <a:ext cx="2630070" cy="276999"/>
            </a:xfrm>
            <a:prstGeom prst="rect">
              <a:avLst/>
            </a:prstGeom>
            <a:noFill/>
          </p:spPr>
          <p:txBody>
            <a:bodyPr wrap="square">
              <a:spAutoFit/>
            </a:bodyPr>
            <a:lstStyle/>
            <a:p>
              <a:pPr algn="ctr"/>
              <a:r>
                <a:rPr lang="fr-FR" sz="1019" b="1" dirty="0">
                  <a:solidFill>
                    <a:schemeClr val="bg1"/>
                  </a:solidFill>
                </a:rPr>
                <a:t>SATISFACTION SURVEYS</a:t>
              </a:r>
              <a:endParaRPr lang="en-US" sz="1019" b="1" dirty="0">
                <a:solidFill>
                  <a:schemeClr val="bg1"/>
                </a:solidFill>
              </a:endParaRPr>
            </a:p>
          </p:txBody>
        </p:sp>
        <p:sp>
          <p:nvSpPr>
            <p:cNvPr id="91" name="ZoneTexte 208">
              <a:extLst>
                <a:ext uri="{FF2B5EF4-FFF2-40B4-BE49-F238E27FC236}">
                  <a16:creationId xmlns:a16="http://schemas.microsoft.com/office/drawing/2014/main" id="{3C8CD858-429E-12EF-E08E-041A092B772C}"/>
                </a:ext>
              </a:extLst>
            </p:cNvPr>
            <p:cNvSpPr txBox="1"/>
            <p:nvPr/>
          </p:nvSpPr>
          <p:spPr>
            <a:xfrm>
              <a:off x="8618953" y="5182668"/>
              <a:ext cx="2926154"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effectLst/>
                  <a:uLnTx/>
                  <a:uFillTx/>
                  <a:latin typeface="Aptos"/>
                  <a:ea typeface="+mn-ea"/>
                  <a:cs typeface="+mn-cs"/>
                </a:rPr>
                <a:t>FOLLOW-UP MEETINGS</a:t>
              </a:r>
              <a:endParaRPr kumimoji="0" lang="fr-FR" sz="1699" b="1" i="0" u="none" strike="noStrike" kern="1200" cap="none" spc="0" normalizeH="0" baseline="0" noProof="0" dirty="0">
                <a:ln>
                  <a:noFill/>
                </a:ln>
                <a:effectLst/>
                <a:uLnTx/>
                <a:uFillTx/>
                <a:latin typeface="Aptos"/>
                <a:ea typeface="+mn-ea"/>
                <a:cs typeface="+mn-cs"/>
              </a:endParaRPr>
            </a:p>
          </p:txBody>
        </p:sp>
        <p:sp>
          <p:nvSpPr>
            <p:cNvPr id="92" name="ZoneTexte 209">
              <a:extLst>
                <a:ext uri="{FF2B5EF4-FFF2-40B4-BE49-F238E27FC236}">
                  <a16:creationId xmlns:a16="http://schemas.microsoft.com/office/drawing/2014/main" id="{5B6F9437-2C44-B455-8FB9-78CEC8604BB8}"/>
                </a:ext>
              </a:extLst>
            </p:cNvPr>
            <p:cNvSpPr txBox="1"/>
            <p:nvPr/>
          </p:nvSpPr>
          <p:spPr>
            <a:xfrm>
              <a:off x="7125953" y="2427782"/>
              <a:ext cx="148199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19" b="1" i="0" u="none" strike="noStrike" kern="1200" cap="none" spc="0" normalizeH="0" baseline="0" noProof="0" dirty="0">
                  <a:ln>
                    <a:noFill/>
                  </a:ln>
                  <a:solidFill>
                    <a:schemeClr val="bg1"/>
                  </a:solidFill>
                  <a:effectLst/>
                  <a:uLnTx/>
                  <a:uFillTx/>
                  <a:latin typeface="Aptos"/>
                  <a:ea typeface="+mn-ea"/>
                  <a:cs typeface="+mn-cs"/>
                </a:rPr>
                <a:t>GO-LIVE </a:t>
              </a:r>
            </a:p>
          </p:txBody>
        </p:sp>
        <p:sp>
          <p:nvSpPr>
            <p:cNvPr id="93" name="Ellipse 210">
              <a:extLst>
                <a:ext uri="{FF2B5EF4-FFF2-40B4-BE49-F238E27FC236}">
                  <a16:creationId xmlns:a16="http://schemas.microsoft.com/office/drawing/2014/main" id="{686CF760-31EF-7DB6-E92B-DCD56DCE1636}"/>
                </a:ext>
              </a:extLst>
            </p:cNvPr>
            <p:cNvSpPr/>
            <p:nvPr/>
          </p:nvSpPr>
          <p:spPr>
            <a:xfrm>
              <a:off x="11435566"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94" name="Ellipse 211">
              <a:extLst>
                <a:ext uri="{FF2B5EF4-FFF2-40B4-BE49-F238E27FC236}">
                  <a16:creationId xmlns:a16="http://schemas.microsoft.com/office/drawing/2014/main" id="{641B1122-139A-10D6-7EBE-7AB069A7B034}"/>
                </a:ext>
              </a:extLst>
            </p:cNvPr>
            <p:cNvSpPr/>
            <p:nvPr/>
          </p:nvSpPr>
          <p:spPr>
            <a:xfrm>
              <a:off x="11435566" y="5185261"/>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GOUVERNANCE DU PROJET CAPTIVEA</a:t>
            </a:r>
          </a:p>
        </p:txBody>
      </p:sp>
      <p:sp>
        <p:nvSpPr>
          <p:cNvPr id="4"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a:t>
            </a:r>
            <a:endParaRPr lang="en-US"/>
          </a:p>
        </p:txBody>
      </p:sp>
      <p:sp>
        <p:nvSpPr>
          <p:cNvPr id="5"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Réunions hebdomadaires de gestion de projet</a:t>
            </a:r>
            <a:endParaRPr lang="en-US"/>
          </a:p>
        </p:txBody>
      </p:sp>
      <p:sp>
        <p:nvSpPr>
          <p:cNvPr id="7"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GOUVERNANCE</a:t>
            </a:r>
            <a:endParaRPr lang="en-US"/>
          </a:p>
        </p:txBody>
      </p:sp>
      <p:sp>
        <p:nvSpPr>
          <p:cNvPr id="8"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a:t>
            </a:r>
            <a:endParaRPr lang="en-US"/>
          </a:p>
        </p:txBody>
      </p:sp>
      <p:sp>
        <p:nvSpPr>
          <p:cNvPr id="9"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Réunions hebdomadaires de démo</a:t>
            </a:r>
            <a:endParaRPr lang="en-US"/>
          </a:p>
        </p:txBody>
      </p:sp>
      <p:sp>
        <p:nvSpPr>
          <p:cNvPr id="11"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a:t>
            </a:r>
            <a:endParaRPr lang="en-US"/>
          </a:p>
        </p:txBody>
      </p:sp>
      <p:sp>
        <p:nvSpPr>
          <p:cNvPr id="12"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Comités de pilotage à la demande</a:t>
            </a:r>
            <a:endParaRPr lang="en-US"/>
          </a:p>
        </p:txBody>
      </p:sp>
      <p:grpSp>
        <p:nvGrpSpPr>
          <p:cNvPr id="14" name="Transplant"/>
          <p:cNvGrpSpPr/>
          <p:nvPr/>
        </p:nvGrpSpPr>
        <p:grpSpPr>
          <a:xfrm>
            <a:off x="1815084" y="3058668"/>
            <a:ext cx="822960" cy="822960"/>
            <a:chOff x="2625491" y="3258904"/>
            <a:chExt cx="845018" cy="845018"/>
          </a:xfrm>
        </p:grpSpPr>
        <p:pic>
          <p:nvPicPr>
            <p:cNvPr id="15" name="Graphic 155">
              <a:extLst>
                <a:ext uri="{FF2B5EF4-FFF2-40B4-BE49-F238E27FC236}">
                  <a16:creationId xmlns:a16="http://schemas.microsoft.com/office/drawing/2014/main" id="{BDF8985C-B564-1E0F-85C2-E24112484EC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25491" y="3258904"/>
              <a:ext cx="845018" cy="845018"/>
            </a:xfrm>
            <a:prstGeom prst="rect">
              <a:avLst/>
            </a:prstGeom>
          </p:spPr>
        </p:pic>
      </p:grpSp>
      <p:grpSp>
        <p:nvGrpSpPr>
          <p:cNvPr id="16" name="Transplant"/>
          <p:cNvGrpSpPr/>
          <p:nvPr/>
        </p:nvGrpSpPr>
        <p:grpSpPr>
          <a:xfrm>
            <a:off x="5682996" y="3058668"/>
            <a:ext cx="822960" cy="822960"/>
            <a:chOff x="5646611" y="3258904"/>
            <a:chExt cx="898777" cy="898777"/>
          </a:xfrm>
        </p:grpSpPr>
        <p:pic>
          <p:nvPicPr>
            <p:cNvPr id="17" name="Graphic 4">
              <a:extLst>
                <a:ext uri="{FF2B5EF4-FFF2-40B4-BE49-F238E27FC236}">
                  <a16:creationId xmlns:a16="http://schemas.microsoft.com/office/drawing/2014/main" id="{113E8C8E-8230-B002-664F-FDD95D453E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46611" y="3258904"/>
              <a:ext cx="898777" cy="898777"/>
            </a:xfrm>
            <a:prstGeom prst="rect">
              <a:avLst/>
            </a:prstGeom>
          </p:spPr>
        </p:pic>
      </p:grpSp>
      <p:grpSp>
        <p:nvGrpSpPr>
          <p:cNvPr id="18" name="Transplant"/>
          <p:cNvGrpSpPr/>
          <p:nvPr/>
        </p:nvGrpSpPr>
        <p:grpSpPr>
          <a:xfrm>
            <a:off x="9550908" y="3058668"/>
            <a:ext cx="822960" cy="822960"/>
            <a:chOff x="8734191" y="3258904"/>
            <a:chExt cx="845018" cy="845018"/>
          </a:xfrm>
        </p:grpSpPr>
        <p:pic>
          <p:nvPicPr>
            <p:cNvPr id="19" name="Graphic 157">
              <a:extLst>
                <a:ext uri="{FF2B5EF4-FFF2-40B4-BE49-F238E27FC236}">
                  <a16:creationId xmlns:a16="http://schemas.microsoft.com/office/drawing/2014/main" id="{F1FCFDC2-D4A8-455D-0AF1-41EAD9AAC3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34191" y="3258904"/>
              <a:ext cx="845018" cy="845018"/>
            </a:xfrm>
            <a:prstGeom prst="rect">
              <a:avLst/>
            </a:prstGeom>
          </p:spPr>
        </p:pic>
      </p:gr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L’ÉQUIPE PROJET</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ÉQUIPE</a:t>
            </a:r>
            <a:endParaRPr lang="en-US"/>
          </a:p>
        </p:txBody>
      </p:sp>
      <p:grpSp>
        <p:nvGrpSpPr>
          <p:cNvPr id="5" name="Transplant"/>
          <p:cNvGrpSpPr/>
          <p:nvPr/>
        </p:nvGrpSpPr>
        <p:grpSpPr>
          <a:xfrm>
            <a:off x="1908842" y="1508760"/>
            <a:ext cx="8371268" cy="4754880"/>
            <a:chOff x="1789471" y="-259124"/>
            <a:chExt cx="11084027" cy="6295727"/>
          </a:xfrm>
        </p:grpSpPr>
        <p:pic>
          <p:nvPicPr>
            <p:cNvPr id="6" name="Image 6" descr="Une image contenant texte, capture d’écran, dessin humoristique, Graphique&#10;&#10;Le contenu généré par l’IA peut être incorrect.">
              <a:extLst>
                <a:ext uri="{FF2B5EF4-FFF2-40B4-BE49-F238E27FC236}">
                  <a16:creationId xmlns:a16="http://schemas.microsoft.com/office/drawing/2014/main" id="{3ED2E187-B56B-2904-0470-A2040CE91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9471" y="-259124"/>
              <a:ext cx="11084027" cy="6295727"/>
            </a:xfrm>
            <a:prstGeom prst="rect">
              <a:avLst/>
            </a:prstGeom>
          </p:spPr>
        </p:pic>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DÉFINITION DES RÔLES</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ÉQUIPE PROJET</a:t>
            </a:r>
            <a:endParaRPr lang="en-US"/>
          </a:p>
        </p:txBody>
      </p:sp>
      <p:grpSp>
        <p:nvGrpSpPr>
          <p:cNvPr id="5" name="Transplant"/>
          <p:cNvGrpSpPr/>
          <p:nvPr/>
        </p:nvGrpSpPr>
        <p:grpSpPr>
          <a:xfrm>
            <a:off x="694944" y="1596126"/>
            <a:ext cx="10799064" cy="4580148"/>
            <a:chOff x="223376" y="1801800"/>
            <a:chExt cx="11727501" cy="4973921"/>
          </a:xfrm>
        </p:grpSpPr>
        <p:grpSp>
          <p:nvGrpSpPr>
            <p:cNvPr id="6" name="Group 131">
              <a:extLst>
                <a:ext uri="{FF2B5EF4-FFF2-40B4-BE49-F238E27FC236}">
                  <a16:creationId xmlns:a16="http://schemas.microsoft.com/office/drawing/2014/main" id="{5FB11755-435F-1B39-BF56-9EB652EDEE42}"/>
                </a:ext>
              </a:extLst>
            </p:cNvPr>
            <p:cNvGrpSpPr/>
            <p:nvPr/>
          </p:nvGrpSpPr>
          <p:grpSpPr>
            <a:xfrm>
              <a:off x="241983" y="1801800"/>
              <a:ext cx="11708894" cy="4973921"/>
              <a:chOff x="235683" y="1740535"/>
              <a:chExt cx="11708894" cy="4752337"/>
            </a:xfrm>
          </p:grpSpPr>
          <p:sp>
            <p:nvSpPr>
              <p:cNvPr id="7" name="Rectangle: Single Corner Rounded 39">
                <a:extLst>
                  <a:ext uri="{FF2B5EF4-FFF2-40B4-BE49-F238E27FC236}">
                    <a16:creationId xmlns:a16="http://schemas.microsoft.com/office/drawing/2014/main" id="{2A998228-785A-C1ED-D4C5-38D4D148FA9A}"/>
                  </a:ext>
                </a:extLst>
              </p:cNvPr>
              <p:cNvSpPr/>
              <p:nvPr/>
            </p:nvSpPr>
            <p:spPr>
              <a:xfrm flipV="1">
                <a:off x="2046254" y="2264446"/>
                <a:ext cx="9876780" cy="4209951"/>
              </a:xfrm>
              <a:prstGeom prst="round1Rect">
                <a:avLst>
                  <a:gd name="adj" fmla="val 6108"/>
                </a:avLst>
              </a:prstGeom>
              <a:noFill/>
              <a:ln w="25400">
                <a:gradFill>
                  <a:gsLst>
                    <a:gs pos="0">
                      <a:srgbClr val="BA131A"/>
                    </a:gs>
                    <a:gs pos="100000">
                      <a:srgbClr val="CD5358"/>
                    </a:gs>
                  </a:gsLst>
                  <a:lin ang="48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Top Corners Rounded 16">
                <a:extLst>
                  <a:ext uri="{FF2B5EF4-FFF2-40B4-BE49-F238E27FC236}">
                    <a16:creationId xmlns:a16="http://schemas.microsoft.com/office/drawing/2014/main" id="{D5D02760-BD9B-9E45-A522-BF24F22DF60A}"/>
                  </a:ext>
                </a:extLst>
              </p:cNvPr>
              <p:cNvSpPr/>
              <p:nvPr/>
            </p:nvSpPr>
            <p:spPr>
              <a:xfrm>
                <a:off x="2045587" y="1865326"/>
                <a:ext cx="9898990" cy="412605"/>
              </a:xfrm>
              <a:prstGeom prst="round2SameRect">
                <a:avLst>
                  <a:gd name="adj1" fmla="val 20679"/>
                  <a:gd name="adj2" fmla="val 0"/>
                </a:avLst>
              </a:prstGeom>
              <a:gradFill>
                <a:gsLst>
                  <a:gs pos="0">
                    <a:srgbClr val="BA131A"/>
                  </a:gs>
                  <a:gs pos="100000">
                    <a:srgbClr val="CD5358"/>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Top Corners Rounded 17">
                <a:extLst>
                  <a:ext uri="{FF2B5EF4-FFF2-40B4-BE49-F238E27FC236}">
                    <a16:creationId xmlns:a16="http://schemas.microsoft.com/office/drawing/2014/main" id="{7A5DCB43-2941-C501-005D-D8C7020EC7B1}"/>
                  </a:ext>
                </a:extLst>
              </p:cNvPr>
              <p:cNvSpPr/>
              <p:nvPr/>
            </p:nvSpPr>
            <p:spPr>
              <a:xfrm rot="16200000">
                <a:off x="-969291" y="3478661"/>
                <a:ext cx="4228422" cy="1800000"/>
              </a:xfrm>
              <a:prstGeom prst="round2SameRect">
                <a:avLst>
                  <a:gd name="adj1" fmla="val 9917"/>
                  <a:gd name="adj2" fmla="val 0"/>
                </a:avLst>
              </a:prstGeom>
              <a:gradFill>
                <a:gsLst>
                  <a:gs pos="0">
                    <a:srgbClr val="BA131A"/>
                  </a:gs>
                  <a:gs pos="100000">
                    <a:srgbClr val="CD5358"/>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Group 33">
                <a:extLst>
                  <a:ext uri="{FF2B5EF4-FFF2-40B4-BE49-F238E27FC236}">
                    <a16:creationId xmlns:a16="http://schemas.microsoft.com/office/drawing/2014/main" id="{ADBD8617-1FD0-D1B2-DAC5-1147644D1E49}"/>
                  </a:ext>
                </a:extLst>
              </p:cNvPr>
              <p:cNvGrpSpPr/>
              <p:nvPr/>
            </p:nvGrpSpPr>
            <p:grpSpPr>
              <a:xfrm>
                <a:off x="235683" y="3602181"/>
                <a:ext cx="11700000" cy="0"/>
                <a:chOff x="235683" y="3870036"/>
                <a:chExt cx="11700000" cy="0"/>
              </a:xfrm>
            </p:grpSpPr>
            <p:cxnSp>
              <p:nvCxnSpPr>
                <p:cNvPr id="11" name="Straight Connector 20">
                  <a:extLst>
                    <a:ext uri="{FF2B5EF4-FFF2-40B4-BE49-F238E27FC236}">
                      <a16:creationId xmlns:a16="http://schemas.microsoft.com/office/drawing/2014/main" id="{6B5F8591-4177-5961-6121-3F9D94873ABA}"/>
                    </a:ext>
                  </a:extLst>
                </p:cNvPr>
                <p:cNvCxnSpPr>
                  <a:cxnSpLocks/>
                </p:cNvCxnSpPr>
                <p:nvPr/>
              </p:nvCxnSpPr>
              <p:spPr>
                <a:xfrm>
                  <a:off x="235683" y="3870036"/>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31">
                  <a:extLst>
                    <a:ext uri="{FF2B5EF4-FFF2-40B4-BE49-F238E27FC236}">
                      <a16:creationId xmlns:a16="http://schemas.microsoft.com/office/drawing/2014/main" id="{2B5F28A9-76A2-FD14-490D-2C51B5AA44A8}"/>
                    </a:ext>
                  </a:extLst>
                </p:cNvPr>
                <p:cNvCxnSpPr>
                  <a:cxnSpLocks/>
                </p:cNvCxnSpPr>
                <p:nvPr/>
              </p:nvCxnSpPr>
              <p:spPr>
                <a:xfrm>
                  <a:off x="2035683" y="3870036"/>
                  <a:ext cx="9900000" cy="0"/>
                </a:xfrm>
                <a:prstGeom prst="line">
                  <a:avLst/>
                </a:prstGeom>
                <a:ln w="25400">
                  <a:gradFill>
                    <a:gsLst>
                      <a:gs pos="0">
                        <a:srgbClr val="CD5358"/>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3" name="Group 34">
                <a:extLst>
                  <a:ext uri="{FF2B5EF4-FFF2-40B4-BE49-F238E27FC236}">
                    <a16:creationId xmlns:a16="http://schemas.microsoft.com/office/drawing/2014/main" id="{2B501693-529C-6851-D39D-BD11135B48AA}"/>
                  </a:ext>
                </a:extLst>
              </p:cNvPr>
              <p:cNvGrpSpPr/>
              <p:nvPr/>
            </p:nvGrpSpPr>
            <p:grpSpPr>
              <a:xfrm>
                <a:off x="235683" y="4068618"/>
                <a:ext cx="11690763" cy="0"/>
                <a:chOff x="244920" y="4548909"/>
                <a:chExt cx="11690763" cy="0"/>
              </a:xfrm>
            </p:grpSpPr>
            <p:cxnSp>
              <p:nvCxnSpPr>
                <p:cNvPr id="14" name="Straight Connector 22">
                  <a:extLst>
                    <a:ext uri="{FF2B5EF4-FFF2-40B4-BE49-F238E27FC236}">
                      <a16:creationId xmlns:a16="http://schemas.microsoft.com/office/drawing/2014/main" id="{9486C7DA-54A3-5BC1-E116-4E9A4FC48344}"/>
                    </a:ext>
                  </a:extLst>
                </p:cNvPr>
                <p:cNvCxnSpPr>
                  <a:cxnSpLocks/>
                </p:cNvCxnSpPr>
                <p:nvPr/>
              </p:nvCxnSpPr>
              <p:spPr>
                <a:xfrm>
                  <a:off x="244920" y="4548909"/>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32">
                  <a:extLst>
                    <a:ext uri="{FF2B5EF4-FFF2-40B4-BE49-F238E27FC236}">
                      <a16:creationId xmlns:a16="http://schemas.microsoft.com/office/drawing/2014/main" id="{514904B4-1BD5-15CB-D775-DD0C14DFE63F}"/>
                    </a:ext>
                  </a:extLst>
                </p:cNvPr>
                <p:cNvCxnSpPr>
                  <a:cxnSpLocks/>
                </p:cNvCxnSpPr>
                <p:nvPr/>
              </p:nvCxnSpPr>
              <p:spPr>
                <a:xfrm>
                  <a:off x="2035683" y="4548909"/>
                  <a:ext cx="9900000" cy="0"/>
                </a:xfrm>
                <a:prstGeom prst="line">
                  <a:avLst/>
                </a:prstGeom>
                <a:ln w="25400">
                  <a:gradFill>
                    <a:gsLst>
                      <a:gs pos="0">
                        <a:srgbClr val="CD5358"/>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6" name="Group 130">
                <a:extLst>
                  <a:ext uri="{FF2B5EF4-FFF2-40B4-BE49-F238E27FC236}">
                    <a16:creationId xmlns:a16="http://schemas.microsoft.com/office/drawing/2014/main" id="{536E94CB-8A9E-7EF8-13AC-15D77D79A637}"/>
                  </a:ext>
                </a:extLst>
              </p:cNvPr>
              <p:cNvGrpSpPr/>
              <p:nvPr/>
            </p:nvGrpSpPr>
            <p:grpSpPr>
              <a:xfrm>
                <a:off x="3888510" y="1740535"/>
                <a:ext cx="0" cy="4733863"/>
                <a:chOff x="3888510" y="1740535"/>
                <a:chExt cx="0" cy="4733863"/>
              </a:xfrm>
            </p:grpSpPr>
            <p:cxnSp>
              <p:nvCxnSpPr>
                <p:cNvPr id="17" name="Straight Connector 24">
                  <a:extLst>
                    <a:ext uri="{FF2B5EF4-FFF2-40B4-BE49-F238E27FC236}">
                      <a16:creationId xmlns:a16="http://schemas.microsoft.com/office/drawing/2014/main" id="{6F89EC30-F9A2-DA1A-AA0D-5B5FB5BF0089}"/>
                    </a:ext>
                  </a:extLst>
                </p:cNvPr>
                <p:cNvCxnSpPr>
                  <a:cxnSpLocks/>
                </p:cNvCxnSpPr>
                <p:nvPr/>
              </p:nvCxnSpPr>
              <p:spPr>
                <a:xfrm>
                  <a:off x="3888510"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41">
                  <a:extLst>
                    <a:ext uri="{FF2B5EF4-FFF2-40B4-BE49-F238E27FC236}">
                      <a16:creationId xmlns:a16="http://schemas.microsoft.com/office/drawing/2014/main" id="{21C7B5AF-D83F-F84D-1E58-FAB34D8304C0}"/>
                    </a:ext>
                  </a:extLst>
                </p:cNvPr>
                <p:cNvCxnSpPr>
                  <a:cxnSpLocks/>
                </p:cNvCxnSpPr>
                <p:nvPr/>
              </p:nvCxnSpPr>
              <p:spPr>
                <a:xfrm>
                  <a:off x="3888510"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9" name="Group 129">
                <a:extLst>
                  <a:ext uri="{FF2B5EF4-FFF2-40B4-BE49-F238E27FC236}">
                    <a16:creationId xmlns:a16="http://schemas.microsoft.com/office/drawing/2014/main" id="{9960C587-9A50-71D1-75E8-476AA076559C}"/>
                  </a:ext>
                </a:extLst>
              </p:cNvPr>
              <p:cNvGrpSpPr/>
              <p:nvPr/>
            </p:nvGrpSpPr>
            <p:grpSpPr>
              <a:xfrm>
                <a:off x="5938131" y="1740535"/>
                <a:ext cx="0" cy="4733863"/>
                <a:chOff x="5938131" y="1740535"/>
                <a:chExt cx="0" cy="4733863"/>
              </a:xfrm>
            </p:grpSpPr>
            <p:cxnSp>
              <p:nvCxnSpPr>
                <p:cNvPr id="20" name="Straight Connector 25">
                  <a:extLst>
                    <a:ext uri="{FF2B5EF4-FFF2-40B4-BE49-F238E27FC236}">
                      <a16:creationId xmlns:a16="http://schemas.microsoft.com/office/drawing/2014/main" id="{635E5082-2952-2FFC-4971-33C8334BB549}"/>
                    </a:ext>
                  </a:extLst>
                </p:cNvPr>
                <p:cNvCxnSpPr>
                  <a:cxnSpLocks/>
                </p:cNvCxnSpPr>
                <p:nvPr/>
              </p:nvCxnSpPr>
              <p:spPr>
                <a:xfrm>
                  <a:off x="5938131"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44">
                  <a:extLst>
                    <a:ext uri="{FF2B5EF4-FFF2-40B4-BE49-F238E27FC236}">
                      <a16:creationId xmlns:a16="http://schemas.microsoft.com/office/drawing/2014/main" id="{0614BADA-6DFE-3F1A-3122-7C9F63EAA9C5}"/>
                    </a:ext>
                  </a:extLst>
                </p:cNvPr>
                <p:cNvCxnSpPr>
                  <a:cxnSpLocks/>
                </p:cNvCxnSpPr>
                <p:nvPr/>
              </p:nvCxnSpPr>
              <p:spPr>
                <a:xfrm>
                  <a:off x="5938131"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22" name="Group 128">
                <a:extLst>
                  <a:ext uri="{FF2B5EF4-FFF2-40B4-BE49-F238E27FC236}">
                    <a16:creationId xmlns:a16="http://schemas.microsoft.com/office/drawing/2014/main" id="{FAD1C23F-35F8-EF3E-6FDF-59E1B13A033A}"/>
                  </a:ext>
                </a:extLst>
              </p:cNvPr>
              <p:cNvGrpSpPr/>
              <p:nvPr/>
            </p:nvGrpSpPr>
            <p:grpSpPr>
              <a:xfrm>
                <a:off x="7989635" y="1740535"/>
                <a:ext cx="0" cy="4733863"/>
                <a:chOff x="7989635" y="1740535"/>
                <a:chExt cx="0" cy="4733863"/>
              </a:xfrm>
            </p:grpSpPr>
            <p:cxnSp>
              <p:nvCxnSpPr>
                <p:cNvPr id="23" name="Straight Connector 26">
                  <a:extLst>
                    <a:ext uri="{FF2B5EF4-FFF2-40B4-BE49-F238E27FC236}">
                      <a16:creationId xmlns:a16="http://schemas.microsoft.com/office/drawing/2014/main" id="{D7953742-D7D9-9E24-1B19-9D10B29E9768}"/>
                    </a:ext>
                  </a:extLst>
                </p:cNvPr>
                <p:cNvCxnSpPr>
                  <a:cxnSpLocks/>
                </p:cNvCxnSpPr>
                <p:nvPr/>
              </p:nvCxnSpPr>
              <p:spPr>
                <a:xfrm>
                  <a:off x="7989635"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45">
                  <a:extLst>
                    <a:ext uri="{FF2B5EF4-FFF2-40B4-BE49-F238E27FC236}">
                      <a16:creationId xmlns:a16="http://schemas.microsoft.com/office/drawing/2014/main" id="{CDCAA906-DC08-1FA6-C70F-2274FA619F71}"/>
                    </a:ext>
                  </a:extLst>
                </p:cNvPr>
                <p:cNvCxnSpPr>
                  <a:cxnSpLocks/>
                </p:cNvCxnSpPr>
                <p:nvPr/>
              </p:nvCxnSpPr>
              <p:spPr>
                <a:xfrm>
                  <a:off x="7989635"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25" name="Group 127">
                <a:extLst>
                  <a:ext uri="{FF2B5EF4-FFF2-40B4-BE49-F238E27FC236}">
                    <a16:creationId xmlns:a16="http://schemas.microsoft.com/office/drawing/2014/main" id="{CDDD269F-F86E-4C22-690A-2A08D7B6CF60}"/>
                  </a:ext>
                </a:extLst>
              </p:cNvPr>
              <p:cNvGrpSpPr/>
              <p:nvPr/>
            </p:nvGrpSpPr>
            <p:grpSpPr>
              <a:xfrm>
                <a:off x="10037373" y="1740535"/>
                <a:ext cx="0" cy="4733863"/>
                <a:chOff x="10037373" y="1740535"/>
                <a:chExt cx="0" cy="4733863"/>
              </a:xfrm>
            </p:grpSpPr>
            <p:cxnSp>
              <p:nvCxnSpPr>
                <p:cNvPr id="26" name="Straight Connector 27">
                  <a:extLst>
                    <a:ext uri="{FF2B5EF4-FFF2-40B4-BE49-F238E27FC236}">
                      <a16:creationId xmlns:a16="http://schemas.microsoft.com/office/drawing/2014/main" id="{EBE7E06C-AA84-E8CD-6388-7C35F2457D3E}"/>
                    </a:ext>
                  </a:extLst>
                </p:cNvPr>
                <p:cNvCxnSpPr>
                  <a:cxnSpLocks/>
                </p:cNvCxnSpPr>
                <p:nvPr/>
              </p:nvCxnSpPr>
              <p:spPr>
                <a:xfrm>
                  <a:off x="10037373"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46">
                  <a:extLst>
                    <a:ext uri="{FF2B5EF4-FFF2-40B4-BE49-F238E27FC236}">
                      <a16:creationId xmlns:a16="http://schemas.microsoft.com/office/drawing/2014/main" id="{FC8E956A-768E-1937-FC14-1D0CA5819DEC}"/>
                    </a:ext>
                  </a:extLst>
                </p:cNvPr>
                <p:cNvCxnSpPr>
                  <a:cxnSpLocks/>
                </p:cNvCxnSpPr>
                <p:nvPr/>
              </p:nvCxnSpPr>
              <p:spPr>
                <a:xfrm>
                  <a:off x="10037373" y="2268696"/>
                  <a:ext cx="0" cy="4205702"/>
                </a:xfrm>
                <a:prstGeom prst="line">
                  <a:avLst/>
                </a:prstGeom>
                <a:ln w="25400">
                  <a:gradFill>
                    <a:gsLst>
                      <a:gs pos="0">
                        <a:srgbClr val="CD5358"/>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sp>
          <p:nvSpPr>
            <p:cNvPr id="28" name="TextBox 51">
              <a:extLst>
                <a:ext uri="{FF2B5EF4-FFF2-40B4-BE49-F238E27FC236}">
                  <a16:creationId xmlns:a16="http://schemas.microsoft.com/office/drawing/2014/main" id="{64FBED34-F024-9913-B467-C1B5EF452F09}"/>
                </a:ext>
              </a:extLst>
            </p:cNvPr>
            <p:cNvSpPr txBox="1"/>
            <p:nvPr/>
          </p:nvSpPr>
          <p:spPr>
            <a:xfrm>
              <a:off x="268966" y="2803598"/>
              <a:ext cx="1733535" cy="387068"/>
            </a:xfrm>
            <a:prstGeom prst="rect">
              <a:avLst/>
            </a:prstGeom>
          </p:spPr>
          <p:txBody>
            <a:bodyPr vert="horz" wrap="none" lIns="91440" tIns="45720" rIns="91440" bIns="45720" rtlCol="0" anchor="ctr">
              <a:normAutofit/>
            </a:bodyPr>
            <a:lstStyle/>
            <a:p>
              <a:pPr algn="l"/>
              <a:endParaRPr lang="fr-FR"/>
            </a:p>
          </p:txBody>
        </p:sp>
        <p:sp>
          <p:nvSpPr>
            <p:cNvPr id="29" name="TextBox 53">
              <a:extLst>
                <a:ext uri="{FF2B5EF4-FFF2-40B4-BE49-F238E27FC236}">
                  <a16:creationId xmlns:a16="http://schemas.microsoft.com/office/drawing/2014/main" id="{74EC9DFD-8593-45CF-928F-5AD928E099EC}"/>
                </a:ext>
              </a:extLst>
            </p:cNvPr>
            <p:cNvSpPr txBox="1"/>
            <p:nvPr/>
          </p:nvSpPr>
          <p:spPr>
            <a:xfrm>
              <a:off x="236052" y="2946158"/>
              <a:ext cx="1807592" cy="487619"/>
            </a:xfrm>
            <a:prstGeom prst="rect">
              <a:avLst/>
            </a:prstGeom>
          </p:spPr>
          <p:txBody>
            <a:bodyPr vert="horz" wrap="none" lIns="91440" tIns="45720" rIns="91440" bIns="45720" rtlCol="0" anchor="ctr">
              <a:normAutofit/>
            </a:bodyPr>
            <a:lstStyle/>
            <a:p>
              <a:pPr algn="ctr"/>
              <a:r>
                <a:rPr lang="fr-FR" sz="1381">
                  <a:solidFill>
                    <a:schemeClr val="bg1"/>
                  </a:solidFill>
                  <a:latin typeface="+mj-lt"/>
                </a:rPr>
                <a:t>Phase d’analyse</a:t>
              </a:r>
            </a:p>
          </p:txBody>
        </p:sp>
        <p:sp>
          <p:nvSpPr>
            <p:cNvPr id="30" name="TextBox 54">
              <a:extLst>
                <a:ext uri="{FF2B5EF4-FFF2-40B4-BE49-F238E27FC236}">
                  <a16:creationId xmlns:a16="http://schemas.microsoft.com/office/drawing/2014/main" id="{FEFCDB6E-FE82-D464-315E-91DA19673FB6}"/>
                </a:ext>
              </a:extLst>
            </p:cNvPr>
            <p:cNvSpPr txBox="1"/>
            <p:nvPr/>
          </p:nvSpPr>
          <p:spPr>
            <a:xfrm>
              <a:off x="223376" y="3772629"/>
              <a:ext cx="1807592" cy="487619"/>
            </a:xfrm>
            <a:prstGeom prst="rect">
              <a:avLst/>
            </a:prstGeom>
          </p:spPr>
          <p:txBody>
            <a:bodyPr vert="horz" wrap="none" lIns="91440" tIns="45720" rIns="91440" bIns="45720" rtlCol="0" anchor="ctr">
              <a:normAutofit/>
            </a:bodyPr>
            <a:lstStyle/>
            <a:p>
              <a:pPr algn="ctr"/>
              <a:r>
                <a:rPr lang="fr-FR" sz="1381">
                  <a:solidFill>
                    <a:schemeClr val="bg1"/>
                  </a:solidFill>
                  <a:latin typeface="+mj-lt"/>
                </a:rPr>
                <a:t>Phase de lancement</a:t>
              </a:r>
            </a:p>
          </p:txBody>
        </p:sp>
        <p:sp>
          <p:nvSpPr>
            <p:cNvPr id="31" name="TextBox 57">
              <a:extLst>
                <a:ext uri="{FF2B5EF4-FFF2-40B4-BE49-F238E27FC236}">
                  <a16:creationId xmlns:a16="http://schemas.microsoft.com/office/drawing/2014/main" id="{9A53E0E0-0417-31A5-EC9F-B545BF1AA51A}"/>
                </a:ext>
              </a:extLst>
            </p:cNvPr>
            <p:cNvSpPr txBox="1"/>
            <p:nvPr/>
          </p:nvSpPr>
          <p:spPr>
            <a:xfrm>
              <a:off x="241123" y="4830717"/>
              <a:ext cx="1807592" cy="819602"/>
            </a:xfrm>
            <a:prstGeom prst="rect">
              <a:avLst/>
            </a:prstGeom>
          </p:spPr>
          <p:txBody>
            <a:bodyPr vert="horz" wrap="none" lIns="91440" tIns="45720" rIns="91440" bIns="45720" rtlCol="0" anchor="ctr">
              <a:normAutofit/>
            </a:bodyPr>
            <a:lstStyle/>
            <a:p>
              <a:pPr algn="ctr"/>
              <a:r>
                <a:rPr lang="fr-FR" sz="1381">
                  <a:solidFill>
                    <a:schemeClr val="bg1"/>
                  </a:solidFill>
                  <a:latin typeface="+mj-lt"/>
                </a:rPr>
                <a:t>Phase</a:t>
              </a:r>
            </a:p>
            <a:p>
              <a:pPr algn="ctr"/>
              <a:r>
                <a:rPr lang="fr-FR" sz="1381">
                  <a:solidFill>
                    <a:schemeClr val="bg1"/>
                  </a:solidFill>
                  <a:latin typeface="+mj-lt"/>
                </a:rPr>
                <a:t>d’</a:t>
              </a:r>
              <a:r>
                <a:rPr lang="fr-FR" sz="1381" err="1">
                  <a:solidFill>
                    <a:schemeClr val="bg1"/>
                  </a:solidFill>
                  <a:latin typeface="+mj-lt"/>
                </a:rPr>
                <a:t>implementation</a:t>
              </a:r>
              <a:endParaRPr lang="fr-FR" sz="1381">
                <a:solidFill>
                  <a:schemeClr val="bg1"/>
                </a:solidFill>
                <a:latin typeface="+mj-lt"/>
              </a:endParaRPr>
            </a:p>
          </p:txBody>
        </p:sp>
        <p:sp>
          <p:nvSpPr>
            <p:cNvPr id="32" name="TextBox 58">
              <a:extLst>
                <a:ext uri="{FF2B5EF4-FFF2-40B4-BE49-F238E27FC236}">
                  <a16:creationId xmlns:a16="http://schemas.microsoft.com/office/drawing/2014/main" id="{5A3F7CEA-09CF-B407-F105-0A94557A9699}"/>
                </a:ext>
              </a:extLst>
            </p:cNvPr>
            <p:cNvSpPr txBox="1"/>
            <p:nvPr/>
          </p:nvSpPr>
          <p:spPr>
            <a:xfrm>
              <a:off x="2070180" y="1949116"/>
              <a:ext cx="1807592" cy="388803"/>
            </a:xfrm>
            <a:prstGeom prst="rect">
              <a:avLst/>
            </a:prstGeom>
          </p:spPr>
          <p:txBody>
            <a:bodyPr vert="horz" wrap="none" lIns="91440" tIns="45720" rIns="91440" bIns="45720" rtlCol="0" anchor="ctr">
              <a:normAutofit/>
            </a:bodyPr>
            <a:lstStyle/>
            <a:p>
              <a:pPr algn="ctr"/>
              <a:r>
                <a:rPr lang="fr-FR" sz="1381">
                  <a:solidFill>
                    <a:schemeClr val="bg1"/>
                  </a:solidFill>
                  <a:latin typeface="+mj-lt"/>
                </a:rPr>
                <a:t>Chef de projet</a:t>
              </a:r>
            </a:p>
          </p:txBody>
        </p:sp>
        <p:sp>
          <p:nvSpPr>
            <p:cNvPr id="33" name="TextBox 59">
              <a:extLst>
                <a:ext uri="{FF2B5EF4-FFF2-40B4-BE49-F238E27FC236}">
                  <a16:creationId xmlns:a16="http://schemas.microsoft.com/office/drawing/2014/main" id="{55BF1076-D8A9-795B-D2D3-6A6361C01AE4}"/>
                </a:ext>
              </a:extLst>
            </p:cNvPr>
            <p:cNvSpPr txBox="1"/>
            <p:nvPr/>
          </p:nvSpPr>
          <p:spPr>
            <a:xfrm>
              <a:off x="4027425" y="1949116"/>
              <a:ext cx="1807592" cy="388803"/>
            </a:xfrm>
            <a:prstGeom prst="rect">
              <a:avLst/>
            </a:prstGeom>
          </p:spPr>
          <p:txBody>
            <a:bodyPr vert="horz" wrap="none" lIns="91440" tIns="45720" rIns="91440" bIns="45720" rtlCol="0" anchor="ctr">
              <a:normAutofit/>
            </a:bodyPr>
            <a:lstStyle/>
            <a:p>
              <a:pPr algn="ctr"/>
              <a:r>
                <a:rPr lang="fr-FR" sz="1381">
                  <a:solidFill>
                    <a:schemeClr val="bg1"/>
                  </a:solidFill>
                  <a:latin typeface="+mj-lt"/>
                </a:rPr>
                <a:t>Analyste d'affaires</a:t>
              </a:r>
            </a:p>
          </p:txBody>
        </p:sp>
        <p:sp>
          <p:nvSpPr>
            <p:cNvPr id="34" name="TextBox 60">
              <a:extLst>
                <a:ext uri="{FF2B5EF4-FFF2-40B4-BE49-F238E27FC236}">
                  <a16:creationId xmlns:a16="http://schemas.microsoft.com/office/drawing/2014/main" id="{2B90F0D7-7C1C-3ECC-F5EB-87C82E77CD88}"/>
                </a:ext>
              </a:extLst>
            </p:cNvPr>
            <p:cNvSpPr txBox="1"/>
            <p:nvPr/>
          </p:nvSpPr>
          <p:spPr>
            <a:xfrm>
              <a:off x="6075162" y="1949116"/>
              <a:ext cx="1807592" cy="388803"/>
            </a:xfrm>
            <a:prstGeom prst="rect">
              <a:avLst/>
            </a:prstGeom>
          </p:spPr>
          <p:txBody>
            <a:bodyPr vert="horz" wrap="none" lIns="91440" tIns="45720" rIns="91440" bIns="45720" rtlCol="0" anchor="ctr">
              <a:normAutofit/>
            </a:bodyPr>
            <a:lstStyle/>
            <a:p>
              <a:pPr algn="ctr"/>
              <a:r>
                <a:rPr lang="fr-FR" sz="1381">
                  <a:solidFill>
                    <a:schemeClr val="bg1"/>
                  </a:solidFill>
                  <a:latin typeface="+mj-lt"/>
                </a:rPr>
                <a:t>Configurateur</a:t>
              </a:r>
            </a:p>
          </p:txBody>
        </p:sp>
        <p:sp>
          <p:nvSpPr>
            <p:cNvPr id="35" name="TextBox 61">
              <a:extLst>
                <a:ext uri="{FF2B5EF4-FFF2-40B4-BE49-F238E27FC236}">
                  <a16:creationId xmlns:a16="http://schemas.microsoft.com/office/drawing/2014/main" id="{DE62E9DA-5A6E-39FD-D45B-58F48D31BDCF}"/>
                </a:ext>
              </a:extLst>
            </p:cNvPr>
            <p:cNvSpPr txBox="1"/>
            <p:nvPr/>
          </p:nvSpPr>
          <p:spPr>
            <a:xfrm>
              <a:off x="8130539" y="1949116"/>
              <a:ext cx="1807592" cy="388803"/>
            </a:xfrm>
            <a:prstGeom prst="rect">
              <a:avLst/>
            </a:prstGeom>
          </p:spPr>
          <p:txBody>
            <a:bodyPr vert="horz" wrap="none" lIns="91440" tIns="45720" rIns="91440" bIns="45720" rtlCol="0" anchor="ctr">
              <a:normAutofit/>
            </a:bodyPr>
            <a:lstStyle/>
            <a:p>
              <a:pPr algn="ctr"/>
              <a:r>
                <a:rPr lang="fr-FR" sz="1381">
                  <a:solidFill>
                    <a:schemeClr val="bg1"/>
                  </a:solidFill>
                  <a:latin typeface="+mj-lt"/>
                </a:rPr>
                <a:t>Développeur</a:t>
              </a:r>
            </a:p>
          </p:txBody>
        </p:sp>
        <p:sp>
          <p:nvSpPr>
            <p:cNvPr id="36" name="TextBox 63">
              <a:extLst>
                <a:ext uri="{FF2B5EF4-FFF2-40B4-BE49-F238E27FC236}">
                  <a16:creationId xmlns:a16="http://schemas.microsoft.com/office/drawing/2014/main" id="{3C275B32-2CA8-2B1F-8F65-77E1896E6C9A}"/>
                </a:ext>
              </a:extLst>
            </p:cNvPr>
            <p:cNvSpPr txBox="1"/>
            <p:nvPr/>
          </p:nvSpPr>
          <p:spPr>
            <a:xfrm>
              <a:off x="10107855" y="1949116"/>
              <a:ext cx="1807592" cy="388803"/>
            </a:xfrm>
            <a:prstGeom prst="rect">
              <a:avLst/>
            </a:prstGeom>
          </p:spPr>
          <p:txBody>
            <a:bodyPr vert="horz" wrap="none" lIns="91440" tIns="45720" rIns="91440" bIns="45720" rtlCol="0" anchor="ctr">
              <a:normAutofit/>
            </a:bodyPr>
            <a:lstStyle/>
            <a:p>
              <a:pPr algn="ctr"/>
              <a:r>
                <a:rPr lang="fr-FR" sz="1381">
                  <a:solidFill>
                    <a:schemeClr val="bg1"/>
                  </a:solidFill>
                  <a:latin typeface="+mj-lt"/>
                </a:rPr>
                <a:t>Architecte</a:t>
              </a:r>
            </a:p>
          </p:txBody>
        </p:sp>
        <p:sp>
          <p:nvSpPr>
            <p:cNvPr id="37" name="TextBox 65">
              <a:extLst>
                <a:ext uri="{FF2B5EF4-FFF2-40B4-BE49-F238E27FC236}">
                  <a16:creationId xmlns:a16="http://schemas.microsoft.com/office/drawing/2014/main" id="{B088B5FA-D37E-7CC3-654B-BC3343595E0E}"/>
                </a:ext>
              </a:extLst>
            </p:cNvPr>
            <p:cNvSpPr txBox="1"/>
            <p:nvPr/>
          </p:nvSpPr>
          <p:spPr>
            <a:xfrm>
              <a:off x="2102755" y="2370283"/>
              <a:ext cx="1765401" cy="144905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20" dirty="0">
                  <a:solidFill>
                    <a:srgbClr val="223843"/>
                  </a:solidFill>
                  <a:latin typeface="+mj-lt"/>
                </a:rPr>
                <a:t>Initiation et coordination</a:t>
              </a:r>
            </a:p>
            <a:p>
              <a:pPr marL="171450" indent="-171450">
                <a:lnSpc>
                  <a:spcPct val="150000"/>
                </a:lnSpc>
                <a:buFont typeface="Arial" panose="020B0604020202020204" pitchFamily="34" charset="0"/>
                <a:buChar char="•"/>
              </a:pPr>
              <a:r>
                <a:rPr lang="fr-FR" sz="920" dirty="0">
                  <a:solidFill>
                    <a:srgbClr val="223843"/>
                  </a:solidFill>
                  <a:latin typeface="+mj-lt"/>
                </a:rPr>
                <a:t>Documentation et communication</a:t>
              </a:r>
            </a:p>
            <a:p>
              <a:pPr marL="171450" indent="-171450">
                <a:lnSpc>
                  <a:spcPct val="150000"/>
                </a:lnSpc>
                <a:buFont typeface="Arial" panose="020B0604020202020204" pitchFamily="34" charset="0"/>
                <a:buChar char="•"/>
              </a:pPr>
              <a:r>
                <a:rPr lang="fr-FR" sz="920" dirty="0">
                  <a:solidFill>
                    <a:srgbClr val="223843"/>
                  </a:solidFill>
                  <a:latin typeface="+mj-lt"/>
                </a:rPr>
                <a:t>Planification et estimation</a:t>
              </a:r>
            </a:p>
          </p:txBody>
        </p:sp>
        <p:sp>
          <p:nvSpPr>
            <p:cNvPr id="38" name="TextBox 67">
              <a:extLst>
                <a:ext uri="{FF2B5EF4-FFF2-40B4-BE49-F238E27FC236}">
                  <a16:creationId xmlns:a16="http://schemas.microsoft.com/office/drawing/2014/main" id="{9FB6BF71-383B-14BD-129A-5DF7DEAA030C}"/>
                </a:ext>
              </a:extLst>
            </p:cNvPr>
            <p:cNvSpPr txBox="1"/>
            <p:nvPr/>
          </p:nvSpPr>
          <p:spPr>
            <a:xfrm>
              <a:off x="2101897" y="3711680"/>
              <a:ext cx="1743801" cy="577081"/>
            </a:xfrm>
            <a:prstGeom prst="rect">
              <a:avLst/>
            </a:prstGeom>
            <a:noFill/>
          </p:spPr>
          <p:txBody>
            <a:bodyPr wrap="square">
              <a:spAutoFit/>
            </a:bodyPr>
            <a:lstStyle/>
            <a:p>
              <a:pPr marL="171450" indent="-171450">
                <a:buFont typeface="Arial" panose="020B0604020202020204" pitchFamily="34" charset="0"/>
                <a:buChar char="•"/>
              </a:pPr>
              <a:r>
                <a:rPr lang="fr-FR" sz="966" i="0">
                  <a:solidFill>
                    <a:srgbClr val="223843"/>
                  </a:solidFill>
                  <a:effectLst/>
                  <a:latin typeface="+mj-lt"/>
                </a:rPr>
                <a:t>Planification et coordination des tâches</a:t>
              </a:r>
            </a:p>
          </p:txBody>
        </p:sp>
        <p:sp>
          <p:nvSpPr>
            <p:cNvPr id="39" name="TextBox 68">
              <a:extLst>
                <a:ext uri="{FF2B5EF4-FFF2-40B4-BE49-F238E27FC236}">
                  <a16:creationId xmlns:a16="http://schemas.microsoft.com/office/drawing/2014/main" id="{77773CCA-CD93-430C-C444-D3DFF0EF94F5}"/>
                </a:ext>
              </a:extLst>
            </p:cNvPr>
            <p:cNvSpPr txBox="1"/>
            <p:nvPr/>
          </p:nvSpPr>
          <p:spPr>
            <a:xfrm>
              <a:off x="2146715" y="4177057"/>
              <a:ext cx="1750845" cy="2240742"/>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i="0">
                  <a:solidFill>
                    <a:srgbClr val="223843"/>
                  </a:solidFill>
                  <a:effectLst/>
                  <a:latin typeface="+mj-lt"/>
                </a:rPr>
                <a:t>Surveillance et réunions de projet</a:t>
              </a:r>
            </a:p>
            <a:p>
              <a:pPr marL="171450" indent="-171450">
                <a:lnSpc>
                  <a:spcPct val="150000"/>
                </a:lnSpc>
                <a:buFont typeface="Arial" panose="020B0604020202020204" pitchFamily="34" charset="0"/>
                <a:buChar char="•"/>
              </a:pPr>
              <a:r>
                <a:rPr lang="fr-FR" sz="966" i="0">
                  <a:solidFill>
                    <a:srgbClr val="223843"/>
                  </a:solidFill>
                  <a:effectLst/>
                  <a:latin typeface="+mj-lt"/>
                </a:rPr>
                <a:t>Gestion des délais</a:t>
              </a:r>
            </a:p>
            <a:p>
              <a:pPr marL="171450" indent="-171450">
                <a:lnSpc>
                  <a:spcPct val="150000"/>
                </a:lnSpc>
                <a:buFont typeface="Arial" panose="020B0604020202020204" pitchFamily="34" charset="0"/>
                <a:buChar char="•"/>
              </a:pPr>
              <a:r>
                <a:rPr lang="fr-FR" sz="966" i="0">
                  <a:solidFill>
                    <a:srgbClr val="223843"/>
                  </a:solidFill>
                  <a:effectLst/>
                  <a:latin typeface="+mj-lt"/>
                </a:rPr>
                <a:t>Réunions et validation</a:t>
              </a:r>
            </a:p>
            <a:p>
              <a:pPr marL="171450" indent="-171450">
                <a:lnSpc>
                  <a:spcPct val="150000"/>
                </a:lnSpc>
                <a:buFont typeface="Arial" panose="020B0604020202020204" pitchFamily="34" charset="0"/>
                <a:buChar char="•"/>
              </a:pPr>
              <a:r>
                <a:rPr lang="fr-FR" sz="966" i="0">
                  <a:solidFill>
                    <a:srgbClr val="223843"/>
                  </a:solidFill>
                  <a:effectLst/>
                  <a:latin typeface="+mj-lt"/>
                </a:rPr>
                <a:t>Support et communication</a:t>
              </a:r>
            </a:p>
            <a:p>
              <a:pPr marL="171450" indent="-171450">
                <a:lnSpc>
                  <a:spcPct val="150000"/>
                </a:lnSpc>
                <a:buFont typeface="Arial" panose="020B0604020202020204" pitchFamily="34" charset="0"/>
                <a:buChar char="•"/>
              </a:pPr>
              <a:r>
                <a:rPr lang="fr-FR" sz="966" i="0">
                  <a:solidFill>
                    <a:srgbClr val="223843"/>
                  </a:solidFill>
                  <a:effectLst/>
                  <a:latin typeface="+mj-lt"/>
                </a:rPr>
                <a:t>Tests et rapports</a:t>
              </a:r>
            </a:p>
            <a:p>
              <a:pPr marL="171450" indent="-171450">
                <a:lnSpc>
                  <a:spcPct val="150000"/>
                </a:lnSpc>
                <a:buFont typeface="Arial" panose="020B0604020202020204" pitchFamily="34" charset="0"/>
                <a:buChar char="•"/>
              </a:pPr>
              <a:r>
                <a:rPr lang="fr-FR" sz="966" i="0">
                  <a:solidFill>
                    <a:srgbClr val="223843"/>
                  </a:solidFill>
                  <a:effectLst/>
                  <a:latin typeface="+mj-lt"/>
                </a:rPr>
                <a:t>Implication dans le comité de pilotage</a:t>
              </a:r>
            </a:p>
          </p:txBody>
        </p:sp>
        <p:sp>
          <p:nvSpPr>
            <p:cNvPr id="40" name="TextBox 118">
              <a:extLst>
                <a:ext uri="{FF2B5EF4-FFF2-40B4-BE49-F238E27FC236}">
                  <a16:creationId xmlns:a16="http://schemas.microsoft.com/office/drawing/2014/main" id="{400C9838-ECB1-9F7E-E4B6-8A4B1917DB3B}"/>
                </a:ext>
              </a:extLst>
            </p:cNvPr>
            <p:cNvSpPr txBox="1"/>
            <p:nvPr/>
          </p:nvSpPr>
          <p:spPr>
            <a:xfrm>
              <a:off x="3981304" y="2370283"/>
              <a:ext cx="1927423" cy="1274580"/>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a:solidFill>
                    <a:srgbClr val="223843"/>
                  </a:solidFill>
                  <a:latin typeface="+mj-lt"/>
                </a:rPr>
                <a:t>Découverte et analyse</a:t>
              </a:r>
            </a:p>
            <a:p>
              <a:pPr marL="171450" indent="-171450">
                <a:lnSpc>
                  <a:spcPct val="150000"/>
                </a:lnSpc>
                <a:buFont typeface="Arial" panose="020B0604020202020204" pitchFamily="34" charset="0"/>
                <a:buChar char="•"/>
              </a:pPr>
              <a:r>
                <a:rPr lang="fr-FR" sz="966">
                  <a:solidFill>
                    <a:srgbClr val="223843"/>
                  </a:solidFill>
                  <a:latin typeface="+mj-lt"/>
                </a:rPr>
                <a:t>Architecture fonctionnelle</a:t>
              </a:r>
            </a:p>
            <a:p>
              <a:pPr marL="171450" indent="-171450">
                <a:lnSpc>
                  <a:spcPct val="150000"/>
                </a:lnSpc>
                <a:buFont typeface="Arial" panose="020B0604020202020204" pitchFamily="34" charset="0"/>
                <a:buChar char="•"/>
              </a:pPr>
              <a:r>
                <a:rPr lang="fr-FR" sz="966">
                  <a:solidFill>
                    <a:srgbClr val="223843"/>
                  </a:solidFill>
                  <a:latin typeface="+mj-lt"/>
                </a:rPr>
                <a:t>Communication et planification</a:t>
              </a:r>
              <a:endParaRPr lang="en-US" sz="966">
                <a:solidFill>
                  <a:srgbClr val="223843"/>
                </a:solidFill>
                <a:latin typeface="+mj-lt"/>
              </a:endParaRPr>
            </a:p>
          </p:txBody>
        </p:sp>
        <p:sp>
          <p:nvSpPr>
            <p:cNvPr id="41" name="TextBox 119">
              <a:extLst>
                <a:ext uri="{FF2B5EF4-FFF2-40B4-BE49-F238E27FC236}">
                  <a16:creationId xmlns:a16="http://schemas.microsoft.com/office/drawing/2014/main" id="{66828F41-6DB0-1E6D-AC3D-FACD83932196}"/>
                </a:ext>
              </a:extLst>
            </p:cNvPr>
            <p:cNvSpPr txBox="1"/>
            <p:nvPr/>
          </p:nvSpPr>
          <p:spPr>
            <a:xfrm>
              <a:off x="4031698" y="3711680"/>
              <a:ext cx="1893784" cy="415498"/>
            </a:xfrm>
            <a:prstGeom prst="rect">
              <a:avLst/>
            </a:prstGeom>
            <a:noFill/>
          </p:spPr>
          <p:txBody>
            <a:bodyPr wrap="square">
              <a:spAutoFit/>
            </a:bodyPr>
            <a:lstStyle/>
            <a:p>
              <a:pPr marL="171450" indent="-171450">
                <a:buFont typeface="Arial" panose="020B0604020202020204" pitchFamily="34" charset="0"/>
                <a:buChar char="•"/>
              </a:pPr>
              <a:r>
                <a:rPr lang="fr-FR" sz="966" i="0">
                  <a:solidFill>
                    <a:srgbClr val="223843"/>
                  </a:solidFill>
                  <a:effectLst/>
                  <a:latin typeface="+mj-lt"/>
                </a:rPr>
                <a:t>Description des tâches et délégation</a:t>
              </a:r>
            </a:p>
          </p:txBody>
        </p:sp>
        <p:sp>
          <p:nvSpPr>
            <p:cNvPr id="42" name="TextBox 120">
              <a:extLst>
                <a:ext uri="{FF2B5EF4-FFF2-40B4-BE49-F238E27FC236}">
                  <a16:creationId xmlns:a16="http://schemas.microsoft.com/office/drawing/2014/main" id="{6171AF88-94A6-31F5-A858-A6E2F1D8C245}"/>
                </a:ext>
              </a:extLst>
            </p:cNvPr>
            <p:cNvSpPr txBox="1"/>
            <p:nvPr/>
          </p:nvSpPr>
          <p:spPr>
            <a:xfrm>
              <a:off x="3981303" y="4177057"/>
              <a:ext cx="2044325" cy="175599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i="0">
                  <a:solidFill>
                    <a:srgbClr val="223843"/>
                  </a:solidFill>
                  <a:effectLst/>
                  <a:latin typeface="+mj-lt"/>
                </a:rPr>
                <a:t>Spécification et développement</a:t>
              </a:r>
            </a:p>
            <a:p>
              <a:pPr marL="171450" indent="-171450">
                <a:lnSpc>
                  <a:spcPct val="150000"/>
                </a:lnSpc>
                <a:buFont typeface="Arial" panose="020B0604020202020204" pitchFamily="34" charset="0"/>
                <a:buChar char="•"/>
              </a:pPr>
              <a:r>
                <a:rPr lang="fr-FR" sz="966" i="0">
                  <a:solidFill>
                    <a:srgbClr val="223843"/>
                  </a:solidFill>
                  <a:effectLst/>
                  <a:latin typeface="+mj-lt"/>
                </a:rPr>
                <a:t>Test et validation</a:t>
              </a:r>
            </a:p>
            <a:p>
              <a:pPr marL="171450" indent="-171450">
                <a:lnSpc>
                  <a:spcPct val="150000"/>
                </a:lnSpc>
                <a:buFont typeface="Arial" panose="020B0604020202020204" pitchFamily="34" charset="0"/>
                <a:buChar char="•"/>
              </a:pPr>
              <a:r>
                <a:rPr lang="fr-FR" sz="966" i="0">
                  <a:solidFill>
                    <a:srgbClr val="223843"/>
                  </a:solidFill>
                  <a:effectLst/>
                  <a:latin typeface="+mj-lt"/>
                </a:rPr>
                <a:t>Réunions et communication</a:t>
              </a:r>
            </a:p>
            <a:p>
              <a:pPr marL="171450" indent="-171450">
                <a:lnSpc>
                  <a:spcPct val="150000"/>
                </a:lnSpc>
                <a:buFont typeface="Arial" panose="020B0604020202020204" pitchFamily="34" charset="0"/>
                <a:buChar char="•"/>
              </a:pPr>
              <a:r>
                <a:rPr lang="fr-FR" sz="966" i="0">
                  <a:solidFill>
                    <a:srgbClr val="223843"/>
                  </a:solidFill>
                  <a:effectLst/>
                  <a:latin typeface="+mj-lt"/>
                </a:rPr>
                <a:t>Gestion des retours</a:t>
              </a:r>
            </a:p>
            <a:p>
              <a:pPr marL="171450" indent="-171450">
                <a:lnSpc>
                  <a:spcPct val="150000"/>
                </a:lnSpc>
                <a:buFont typeface="Arial" panose="020B0604020202020204" pitchFamily="34" charset="0"/>
                <a:buChar char="•"/>
              </a:pPr>
              <a:r>
                <a:rPr lang="fr-FR" sz="966" i="0">
                  <a:solidFill>
                    <a:srgbClr val="223843"/>
                  </a:solidFill>
                  <a:effectLst/>
                  <a:latin typeface="+mj-lt"/>
                </a:rPr>
                <a:t>Formation et support</a:t>
              </a:r>
            </a:p>
            <a:p>
              <a:pPr marL="171450" indent="-171450">
                <a:lnSpc>
                  <a:spcPct val="150000"/>
                </a:lnSpc>
                <a:buFont typeface="Arial" panose="020B0604020202020204" pitchFamily="34" charset="0"/>
                <a:buChar char="•"/>
              </a:pPr>
              <a:r>
                <a:rPr lang="fr-FR" sz="966" i="0">
                  <a:solidFill>
                    <a:srgbClr val="223843"/>
                  </a:solidFill>
                  <a:effectLst/>
                  <a:latin typeface="+mj-lt"/>
                </a:rPr>
                <a:t>Plan de test</a:t>
              </a:r>
              <a:endParaRPr lang="en-US" sz="966" i="0">
                <a:solidFill>
                  <a:srgbClr val="223843"/>
                </a:solidFill>
                <a:effectLst/>
                <a:latin typeface="+mj-lt"/>
              </a:endParaRPr>
            </a:p>
          </p:txBody>
        </p:sp>
        <p:sp>
          <p:nvSpPr>
            <p:cNvPr id="43" name="TextBox 121">
              <a:extLst>
                <a:ext uri="{FF2B5EF4-FFF2-40B4-BE49-F238E27FC236}">
                  <a16:creationId xmlns:a16="http://schemas.microsoft.com/office/drawing/2014/main" id="{90023310-EE00-1512-7631-8F80C75A3AEB}"/>
                </a:ext>
              </a:extLst>
            </p:cNvPr>
            <p:cNvSpPr txBox="1"/>
            <p:nvPr/>
          </p:nvSpPr>
          <p:spPr>
            <a:xfrm>
              <a:off x="6029041" y="2370283"/>
              <a:ext cx="1927421" cy="78649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a:solidFill>
                    <a:srgbClr val="223843"/>
                  </a:solidFill>
                  <a:latin typeface="+mj-lt"/>
                </a:rPr>
                <a:t>Support à l'initiation</a:t>
              </a:r>
            </a:p>
            <a:p>
              <a:pPr marL="171450" indent="-171450">
                <a:lnSpc>
                  <a:spcPct val="150000"/>
                </a:lnSpc>
                <a:buFont typeface="Arial" panose="020B0604020202020204" pitchFamily="34" charset="0"/>
                <a:buChar char="•"/>
              </a:pPr>
              <a:r>
                <a:rPr lang="fr-FR" sz="966">
                  <a:solidFill>
                    <a:srgbClr val="223843"/>
                  </a:solidFill>
                  <a:latin typeface="+mj-lt"/>
                </a:rPr>
                <a:t>Collaboration sur l'emploi du temps</a:t>
              </a:r>
            </a:p>
          </p:txBody>
        </p:sp>
        <p:sp>
          <p:nvSpPr>
            <p:cNvPr id="44" name="TextBox 122">
              <a:extLst>
                <a:ext uri="{FF2B5EF4-FFF2-40B4-BE49-F238E27FC236}">
                  <a16:creationId xmlns:a16="http://schemas.microsoft.com/office/drawing/2014/main" id="{6C5C980C-A5E2-D09E-1C6E-278E610A183B}"/>
                </a:ext>
              </a:extLst>
            </p:cNvPr>
            <p:cNvSpPr txBox="1"/>
            <p:nvPr/>
          </p:nvSpPr>
          <p:spPr>
            <a:xfrm>
              <a:off x="8076778" y="2370283"/>
              <a:ext cx="1821441" cy="78649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a:solidFill>
                    <a:srgbClr val="223843"/>
                  </a:solidFill>
                  <a:latin typeface="+mj-lt"/>
                </a:rPr>
                <a:t>Estimation des tâches</a:t>
              </a:r>
            </a:p>
            <a:p>
              <a:pPr marL="171450" indent="-171450">
                <a:lnSpc>
                  <a:spcPct val="150000"/>
                </a:lnSpc>
                <a:buFont typeface="Arial" panose="020B0604020202020204" pitchFamily="34" charset="0"/>
                <a:buChar char="•"/>
              </a:pPr>
              <a:r>
                <a:rPr lang="fr-FR" sz="966">
                  <a:solidFill>
                    <a:srgbClr val="223843"/>
                  </a:solidFill>
                  <a:latin typeface="+mj-lt"/>
                </a:rPr>
                <a:t>Assistance dans la planification du projet</a:t>
              </a:r>
            </a:p>
          </p:txBody>
        </p:sp>
        <p:sp>
          <p:nvSpPr>
            <p:cNvPr id="45" name="TextBox 123">
              <a:extLst>
                <a:ext uri="{FF2B5EF4-FFF2-40B4-BE49-F238E27FC236}">
                  <a16:creationId xmlns:a16="http://schemas.microsoft.com/office/drawing/2014/main" id="{F3A4D539-4225-A0A7-9F2C-845464F93325}"/>
                </a:ext>
              </a:extLst>
            </p:cNvPr>
            <p:cNvSpPr txBox="1"/>
            <p:nvPr/>
          </p:nvSpPr>
          <p:spPr>
            <a:xfrm>
              <a:off x="10058917" y="2370283"/>
              <a:ext cx="1821441" cy="127124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a:solidFill>
                    <a:srgbClr val="223843"/>
                  </a:solidFill>
                  <a:latin typeface="+mj-lt"/>
                </a:rPr>
                <a:t>Conception de solution technique</a:t>
              </a:r>
            </a:p>
            <a:p>
              <a:pPr marL="171450" indent="-171450">
                <a:lnSpc>
                  <a:spcPct val="150000"/>
                </a:lnSpc>
                <a:buFont typeface="Arial" panose="020B0604020202020204" pitchFamily="34" charset="0"/>
                <a:buChar char="•"/>
              </a:pPr>
              <a:r>
                <a:rPr lang="fr-FR" sz="966">
                  <a:solidFill>
                    <a:srgbClr val="223843"/>
                  </a:solidFill>
                  <a:latin typeface="+mj-lt"/>
                </a:rPr>
                <a:t>Évaluation des tâches</a:t>
              </a:r>
            </a:p>
            <a:p>
              <a:pPr marL="171450" indent="-171450">
                <a:lnSpc>
                  <a:spcPct val="150000"/>
                </a:lnSpc>
                <a:buFont typeface="Arial" panose="020B0604020202020204" pitchFamily="34" charset="0"/>
                <a:buChar char="•"/>
              </a:pPr>
              <a:r>
                <a:rPr lang="fr-FR" sz="966">
                  <a:solidFill>
                    <a:srgbClr val="223843"/>
                  </a:solidFill>
                  <a:latin typeface="+mj-lt"/>
                </a:rPr>
                <a:t>Assistance dans la planification du projet</a:t>
              </a:r>
            </a:p>
          </p:txBody>
        </p:sp>
        <p:sp>
          <p:nvSpPr>
            <p:cNvPr id="46" name="TextBox 124">
              <a:extLst>
                <a:ext uri="{FF2B5EF4-FFF2-40B4-BE49-F238E27FC236}">
                  <a16:creationId xmlns:a16="http://schemas.microsoft.com/office/drawing/2014/main" id="{3D8C84C8-D414-E135-1A28-926ECCE6C54F}"/>
                </a:ext>
              </a:extLst>
            </p:cNvPr>
            <p:cNvSpPr txBox="1"/>
            <p:nvPr/>
          </p:nvSpPr>
          <p:spPr>
            <a:xfrm>
              <a:off x="6029040" y="4177057"/>
              <a:ext cx="1971699" cy="127124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i="0">
                  <a:solidFill>
                    <a:srgbClr val="223843"/>
                  </a:solidFill>
                  <a:effectLst/>
                  <a:latin typeface="+mj-lt"/>
                </a:rPr>
                <a:t>Configuration logicielle</a:t>
              </a:r>
            </a:p>
            <a:p>
              <a:pPr marL="171450" indent="-171450">
                <a:lnSpc>
                  <a:spcPct val="150000"/>
                </a:lnSpc>
                <a:buFont typeface="Arial" panose="020B0604020202020204" pitchFamily="34" charset="0"/>
                <a:buChar char="•"/>
              </a:pPr>
              <a:r>
                <a:rPr lang="fr-FR" sz="966" i="0">
                  <a:solidFill>
                    <a:srgbClr val="223843"/>
                  </a:solidFill>
                  <a:effectLst/>
                  <a:latin typeface="+mj-lt"/>
                </a:rPr>
                <a:t>Gestion et support des données</a:t>
              </a:r>
            </a:p>
            <a:p>
              <a:pPr marL="171450" indent="-171450">
                <a:lnSpc>
                  <a:spcPct val="150000"/>
                </a:lnSpc>
                <a:buFont typeface="Arial" panose="020B0604020202020204" pitchFamily="34" charset="0"/>
                <a:buChar char="•"/>
              </a:pPr>
              <a:r>
                <a:rPr lang="fr-FR" sz="966" i="0">
                  <a:solidFill>
                    <a:srgbClr val="223843"/>
                  </a:solidFill>
                  <a:effectLst/>
                  <a:latin typeface="+mj-lt"/>
                </a:rPr>
                <a:t>Assistance dans diverses tâches</a:t>
              </a:r>
              <a:endParaRPr lang="fr-FR" sz="966">
                <a:solidFill>
                  <a:srgbClr val="223843"/>
                </a:solidFill>
                <a:latin typeface="+mj-lt"/>
              </a:endParaRPr>
            </a:p>
          </p:txBody>
        </p:sp>
        <p:sp>
          <p:nvSpPr>
            <p:cNvPr id="47" name="TextBox 125">
              <a:extLst>
                <a:ext uri="{FF2B5EF4-FFF2-40B4-BE49-F238E27FC236}">
                  <a16:creationId xmlns:a16="http://schemas.microsoft.com/office/drawing/2014/main" id="{01A01706-8043-7C94-E769-ECFE1C9BFCD6}"/>
                </a:ext>
              </a:extLst>
            </p:cNvPr>
            <p:cNvSpPr txBox="1"/>
            <p:nvPr/>
          </p:nvSpPr>
          <p:spPr>
            <a:xfrm>
              <a:off x="8076776" y="4177057"/>
              <a:ext cx="1960596" cy="1513619"/>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i="0">
                  <a:solidFill>
                    <a:srgbClr val="223843"/>
                  </a:solidFill>
                  <a:effectLst/>
                  <a:latin typeface="+mj-lt"/>
                </a:rPr>
                <a:t>Installation de logiciels</a:t>
              </a:r>
            </a:p>
            <a:p>
              <a:pPr marL="171450" indent="-171450">
                <a:lnSpc>
                  <a:spcPct val="150000"/>
                </a:lnSpc>
                <a:buFont typeface="Arial" panose="020B0604020202020204" pitchFamily="34" charset="0"/>
                <a:buChar char="•"/>
              </a:pPr>
              <a:r>
                <a:rPr lang="fr-FR" sz="966" i="0">
                  <a:solidFill>
                    <a:srgbClr val="223843"/>
                  </a:solidFill>
                  <a:effectLst/>
                  <a:latin typeface="+mj-lt"/>
                </a:rPr>
                <a:t>Personnalisation et développement</a:t>
              </a:r>
            </a:p>
            <a:p>
              <a:pPr marL="171450" indent="-171450">
                <a:lnSpc>
                  <a:spcPct val="150000"/>
                </a:lnSpc>
                <a:buFont typeface="Arial" panose="020B0604020202020204" pitchFamily="34" charset="0"/>
                <a:buChar char="•"/>
              </a:pPr>
              <a:r>
                <a:rPr lang="fr-FR" sz="966" i="0">
                  <a:solidFill>
                    <a:srgbClr val="223843"/>
                  </a:solidFill>
                  <a:effectLst/>
                  <a:latin typeface="+mj-lt"/>
                </a:rPr>
                <a:t>Gestion des données</a:t>
              </a:r>
            </a:p>
            <a:p>
              <a:pPr marL="171450" indent="-171450">
                <a:lnSpc>
                  <a:spcPct val="150000"/>
                </a:lnSpc>
                <a:buFont typeface="Arial" panose="020B0604020202020204" pitchFamily="34" charset="0"/>
                <a:buChar char="•"/>
              </a:pPr>
              <a:r>
                <a:rPr lang="fr-FR" sz="966" i="0">
                  <a:solidFill>
                    <a:srgbClr val="223843"/>
                  </a:solidFill>
                  <a:effectLst/>
                  <a:latin typeface="+mj-lt"/>
                </a:rPr>
                <a:t>Support et formation</a:t>
              </a:r>
            </a:p>
            <a:p>
              <a:pPr marL="171450" indent="-171450">
                <a:lnSpc>
                  <a:spcPct val="150000"/>
                </a:lnSpc>
                <a:buFont typeface="Arial" panose="020B0604020202020204" pitchFamily="34" charset="0"/>
                <a:buChar char="•"/>
              </a:pPr>
              <a:r>
                <a:rPr lang="fr-FR" sz="966" i="0">
                  <a:solidFill>
                    <a:srgbClr val="223843"/>
                  </a:solidFill>
                  <a:effectLst/>
                  <a:latin typeface="+mj-lt"/>
                </a:rPr>
                <a:t>Supervision technique</a:t>
              </a:r>
              <a:endParaRPr lang="fr-FR" sz="966">
                <a:solidFill>
                  <a:srgbClr val="223843"/>
                </a:solidFill>
                <a:latin typeface="+mj-lt"/>
              </a:endParaRPr>
            </a:p>
          </p:txBody>
        </p:sp>
        <p:sp>
          <p:nvSpPr>
            <p:cNvPr id="48" name="TextBox 126">
              <a:extLst>
                <a:ext uri="{FF2B5EF4-FFF2-40B4-BE49-F238E27FC236}">
                  <a16:creationId xmlns:a16="http://schemas.microsoft.com/office/drawing/2014/main" id="{85F140A2-F52F-DA19-932A-82CD2E0E4D3D}"/>
                </a:ext>
              </a:extLst>
            </p:cNvPr>
            <p:cNvSpPr txBox="1"/>
            <p:nvPr/>
          </p:nvSpPr>
          <p:spPr>
            <a:xfrm>
              <a:off x="10113411" y="4177057"/>
              <a:ext cx="1821441" cy="102887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966" i="0">
                  <a:solidFill>
                    <a:srgbClr val="223843"/>
                  </a:solidFill>
                  <a:effectLst/>
                  <a:latin typeface="+mj-lt"/>
                </a:rPr>
                <a:t>Spécification technique</a:t>
              </a:r>
            </a:p>
            <a:p>
              <a:pPr marL="171450" indent="-171450">
                <a:lnSpc>
                  <a:spcPct val="150000"/>
                </a:lnSpc>
                <a:buFont typeface="Arial" panose="020B0604020202020204" pitchFamily="34" charset="0"/>
                <a:buChar char="•"/>
              </a:pPr>
              <a:r>
                <a:rPr lang="fr-FR" sz="966" i="0">
                  <a:solidFill>
                    <a:srgbClr val="223843"/>
                  </a:solidFill>
                  <a:effectLst/>
                  <a:latin typeface="+mj-lt"/>
                </a:rPr>
                <a:t>Assistance lors des réunions avec les vous</a:t>
              </a:r>
            </a:p>
            <a:p>
              <a:pPr marL="171450" indent="-171450">
                <a:lnSpc>
                  <a:spcPct val="150000"/>
                </a:lnSpc>
                <a:buFont typeface="Arial" panose="020B0604020202020204" pitchFamily="34" charset="0"/>
                <a:buChar char="•"/>
              </a:pPr>
              <a:r>
                <a:rPr lang="fr-FR" sz="966" i="0">
                  <a:solidFill>
                    <a:srgbClr val="223843"/>
                  </a:solidFill>
                  <a:effectLst/>
                  <a:latin typeface="+mj-lt"/>
                </a:rPr>
                <a:t>Support</a:t>
              </a:r>
              <a:endParaRPr lang="fr-FR" sz="966">
                <a:solidFill>
                  <a:srgbClr val="223843"/>
                </a:solidFill>
                <a:latin typeface="+mj-lt"/>
              </a:endParaRPr>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DÉMONSTRATION</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02</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UN LOGICIEL, UNE SUCCESS STORY</a:t>
            </a:r>
            <a:endParaRPr lang="en-US"/>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NOTRE VISION</a:t>
            </a:r>
            <a:br/>
            <a:r>
              <a:t>D’UN PROJET RÉUSSI</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03</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VISION</a:t>
            </a:r>
            <a:endParaRPr lang="en-US"/>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SOYEZ EN LIGNE RAPIDEMENT</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2</a:t>
            </a:r>
            <a:endParaRPr lang="en-US"/>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APPROCHE</a:t>
            </a:r>
            <a:endParaRPr lang="en-US"/>
          </a:p>
          <a:p>
            <a:pPr/>
            <a:r>
              <a:t>MVP</a:t>
            </a:r>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VISION</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1</a:t>
            </a:r>
            <a:endParaRPr lang="en-US"/>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RESTEZ PROCHE</a:t>
            </a:r>
            <a:endParaRPr lang="en-US"/>
          </a:p>
          <a:p>
            <a:pPr/>
            <a:r>
              <a:t>DES STANDARDS</a:t>
            </a:r>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3</a:t>
            </a:r>
            <a:endParaRPr lang="en-US"/>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ANALYSE</a:t>
            </a:r>
            <a:endParaRPr lang="en-US"/>
          </a:p>
          <a:p>
            <a:pPr/>
            <a:r>
              <a:t>D’IMPLÉMENTATION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NOUS AVANÇONS ENSEMBLE TOUT AU LONG DE VOTRE PROJET !</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COLLABORATION</a:t>
            </a:r>
            <a:endParaRPr lang="en-US"/>
          </a:p>
        </p:txBody>
      </p:sp>
      <p:grpSp>
        <p:nvGrpSpPr>
          <p:cNvPr id="5" name="Transplant"/>
          <p:cNvGrpSpPr/>
          <p:nvPr/>
        </p:nvGrpSpPr>
        <p:grpSpPr>
          <a:xfrm>
            <a:off x="694944" y="2692939"/>
            <a:ext cx="10799064" cy="3118042"/>
            <a:chOff x="0" y="1800739"/>
            <a:chExt cx="12192000" cy="3520229"/>
          </a:xfrm>
        </p:grpSpPr>
        <p:sp>
          <p:nvSpPr>
            <p:cNvPr id="6" name="Espace réservé du texte 20">
              <a:extLst>
                <a:ext uri="{FF2B5EF4-FFF2-40B4-BE49-F238E27FC236}">
                  <a16:creationId xmlns:a16="http://schemas.microsoft.com/office/drawing/2014/main" id="{ED555D3C-C7A3-B067-076A-71E874B7EF8A}"/>
                </a:ext>
              </a:extLst>
            </p:cNvPr>
            <p:cNvSpPr txBox="1">
              <a:spLocks/>
            </p:cNvSpPr>
            <p:nvPr/>
          </p:nvSpPr>
          <p:spPr>
            <a:xfrm>
              <a:off x="0" y="1940385"/>
              <a:ext cx="4695887"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80" kern="1200">
                  <a:solidFill>
                    <a:schemeClr val="tx1"/>
                  </a:solidFill>
                  <a:latin typeface="Aptos"/>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125" kern="1200">
                  <a:solidFill>
                    <a:schemeClr val="tx1"/>
                  </a:solidFill>
                  <a:latin typeface="Apto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771" kern="1200">
                  <a:solidFill>
                    <a:schemeClr val="tx1"/>
                  </a:solidFill>
                  <a:latin typeface="Apto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9pPr>
            </a:lstStyle>
            <a:p>
              <a:pPr marL="0" indent="0" algn="r">
                <a:lnSpc>
                  <a:spcPct val="100000"/>
                </a:lnSpc>
                <a:buFont typeface="Arial" panose="020B0604020202020204" pitchFamily="34" charset="0"/>
                <a:buNone/>
              </a:pPr>
              <a:r>
                <a:rPr lang="fr-FR" sz="1771" b="1">
                  <a:latin typeface="+mn-lt"/>
                </a:rPr>
                <a:t>1 ÉQUIPE CAPTIVEA</a:t>
              </a:r>
              <a:endParaRPr lang="en-US" sz="1771" b="1">
                <a:latin typeface="+mn-lt"/>
              </a:endParaRPr>
            </a:p>
          </p:txBody>
        </p:sp>
        <p:grpSp>
          <p:nvGrpSpPr>
            <p:cNvPr id="7" name="Google Shape;10674;p75">
              <a:extLst>
                <a:ext uri="{FF2B5EF4-FFF2-40B4-BE49-F238E27FC236}">
                  <a16:creationId xmlns:a16="http://schemas.microsoft.com/office/drawing/2014/main" id="{BB0F20BA-1B63-D2B9-4C24-33997D8D112F}"/>
                </a:ext>
              </a:extLst>
            </p:cNvPr>
            <p:cNvGrpSpPr/>
            <p:nvPr/>
          </p:nvGrpSpPr>
          <p:grpSpPr>
            <a:xfrm rot="2700000">
              <a:off x="5684086" y="1800739"/>
              <a:ext cx="823825" cy="792052"/>
              <a:chOff x="4447550" y="249750"/>
              <a:chExt cx="500425" cy="481125"/>
            </a:xfrm>
            <a:gradFill rotWithShape="1">
              <a:gsLst>
                <a:gs pos="0">
                  <a:srgbClr val="BA131A"/>
                </a:gs>
                <a:gs pos="100000">
                  <a:srgbClr val="E2575D"/>
                </a:gs>
              </a:gsLst>
              <a:lin ang="2700000" scaled="1"/>
            </a:gradFill>
          </p:grpSpPr>
          <p:sp>
            <p:nvSpPr>
              <p:cNvPr id="8" name="Google Shape;10675;p75">
                <a:extLst>
                  <a:ext uri="{FF2B5EF4-FFF2-40B4-BE49-F238E27FC236}">
                    <a16:creationId xmlns:a16="http://schemas.microsoft.com/office/drawing/2014/main" id="{1E8ED490-5ED2-3D76-A08B-549F3E8B1184}"/>
                  </a:ext>
                </a:extLst>
              </p:cNvPr>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435D74"/>
                  </a:solidFill>
                  <a:effectLst/>
                  <a:uLnTx/>
                  <a:uFillTx/>
                  <a:ea typeface="+mn-ea"/>
                  <a:cs typeface="+mn-cs"/>
                </a:endParaRPr>
              </a:p>
            </p:txBody>
          </p:sp>
          <p:sp>
            <p:nvSpPr>
              <p:cNvPr id="9" name="Google Shape;10676;p75">
                <a:extLst>
                  <a:ext uri="{FF2B5EF4-FFF2-40B4-BE49-F238E27FC236}">
                    <a16:creationId xmlns:a16="http://schemas.microsoft.com/office/drawing/2014/main" id="{6E1809AB-7240-FC2D-C1A4-162B0BE91596}"/>
                  </a:ext>
                </a:extLst>
              </p:cNvPr>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435D74"/>
                  </a:solidFill>
                  <a:effectLst/>
                  <a:uLnTx/>
                  <a:uFillTx/>
                  <a:ea typeface="+mn-ea"/>
                  <a:cs typeface="+mn-cs"/>
                </a:endParaRPr>
              </a:p>
            </p:txBody>
          </p:sp>
        </p:grpSp>
        <p:sp>
          <p:nvSpPr>
            <p:cNvPr id="10" name="Espace réservé du texte 21">
              <a:extLst>
                <a:ext uri="{FF2B5EF4-FFF2-40B4-BE49-F238E27FC236}">
                  <a16:creationId xmlns:a16="http://schemas.microsoft.com/office/drawing/2014/main" id="{0ABC94A4-FEF2-25FE-4694-3379BB034174}"/>
                </a:ext>
              </a:extLst>
            </p:cNvPr>
            <p:cNvSpPr txBox="1">
              <a:spLocks/>
            </p:cNvSpPr>
            <p:nvPr/>
          </p:nvSpPr>
          <p:spPr>
            <a:xfrm>
              <a:off x="7534795" y="1940385"/>
              <a:ext cx="4657205"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80" kern="1200">
                  <a:solidFill>
                    <a:schemeClr val="tx1"/>
                  </a:solidFill>
                  <a:latin typeface="Aptos"/>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125" kern="1200">
                  <a:solidFill>
                    <a:schemeClr val="tx1"/>
                  </a:solidFill>
                  <a:latin typeface="Aptos"/>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771" kern="1200">
                  <a:solidFill>
                    <a:schemeClr val="tx1"/>
                  </a:solidFill>
                  <a:latin typeface="Aptos"/>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Aptos"/>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594"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fr-FR" sz="1771" b="1">
                  <a:latin typeface="+mn-lt"/>
                </a:rPr>
                <a:t>1 ÉQUIPE CLIENT</a:t>
              </a:r>
              <a:endParaRPr lang="en-US" sz="1771" b="1">
                <a:latin typeface="+mn-lt"/>
              </a:endParaRPr>
            </a:p>
          </p:txBody>
        </p:sp>
        <p:sp>
          <p:nvSpPr>
            <p:cNvPr id="11" name="Google Shape;10694;p75">
              <a:extLst>
                <a:ext uri="{FF2B5EF4-FFF2-40B4-BE49-F238E27FC236}">
                  <a16:creationId xmlns:a16="http://schemas.microsoft.com/office/drawing/2014/main" id="{2FC937C4-2A4E-6249-9643-86EAAD0A6759}"/>
                </a:ext>
              </a:extLst>
            </p:cNvPr>
            <p:cNvSpPr/>
            <p:nvPr/>
          </p:nvSpPr>
          <p:spPr>
            <a:xfrm>
              <a:off x="2627810" y="3209703"/>
              <a:ext cx="840380" cy="943420"/>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BA131A"/>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prstClr val="white"/>
                </a:solidFill>
                <a:effectLst/>
                <a:uLnTx/>
                <a:uFillTx/>
                <a:ea typeface="+mn-ea"/>
                <a:cs typeface="+mn-cs"/>
              </a:endParaRPr>
            </a:p>
          </p:txBody>
        </p:sp>
        <p:sp>
          <p:nvSpPr>
            <p:cNvPr id="12" name="Google Shape;11466;p77">
              <a:extLst>
                <a:ext uri="{FF2B5EF4-FFF2-40B4-BE49-F238E27FC236}">
                  <a16:creationId xmlns:a16="http://schemas.microsoft.com/office/drawing/2014/main" id="{CB93EBD3-C4BE-45F8-55EA-8298BC9679A6}"/>
                </a:ext>
              </a:extLst>
            </p:cNvPr>
            <p:cNvSpPr/>
            <p:nvPr/>
          </p:nvSpPr>
          <p:spPr>
            <a:xfrm>
              <a:off x="5686984" y="3218629"/>
              <a:ext cx="840380" cy="943200"/>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rgbClr val="BA131A"/>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grpSp>
          <p:nvGrpSpPr>
            <p:cNvPr id="13" name="Google Shape;11682;p77">
              <a:extLst>
                <a:ext uri="{FF2B5EF4-FFF2-40B4-BE49-F238E27FC236}">
                  <a16:creationId xmlns:a16="http://schemas.microsoft.com/office/drawing/2014/main" id="{B4FB20A5-3F43-282B-BCFD-5EFEC3D8946D}"/>
                </a:ext>
              </a:extLst>
            </p:cNvPr>
            <p:cNvGrpSpPr/>
            <p:nvPr/>
          </p:nvGrpSpPr>
          <p:grpSpPr>
            <a:xfrm>
              <a:off x="8746158" y="3263412"/>
              <a:ext cx="844964" cy="836002"/>
              <a:chOff x="946175" y="3619500"/>
              <a:chExt cx="296975" cy="293825"/>
            </a:xfrm>
            <a:solidFill>
              <a:srgbClr val="BA131A"/>
            </a:solidFill>
          </p:grpSpPr>
          <p:sp>
            <p:nvSpPr>
              <p:cNvPr id="14" name="Google Shape;11683;p77">
                <a:extLst>
                  <a:ext uri="{FF2B5EF4-FFF2-40B4-BE49-F238E27FC236}">
                    <a16:creationId xmlns:a16="http://schemas.microsoft.com/office/drawing/2014/main" id="{5414CAD1-4307-D639-5134-68EA8F87E1C1}"/>
                  </a:ext>
                </a:extLst>
              </p:cNvPr>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sp>
            <p:nvSpPr>
              <p:cNvPr id="15" name="Google Shape;11684;p77">
                <a:extLst>
                  <a:ext uri="{FF2B5EF4-FFF2-40B4-BE49-F238E27FC236}">
                    <a16:creationId xmlns:a16="http://schemas.microsoft.com/office/drawing/2014/main" id="{609895D7-AC87-883F-83DB-87DCD609B870}"/>
                  </a:ext>
                </a:extLst>
              </p:cNvPr>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sp>
            <p:nvSpPr>
              <p:cNvPr id="16" name="Google Shape;11685;p77">
                <a:extLst>
                  <a:ext uri="{FF2B5EF4-FFF2-40B4-BE49-F238E27FC236}">
                    <a16:creationId xmlns:a16="http://schemas.microsoft.com/office/drawing/2014/main" id="{DED07AC5-B34A-5810-6968-05980E2D7BFA}"/>
                  </a:ext>
                </a:extLst>
              </p:cNvPr>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sp>
            <p:nvSpPr>
              <p:cNvPr id="17" name="Google Shape;11686;p77">
                <a:extLst>
                  <a:ext uri="{FF2B5EF4-FFF2-40B4-BE49-F238E27FC236}">
                    <a16:creationId xmlns:a16="http://schemas.microsoft.com/office/drawing/2014/main" id="{8B8B4A30-AACA-091F-FEB8-184C3D55B7F7}"/>
                  </a:ext>
                </a:extLst>
              </p:cNvPr>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sp>
            <p:nvSpPr>
              <p:cNvPr id="18" name="Google Shape;11687;p77">
                <a:extLst>
                  <a:ext uri="{FF2B5EF4-FFF2-40B4-BE49-F238E27FC236}">
                    <a16:creationId xmlns:a16="http://schemas.microsoft.com/office/drawing/2014/main" id="{E0C7E12F-2262-2E15-91ED-5E892C654644}"/>
                  </a:ext>
                </a:extLst>
              </p:cNvPr>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sp>
            <p:nvSpPr>
              <p:cNvPr id="19" name="Google Shape;11688;p77">
                <a:extLst>
                  <a:ext uri="{FF2B5EF4-FFF2-40B4-BE49-F238E27FC236}">
                    <a16:creationId xmlns:a16="http://schemas.microsoft.com/office/drawing/2014/main" id="{1FBB912D-F6DE-C5D6-7DE5-7DECB7C98216}"/>
                  </a:ext>
                </a:extLst>
              </p:cNvPr>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125" b="0" i="0" u="none" strike="noStrike" kern="1200" cap="none" spc="0" normalizeH="0" baseline="0" noProof="0">
                  <a:ln>
                    <a:noFill/>
                  </a:ln>
                  <a:solidFill>
                    <a:srgbClr val="212529"/>
                  </a:solidFill>
                  <a:effectLst/>
                  <a:uLnTx/>
                  <a:uFillTx/>
                  <a:ea typeface="+mn-ea"/>
                  <a:cs typeface="+mn-cs"/>
                </a:endParaRPr>
              </a:p>
            </p:txBody>
          </p:sp>
        </p:grpSp>
        <p:sp>
          <p:nvSpPr>
            <p:cNvPr id="20" name="Espace réservé du texte 8">
              <a:extLst>
                <a:ext uri="{FF2B5EF4-FFF2-40B4-BE49-F238E27FC236}">
                  <a16:creationId xmlns:a16="http://schemas.microsoft.com/office/drawing/2014/main" id="{616E10DE-086C-99B3-552D-22D752E77AC2}"/>
                </a:ext>
              </a:extLst>
            </p:cNvPr>
            <p:cNvSpPr>
              <a:spLocks noGrp="1"/>
            </p:cNvSpPr>
            <p:nvPr/>
          </p:nvSpPr>
          <p:spPr>
            <a:xfrm>
              <a:off x="1824212" y="4613046"/>
              <a:ext cx="2472755" cy="707922"/>
            </a:xfrm>
            <a:prstGeom prst="rect">
              <a:avLst/>
            </a:prstGeom>
          </p:spPr>
          <p:txBody>
            <a:bodyPr anchor="ctr">
              <a:noAutofit/>
            </a:bodyPr>
            <a:lstStyle/>
            <a:p>
              <a:pPr lvl="0">
                <a:lnSpc>
                  <a:spcPct val="100000"/>
                </a:lnSpc>
                <a:spcBef>
                  <a:spcPts val="0"/>
                </a:spcBef>
                <a:defRPr/>
              </a:pPr>
              <a:r>
                <a:rPr lang="fr-FR" sz="1594" b="1">
                  <a:solidFill>
                    <a:srgbClr val="212529"/>
                  </a:solidFill>
                  <a:latin typeface="+mn-lt"/>
                </a:rPr>
                <a:t>FORMATION KEY USERS EN CONTINUE</a:t>
              </a:r>
            </a:p>
          </p:txBody>
        </p:sp>
        <p:sp>
          <p:nvSpPr>
            <p:cNvPr id="21" name="Espace réservé du texte 9">
              <a:extLst>
                <a:ext uri="{FF2B5EF4-FFF2-40B4-BE49-F238E27FC236}">
                  <a16:creationId xmlns:a16="http://schemas.microsoft.com/office/drawing/2014/main" id="{AC2BCF75-35AB-36C4-3B25-185530D6C5A1}"/>
                </a:ext>
              </a:extLst>
            </p:cNvPr>
            <p:cNvSpPr>
              <a:spLocks noGrp="1"/>
            </p:cNvSpPr>
            <p:nvPr/>
          </p:nvSpPr>
          <p:spPr>
            <a:xfrm>
              <a:off x="4870796" y="4609569"/>
              <a:ext cx="2472756" cy="707922"/>
            </a:xfrm>
            <a:prstGeom prst="rect">
              <a:avLst/>
            </a:prstGeom>
          </p:spPr>
          <p:txBody>
            <a:bodyPr anchor="ctr">
              <a:normAutofit/>
            </a:bodyPr>
            <a:lstStyle/>
            <a:p>
              <a:pPr lvl="0">
                <a:lnSpc>
                  <a:spcPct val="100000"/>
                </a:lnSpc>
                <a:spcBef>
                  <a:spcPts val="0"/>
                </a:spcBef>
                <a:defRPr/>
              </a:pPr>
              <a:r>
                <a:rPr lang="fr-FR" sz="1594" b="1">
                  <a:solidFill>
                    <a:srgbClr val="212529"/>
                  </a:solidFill>
                  <a:latin typeface="+mn-lt"/>
                </a:rPr>
                <a:t>SUIVI </a:t>
              </a:r>
            </a:p>
            <a:p>
              <a:pPr lvl="0">
                <a:lnSpc>
                  <a:spcPct val="100000"/>
                </a:lnSpc>
                <a:spcBef>
                  <a:spcPts val="0"/>
                </a:spcBef>
                <a:defRPr/>
              </a:pPr>
              <a:r>
                <a:rPr lang="fr-FR" sz="1594" b="1">
                  <a:solidFill>
                    <a:srgbClr val="212529"/>
                  </a:solidFill>
                  <a:latin typeface="+mn-lt"/>
                </a:rPr>
                <a:t>HEBDOMADAIRE</a:t>
              </a:r>
            </a:p>
          </p:txBody>
        </p:sp>
        <p:sp>
          <p:nvSpPr>
            <p:cNvPr id="22" name="Espace réservé du texte 10">
              <a:extLst>
                <a:ext uri="{FF2B5EF4-FFF2-40B4-BE49-F238E27FC236}">
                  <a16:creationId xmlns:a16="http://schemas.microsoft.com/office/drawing/2014/main" id="{F77D149E-084F-AB89-324E-6309B5563984}"/>
                </a:ext>
              </a:extLst>
            </p:cNvPr>
            <p:cNvSpPr>
              <a:spLocks noGrp="1"/>
            </p:cNvSpPr>
            <p:nvPr/>
          </p:nvSpPr>
          <p:spPr>
            <a:xfrm>
              <a:off x="7917381" y="4609569"/>
              <a:ext cx="2453237" cy="707922"/>
            </a:xfrm>
            <a:prstGeom prst="rect">
              <a:avLst/>
            </a:prstGeom>
          </p:spPr>
          <p:txBody>
            <a:bodyPr anchor="ctr">
              <a:noAutofit/>
            </a:bodyPr>
            <a:lstStyle/>
            <a:p>
              <a:pPr lvl="0">
                <a:lnSpc>
                  <a:spcPct val="100000"/>
                </a:lnSpc>
                <a:spcBef>
                  <a:spcPts val="0"/>
                </a:spcBef>
                <a:defRPr/>
              </a:pPr>
              <a:r>
                <a:rPr lang="fr-FR" sz="1594" b="1">
                  <a:solidFill>
                    <a:srgbClr val="212529"/>
                  </a:solidFill>
                  <a:latin typeface="+mn-lt"/>
                </a:rPr>
                <a:t>VALIDATION</a:t>
              </a:r>
            </a:p>
            <a:p>
              <a:pPr lvl="0">
                <a:lnSpc>
                  <a:spcPct val="100000"/>
                </a:lnSpc>
                <a:spcBef>
                  <a:spcPts val="0"/>
                </a:spcBef>
                <a:defRPr/>
              </a:pPr>
              <a:r>
                <a:rPr lang="fr-FR" sz="1594" b="1">
                  <a:solidFill>
                    <a:srgbClr val="212529"/>
                  </a:solidFill>
                  <a:latin typeface="+mn-lt"/>
                </a:rPr>
                <a:t>PAR ÉTAPE</a:t>
              </a:r>
            </a:p>
          </p:txBody>
        </p:sp>
      </p:gr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F67CD525-38C5-F409-B0C0-BADBBABBBEB2}"/>
              </a:ext>
            </a:extLst>
          </p:cNvPr>
          <p:cNvSpPr>
            <a:spLocks noGrp="1"/>
          </p:cNvSpPr>
          <p:nvPr>
            <p:ph type="title"/>
          </p:nvPr>
        </p:nvSpPr>
        <p:spPr/>
        <p:txBody>
          <a:bodyPr/>
          <a:lstStyle/>
          <a:p>
            <a:pPr/>
            <a:r>
              <a:t>SOYEZ LIBRES DE CHANGER D’AVIS EN TOUTE TRANSPARENCE !</a:t>
            </a:r>
          </a:p>
        </p:txBody>
      </p:sp>
      <p:sp>
        <p:nvSpPr>
          <p:cNvPr id="3" name="Espace réservé du texte 2">
            <a:extLst>
              <a:ext uri="{FF2B5EF4-FFF2-40B4-BE49-F238E27FC236}">
                <a16:creationId xmlns:a16="http://schemas.microsoft.com/office/drawing/2014/main" id="{6D7EBAF3-0B92-9D29-9863-12271A2426DB}"/>
              </a:ext>
            </a:extLst>
          </p:cNvPr>
          <p:cNvSpPr>
            <a:spLocks noGrp="1"/>
          </p:cNvSpPr>
          <p:nvPr>
            <p:ph type="body" sz="quarter" idx="20"/>
          </p:nvPr>
        </p:nvSpPr>
        <p:spPr/>
        <p:txBody>
          <a:bodyPr/>
          <a:lstStyle/>
          <a:p>
            <a:pPr/>
            <a:r>
              <a:t>2</a:t>
            </a:r>
            <a:endParaRPr lang="en-US"/>
          </a:p>
        </p:txBody>
      </p:sp>
      <p:sp>
        <p:nvSpPr>
          <p:cNvPr id="4" name="Espace réservé du texte 3">
            <a:extLst>
              <a:ext uri="{FF2B5EF4-FFF2-40B4-BE49-F238E27FC236}">
                <a16:creationId xmlns:a16="http://schemas.microsoft.com/office/drawing/2014/main" id="{32BF135C-83BC-556F-3D04-AF47FD898F22}"/>
              </a:ext>
            </a:extLst>
          </p:cNvPr>
          <p:cNvSpPr>
            <a:spLocks noGrp="1"/>
          </p:cNvSpPr>
          <p:nvPr>
            <p:ph type="body" sz="quarter" idx="21"/>
          </p:nvPr>
        </p:nvSpPr>
        <p:spPr/>
        <p:txBody>
          <a:bodyPr/>
          <a:lstStyle/>
          <a:p>
            <a:pPr/>
            <a:r>
              <a:t>TIMELINE</a:t>
            </a:r>
            <a:endParaRPr lang="en-US"/>
          </a:p>
        </p:txBody>
      </p:sp>
      <p:sp>
        <p:nvSpPr>
          <p:cNvPr id="6" name="Espace réservé du texte 5">
            <a:extLst>
              <a:ext uri="{FF2B5EF4-FFF2-40B4-BE49-F238E27FC236}">
                <a16:creationId xmlns:a16="http://schemas.microsoft.com/office/drawing/2014/main" id="{229E4294-47B8-A93E-3C02-F2E64761DA0B}"/>
              </a:ext>
            </a:extLst>
          </p:cNvPr>
          <p:cNvSpPr>
            <a:spLocks noGrp="1"/>
          </p:cNvSpPr>
          <p:nvPr>
            <p:ph type="body" sz="quarter" idx="13"/>
          </p:nvPr>
        </p:nvSpPr>
        <p:spPr/>
        <p:txBody>
          <a:bodyPr/>
          <a:lstStyle/>
          <a:p>
            <a:pPr/>
            <a:r>
              <a:t>FLEXIBILITÉ</a:t>
            </a:r>
            <a:endParaRPr lang="en-US"/>
          </a:p>
        </p:txBody>
      </p:sp>
      <p:sp>
        <p:nvSpPr>
          <p:cNvPr id="7" name="Espace réservé du texte 6">
            <a:extLst>
              <a:ext uri="{FF2B5EF4-FFF2-40B4-BE49-F238E27FC236}">
                <a16:creationId xmlns:a16="http://schemas.microsoft.com/office/drawing/2014/main" id="{A2B09722-1122-F566-903B-B46D6808B603}"/>
              </a:ext>
            </a:extLst>
          </p:cNvPr>
          <p:cNvSpPr>
            <a:spLocks noGrp="1"/>
          </p:cNvSpPr>
          <p:nvPr>
            <p:ph type="body" sz="quarter" idx="23"/>
          </p:nvPr>
        </p:nvSpPr>
        <p:spPr/>
        <p:txBody>
          <a:bodyPr/>
          <a:lstStyle/>
          <a:p>
            <a:pPr/>
            <a:r>
              <a:t>1</a:t>
            </a:r>
            <a:endParaRPr lang="en-US"/>
          </a:p>
        </p:txBody>
      </p:sp>
      <p:sp>
        <p:nvSpPr>
          <p:cNvPr id="8" name="Espace réservé du texte 7">
            <a:extLst>
              <a:ext uri="{FF2B5EF4-FFF2-40B4-BE49-F238E27FC236}">
                <a16:creationId xmlns:a16="http://schemas.microsoft.com/office/drawing/2014/main" id="{9E6E315A-8B37-34D4-E18F-DC3A8468CEEE}"/>
              </a:ext>
            </a:extLst>
          </p:cNvPr>
          <p:cNvSpPr>
            <a:spLocks noGrp="1"/>
          </p:cNvSpPr>
          <p:nvPr>
            <p:ph type="body" sz="quarter" idx="24"/>
          </p:nvPr>
        </p:nvSpPr>
        <p:spPr/>
        <p:txBody>
          <a:bodyPr/>
          <a:lstStyle/>
          <a:p>
            <a:pPr/>
            <a:r>
              <a:t>PÉRIMÈTRE FONCTIONNEL</a:t>
            </a:r>
            <a:endParaRPr lang="en-US"/>
          </a:p>
        </p:txBody>
      </p:sp>
      <p:sp>
        <p:nvSpPr>
          <p:cNvPr id="10" name="Espace réservé du texte 9">
            <a:extLst>
              <a:ext uri="{FF2B5EF4-FFF2-40B4-BE49-F238E27FC236}">
                <a16:creationId xmlns:a16="http://schemas.microsoft.com/office/drawing/2014/main" id="{1B15CBC4-6C68-D92C-F969-8BD5D798EC04}"/>
              </a:ext>
            </a:extLst>
          </p:cNvPr>
          <p:cNvSpPr>
            <a:spLocks noGrp="1"/>
          </p:cNvSpPr>
          <p:nvPr>
            <p:ph type="body" sz="quarter" idx="26"/>
          </p:nvPr>
        </p:nvSpPr>
        <p:spPr/>
        <p:txBody>
          <a:bodyPr/>
          <a:lstStyle/>
          <a:p>
            <a:pPr/>
            <a:r>
              <a:t>3</a:t>
            </a:r>
            <a:endParaRPr lang="en-US"/>
          </a:p>
        </p:txBody>
      </p:sp>
      <p:sp>
        <p:nvSpPr>
          <p:cNvPr id="11" name="Espace réservé du texte 10">
            <a:extLst>
              <a:ext uri="{FF2B5EF4-FFF2-40B4-BE49-F238E27FC236}">
                <a16:creationId xmlns:a16="http://schemas.microsoft.com/office/drawing/2014/main" id="{4C94FEB1-8051-5B6E-DE61-617C78130CCA}"/>
              </a:ext>
            </a:extLst>
          </p:cNvPr>
          <p:cNvSpPr>
            <a:spLocks noGrp="1"/>
          </p:cNvSpPr>
          <p:nvPr>
            <p:ph type="body" sz="quarter" idx="27"/>
          </p:nvPr>
        </p:nvSpPr>
        <p:spPr/>
        <p:txBody>
          <a:bodyPr/>
          <a:lstStyle/>
          <a:p>
            <a:pPr/>
            <a:r>
              <a:t>NIVEAU DE SERVICE</a:t>
            </a:r>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900E4526-073E-F120-3E1B-D31ADDF71B82}"/>
              </a:ext>
            </a:extLst>
          </p:cNvPr>
          <p:cNvSpPr>
            <a:spLocks noGrp="1"/>
          </p:cNvSpPr>
          <p:nvPr>
            <p:ph type="title"/>
          </p:nvPr>
        </p:nvSpPr>
        <p:spPr/>
        <p:txBody>
          <a:bodyPr/>
          <a:lstStyle/>
          <a:p>
            <a:pPr/>
            <a:r>
              <a:t>BÉNÉFICIEZ DE TOUTE NOTRE EXPERTISE</a:t>
            </a:r>
          </a:p>
        </p:txBody>
      </p:sp>
      <p:sp>
        <p:nvSpPr>
          <p:cNvPr id="4" name="Espace réservé du texte 2">
            <a:extLst>
              <a:ext uri="{FF2B5EF4-FFF2-40B4-BE49-F238E27FC236}">
                <a16:creationId xmlns:a16="http://schemas.microsoft.com/office/drawing/2014/main" id="{F52B3274-36E0-9191-0A8E-58E717B42DAF}"/>
              </a:ext>
            </a:extLst>
          </p:cNvPr>
          <p:cNvSpPr>
            <a:spLocks noGrp="1"/>
          </p:cNvSpPr>
          <p:nvPr>
            <p:ph type="body" sz="quarter" idx="13"/>
          </p:nvPr>
        </p:nvSpPr>
        <p:spPr/>
        <p:txBody>
          <a:bodyPr/>
          <a:lstStyle/>
          <a:p>
            <a:pPr/>
            <a:r>
              <a:t>EXPERTISE</a:t>
            </a:r>
            <a:endParaRPr lang="en-US"/>
          </a:p>
        </p:txBody>
      </p:sp>
      <p:grpSp>
        <p:nvGrpSpPr>
          <p:cNvPr id="5" name="Transplant"/>
          <p:cNvGrpSpPr/>
          <p:nvPr/>
        </p:nvGrpSpPr>
        <p:grpSpPr>
          <a:xfrm>
            <a:off x="694944" y="3217212"/>
            <a:ext cx="10799064" cy="2069495"/>
            <a:chOff x="206417" y="2879392"/>
            <a:chExt cx="11748094" cy="2251364"/>
          </a:xfrm>
        </p:grpSpPr>
        <p:cxnSp>
          <p:nvCxnSpPr>
            <p:cNvPr id="6" name="Straight Connector 67">
              <a:extLst>
                <a:ext uri="{FF2B5EF4-FFF2-40B4-BE49-F238E27FC236}">
                  <a16:creationId xmlns:a16="http://schemas.microsoft.com/office/drawing/2014/main" id="{9D05EE43-B2E0-E596-86E1-8CAA69374683}"/>
                </a:ext>
              </a:extLst>
            </p:cNvPr>
            <p:cNvCxnSpPr>
              <a:cxnSpLocks/>
            </p:cNvCxnSpPr>
            <p:nvPr/>
          </p:nvCxnSpPr>
          <p:spPr>
            <a:xfrm>
              <a:off x="1378049"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7" name="Straight Connector 75">
              <a:extLst>
                <a:ext uri="{FF2B5EF4-FFF2-40B4-BE49-F238E27FC236}">
                  <a16:creationId xmlns:a16="http://schemas.microsoft.com/office/drawing/2014/main" id="{B0D6CEA4-9945-A050-0BDB-74948FFAB9AA}"/>
                </a:ext>
              </a:extLst>
            </p:cNvPr>
            <p:cNvCxnSpPr>
              <a:cxnSpLocks/>
            </p:cNvCxnSpPr>
            <p:nvPr/>
          </p:nvCxnSpPr>
          <p:spPr>
            <a:xfrm>
              <a:off x="2740412"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80">
              <a:extLst>
                <a:ext uri="{FF2B5EF4-FFF2-40B4-BE49-F238E27FC236}">
                  <a16:creationId xmlns:a16="http://schemas.microsoft.com/office/drawing/2014/main" id="{E2F25A19-7772-A8DF-DE0C-517EAF4BCEF9}"/>
                </a:ext>
              </a:extLst>
            </p:cNvPr>
            <p:cNvCxnSpPr>
              <a:cxnSpLocks/>
            </p:cNvCxnSpPr>
            <p:nvPr/>
          </p:nvCxnSpPr>
          <p:spPr>
            <a:xfrm>
              <a:off x="4019649"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2">
              <a:extLst>
                <a:ext uri="{FF2B5EF4-FFF2-40B4-BE49-F238E27FC236}">
                  <a16:creationId xmlns:a16="http://schemas.microsoft.com/office/drawing/2014/main" id="{08FE910C-1BDF-8624-3B3E-D61D21076612}"/>
                </a:ext>
              </a:extLst>
            </p:cNvPr>
            <p:cNvCxnSpPr>
              <a:cxnSpLocks/>
            </p:cNvCxnSpPr>
            <p:nvPr/>
          </p:nvCxnSpPr>
          <p:spPr>
            <a:xfrm>
              <a:off x="9409068"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84">
              <a:extLst>
                <a:ext uri="{FF2B5EF4-FFF2-40B4-BE49-F238E27FC236}">
                  <a16:creationId xmlns:a16="http://schemas.microsoft.com/office/drawing/2014/main" id="{6DFBA882-785B-B7D0-971B-AE55EDB1E1BD}"/>
                </a:ext>
              </a:extLst>
            </p:cNvPr>
            <p:cNvCxnSpPr>
              <a:cxnSpLocks/>
            </p:cNvCxnSpPr>
            <p:nvPr/>
          </p:nvCxnSpPr>
          <p:spPr>
            <a:xfrm>
              <a:off x="5363540"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85">
              <a:extLst>
                <a:ext uri="{FF2B5EF4-FFF2-40B4-BE49-F238E27FC236}">
                  <a16:creationId xmlns:a16="http://schemas.microsoft.com/office/drawing/2014/main" id="{93889338-A12E-5C30-C2EC-77C3DBCB0F89}"/>
                </a:ext>
              </a:extLst>
            </p:cNvPr>
            <p:cNvCxnSpPr>
              <a:cxnSpLocks/>
            </p:cNvCxnSpPr>
            <p:nvPr/>
          </p:nvCxnSpPr>
          <p:spPr>
            <a:xfrm>
              <a:off x="6755386"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86">
              <a:extLst>
                <a:ext uri="{FF2B5EF4-FFF2-40B4-BE49-F238E27FC236}">
                  <a16:creationId xmlns:a16="http://schemas.microsoft.com/office/drawing/2014/main" id="{41B222E7-CE30-2EAA-AB02-4AD0EE67C41D}"/>
                </a:ext>
              </a:extLst>
            </p:cNvPr>
            <p:cNvCxnSpPr>
              <a:cxnSpLocks/>
            </p:cNvCxnSpPr>
            <p:nvPr/>
          </p:nvCxnSpPr>
          <p:spPr>
            <a:xfrm>
              <a:off x="8088267"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87">
              <a:extLst>
                <a:ext uri="{FF2B5EF4-FFF2-40B4-BE49-F238E27FC236}">
                  <a16:creationId xmlns:a16="http://schemas.microsoft.com/office/drawing/2014/main" id="{A904DAF3-F154-FA55-C015-48E6C253D3B5}"/>
                </a:ext>
              </a:extLst>
            </p:cNvPr>
            <p:cNvCxnSpPr>
              <a:cxnSpLocks/>
            </p:cNvCxnSpPr>
            <p:nvPr/>
          </p:nvCxnSpPr>
          <p:spPr>
            <a:xfrm>
              <a:off x="10771431" y="2879392"/>
              <a:ext cx="0" cy="2251364"/>
            </a:xfrm>
            <a:prstGeom prst="line">
              <a:avLst/>
            </a:prstGeom>
            <a:ln w="15875">
              <a:solidFill>
                <a:srgbClr val="CD5358"/>
              </a:solidFill>
              <a:prstDash val="sysDash"/>
            </a:ln>
          </p:spPr>
          <p:style>
            <a:lnRef idx="1">
              <a:schemeClr val="accent1"/>
            </a:lnRef>
            <a:fillRef idx="0">
              <a:schemeClr val="accent1"/>
            </a:fillRef>
            <a:effectRef idx="0">
              <a:schemeClr val="accent1"/>
            </a:effectRef>
            <a:fontRef idx="minor">
              <a:schemeClr val="tx1"/>
            </a:fontRef>
          </p:style>
        </p:cxnSp>
        <p:sp>
          <p:nvSpPr>
            <p:cNvPr id="14" name="TextBox 1">
              <a:extLst>
                <a:ext uri="{FF2B5EF4-FFF2-40B4-BE49-F238E27FC236}">
                  <a16:creationId xmlns:a16="http://schemas.microsoft.com/office/drawing/2014/main" id="{4D3AA5B2-4B43-897A-17B6-9B042A27CFBC}"/>
                </a:ext>
              </a:extLst>
            </p:cNvPr>
            <p:cNvSpPr txBox="1"/>
            <p:nvPr/>
          </p:nvSpPr>
          <p:spPr>
            <a:xfrm flipH="1">
              <a:off x="2773503" y="4303035"/>
              <a:ext cx="1189749"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Spécialiste</a:t>
              </a:r>
              <a:endParaRPr kumimoji="0" lang="en-US" sz="1286"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en</a:t>
              </a:r>
              <a:r>
                <a:rPr kumimoji="0" lang="en-US" sz="1286" b="0" i="0" u="none" strike="noStrike" kern="1200" cap="none" spc="0" normalizeH="0" baseline="0" noProof="0">
                  <a:ln>
                    <a:noFill/>
                  </a:ln>
                  <a:solidFill>
                    <a:srgbClr val="223843"/>
                  </a:solidFill>
                  <a:effectLst/>
                  <a:uLnTx/>
                  <a:uFillTx/>
                  <a:ea typeface="+mn-ea"/>
                  <a:cs typeface="+mn-cs"/>
                </a:rPr>
                <a:t> </a:t>
              </a:r>
              <a:r>
                <a:rPr kumimoji="0" lang="en-US" sz="1286" b="0" i="0" u="none" strike="noStrike" kern="1200" cap="none" spc="0" normalizeH="0" baseline="0" noProof="0" err="1">
                  <a:ln>
                    <a:noFill/>
                  </a:ln>
                  <a:solidFill>
                    <a:srgbClr val="223843"/>
                  </a:solidFill>
                  <a:effectLst/>
                  <a:uLnTx/>
                  <a:uFillTx/>
                  <a:ea typeface="+mn-ea"/>
                  <a:cs typeface="+mn-cs"/>
                </a:rPr>
                <a:t>logistique</a:t>
              </a:r>
              <a:endParaRPr kumimoji="0" lang="en-US" sz="1286" b="0" i="0" u="none" strike="noStrike" kern="1200" cap="none" spc="0" normalizeH="0" baseline="0" noProof="0">
                <a:ln>
                  <a:noFill/>
                </a:ln>
                <a:solidFill>
                  <a:srgbClr val="223843"/>
                </a:solidFill>
                <a:effectLst/>
                <a:uLnTx/>
                <a:uFillTx/>
                <a:ea typeface="+mn-ea"/>
                <a:cs typeface="+mn-cs"/>
              </a:endParaRPr>
            </a:p>
          </p:txBody>
        </p:sp>
        <p:sp>
          <p:nvSpPr>
            <p:cNvPr id="15" name="TextBox 3">
              <a:extLst>
                <a:ext uri="{FF2B5EF4-FFF2-40B4-BE49-F238E27FC236}">
                  <a16:creationId xmlns:a16="http://schemas.microsoft.com/office/drawing/2014/main" id="{5DE60A0C-6130-DB91-0619-0054E14D1A9A}"/>
                </a:ext>
              </a:extLst>
            </p:cNvPr>
            <p:cNvSpPr txBox="1"/>
            <p:nvPr/>
          </p:nvSpPr>
          <p:spPr>
            <a:xfrm flipH="1">
              <a:off x="1340405" y="4303035"/>
              <a:ext cx="139971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Spécialiste</a:t>
              </a:r>
              <a:endParaRPr kumimoji="0" lang="en-US" sz="1286"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en</a:t>
              </a:r>
              <a:r>
                <a:rPr kumimoji="0" lang="en-US" sz="1286" b="0" i="0" u="none" strike="noStrike" kern="1200" cap="none" spc="0" normalizeH="0" baseline="0" noProof="0">
                  <a:ln>
                    <a:noFill/>
                  </a:ln>
                  <a:solidFill>
                    <a:srgbClr val="223843"/>
                  </a:solidFill>
                  <a:effectLst/>
                  <a:uLnTx/>
                  <a:uFillTx/>
                  <a:ea typeface="+mn-ea"/>
                  <a:cs typeface="+mn-cs"/>
                </a:rPr>
                <a:t> </a:t>
              </a:r>
              <a:r>
                <a:rPr kumimoji="0" lang="en-US" sz="1286" b="0" i="0" u="none" strike="noStrike" kern="1200" cap="none" spc="0" normalizeH="0" baseline="0" noProof="0" err="1">
                  <a:ln>
                    <a:noFill/>
                  </a:ln>
                  <a:solidFill>
                    <a:srgbClr val="223843"/>
                  </a:solidFill>
                  <a:effectLst/>
                  <a:uLnTx/>
                  <a:uFillTx/>
                  <a:ea typeface="+mn-ea"/>
                  <a:cs typeface="+mn-cs"/>
                </a:rPr>
                <a:t>comptabilité</a:t>
              </a:r>
              <a:endParaRPr kumimoji="0" lang="en-US" sz="1286" b="0" i="0" u="none" strike="noStrike" kern="1200" cap="none" spc="0" normalizeH="0" baseline="0" noProof="0">
                <a:ln>
                  <a:noFill/>
                </a:ln>
                <a:solidFill>
                  <a:srgbClr val="223843"/>
                </a:solidFill>
                <a:effectLst/>
                <a:uLnTx/>
                <a:uFillTx/>
                <a:ea typeface="+mn-ea"/>
                <a:cs typeface="+mn-cs"/>
              </a:endParaRPr>
            </a:p>
          </p:txBody>
        </p:sp>
        <p:sp>
          <p:nvSpPr>
            <p:cNvPr id="16" name="TextBox 8">
              <a:extLst>
                <a:ext uri="{FF2B5EF4-FFF2-40B4-BE49-F238E27FC236}">
                  <a16:creationId xmlns:a16="http://schemas.microsoft.com/office/drawing/2014/main" id="{2EC073C3-C302-C6A0-973D-BD2F6F14CC91}"/>
                </a:ext>
              </a:extLst>
            </p:cNvPr>
            <p:cNvSpPr txBox="1"/>
            <p:nvPr/>
          </p:nvSpPr>
          <p:spPr>
            <a:xfrm flipH="1">
              <a:off x="206417"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Aptos"/>
                </a:rPr>
                <a:t>Spécialiste</a:t>
              </a:r>
              <a:endParaRPr kumimoji="0" lang="en-US" sz="1286" b="0" i="0" u="none" strike="noStrike" kern="1200" cap="none" spc="0" normalizeH="0" baseline="0" noProof="0">
                <a:ln>
                  <a:noFill/>
                </a:ln>
                <a:solidFill>
                  <a:srgbClr val="223843"/>
                </a:solidFill>
                <a:effectLst/>
                <a:uLnTx/>
                <a:uFillTx/>
                <a:ea typeface="+mn-ea"/>
                <a:cs typeface="Apto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a:ln>
                    <a:noFill/>
                  </a:ln>
                  <a:solidFill>
                    <a:srgbClr val="223843"/>
                  </a:solidFill>
                  <a:effectLst/>
                  <a:uLnTx/>
                  <a:uFillTx/>
                  <a:ea typeface="+mn-ea"/>
                  <a:cs typeface="Aptos"/>
                </a:rPr>
                <a:t>technique</a:t>
              </a:r>
            </a:p>
          </p:txBody>
        </p:sp>
        <p:sp>
          <p:nvSpPr>
            <p:cNvPr id="17" name="TextBox 10">
              <a:extLst>
                <a:ext uri="{FF2B5EF4-FFF2-40B4-BE49-F238E27FC236}">
                  <a16:creationId xmlns:a16="http://schemas.microsoft.com/office/drawing/2014/main" id="{4D31C0D9-AAF3-794C-3DBB-413921F4276F}"/>
                </a:ext>
              </a:extLst>
            </p:cNvPr>
            <p:cNvSpPr txBox="1"/>
            <p:nvPr/>
          </p:nvSpPr>
          <p:spPr>
            <a:xfrm>
              <a:off x="4192031"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Spécialiste</a:t>
              </a:r>
              <a:endParaRPr kumimoji="0" lang="en-US" sz="1286"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a:ln>
                    <a:noFill/>
                  </a:ln>
                  <a:solidFill>
                    <a:srgbClr val="223843"/>
                  </a:solidFill>
                  <a:effectLst/>
                  <a:uLnTx/>
                  <a:uFillTx/>
                  <a:ea typeface="+mn-ea"/>
                  <a:cs typeface="+mn-cs"/>
                </a:rPr>
                <a:t>des </a:t>
              </a:r>
              <a:r>
                <a:rPr kumimoji="0" lang="en-US" sz="1286" b="0" i="0" u="none" strike="noStrike" kern="1200" cap="none" spc="0" normalizeH="0" baseline="0" noProof="0" err="1">
                  <a:ln>
                    <a:noFill/>
                  </a:ln>
                  <a:solidFill>
                    <a:srgbClr val="223843"/>
                  </a:solidFill>
                  <a:effectLst/>
                  <a:uLnTx/>
                  <a:uFillTx/>
                  <a:ea typeface="+mn-ea"/>
                  <a:cs typeface="+mn-cs"/>
                </a:rPr>
                <a:t>achats</a:t>
              </a:r>
              <a:endParaRPr kumimoji="0" lang="en-US" sz="1286" b="0" i="0" u="none" strike="noStrike" kern="1200" cap="none" spc="0" normalizeH="0" baseline="0" noProof="0">
                <a:ln>
                  <a:noFill/>
                </a:ln>
                <a:solidFill>
                  <a:srgbClr val="223843"/>
                </a:solidFill>
                <a:effectLst/>
                <a:uLnTx/>
                <a:uFillTx/>
                <a:ea typeface="+mn-ea"/>
                <a:cs typeface="+mn-cs"/>
              </a:endParaRPr>
            </a:p>
          </p:txBody>
        </p:sp>
        <p:sp>
          <p:nvSpPr>
            <p:cNvPr id="18" name="TextBox 11">
              <a:extLst>
                <a:ext uri="{FF2B5EF4-FFF2-40B4-BE49-F238E27FC236}">
                  <a16:creationId xmlns:a16="http://schemas.microsoft.com/office/drawing/2014/main" id="{F3927B64-BA54-3642-C441-DA4EB3E3CB7F}"/>
                </a:ext>
              </a:extLst>
            </p:cNvPr>
            <p:cNvSpPr txBox="1"/>
            <p:nvPr/>
          </p:nvSpPr>
          <p:spPr>
            <a:xfrm>
              <a:off x="6840560" y="4303035"/>
              <a:ext cx="1184941"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Spécialiste</a:t>
              </a:r>
              <a:endParaRPr kumimoji="0" lang="en-US" sz="1286"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a:ln>
                    <a:noFill/>
                  </a:ln>
                  <a:solidFill>
                    <a:srgbClr val="223843"/>
                  </a:solidFill>
                  <a:effectLst/>
                  <a:uLnTx/>
                  <a:uFillTx/>
                  <a:ea typeface="+mn-ea"/>
                  <a:cs typeface="+mn-cs"/>
                </a:rPr>
                <a:t>e-commerce</a:t>
              </a:r>
            </a:p>
          </p:txBody>
        </p:sp>
        <p:sp>
          <p:nvSpPr>
            <p:cNvPr id="19" name="TextBox 12">
              <a:extLst>
                <a:ext uri="{FF2B5EF4-FFF2-40B4-BE49-F238E27FC236}">
                  <a16:creationId xmlns:a16="http://schemas.microsoft.com/office/drawing/2014/main" id="{6C310A20-4849-09C5-F773-CED450163EF4}"/>
                </a:ext>
              </a:extLst>
            </p:cNvPr>
            <p:cNvSpPr txBox="1"/>
            <p:nvPr/>
          </p:nvSpPr>
          <p:spPr>
            <a:xfrm>
              <a:off x="8102099" y="4303035"/>
              <a:ext cx="1297150"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Spécialiste 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ressources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humaines</a:t>
              </a:r>
              <a:endParaRPr kumimoji="0" lang="en-US" sz="1286" b="0" i="0" u="none" strike="noStrike" kern="1200" cap="none" spc="0" normalizeH="0" baseline="0" noProof="0">
                <a:ln>
                  <a:noFill/>
                </a:ln>
                <a:solidFill>
                  <a:srgbClr val="223843"/>
                </a:solidFill>
                <a:effectLst/>
                <a:uLnTx/>
                <a:uFillTx/>
                <a:ea typeface="+mn-ea"/>
                <a:cs typeface="+mn-cs"/>
              </a:endParaRPr>
            </a:p>
          </p:txBody>
        </p:sp>
        <p:sp>
          <p:nvSpPr>
            <p:cNvPr id="20" name="TextBox 15">
              <a:extLst>
                <a:ext uri="{FF2B5EF4-FFF2-40B4-BE49-F238E27FC236}">
                  <a16:creationId xmlns:a16="http://schemas.microsoft.com/office/drawing/2014/main" id="{9E2D75E8-E124-6B42-66EC-498E873540F4}"/>
                </a:ext>
              </a:extLst>
            </p:cNvPr>
            <p:cNvSpPr txBox="1"/>
            <p:nvPr/>
          </p:nvSpPr>
          <p:spPr>
            <a:xfrm>
              <a:off x="5431554" y="4303035"/>
              <a:ext cx="1314784"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Spécialiste</a:t>
              </a:r>
              <a:endParaRPr kumimoji="0" lang="en-US" sz="1286"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86" b="0" i="0" u="none" strike="noStrike" kern="1200" cap="none" spc="0" normalizeH="0" baseline="0" noProof="0" err="1">
                  <a:ln>
                    <a:noFill/>
                  </a:ln>
                  <a:solidFill>
                    <a:srgbClr val="223843"/>
                  </a:solidFill>
                  <a:effectLst/>
                  <a:uLnTx/>
                  <a:uFillTx/>
                  <a:ea typeface="+mn-ea"/>
                  <a:cs typeface="+mn-cs"/>
                </a:rPr>
                <a:t>en</a:t>
              </a:r>
              <a:r>
                <a:rPr kumimoji="0" lang="en-US" sz="1286" b="0" i="0" u="none" strike="noStrike" kern="1200" cap="none" spc="0" normalizeH="0" baseline="0" noProof="0">
                  <a:ln>
                    <a:noFill/>
                  </a:ln>
                  <a:solidFill>
                    <a:srgbClr val="223843"/>
                  </a:solidFill>
                  <a:effectLst/>
                  <a:uLnTx/>
                  <a:uFillTx/>
                  <a:ea typeface="+mn-ea"/>
                  <a:cs typeface="+mn-cs"/>
                </a:rPr>
                <a:t> fabrication</a:t>
              </a:r>
            </a:p>
          </p:txBody>
        </p:sp>
        <p:sp>
          <p:nvSpPr>
            <p:cNvPr id="21" name="TextBox 16">
              <a:extLst>
                <a:ext uri="{FF2B5EF4-FFF2-40B4-BE49-F238E27FC236}">
                  <a16:creationId xmlns:a16="http://schemas.microsoft.com/office/drawing/2014/main" id="{31166A37-5DC6-5257-276E-FD261D4B752B}"/>
                </a:ext>
              </a:extLst>
            </p:cNvPr>
            <p:cNvSpPr txBox="1"/>
            <p:nvPr/>
          </p:nvSpPr>
          <p:spPr>
            <a:xfrm>
              <a:off x="10907428" y="4303035"/>
              <a:ext cx="1047083"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des 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de vente</a:t>
              </a:r>
              <a:endParaRPr kumimoji="0" lang="en-US" sz="1286" b="0" i="0" u="none" strike="noStrike" kern="1200" cap="none" spc="0" normalizeH="0" baseline="0" noProof="0">
                <a:ln>
                  <a:noFill/>
                </a:ln>
                <a:solidFill>
                  <a:srgbClr val="223843"/>
                </a:solidFill>
                <a:effectLst/>
                <a:uLnTx/>
                <a:uFillTx/>
                <a:ea typeface="+mn-ea"/>
                <a:cs typeface="+mn-cs"/>
              </a:endParaRPr>
            </a:p>
          </p:txBody>
        </p:sp>
        <p:sp>
          <p:nvSpPr>
            <p:cNvPr id="22" name="TextBox 18">
              <a:extLst>
                <a:ext uri="{FF2B5EF4-FFF2-40B4-BE49-F238E27FC236}">
                  <a16:creationId xmlns:a16="http://schemas.microsoft.com/office/drawing/2014/main" id="{917EA391-1799-8D44-4373-7CE97FE28C1E}"/>
                </a:ext>
              </a:extLst>
            </p:cNvPr>
            <p:cNvSpPr txBox="1"/>
            <p:nvPr/>
          </p:nvSpPr>
          <p:spPr>
            <a:xfrm>
              <a:off x="9558634"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86" b="0" i="0" u="none" strike="noStrike" kern="1200" cap="none" spc="0" normalizeH="0" baseline="0" noProof="0">
                  <a:ln>
                    <a:noFill/>
                  </a:ln>
                  <a:solidFill>
                    <a:srgbClr val="223843"/>
                  </a:solidFill>
                  <a:effectLst/>
                  <a:uLnTx/>
                  <a:uFillTx/>
                  <a:ea typeface="+mn-ea"/>
                  <a:cs typeface="+mn-cs"/>
                </a:rPr>
                <a:t>CRM</a:t>
              </a:r>
              <a:endParaRPr kumimoji="0" lang="en-US" sz="1286" b="0" i="0" u="none" strike="noStrike" kern="1200" cap="none" spc="0" normalizeH="0" baseline="0" noProof="0">
                <a:ln>
                  <a:noFill/>
                </a:ln>
                <a:solidFill>
                  <a:srgbClr val="223843"/>
                </a:solidFill>
                <a:effectLst/>
                <a:uLnTx/>
                <a:uFillTx/>
                <a:ea typeface="+mn-ea"/>
                <a:cs typeface="+mn-cs"/>
              </a:endParaRPr>
            </a:p>
          </p:txBody>
        </p:sp>
        <p:grpSp>
          <p:nvGrpSpPr>
            <p:cNvPr id="23" name="Groupe 111">
              <a:extLst>
                <a:ext uri="{FF2B5EF4-FFF2-40B4-BE49-F238E27FC236}">
                  <a16:creationId xmlns:a16="http://schemas.microsoft.com/office/drawing/2014/main" id="{F30F67DF-C0C9-7C16-C118-49F083CF9608}"/>
                </a:ext>
              </a:extLst>
            </p:cNvPr>
            <p:cNvGrpSpPr/>
            <p:nvPr/>
          </p:nvGrpSpPr>
          <p:grpSpPr>
            <a:xfrm>
              <a:off x="359728" y="3372962"/>
              <a:ext cx="743808" cy="828863"/>
              <a:chOff x="359728" y="3372962"/>
              <a:chExt cx="743808" cy="828863"/>
            </a:xfrm>
          </p:grpSpPr>
          <p:sp>
            <p:nvSpPr>
              <p:cNvPr id="24" name="Forme libre : forme 112">
                <a:extLst>
                  <a:ext uri="{FF2B5EF4-FFF2-40B4-BE49-F238E27FC236}">
                    <a16:creationId xmlns:a16="http://schemas.microsoft.com/office/drawing/2014/main" id="{BE4985B9-E173-A7FB-525C-BE730EE306BE}"/>
                  </a:ext>
                </a:extLst>
              </p:cNvPr>
              <p:cNvSpPr/>
              <p:nvPr/>
            </p:nvSpPr>
            <p:spPr>
              <a:xfrm flipV="1">
                <a:off x="359728" y="3372962"/>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25" name="Graphic 2">
                <a:extLst>
                  <a:ext uri="{FF2B5EF4-FFF2-40B4-BE49-F238E27FC236}">
                    <a16:creationId xmlns:a16="http://schemas.microsoft.com/office/drawing/2014/main" id="{92D7312A-CF20-63A0-816C-6666E3BA78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0718" y="3576518"/>
                <a:ext cx="360000" cy="360000"/>
              </a:xfrm>
              <a:prstGeom prst="rect">
                <a:avLst/>
              </a:prstGeom>
            </p:spPr>
          </p:pic>
        </p:grpSp>
        <p:grpSp>
          <p:nvGrpSpPr>
            <p:cNvPr id="26" name="Groupe 114">
              <a:extLst>
                <a:ext uri="{FF2B5EF4-FFF2-40B4-BE49-F238E27FC236}">
                  <a16:creationId xmlns:a16="http://schemas.microsoft.com/office/drawing/2014/main" id="{697C954F-39F7-0373-5A38-8AD8A3D5C255}"/>
                </a:ext>
              </a:extLst>
            </p:cNvPr>
            <p:cNvGrpSpPr/>
            <p:nvPr/>
          </p:nvGrpSpPr>
          <p:grpSpPr>
            <a:xfrm>
              <a:off x="1697982" y="3370484"/>
              <a:ext cx="743808" cy="828863"/>
              <a:chOff x="1703562" y="3370484"/>
              <a:chExt cx="743808" cy="828863"/>
            </a:xfrm>
          </p:grpSpPr>
          <p:sp>
            <p:nvSpPr>
              <p:cNvPr id="27" name="Forme libre : forme 115">
                <a:extLst>
                  <a:ext uri="{FF2B5EF4-FFF2-40B4-BE49-F238E27FC236}">
                    <a16:creationId xmlns:a16="http://schemas.microsoft.com/office/drawing/2014/main" id="{86D43291-7F36-5EEB-BC37-14EE377B621D}"/>
                  </a:ext>
                </a:extLst>
              </p:cNvPr>
              <p:cNvSpPr/>
              <p:nvPr/>
            </p:nvSpPr>
            <p:spPr>
              <a:xfrm flipV="1">
                <a:off x="1703562"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28" name="Graphic 6">
                <a:extLst>
                  <a:ext uri="{FF2B5EF4-FFF2-40B4-BE49-F238E27FC236}">
                    <a16:creationId xmlns:a16="http://schemas.microsoft.com/office/drawing/2014/main" id="{BB1CD80B-54EC-2D3B-0B78-909880395B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95466" y="3576518"/>
                <a:ext cx="360000" cy="360000"/>
              </a:xfrm>
              <a:prstGeom prst="rect">
                <a:avLst/>
              </a:prstGeom>
            </p:spPr>
          </p:pic>
        </p:grpSp>
        <p:grpSp>
          <p:nvGrpSpPr>
            <p:cNvPr id="29" name="Groupe 117">
              <a:extLst>
                <a:ext uri="{FF2B5EF4-FFF2-40B4-BE49-F238E27FC236}">
                  <a16:creationId xmlns:a16="http://schemas.microsoft.com/office/drawing/2014/main" id="{46E8715D-3BBC-FACD-801B-A491F8C56D35}"/>
                </a:ext>
              </a:extLst>
            </p:cNvPr>
            <p:cNvGrpSpPr/>
            <p:nvPr/>
          </p:nvGrpSpPr>
          <p:grpSpPr>
            <a:xfrm>
              <a:off x="2996473" y="3370485"/>
              <a:ext cx="743808" cy="828863"/>
              <a:chOff x="3043740" y="3370485"/>
              <a:chExt cx="743808" cy="828863"/>
            </a:xfrm>
          </p:grpSpPr>
          <p:sp>
            <p:nvSpPr>
              <p:cNvPr id="30" name="Forme libre : forme 118">
                <a:extLst>
                  <a:ext uri="{FF2B5EF4-FFF2-40B4-BE49-F238E27FC236}">
                    <a16:creationId xmlns:a16="http://schemas.microsoft.com/office/drawing/2014/main" id="{D4E0230C-B0F5-E0D9-EA8F-63A7D9D5946D}"/>
                  </a:ext>
                </a:extLst>
              </p:cNvPr>
              <p:cNvSpPr/>
              <p:nvPr/>
            </p:nvSpPr>
            <p:spPr>
              <a:xfrm flipV="1">
                <a:off x="3043740" y="337048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31" name="Graphic 25">
                <a:extLst>
                  <a:ext uri="{FF2B5EF4-FFF2-40B4-BE49-F238E27FC236}">
                    <a16:creationId xmlns:a16="http://schemas.microsoft.com/office/drawing/2014/main" id="{A6B4204C-5915-6F4E-D0B5-E1BD82046D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35644" y="3576518"/>
                <a:ext cx="360000" cy="360000"/>
              </a:xfrm>
              <a:prstGeom prst="rect">
                <a:avLst/>
              </a:prstGeom>
            </p:spPr>
          </p:pic>
        </p:grpSp>
        <p:grpSp>
          <p:nvGrpSpPr>
            <p:cNvPr id="32" name="Groupe 120">
              <a:extLst>
                <a:ext uri="{FF2B5EF4-FFF2-40B4-BE49-F238E27FC236}">
                  <a16:creationId xmlns:a16="http://schemas.microsoft.com/office/drawing/2014/main" id="{DE2663B5-8A9F-19BF-51F3-6C642B0ED9B6}"/>
                </a:ext>
              </a:extLst>
            </p:cNvPr>
            <p:cNvGrpSpPr/>
            <p:nvPr/>
          </p:nvGrpSpPr>
          <p:grpSpPr>
            <a:xfrm>
              <a:off x="4343668" y="3370483"/>
              <a:ext cx="743808" cy="828863"/>
              <a:chOff x="4383918" y="3370483"/>
              <a:chExt cx="743808" cy="828863"/>
            </a:xfrm>
          </p:grpSpPr>
          <p:sp>
            <p:nvSpPr>
              <p:cNvPr id="33" name="Forme libre : forme 121">
                <a:extLst>
                  <a:ext uri="{FF2B5EF4-FFF2-40B4-BE49-F238E27FC236}">
                    <a16:creationId xmlns:a16="http://schemas.microsoft.com/office/drawing/2014/main" id="{858200C4-713A-3F6D-B949-C27616994A8E}"/>
                  </a:ext>
                </a:extLst>
              </p:cNvPr>
              <p:cNvSpPr/>
              <p:nvPr/>
            </p:nvSpPr>
            <p:spPr>
              <a:xfrm flipV="1">
                <a:off x="4383918" y="3370483"/>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34" name="Graphic 14">
                <a:extLst>
                  <a:ext uri="{FF2B5EF4-FFF2-40B4-BE49-F238E27FC236}">
                    <a16:creationId xmlns:a16="http://schemas.microsoft.com/office/drawing/2014/main" id="{5B9313EF-B5EB-1DA0-6545-F3AF97957D8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75822" y="3576518"/>
                <a:ext cx="360000" cy="360000"/>
              </a:xfrm>
              <a:prstGeom prst="rect">
                <a:avLst/>
              </a:prstGeom>
            </p:spPr>
          </p:pic>
        </p:grpSp>
        <p:grpSp>
          <p:nvGrpSpPr>
            <p:cNvPr id="35" name="Groupe 123">
              <a:extLst>
                <a:ext uri="{FF2B5EF4-FFF2-40B4-BE49-F238E27FC236}">
                  <a16:creationId xmlns:a16="http://schemas.microsoft.com/office/drawing/2014/main" id="{FE9372CE-D6F5-4B2B-B7E4-066CAC666909}"/>
                </a:ext>
              </a:extLst>
            </p:cNvPr>
            <p:cNvGrpSpPr/>
            <p:nvPr/>
          </p:nvGrpSpPr>
          <p:grpSpPr>
            <a:xfrm>
              <a:off x="7061126" y="3387936"/>
              <a:ext cx="743808" cy="828863"/>
              <a:chOff x="7055203" y="3387936"/>
              <a:chExt cx="743808" cy="828863"/>
            </a:xfrm>
          </p:grpSpPr>
          <p:sp>
            <p:nvSpPr>
              <p:cNvPr id="36" name="Forme libre : forme 124">
                <a:extLst>
                  <a:ext uri="{FF2B5EF4-FFF2-40B4-BE49-F238E27FC236}">
                    <a16:creationId xmlns:a16="http://schemas.microsoft.com/office/drawing/2014/main" id="{BB94CFA8-C80F-C7B3-1916-E348FA098FD6}"/>
                  </a:ext>
                </a:extLst>
              </p:cNvPr>
              <p:cNvSpPr/>
              <p:nvPr/>
            </p:nvSpPr>
            <p:spPr>
              <a:xfrm flipV="1">
                <a:off x="7055203"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37" name="Graphic 27">
                <a:extLst>
                  <a:ext uri="{FF2B5EF4-FFF2-40B4-BE49-F238E27FC236}">
                    <a16:creationId xmlns:a16="http://schemas.microsoft.com/office/drawing/2014/main" id="{95B3AE36-F664-37DE-9B6A-49717F34C5B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247107" y="3576518"/>
                <a:ext cx="360000" cy="360000"/>
              </a:xfrm>
              <a:prstGeom prst="rect">
                <a:avLst/>
              </a:prstGeom>
            </p:spPr>
          </p:pic>
        </p:grpSp>
        <p:grpSp>
          <p:nvGrpSpPr>
            <p:cNvPr id="38" name="Groupe 126">
              <a:extLst>
                <a:ext uri="{FF2B5EF4-FFF2-40B4-BE49-F238E27FC236}">
                  <a16:creationId xmlns:a16="http://schemas.microsoft.com/office/drawing/2014/main" id="{2A3102BD-5592-9880-B573-901498E18F13}"/>
                </a:ext>
              </a:extLst>
            </p:cNvPr>
            <p:cNvGrpSpPr/>
            <p:nvPr/>
          </p:nvGrpSpPr>
          <p:grpSpPr>
            <a:xfrm>
              <a:off x="5717042" y="3370484"/>
              <a:ext cx="743808" cy="828863"/>
              <a:chOff x="5724096" y="3370484"/>
              <a:chExt cx="743808" cy="828863"/>
            </a:xfrm>
          </p:grpSpPr>
          <p:sp>
            <p:nvSpPr>
              <p:cNvPr id="39" name="Forme libre : forme 127">
                <a:extLst>
                  <a:ext uri="{FF2B5EF4-FFF2-40B4-BE49-F238E27FC236}">
                    <a16:creationId xmlns:a16="http://schemas.microsoft.com/office/drawing/2014/main" id="{FAA44E60-A0E6-8EBC-4A5F-7ECA9F283A79}"/>
                  </a:ext>
                </a:extLst>
              </p:cNvPr>
              <p:cNvSpPr/>
              <p:nvPr/>
            </p:nvSpPr>
            <p:spPr>
              <a:xfrm flipV="1">
                <a:off x="5724096"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40" name="Graphic 26">
                <a:extLst>
                  <a:ext uri="{FF2B5EF4-FFF2-40B4-BE49-F238E27FC236}">
                    <a16:creationId xmlns:a16="http://schemas.microsoft.com/office/drawing/2014/main" id="{B4261C47-F071-8D62-2246-22F2F411DBF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916000" y="3576518"/>
                <a:ext cx="360000" cy="360000"/>
              </a:xfrm>
              <a:prstGeom prst="rect">
                <a:avLst/>
              </a:prstGeom>
            </p:spPr>
          </p:pic>
        </p:grpSp>
        <p:grpSp>
          <p:nvGrpSpPr>
            <p:cNvPr id="41" name="Groupe 129">
              <a:extLst>
                <a:ext uri="{FF2B5EF4-FFF2-40B4-BE49-F238E27FC236}">
                  <a16:creationId xmlns:a16="http://schemas.microsoft.com/office/drawing/2014/main" id="{E572A961-2BB5-760E-0F1F-E054334E0899}"/>
                </a:ext>
              </a:extLst>
            </p:cNvPr>
            <p:cNvGrpSpPr/>
            <p:nvPr/>
          </p:nvGrpSpPr>
          <p:grpSpPr>
            <a:xfrm>
              <a:off x="8378770" y="3387937"/>
              <a:ext cx="743808" cy="828863"/>
              <a:chOff x="8395381" y="3387937"/>
              <a:chExt cx="743808" cy="828863"/>
            </a:xfrm>
          </p:grpSpPr>
          <p:sp>
            <p:nvSpPr>
              <p:cNvPr id="42" name="Forme libre : forme 130">
                <a:extLst>
                  <a:ext uri="{FF2B5EF4-FFF2-40B4-BE49-F238E27FC236}">
                    <a16:creationId xmlns:a16="http://schemas.microsoft.com/office/drawing/2014/main" id="{A0C3175B-6CAF-641D-6E46-D24DE52DC127}"/>
                  </a:ext>
                </a:extLst>
              </p:cNvPr>
              <p:cNvSpPr/>
              <p:nvPr/>
            </p:nvSpPr>
            <p:spPr>
              <a:xfrm flipV="1">
                <a:off x="8395381" y="3387937"/>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43" name="Graphic 20">
                <a:extLst>
                  <a:ext uri="{FF2B5EF4-FFF2-40B4-BE49-F238E27FC236}">
                    <a16:creationId xmlns:a16="http://schemas.microsoft.com/office/drawing/2014/main" id="{D7843DD2-B76E-2B7E-DF68-8993B70DFC4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87285" y="3576518"/>
                <a:ext cx="360000" cy="360000"/>
              </a:xfrm>
              <a:prstGeom prst="rect">
                <a:avLst/>
              </a:prstGeom>
            </p:spPr>
          </p:pic>
        </p:grpSp>
        <p:grpSp>
          <p:nvGrpSpPr>
            <p:cNvPr id="44" name="Groupe 132">
              <a:extLst>
                <a:ext uri="{FF2B5EF4-FFF2-40B4-BE49-F238E27FC236}">
                  <a16:creationId xmlns:a16="http://schemas.microsoft.com/office/drawing/2014/main" id="{709EB46F-57D6-962D-59F5-CFE429E75A1A}"/>
                </a:ext>
              </a:extLst>
            </p:cNvPr>
            <p:cNvGrpSpPr/>
            <p:nvPr/>
          </p:nvGrpSpPr>
          <p:grpSpPr>
            <a:xfrm>
              <a:off x="11059065" y="3387936"/>
              <a:ext cx="743808" cy="828863"/>
              <a:chOff x="11075737" y="3387936"/>
              <a:chExt cx="743808" cy="828863"/>
            </a:xfrm>
          </p:grpSpPr>
          <p:sp>
            <p:nvSpPr>
              <p:cNvPr id="45" name="Forme libre : forme 133">
                <a:extLst>
                  <a:ext uri="{FF2B5EF4-FFF2-40B4-BE49-F238E27FC236}">
                    <a16:creationId xmlns:a16="http://schemas.microsoft.com/office/drawing/2014/main" id="{8848AFA1-4E70-780D-8A25-33B32DE6FE5F}"/>
                  </a:ext>
                </a:extLst>
              </p:cNvPr>
              <p:cNvSpPr/>
              <p:nvPr/>
            </p:nvSpPr>
            <p:spPr>
              <a:xfrm flipV="1">
                <a:off x="11075737"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46" name="Graphic 22">
                <a:extLst>
                  <a:ext uri="{FF2B5EF4-FFF2-40B4-BE49-F238E27FC236}">
                    <a16:creationId xmlns:a16="http://schemas.microsoft.com/office/drawing/2014/main" id="{4A6DAD39-A98C-34E2-D20C-2DB6455D58F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267641" y="3576518"/>
                <a:ext cx="360000" cy="360000"/>
              </a:xfrm>
              <a:prstGeom prst="rect">
                <a:avLst/>
              </a:prstGeom>
            </p:spPr>
          </p:pic>
        </p:grpSp>
        <p:grpSp>
          <p:nvGrpSpPr>
            <p:cNvPr id="47" name="Groupe 135">
              <a:extLst>
                <a:ext uri="{FF2B5EF4-FFF2-40B4-BE49-F238E27FC236}">
                  <a16:creationId xmlns:a16="http://schemas.microsoft.com/office/drawing/2014/main" id="{DA5B1E41-648B-F71A-3936-23CEF094074D}"/>
                </a:ext>
              </a:extLst>
            </p:cNvPr>
            <p:cNvGrpSpPr/>
            <p:nvPr/>
          </p:nvGrpSpPr>
          <p:grpSpPr>
            <a:xfrm>
              <a:off x="9710271" y="3387935"/>
              <a:ext cx="743808" cy="828863"/>
              <a:chOff x="9735559" y="3387935"/>
              <a:chExt cx="743808" cy="828863"/>
            </a:xfrm>
          </p:grpSpPr>
          <p:sp>
            <p:nvSpPr>
              <p:cNvPr id="48" name="Forme libre : forme 136">
                <a:extLst>
                  <a:ext uri="{FF2B5EF4-FFF2-40B4-BE49-F238E27FC236}">
                    <a16:creationId xmlns:a16="http://schemas.microsoft.com/office/drawing/2014/main" id="{9721974C-C749-AB4D-9FF0-2F82EF34AF2D}"/>
                  </a:ext>
                </a:extLst>
              </p:cNvPr>
              <p:cNvSpPr/>
              <p:nvPr/>
            </p:nvSpPr>
            <p:spPr>
              <a:xfrm flipV="1">
                <a:off x="9735559" y="338793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CD5358"/>
                  </a:gs>
                  <a:gs pos="0">
                    <a:srgbClr val="CD5358"/>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54" b="0" i="0" u="none" strike="noStrike" kern="1200" cap="none" spc="0" normalizeH="0" baseline="0" noProof="0">
                  <a:ln>
                    <a:noFill/>
                  </a:ln>
                  <a:solidFill>
                    <a:prstClr val="white"/>
                  </a:solidFill>
                  <a:effectLst/>
                  <a:uLnTx/>
                  <a:uFillTx/>
                  <a:ea typeface="+mn-ea"/>
                  <a:cs typeface="Aptos"/>
                </a:endParaRPr>
              </a:p>
            </p:txBody>
          </p:sp>
          <p:pic>
            <p:nvPicPr>
              <p:cNvPr id="49" name="Graphic 53">
                <a:extLst>
                  <a:ext uri="{FF2B5EF4-FFF2-40B4-BE49-F238E27FC236}">
                    <a16:creationId xmlns:a16="http://schemas.microsoft.com/office/drawing/2014/main" id="{96CF3EDE-BA51-FEB1-D99C-1786D417F63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927463" y="3576518"/>
                <a:ext cx="360000" cy="360000"/>
              </a:xfrm>
              <a:prstGeom prst="rect">
                <a:avLst/>
              </a:prstGeom>
            </p:spPr>
          </p:pic>
        </p:grpSp>
      </p:gr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LES ÉTAPES VERS UN PROJET RÉUSSI</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MÉTHODOLOGIE</a:t>
            </a:r>
            <a:endParaRPr lang="en-US"/>
          </a:p>
        </p:txBody>
      </p:sp>
      <p:grpSp>
        <p:nvGrpSpPr>
          <p:cNvPr id="5" name="Transplant"/>
          <p:cNvGrpSpPr/>
          <p:nvPr/>
        </p:nvGrpSpPr>
        <p:grpSpPr>
          <a:xfrm>
            <a:off x="694944" y="1542474"/>
            <a:ext cx="10799064" cy="4687452"/>
            <a:chOff x="127251" y="1460309"/>
            <a:chExt cx="11919457" cy="5173771"/>
          </a:xfrm>
        </p:grpSpPr>
        <p:sp>
          <p:nvSpPr>
            <p:cNvPr id="6" name="Rectangle 1">
              <a:extLst>
                <a:ext uri="{FF2B5EF4-FFF2-40B4-BE49-F238E27FC236}">
                  <a16:creationId xmlns:a16="http://schemas.microsoft.com/office/drawing/2014/main" id="{59604C8E-B52D-983C-BCF1-B349FB287D8F}"/>
                </a:ext>
              </a:extLst>
            </p:cNvPr>
            <p:cNvSpPr/>
            <p:nvPr/>
          </p:nvSpPr>
          <p:spPr>
            <a:xfrm rot="17945011">
              <a:off x="4182021" y="2433979"/>
              <a:ext cx="939294" cy="50676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a:ln>
                  <a:noFill/>
                </a:ln>
                <a:solidFill>
                  <a:prstClr val="white"/>
                </a:solidFill>
                <a:effectLst/>
                <a:uLnTx/>
                <a:uFillTx/>
                <a:ea typeface="+mn-ea"/>
                <a:cs typeface="+mn-cs"/>
              </a:endParaRPr>
            </a:p>
          </p:txBody>
        </p:sp>
        <p:sp>
          <p:nvSpPr>
            <p:cNvPr id="7" name="Hexagon 18">
              <a:extLst>
                <a:ext uri="{FF2B5EF4-FFF2-40B4-BE49-F238E27FC236}">
                  <a16:creationId xmlns:a16="http://schemas.microsoft.com/office/drawing/2014/main" id="{BC208CF0-4DCB-3BAA-57C9-7D50B84B57B2}"/>
                </a:ext>
              </a:extLst>
            </p:cNvPr>
            <p:cNvSpPr/>
            <p:nvPr/>
          </p:nvSpPr>
          <p:spPr>
            <a:xfrm rot="5400000">
              <a:off x="5684897"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Formations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démarrage</a:t>
              </a:r>
            </a:p>
          </p:txBody>
        </p:sp>
        <p:sp>
          <p:nvSpPr>
            <p:cNvPr id="8" name="Trapezoid 31">
              <a:extLst>
                <a:ext uri="{FF2B5EF4-FFF2-40B4-BE49-F238E27FC236}">
                  <a16:creationId xmlns:a16="http://schemas.microsoft.com/office/drawing/2014/main" id="{21833DB2-CB61-B9A7-E308-956169F6FA1D}"/>
                </a:ext>
              </a:extLst>
            </p:cNvPr>
            <p:cNvSpPr/>
            <p:nvPr/>
          </p:nvSpPr>
          <p:spPr>
            <a:xfrm rot="19800000">
              <a:off x="5702586" y="4820492"/>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a:ln>
                  <a:noFill/>
                </a:ln>
                <a:solidFill>
                  <a:sysClr val="windowText" lastClr="000000"/>
                </a:solidFill>
                <a:effectLst/>
                <a:uLnTx/>
                <a:uFillTx/>
                <a:ea typeface="+mn-ea"/>
                <a:cs typeface="+mn-cs"/>
              </a:endParaRPr>
            </a:p>
          </p:txBody>
        </p:sp>
        <p:sp>
          <p:nvSpPr>
            <p:cNvPr id="9" name="Hexagon 33">
              <a:extLst>
                <a:ext uri="{FF2B5EF4-FFF2-40B4-BE49-F238E27FC236}">
                  <a16:creationId xmlns:a16="http://schemas.microsoft.com/office/drawing/2014/main" id="{44DDFC9B-1038-106C-5666-B56B0737430F}"/>
                </a:ext>
              </a:extLst>
            </p:cNvPr>
            <p:cNvSpPr/>
            <p:nvPr/>
          </p:nvSpPr>
          <p:spPr>
            <a:xfrm rot="5400000">
              <a:off x="3790435"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Lancement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support</a:t>
              </a:r>
            </a:p>
          </p:txBody>
        </p:sp>
        <p:sp>
          <p:nvSpPr>
            <p:cNvPr id="10" name="Trapezoid 32">
              <a:extLst>
                <a:ext uri="{FF2B5EF4-FFF2-40B4-BE49-F238E27FC236}">
                  <a16:creationId xmlns:a16="http://schemas.microsoft.com/office/drawing/2014/main" id="{789923A5-11A9-39A6-60DF-BF9E3EC680B9}"/>
                </a:ext>
              </a:extLst>
            </p:cNvPr>
            <p:cNvSpPr/>
            <p:nvPr/>
          </p:nvSpPr>
          <p:spPr>
            <a:xfrm rot="1800000">
              <a:off x="4649205" y="4818601"/>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a:ln>
                  <a:noFill/>
                </a:ln>
                <a:solidFill>
                  <a:sysClr val="windowText" lastClr="000000"/>
                </a:solidFill>
                <a:effectLst/>
                <a:uLnTx/>
                <a:uFillTx/>
                <a:ea typeface="+mn-ea"/>
                <a:cs typeface="+mn-cs"/>
              </a:endParaRPr>
            </a:p>
          </p:txBody>
        </p:sp>
        <p:sp>
          <p:nvSpPr>
            <p:cNvPr id="11" name="Hexagon 34">
              <a:extLst>
                <a:ext uri="{FF2B5EF4-FFF2-40B4-BE49-F238E27FC236}">
                  <a16:creationId xmlns:a16="http://schemas.microsoft.com/office/drawing/2014/main" id="{BE857D43-9805-22AD-DF78-1C9B634A515B}"/>
                </a:ext>
              </a:extLst>
            </p:cNvPr>
            <p:cNvSpPr/>
            <p:nvPr/>
          </p:nvSpPr>
          <p:spPr>
            <a:xfrm rot="5400000">
              <a:off x="5896942" y="1586174"/>
              <a:ext cx="1732971" cy="1884953"/>
            </a:xfrm>
            <a:custGeom>
              <a:avLst/>
              <a:gdLst>
                <a:gd name="connsiteX0" fmla="*/ 0 w 2135508"/>
                <a:gd name="connsiteY0" fmla="*/ 928622 h 1857244"/>
                <a:gd name="connsiteX1" fmla="*/ 534923 w 2135508"/>
                <a:gd name="connsiteY1" fmla="*/ 0 h 1857244"/>
                <a:gd name="connsiteX2" fmla="*/ 1600585 w 2135508"/>
                <a:gd name="connsiteY2" fmla="*/ 0 h 1857244"/>
                <a:gd name="connsiteX3" fmla="*/ 2135508 w 2135508"/>
                <a:gd name="connsiteY3" fmla="*/ 928622 h 1857244"/>
                <a:gd name="connsiteX4" fmla="*/ 1600585 w 2135508"/>
                <a:gd name="connsiteY4" fmla="*/ 1857244 h 1857244"/>
                <a:gd name="connsiteX5" fmla="*/ 534923 w 2135508"/>
                <a:gd name="connsiteY5" fmla="*/ 1857244 h 1857244"/>
                <a:gd name="connsiteX6" fmla="*/ 0 w 2135508"/>
                <a:gd name="connsiteY6" fmla="*/ 928622 h 1857244"/>
                <a:gd name="connsiteX0" fmla="*/ 0 w 1726029"/>
                <a:gd name="connsiteY0" fmla="*/ 959410 h 1857244"/>
                <a:gd name="connsiteX1" fmla="*/ 125444 w 1726029"/>
                <a:gd name="connsiteY1" fmla="*/ 0 h 1857244"/>
                <a:gd name="connsiteX2" fmla="*/ 1191106 w 1726029"/>
                <a:gd name="connsiteY2" fmla="*/ 0 h 1857244"/>
                <a:gd name="connsiteX3" fmla="*/ 1726029 w 1726029"/>
                <a:gd name="connsiteY3" fmla="*/ 928622 h 1857244"/>
                <a:gd name="connsiteX4" fmla="*/ 1191106 w 1726029"/>
                <a:gd name="connsiteY4" fmla="*/ 1857244 h 1857244"/>
                <a:gd name="connsiteX5" fmla="*/ 125444 w 1726029"/>
                <a:gd name="connsiteY5" fmla="*/ 1857244 h 1857244"/>
                <a:gd name="connsiteX6" fmla="*/ 0 w 1726029"/>
                <a:gd name="connsiteY6" fmla="*/ 959410 h 1857244"/>
                <a:gd name="connsiteX0" fmla="*/ 0 w 1726029"/>
                <a:gd name="connsiteY0" fmla="*/ 959410 h 1860322"/>
                <a:gd name="connsiteX1" fmla="*/ 125444 w 1726029"/>
                <a:gd name="connsiteY1" fmla="*/ 0 h 1860322"/>
                <a:gd name="connsiteX2" fmla="*/ 1191106 w 1726029"/>
                <a:gd name="connsiteY2" fmla="*/ 0 h 1860322"/>
                <a:gd name="connsiteX3" fmla="*/ 1726029 w 1726029"/>
                <a:gd name="connsiteY3" fmla="*/ 928622 h 1860322"/>
                <a:gd name="connsiteX4" fmla="*/ 1191106 w 1726029"/>
                <a:gd name="connsiteY4" fmla="*/ 1857244 h 1860322"/>
                <a:gd name="connsiteX5" fmla="*/ 14610 w 1726029"/>
                <a:gd name="connsiteY5" fmla="*/ 1860322 h 1860322"/>
                <a:gd name="connsiteX6" fmla="*/ 0 w 1726029"/>
                <a:gd name="connsiteY6" fmla="*/ 959410 h 1860322"/>
                <a:gd name="connsiteX0" fmla="*/ 6942 w 1732971"/>
                <a:gd name="connsiteY0" fmla="*/ 984041 h 1884953"/>
                <a:gd name="connsiteX1" fmla="*/ 0 w 1732971"/>
                <a:gd name="connsiteY1" fmla="*/ 0 h 1884953"/>
                <a:gd name="connsiteX2" fmla="*/ 1198048 w 1732971"/>
                <a:gd name="connsiteY2" fmla="*/ 24631 h 1884953"/>
                <a:gd name="connsiteX3" fmla="*/ 1732971 w 1732971"/>
                <a:gd name="connsiteY3" fmla="*/ 953253 h 1884953"/>
                <a:gd name="connsiteX4" fmla="*/ 1198048 w 1732971"/>
                <a:gd name="connsiteY4" fmla="*/ 1881875 h 1884953"/>
                <a:gd name="connsiteX5" fmla="*/ 21552 w 1732971"/>
                <a:gd name="connsiteY5" fmla="*/ 1884953 h 1884953"/>
                <a:gd name="connsiteX6" fmla="*/ 6942 w 1732971"/>
                <a:gd name="connsiteY6" fmla="*/ 984041 h 1884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2971" h="1884953">
                  <a:moveTo>
                    <a:pt x="6942" y="984041"/>
                  </a:moveTo>
                  <a:lnTo>
                    <a:pt x="0" y="0"/>
                  </a:lnTo>
                  <a:lnTo>
                    <a:pt x="1198048" y="24631"/>
                  </a:lnTo>
                  <a:lnTo>
                    <a:pt x="1732971" y="953253"/>
                  </a:lnTo>
                  <a:lnTo>
                    <a:pt x="1198048" y="1881875"/>
                  </a:lnTo>
                  <a:lnTo>
                    <a:pt x="21552" y="1884953"/>
                  </a:lnTo>
                  <a:lnTo>
                    <a:pt x="6942" y="984041"/>
                  </a:lnTo>
                  <a:close/>
                </a:path>
              </a:pathLst>
            </a:cu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Analyses</a:t>
              </a:r>
              <a:endParaRPr kumimoji="0" lang="fr-FR" sz="1087" i="0" u="none" strike="noStrike" kern="0" cap="none" spc="0" normalizeH="0" baseline="0" noProof="0">
                <a:ln>
                  <a:noFill/>
                </a:ln>
                <a:solidFill>
                  <a:srgbClr val="212529"/>
                </a:solidFill>
                <a:effectLst/>
                <a:uLnTx/>
                <a:uFillTx/>
                <a:ea typeface="+mn-ea"/>
                <a:cs typeface="+mn-cs"/>
              </a:endParaRPr>
            </a:p>
          </p:txBody>
        </p:sp>
        <p:sp>
          <p:nvSpPr>
            <p:cNvPr id="12" name="Trapezoid 35">
              <a:extLst>
                <a:ext uri="{FF2B5EF4-FFF2-40B4-BE49-F238E27FC236}">
                  <a16:creationId xmlns:a16="http://schemas.microsoft.com/office/drawing/2014/main" id="{085DCED8-6D29-BED7-194C-387AA10C0D1F}"/>
                </a:ext>
              </a:extLst>
            </p:cNvPr>
            <p:cNvSpPr/>
            <p:nvPr/>
          </p:nvSpPr>
          <p:spPr>
            <a:xfrm rot="12600000" flipH="1">
              <a:off x="5702586" y="2979776"/>
              <a:ext cx="1260200" cy="164941"/>
            </a:xfrm>
            <a:prstGeom prst="trapezoid">
              <a:avLst>
                <a:gd name="adj" fmla="val 58035"/>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a:ln>
                  <a:noFill/>
                </a:ln>
                <a:solidFill>
                  <a:sysClr val="windowText" lastClr="000000"/>
                </a:solidFill>
                <a:effectLst/>
                <a:uLnTx/>
                <a:uFillTx/>
                <a:ea typeface="+mn-ea"/>
                <a:cs typeface="+mn-cs"/>
              </a:endParaRPr>
            </a:p>
          </p:txBody>
        </p:sp>
        <p:sp>
          <p:nvSpPr>
            <p:cNvPr id="13" name="Hexagon 39">
              <a:extLst>
                <a:ext uri="{FF2B5EF4-FFF2-40B4-BE49-F238E27FC236}">
                  <a16:creationId xmlns:a16="http://schemas.microsoft.com/office/drawing/2014/main" id="{1E0E4317-9EA0-8DB2-DF6D-CD7CA1E5503F}"/>
                </a:ext>
              </a:extLst>
            </p:cNvPr>
            <p:cNvSpPr/>
            <p:nvPr/>
          </p:nvSpPr>
          <p:spPr>
            <a:xfrm rot="5400000">
              <a:off x="6617538" y="3044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Implémentation</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Déploiement</a:t>
              </a:r>
            </a:p>
          </p:txBody>
        </p:sp>
        <p:sp>
          <p:nvSpPr>
            <p:cNvPr id="14" name="Trapezoid 40">
              <a:extLst>
                <a:ext uri="{FF2B5EF4-FFF2-40B4-BE49-F238E27FC236}">
                  <a16:creationId xmlns:a16="http://schemas.microsoft.com/office/drawing/2014/main" id="{82E7286E-4F0C-64DF-72ED-809959B24180}"/>
                </a:ext>
              </a:extLst>
            </p:cNvPr>
            <p:cNvSpPr/>
            <p:nvPr/>
          </p:nvSpPr>
          <p:spPr>
            <a:xfrm rot="16200000" flipH="1">
              <a:off x="6212641"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a:ln>
                  <a:noFill/>
                </a:ln>
                <a:solidFill>
                  <a:sysClr val="windowText" lastClr="000000"/>
                </a:solidFill>
                <a:effectLst/>
                <a:uLnTx/>
                <a:uFillTx/>
                <a:ea typeface="+mn-ea"/>
                <a:cs typeface="+mn-cs"/>
              </a:endParaRPr>
            </a:p>
          </p:txBody>
        </p:sp>
        <p:sp>
          <p:nvSpPr>
            <p:cNvPr id="15" name="Hexagon 41">
              <a:extLst>
                <a:ext uri="{FF2B5EF4-FFF2-40B4-BE49-F238E27FC236}">
                  <a16:creationId xmlns:a16="http://schemas.microsoft.com/office/drawing/2014/main" id="{8979ADCF-FDDE-7AC3-A93B-9F37234EE3B4}"/>
                </a:ext>
              </a:extLst>
            </p:cNvPr>
            <p:cNvSpPr/>
            <p:nvPr/>
          </p:nvSpPr>
          <p:spPr>
            <a:xfrm rot="5400000">
              <a:off x="2856644" y="3048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Mesures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449" i="0" u="none" strike="noStrike" kern="0" cap="none" spc="0" normalizeH="0" baseline="0" noProof="0">
                  <a:ln>
                    <a:noFill/>
                  </a:ln>
                  <a:solidFill>
                    <a:srgbClr val="212529"/>
                  </a:solidFill>
                  <a:effectLst/>
                  <a:uLnTx/>
                  <a:uFillTx/>
                  <a:ea typeface="+mn-ea"/>
                  <a:cs typeface="+mn-cs"/>
                </a:rPr>
                <a:t>adaptations</a:t>
              </a:r>
            </a:p>
          </p:txBody>
        </p:sp>
        <p:sp>
          <p:nvSpPr>
            <p:cNvPr id="16" name="Trapezoid 42">
              <a:extLst>
                <a:ext uri="{FF2B5EF4-FFF2-40B4-BE49-F238E27FC236}">
                  <a16:creationId xmlns:a16="http://schemas.microsoft.com/office/drawing/2014/main" id="{25BAFA5C-7E92-7D91-1DE8-5DA171D3A707}"/>
                </a:ext>
              </a:extLst>
            </p:cNvPr>
            <p:cNvSpPr/>
            <p:nvPr/>
          </p:nvSpPr>
          <p:spPr>
            <a:xfrm rot="5400000" flipH="1">
              <a:off x="4140449"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899" b="0" i="0" u="none" strike="noStrike" kern="0" cap="none" spc="0" normalizeH="0" baseline="0" noProof="0">
                <a:ln>
                  <a:noFill/>
                </a:ln>
                <a:solidFill>
                  <a:sysClr val="windowText" lastClr="000000"/>
                </a:solidFill>
                <a:effectLst/>
                <a:uLnTx/>
                <a:uFillTx/>
                <a:ea typeface="+mn-ea"/>
                <a:cs typeface="+mn-cs"/>
              </a:endParaRPr>
            </a:p>
          </p:txBody>
        </p:sp>
        <p:sp>
          <p:nvSpPr>
            <p:cNvPr id="17" name="Hexagon 58">
              <a:extLst>
                <a:ext uri="{FF2B5EF4-FFF2-40B4-BE49-F238E27FC236}">
                  <a16:creationId xmlns:a16="http://schemas.microsoft.com/office/drawing/2014/main" id="{BDC5FC3B-9123-7124-5EAB-E23038768FB1}"/>
                </a:ext>
              </a:extLst>
            </p:cNvPr>
            <p:cNvSpPr/>
            <p:nvPr/>
          </p:nvSpPr>
          <p:spPr>
            <a:xfrm rot="5400000">
              <a:off x="7290769" y="1460309"/>
              <a:ext cx="765522" cy="665772"/>
            </a:xfrm>
            <a:prstGeom prst="hexagon">
              <a:avLst>
                <a:gd name="adj" fmla="val 28802"/>
                <a:gd name="vf" fmla="val 115470"/>
              </a:avLst>
            </a:prstGeom>
            <a:solidFill>
              <a:schemeClr val="accent1"/>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a:ln>
                    <a:noFill/>
                  </a:ln>
                  <a:solidFill>
                    <a:srgbClr val="FFFFFF"/>
                  </a:solidFill>
                  <a:effectLst/>
                  <a:uLnTx/>
                  <a:uFillTx/>
                  <a:ea typeface="+mn-ea"/>
                  <a:cs typeface="+mn-cs"/>
                </a:rPr>
                <a:t>01</a:t>
              </a:r>
            </a:p>
          </p:txBody>
        </p:sp>
        <p:sp>
          <p:nvSpPr>
            <p:cNvPr id="18" name="Hexagon 59">
              <a:extLst>
                <a:ext uri="{FF2B5EF4-FFF2-40B4-BE49-F238E27FC236}">
                  <a16:creationId xmlns:a16="http://schemas.microsoft.com/office/drawing/2014/main" id="{E2A50C2A-24D3-8C58-DD17-E05C1C03DA63}"/>
                </a:ext>
              </a:extLst>
            </p:cNvPr>
            <p:cNvSpPr/>
            <p:nvPr/>
          </p:nvSpPr>
          <p:spPr>
            <a:xfrm rot="5400000">
              <a:off x="8228162" y="3106446"/>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a:ln>
                    <a:noFill/>
                  </a:ln>
                  <a:solidFill>
                    <a:srgbClr val="FFFFFF"/>
                  </a:solidFill>
                  <a:effectLst/>
                  <a:uLnTx/>
                  <a:uFillTx/>
                  <a:ea typeface="+mn-ea"/>
                  <a:cs typeface="+mn-cs"/>
                </a:rPr>
                <a:t>02</a:t>
              </a:r>
            </a:p>
          </p:txBody>
        </p:sp>
        <p:sp>
          <p:nvSpPr>
            <p:cNvPr id="19" name="Hexagon 60">
              <a:extLst>
                <a:ext uri="{FF2B5EF4-FFF2-40B4-BE49-F238E27FC236}">
                  <a16:creationId xmlns:a16="http://schemas.microsoft.com/office/drawing/2014/main" id="{585C0C27-FAEC-DAD3-F494-BD68E897BD80}"/>
                </a:ext>
              </a:extLst>
            </p:cNvPr>
            <p:cNvSpPr/>
            <p:nvPr/>
          </p:nvSpPr>
          <p:spPr>
            <a:xfrm rot="5400000">
              <a:off x="7296494"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a:ln>
                    <a:noFill/>
                  </a:ln>
                  <a:solidFill>
                    <a:srgbClr val="FFFFFF"/>
                  </a:solidFill>
                  <a:effectLst/>
                  <a:uLnTx/>
                  <a:uFillTx/>
                  <a:ea typeface="+mn-ea"/>
                  <a:cs typeface="+mn-cs"/>
                </a:rPr>
                <a:t>03</a:t>
              </a:r>
            </a:p>
          </p:txBody>
        </p:sp>
        <p:sp>
          <p:nvSpPr>
            <p:cNvPr id="20" name="Hexagon 61">
              <a:extLst>
                <a:ext uri="{FF2B5EF4-FFF2-40B4-BE49-F238E27FC236}">
                  <a16:creationId xmlns:a16="http://schemas.microsoft.com/office/drawing/2014/main" id="{BF166BFE-F3C9-C2C3-B75A-49C6E0557D5D}"/>
                </a:ext>
              </a:extLst>
            </p:cNvPr>
            <p:cNvSpPr/>
            <p:nvPr/>
          </p:nvSpPr>
          <p:spPr>
            <a:xfrm rot="5400000">
              <a:off x="3550119"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a:ln>
                    <a:noFill/>
                  </a:ln>
                  <a:solidFill>
                    <a:srgbClr val="FFFFFF"/>
                  </a:solidFill>
                  <a:effectLst/>
                  <a:uLnTx/>
                  <a:uFillTx/>
                  <a:ea typeface="+mn-ea"/>
                  <a:cs typeface="+mn-cs"/>
                </a:rPr>
                <a:t>04</a:t>
              </a:r>
            </a:p>
          </p:txBody>
        </p:sp>
        <p:sp>
          <p:nvSpPr>
            <p:cNvPr id="21" name="Hexagon 62">
              <a:extLst>
                <a:ext uri="{FF2B5EF4-FFF2-40B4-BE49-F238E27FC236}">
                  <a16:creationId xmlns:a16="http://schemas.microsoft.com/office/drawing/2014/main" id="{1F9BE843-260D-CD62-C520-E587BB80960D}"/>
                </a:ext>
              </a:extLst>
            </p:cNvPr>
            <p:cNvSpPr/>
            <p:nvPr/>
          </p:nvSpPr>
          <p:spPr>
            <a:xfrm rot="5400000">
              <a:off x="2616621" y="3106448"/>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416" b="0" i="0" u="none" strike="noStrike" kern="0" cap="none" spc="0" normalizeH="0" baseline="0" noProof="0">
                  <a:ln>
                    <a:noFill/>
                  </a:ln>
                  <a:solidFill>
                    <a:srgbClr val="FFFFFF"/>
                  </a:solidFill>
                  <a:effectLst/>
                  <a:uLnTx/>
                  <a:uFillTx/>
                  <a:ea typeface="+mn-ea"/>
                  <a:cs typeface="+mn-cs"/>
                </a:rPr>
                <a:t>05</a:t>
              </a:r>
            </a:p>
          </p:txBody>
        </p:sp>
        <p:grpSp>
          <p:nvGrpSpPr>
            <p:cNvPr id="22" name="Groupe 64">
              <a:extLst>
                <a:ext uri="{FF2B5EF4-FFF2-40B4-BE49-F238E27FC236}">
                  <a16:creationId xmlns:a16="http://schemas.microsoft.com/office/drawing/2014/main" id="{5F766060-5925-4C4D-E837-B4D681DC19E7}"/>
                </a:ext>
              </a:extLst>
            </p:cNvPr>
            <p:cNvGrpSpPr/>
            <p:nvPr/>
          </p:nvGrpSpPr>
          <p:grpSpPr>
            <a:xfrm>
              <a:off x="3607131" y="1814653"/>
              <a:ext cx="2133525" cy="968590"/>
              <a:chOff x="5790659" y="1232379"/>
              <a:chExt cx="2133600" cy="968624"/>
            </a:xfrm>
          </p:grpSpPr>
          <p:sp>
            <p:nvSpPr>
              <p:cNvPr id="23" name="Flèche droite 30">
                <a:extLst>
                  <a:ext uri="{FF2B5EF4-FFF2-40B4-BE49-F238E27FC236}">
                    <a16:creationId xmlns:a16="http://schemas.microsoft.com/office/drawing/2014/main" id="{AC4F357E-9697-7A6A-F303-FFB0CD780540}"/>
                  </a:ext>
                </a:extLst>
              </p:cNvPr>
              <p:cNvSpPr/>
              <p:nvPr/>
            </p:nvSpPr>
            <p:spPr>
              <a:xfrm>
                <a:off x="5790659" y="1232379"/>
                <a:ext cx="2133600" cy="968624"/>
              </a:xfrm>
              <a:prstGeom prst="rightArrow">
                <a:avLst/>
              </a:prstGeom>
              <a:gradFill rotWithShape="1">
                <a:gsLst>
                  <a:gs pos="0">
                    <a:srgbClr val="BA131A"/>
                  </a:gs>
                  <a:gs pos="100000">
                    <a:srgbClr val="E2575D"/>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a:ln>
                    <a:noFill/>
                  </a:ln>
                  <a:solidFill>
                    <a:prstClr val="white"/>
                  </a:solidFill>
                  <a:effectLst/>
                  <a:uLnTx/>
                  <a:uFillTx/>
                  <a:ea typeface="+mn-ea"/>
                  <a:cs typeface="+mn-cs"/>
                </a:endParaRPr>
              </a:p>
            </p:txBody>
          </p:sp>
          <p:sp>
            <p:nvSpPr>
              <p:cNvPr id="24" name="ZoneTexte 66">
                <a:extLst>
                  <a:ext uri="{FF2B5EF4-FFF2-40B4-BE49-F238E27FC236}">
                    <a16:creationId xmlns:a16="http://schemas.microsoft.com/office/drawing/2014/main" id="{261C4605-5F7A-F1BF-68AB-767D05A7EAAD}"/>
                  </a:ext>
                </a:extLst>
              </p:cNvPr>
              <p:cNvSpPr txBox="1"/>
              <p:nvPr/>
            </p:nvSpPr>
            <p:spPr>
              <a:xfrm>
                <a:off x="5812047" y="1531651"/>
                <a:ext cx="1741278" cy="3693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30" b="0" i="0" u="none" strike="noStrike" kern="1200" cap="none" spc="0" normalizeH="0" baseline="0" noProof="0">
                    <a:ln>
                      <a:noFill/>
                    </a:ln>
                    <a:solidFill>
                      <a:prstClr val="white"/>
                    </a:solidFill>
                    <a:effectLst/>
                    <a:uLnTx/>
                    <a:uFillTx/>
                    <a:ea typeface="+mn-ea"/>
                    <a:cs typeface="+mn-cs"/>
                  </a:rPr>
                  <a:t>DEMARRAGE</a:t>
                </a:r>
              </a:p>
            </p:txBody>
          </p:sp>
        </p:grpSp>
        <p:grpSp>
          <p:nvGrpSpPr>
            <p:cNvPr id="25" name="Groupe 67">
              <a:extLst>
                <a:ext uri="{FF2B5EF4-FFF2-40B4-BE49-F238E27FC236}">
                  <a16:creationId xmlns:a16="http://schemas.microsoft.com/office/drawing/2014/main" id="{F06AD109-6B15-DAB7-064A-A2D59031E29F}"/>
                </a:ext>
              </a:extLst>
            </p:cNvPr>
            <p:cNvGrpSpPr/>
            <p:nvPr/>
          </p:nvGrpSpPr>
          <p:grpSpPr>
            <a:xfrm>
              <a:off x="7827182" y="2488187"/>
              <a:ext cx="2036544" cy="298763"/>
              <a:chOff x="7827242" y="2488155"/>
              <a:chExt cx="2036615" cy="298774"/>
            </a:xfrm>
          </p:grpSpPr>
          <p:sp>
            <p:nvSpPr>
              <p:cNvPr id="26" name="ZoneTexte 68">
                <a:extLst>
                  <a:ext uri="{FF2B5EF4-FFF2-40B4-BE49-F238E27FC236}">
                    <a16:creationId xmlns:a16="http://schemas.microsoft.com/office/drawing/2014/main" id="{4391BB6D-6883-6955-8A7B-1DA24A67FC8B}"/>
                  </a:ext>
                </a:extLst>
              </p:cNvPr>
              <p:cNvSpPr txBox="1"/>
              <p:nvPr/>
            </p:nvSpPr>
            <p:spPr>
              <a:xfrm>
                <a:off x="8006482" y="2492806"/>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srgbClr val="8F8F8F"/>
                    </a:solidFill>
                    <a:effectLst/>
                    <a:uLnTx/>
                    <a:uFillTx/>
                    <a:ea typeface="+mn-ea"/>
                    <a:cs typeface="+mn-cs"/>
                  </a:rPr>
                  <a:t>Liste des exigences</a:t>
                </a:r>
              </a:p>
            </p:txBody>
          </p:sp>
          <p:sp>
            <p:nvSpPr>
              <p:cNvPr id="27" name="Freeform 145">
                <a:extLst>
                  <a:ext uri="{FF2B5EF4-FFF2-40B4-BE49-F238E27FC236}">
                    <a16:creationId xmlns:a16="http://schemas.microsoft.com/office/drawing/2014/main" id="{7351980A-51A8-C3D0-19A9-1ABD2D418AF3}"/>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a:ln>
                    <a:noFill/>
                  </a:ln>
                  <a:solidFill>
                    <a:srgbClr val="57565A"/>
                  </a:solidFill>
                  <a:effectLst/>
                  <a:uLnTx/>
                  <a:uFillTx/>
                  <a:ea typeface="+mn-ea"/>
                  <a:cs typeface="+mn-cs"/>
                </a:endParaRPr>
              </a:p>
            </p:txBody>
          </p:sp>
        </p:grpSp>
        <p:grpSp>
          <p:nvGrpSpPr>
            <p:cNvPr id="28" name="Groupe 70">
              <a:extLst>
                <a:ext uri="{FF2B5EF4-FFF2-40B4-BE49-F238E27FC236}">
                  <a16:creationId xmlns:a16="http://schemas.microsoft.com/office/drawing/2014/main" id="{C712369D-443D-9D57-E6A4-DAF7A0364077}"/>
                </a:ext>
              </a:extLst>
            </p:cNvPr>
            <p:cNvGrpSpPr/>
            <p:nvPr/>
          </p:nvGrpSpPr>
          <p:grpSpPr>
            <a:xfrm>
              <a:off x="8696000" y="4535616"/>
              <a:ext cx="2036544" cy="298763"/>
              <a:chOff x="7827242" y="2488155"/>
              <a:chExt cx="2036615" cy="298774"/>
            </a:xfrm>
          </p:grpSpPr>
          <p:sp>
            <p:nvSpPr>
              <p:cNvPr id="29" name="ZoneTexte 71">
                <a:extLst>
                  <a:ext uri="{FF2B5EF4-FFF2-40B4-BE49-F238E27FC236}">
                    <a16:creationId xmlns:a16="http://schemas.microsoft.com/office/drawing/2014/main" id="{639B5C5F-245F-4855-2DEF-134D8D66E15C}"/>
                  </a:ext>
                </a:extLst>
              </p:cNvPr>
              <p:cNvSpPr txBox="1"/>
              <p:nvPr/>
            </p:nvSpPr>
            <p:spPr>
              <a:xfrm>
                <a:off x="8006482" y="2509920"/>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srgbClr val="8F8F8F"/>
                    </a:solidFill>
                    <a:effectLst/>
                    <a:uLnTx/>
                    <a:uFillTx/>
                    <a:ea typeface="+mn-ea"/>
                    <a:cs typeface="+mn-cs"/>
                  </a:rPr>
                  <a:t>Validation du domaine</a:t>
                </a:r>
              </a:p>
            </p:txBody>
          </p:sp>
          <p:sp>
            <p:nvSpPr>
              <p:cNvPr id="30" name="Freeform 145">
                <a:extLst>
                  <a:ext uri="{FF2B5EF4-FFF2-40B4-BE49-F238E27FC236}">
                    <a16:creationId xmlns:a16="http://schemas.microsoft.com/office/drawing/2014/main" id="{230DC208-B3EB-0120-C528-F2C2E00A9430}"/>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630" b="0" i="0" u="none" strike="noStrike" kern="1200" cap="none" spc="0" normalizeH="0" baseline="0" noProof="0">
                  <a:ln>
                    <a:noFill/>
                  </a:ln>
                  <a:solidFill>
                    <a:srgbClr val="57565A"/>
                  </a:solidFill>
                  <a:effectLst/>
                  <a:uLnTx/>
                  <a:uFillTx/>
                  <a:ea typeface="+mn-ea"/>
                  <a:cs typeface="+mn-cs"/>
                </a:endParaRPr>
              </a:p>
            </p:txBody>
          </p:sp>
        </p:grpSp>
        <p:sp>
          <p:nvSpPr>
            <p:cNvPr id="31" name="ZoneTexte 73">
              <a:extLst>
                <a:ext uri="{FF2B5EF4-FFF2-40B4-BE49-F238E27FC236}">
                  <a16:creationId xmlns:a16="http://schemas.microsoft.com/office/drawing/2014/main" id="{D815558E-3785-DEEB-0B46-2C706D3182E9}"/>
                </a:ext>
              </a:extLst>
            </p:cNvPr>
            <p:cNvSpPr txBox="1"/>
            <p:nvPr/>
          </p:nvSpPr>
          <p:spPr>
            <a:xfrm>
              <a:off x="8163144" y="1594355"/>
              <a:ext cx="2491174" cy="414003"/>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BESOINS &amp; EXIGENCES</a:t>
              </a:r>
            </a:p>
          </p:txBody>
        </p:sp>
        <p:sp>
          <p:nvSpPr>
            <p:cNvPr id="32" name="ZoneTexte 74">
              <a:extLst>
                <a:ext uri="{FF2B5EF4-FFF2-40B4-BE49-F238E27FC236}">
                  <a16:creationId xmlns:a16="http://schemas.microsoft.com/office/drawing/2014/main" id="{3565F6AA-40F6-EE7D-5D51-2EB6A2747A05}"/>
                </a:ext>
              </a:extLst>
            </p:cNvPr>
            <p:cNvSpPr txBox="1"/>
            <p:nvPr/>
          </p:nvSpPr>
          <p:spPr>
            <a:xfrm>
              <a:off x="9099300" y="3012827"/>
              <a:ext cx="2947408" cy="83212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PERSONNALISATION DE L’ERP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TEST</a:t>
              </a:r>
            </a:p>
          </p:txBody>
        </p:sp>
        <p:sp>
          <p:nvSpPr>
            <p:cNvPr id="33" name="ZoneTexte 75">
              <a:extLst>
                <a:ext uri="{FF2B5EF4-FFF2-40B4-BE49-F238E27FC236}">
                  <a16:creationId xmlns:a16="http://schemas.microsoft.com/office/drawing/2014/main" id="{BE6F69E3-5CB8-C2E6-05CB-4B5477A3D41F}"/>
                </a:ext>
              </a:extLst>
            </p:cNvPr>
            <p:cNvSpPr txBox="1"/>
            <p:nvPr/>
          </p:nvSpPr>
          <p:spPr>
            <a:xfrm>
              <a:off x="8155414" y="5868625"/>
              <a:ext cx="2947408" cy="588596"/>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FORMATION DES UTILISATEURS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MIGRATION DES DONNEES</a:t>
              </a:r>
            </a:p>
          </p:txBody>
        </p:sp>
        <p:sp>
          <p:nvSpPr>
            <p:cNvPr id="34" name="ZoneTexte 76">
              <a:extLst>
                <a:ext uri="{FF2B5EF4-FFF2-40B4-BE49-F238E27FC236}">
                  <a16:creationId xmlns:a16="http://schemas.microsoft.com/office/drawing/2014/main" id="{58326DC0-7E56-E9BD-F348-1C773FA941CE}"/>
                </a:ext>
              </a:extLst>
            </p:cNvPr>
            <p:cNvSpPr txBox="1"/>
            <p:nvPr/>
          </p:nvSpPr>
          <p:spPr>
            <a:xfrm>
              <a:off x="143084" y="5710933"/>
              <a:ext cx="3310239" cy="923147"/>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HAUTE DISPONIBILITÉ PENDANT LES PREMIÈRES SEMAINES D’UTILISATION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RÉACTIVITÉ</a:t>
              </a:r>
            </a:p>
          </p:txBody>
        </p:sp>
        <p:sp>
          <p:nvSpPr>
            <p:cNvPr id="35" name="ZoneTexte 77">
              <a:extLst>
                <a:ext uri="{FF2B5EF4-FFF2-40B4-BE49-F238E27FC236}">
                  <a16:creationId xmlns:a16="http://schemas.microsoft.com/office/drawing/2014/main" id="{58C117E6-2ED6-2FEA-4D59-29114C985ADD}"/>
                </a:ext>
              </a:extLst>
            </p:cNvPr>
            <p:cNvSpPr txBox="1"/>
            <p:nvPr/>
          </p:nvSpPr>
          <p:spPr>
            <a:xfrm>
              <a:off x="127251" y="2979525"/>
              <a:ext cx="2400503" cy="923147"/>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DEFINIR LES EVOLUTIONS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87" b="0" i="0" u="none" strike="noStrike" kern="1200" cap="none" spc="0" normalizeH="0" baseline="0" noProof="0">
                  <a:ln>
                    <a:noFill/>
                  </a:ln>
                  <a:solidFill>
                    <a:prstClr val="white"/>
                  </a:solidFill>
                  <a:effectLst/>
                  <a:uLnTx/>
                  <a:uFillTx/>
                  <a:ea typeface="+mn-ea"/>
                  <a:cs typeface="+mn-cs"/>
                </a:rPr>
                <a:t>PREPARER LA PROCHAINE ÉTAPE</a:t>
              </a:r>
            </a:p>
          </p:txBody>
        </p:sp>
        <p:pic>
          <p:nvPicPr>
            <p:cNvPr id="36" name="Graphic 1">
              <a:extLst>
                <a:ext uri="{FF2B5EF4-FFF2-40B4-BE49-F238E27FC236}">
                  <a16:creationId xmlns:a16="http://schemas.microsoft.com/office/drawing/2014/main" id="{CB88C1E8-3548-8E94-5041-971645332E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3696" y="3144403"/>
              <a:ext cx="1290983" cy="1485891"/>
            </a:xfrm>
            <a:prstGeom prst="rect">
              <a:avLst/>
            </a:prstGeom>
          </p:spPr>
        </p:pic>
      </p:gr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PHASE D’ANALYSE</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04</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ANALYSE</a:t>
            </a:r>
            <a:endParaRPr lang="en-US"/>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PROGRESSION DE L’ANALYSE</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PHASE D’ANALYSE</a:t>
            </a:r>
            <a:endParaRPr lang="en-US"/>
          </a:p>
        </p:txBody>
      </p:sp>
      <p:grpSp>
        <p:nvGrpSpPr>
          <p:cNvPr id="5" name="Transplant"/>
          <p:cNvGrpSpPr/>
          <p:nvPr/>
        </p:nvGrpSpPr>
        <p:grpSpPr>
          <a:xfrm>
            <a:off x="694944" y="1689339"/>
            <a:ext cx="10799064" cy="4393722"/>
            <a:chOff x="247583" y="2064485"/>
            <a:chExt cx="10955828" cy="4457504"/>
          </a:xfrm>
        </p:grpSpPr>
        <p:sp>
          <p:nvSpPr>
            <p:cNvPr id="6" name="Rectangle : coins arrondis 5">
              <a:extLst>
                <a:ext uri="{FF2B5EF4-FFF2-40B4-BE49-F238E27FC236}">
                  <a16:creationId xmlns:a16="http://schemas.microsoft.com/office/drawing/2014/main" id="{B7369BE3-679C-2C0C-B283-E2B3FAEA3236}"/>
                </a:ext>
              </a:extLst>
            </p:cNvPr>
            <p:cNvSpPr/>
            <p:nvPr/>
          </p:nvSpPr>
          <p:spPr>
            <a:xfrm>
              <a:off x="998318" y="5120551"/>
              <a:ext cx="3750659" cy="1401438"/>
            </a:xfrm>
            <a:prstGeom prst="roundRect">
              <a:avLst>
                <a:gd name="adj" fmla="val 20877"/>
              </a:avLst>
            </a:prstGeom>
            <a:gradFill>
              <a:gsLst>
                <a:gs pos="0">
                  <a:srgbClr val="CD5358"/>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6927A68B-599F-214C-1D09-F9FD3157DFF8}"/>
                </a:ext>
              </a:extLst>
            </p:cNvPr>
            <p:cNvSpPr/>
            <p:nvPr/>
          </p:nvSpPr>
          <p:spPr>
            <a:xfrm>
              <a:off x="988589" y="2064485"/>
              <a:ext cx="3762074" cy="2777723"/>
            </a:xfrm>
            <a:prstGeom prst="roundRect">
              <a:avLst>
                <a:gd name="adj" fmla="val 10296"/>
              </a:avLst>
            </a:prstGeom>
            <a:gradFill>
              <a:gsLst>
                <a:gs pos="0">
                  <a:srgbClr val="CD5358"/>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EB957278-7555-363E-499E-F117BCD5B15B}"/>
                </a:ext>
              </a:extLst>
            </p:cNvPr>
            <p:cNvSpPr txBox="1"/>
            <p:nvPr/>
          </p:nvSpPr>
          <p:spPr>
            <a:xfrm>
              <a:off x="1067040" y="2991681"/>
              <a:ext cx="3403176"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fr-FR" sz="1800" b="1">
                  <a:solidFill>
                    <a:schemeClr val="bg1"/>
                  </a:solidFill>
                </a:rPr>
                <a:t>ANALYSE</a:t>
              </a:r>
              <a:br>
                <a:rPr lang="fr-FR">
                  <a:solidFill>
                    <a:schemeClr val="bg1"/>
                  </a:solidFill>
                </a:rPr>
              </a:br>
              <a:r>
                <a:rPr lang="fr-FR" sz="1200">
                  <a:solidFill>
                    <a:schemeClr val="bg1"/>
                  </a:solidFill>
                </a:rPr>
                <a:t>Nous définissons et concevons le périmètre de votre projet en collaboration avec vous.</a:t>
              </a:r>
              <a:endParaRPr kumimoji="0" lang="fr-FR" altLang="fr-FR" sz="1200" b="0" i="0" u="none" strike="noStrike" cap="none" normalizeH="0" baseline="0">
                <a:ln>
                  <a:noFill/>
                </a:ln>
                <a:solidFill>
                  <a:schemeClr val="bg1"/>
                </a:solidFill>
                <a:effectLst/>
              </a:endParaRPr>
            </a:p>
          </p:txBody>
        </p:sp>
        <p:sp>
          <p:nvSpPr>
            <p:cNvPr id="9" name="ZoneTexte 8">
              <a:extLst>
                <a:ext uri="{FF2B5EF4-FFF2-40B4-BE49-F238E27FC236}">
                  <a16:creationId xmlns:a16="http://schemas.microsoft.com/office/drawing/2014/main" id="{E09938BD-3B1A-CD1D-996A-42E8C0FC46BC}"/>
                </a:ext>
              </a:extLst>
            </p:cNvPr>
            <p:cNvSpPr txBox="1"/>
            <p:nvPr/>
          </p:nvSpPr>
          <p:spPr>
            <a:xfrm>
              <a:off x="1076768" y="5374994"/>
              <a:ext cx="3444555" cy="8925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fr-FR" sz="1600" b="1">
                  <a:solidFill>
                    <a:schemeClr val="bg1"/>
                  </a:solidFill>
                </a:rPr>
                <a:t>ESTIMATION &amp; PLANIFICATION</a:t>
              </a:r>
              <a:br>
                <a:rPr lang="fr-FR">
                  <a:solidFill>
                    <a:schemeClr val="bg1"/>
                  </a:solidFill>
                </a:rPr>
              </a:br>
              <a:r>
                <a:rPr lang="fr-FR" sz="1200">
                  <a:solidFill>
                    <a:schemeClr val="bg1"/>
                  </a:solidFill>
                </a:rPr>
                <a:t>Vous recevez une estimation détaillée et un calendrier à approuver avant le début du projet.</a:t>
              </a:r>
              <a:endParaRPr kumimoji="0" lang="fr-FR" altLang="fr-FR" sz="1200" b="0" i="0" u="none" strike="noStrike" cap="none" normalizeH="0" baseline="0">
                <a:ln>
                  <a:noFill/>
                </a:ln>
                <a:solidFill>
                  <a:schemeClr val="bg1"/>
                </a:solidFill>
                <a:effectLst/>
              </a:endParaRPr>
            </a:p>
          </p:txBody>
        </p:sp>
        <p:grpSp>
          <p:nvGrpSpPr>
            <p:cNvPr id="10" name="Groupe 9">
              <a:extLst>
                <a:ext uri="{FF2B5EF4-FFF2-40B4-BE49-F238E27FC236}">
                  <a16:creationId xmlns:a16="http://schemas.microsoft.com/office/drawing/2014/main" id="{44E1BDCE-93B6-A193-3D59-82912730BFF5}"/>
                </a:ext>
              </a:extLst>
            </p:cNvPr>
            <p:cNvGrpSpPr/>
            <p:nvPr/>
          </p:nvGrpSpPr>
          <p:grpSpPr>
            <a:xfrm>
              <a:off x="247583" y="3207965"/>
              <a:ext cx="490762" cy="490762"/>
              <a:chOff x="4244205" y="82346"/>
              <a:chExt cx="696119" cy="696119"/>
            </a:xfrm>
          </p:grpSpPr>
          <p:sp>
            <p:nvSpPr>
              <p:cNvPr id="11" name="Ellipse 10">
                <a:extLst>
                  <a:ext uri="{FF2B5EF4-FFF2-40B4-BE49-F238E27FC236}">
                    <a16:creationId xmlns:a16="http://schemas.microsoft.com/office/drawing/2014/main" id="{5A30DD96-808D-D98E-2E79-96131C4D607B}"/>
                  </a:ext>
                </a:extLst>
              </p:cNvPr>
              <p:cNvSpPr/>
              <p:nvPr/>
            </p:nvSpPr>
            <p:spPr>
              <a:xfrm>
                <a:off x="4244205" y="82346"/>
                <a:ext cx="696119" cy="69611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2" name="Google Shape;10712;p75">
                <a:extLst>
                  <a:ext uri="{FF2B5EF4-FFF2-40B4-BE49-F238E27FC236}">
                    <a16:creationId xmlns:a16="http://schemas.microsoft.com/office/drawing/2014/main" id="{4FFFF51B-9AD0-F75D-EC7D-08A35EC3B8A9}"/>
                  </a:ext>
                </a:extLst>
              </p:cNvPr>
              <p:cNvGrpSpPr/>
              <p:nvPr/>
            </p:nvGrpSpPr>
            <p:grpSpPr>
              <a:xfrm>
                <a:off x="4392941" y="239794"/>
                <a:ext cx="398646" cy="381222"/>
                <a:chOff x="5045500" y="842250"/>
                <a:chExt cx="503875" cy="481850"/>
              </a:xfrm>
              <a:solidFill>
                <a:schemeClr val="bg1"/>
              </a:solidFill>
            </p:grpSpPr>
            <p:sp>
              <p:nvSpPr>
                <p:cNvPr id="13" name="Google Shape;10713;p75">
                  <a:extLst>
                    <a:ext uri="{FF2B5EF4-FFF2-40B4-BE49-F238E27FC236}">
                      <a16:creationId xmlns:a16="http://schemas.microsoft.com/office/drawing/2014/main" id="{CD8D57EC-3318-467E-4236-3055F0A3556E}"/>
                    </a:ext>
                  </a:extLst>
                </p:cNvPr>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14" name="Google Shape;10714;p75">
                  <a:extLst>
                    <a:ext uri="{FF2B5EF4-FFF2-40B4-BE49-F238E27FC236}">
                      <a16:creationId xmlns:a16="http://schemas.microsoft.com/office/drawing/2014/main" id="{4B34A569-3AC0-0CC5-7C8F-28E015BDF2AB}"/>
                    </a:ext>
                  </a:extLst>
                </p:cNvPr>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grpSp>
          <p:nvGrpSpPr>
            <p:cNvPr id="15" name="Groupe 14">
              <a:extLst>
                <a:ext uri="{FF2B5EF4-FFF2-40B4-BE49-F238E27FC236}">
                  <a16:creationId xmlns:a16="http://schemas.microsoft.com/office/drawing/2014/main" id="{AB637B0A-4D26-F15C-DEB1-37263A9B54BF}"/>
                </a:ext>
              </a:extLst>
            </p:cNvPr>
            <p:cNvGrpSpPr/>
            <p:nvPr/>
          </p:nvGrpSpPr>
          <p:grpSpPr>
            <a:xfrm>
              <a:off x="247583" y="5575889"/>
              <a:ext cx="490762" cy="490762"/>
              <a:chOff x="26565" y="2889250"/>
              <a:chExt cx="696119" cy="696119"/>
            </a:xfrm>
          </p:grpSpPr>
          <p:sp>
            <p:nvSpPr>
              <p:cNvPr id="16" name="Ellipse 15">
                <a:extLst>
                  <a:ext uri="{FF2B5EF4-FFF2-40B4-BE49-F238E27FC236}">
                    <a16:creationId xmlns:a16="http://schemas.microsoft.com/office/drawing/2014/main" id="{E027FB88-94BE-F2B9-D4D2-C644B1D3CA9D}"/>
                  </a:ext>
                </a:extLst>
              </p:cNvPr>
              <p:cNvSpPr/>
              <p:nvPr/>
            </p:nvSpPr>
            <p:spPr>
              <a:xfrm>
                <a:off x="26565" y="2889250"/>
                <a:ext cx="696119" cy="69611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7" name="Google Shape;10680;p75">
                <a:extLst>
                  <a:ext uri="{FF2B5EF4-FFF2-40B4-BE49-F238E27FC236}">
                    <a16:creationId xmlns:a16="http://schemas.microsoft.com/office/drawing/2014/main" id="{06749636-656B-8102-A144-9D3C6C0980E9}"/>
                  </a:ext>
                </a:extLst>
              </p:cNvPr>
              <p:cNvGrpSpPr/>
              <p:nvPr/>
            </p:nvGrpSpPr>
            <p:grpSpPr>
              <a:xfrm>
                <a:off x="220886" y="3083571"/>
                <a:ext cx="307476" cy="307476"/>
                <a:chOff x="5660400" y="238125"/>
                <a:chExt cx="481825" cy="481825"/>
              </a:xfrm>
              <a:solidFill>
                <a:schemeClr val="bg1"/>
              </a:solidFill>
            </p:grpSpPr>
            <p:sp>
              <p:nvSpPr>
                <p:cNvPr id="18" name="Google Shape;10681;p75">
                  <a:extLst>
                    <a:ext uri="{FF2B5EF4-FFF2-40B4-BE49-F238E27FC236}">
                      <a16:creationId xmlns:a16="http://schemas.microsoft.com/office/drawing/2014/main" id="{BA6AC71F-D363-BDFA-CDDB-07405A771C15}"/>
                    </a:ext>
                  </a:extLst>
                </p:cNvPr>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19" name="Google Shape;10682;p75">
                  <a:extLst>
                    <a:ext uri="{FF2B5EF4-FFF2-40B4-BE49-F238E27FC236}">
                      <a16:creationId xmlns:a16="http://schemas.microsoft.com/office/drawing/2014/main" id="{26E3090E-A5FD-18EB-2709-9E6E9F0456D2}"/>
                    </a:ext>
                  </a:extLst>
                </p:cNvPr>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cxnSp>
          <p:nvCxnSpPr>
            <p:cNvPr id="20" name="Connecteur droit 50">
              <a:extLst>
                <a:ext uri="{FF2B5EF4-FFF2-40B4-BE49-F238E27FC236}">
                  <a16:creationId xmlns:a16="http://schemas.microsoft.com/office/drawing/2014/main" id="{07F0A52B-3A8A-AC69-0EF7-7EF920C63479}"/>
                </a:ext>
              </a:extLst>
            </p:cNvPr>
            <p:cNvCxnSpPr>
              <a:stCxn id="11" idx="4"/>
              <a:endCxn id="16" idx="0"/>
            </p:cNvCxnSpPr>
            <p:nvPr/>
          </p:nvCxnSpPr>
          <p:spPr>
            <a:xfrm>
              <a:off x="492964" y="3698727"/>
              <a:ext cx="0" cy="1877162"/>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1" name="Connecteur droit 51">
              <a:extLst>
                <a:ext uri="{FF2B5EF4-FFF2-40B4-BE49-F238E27FC236}">
                  <a16:creationId xmlns:a16="http://schemas.microsoft.com/office/drawing/2014/main" id="{58C6ACA2-097A-7C87-D9BD-1F2CAEFFB766}"/>
                </a:ext>
              </a:extLst>
            </p:cNvPr>
            <p:cNvCxnSpPr>
              <a:cxnSpLocks/>
              <a:stCxn id="11" idx="6"/>
              <a:endCxn id="7" idx="1"/>
            </p:cNvCxnSpPr>
            <p:nvPr/>
          </p:nvCxnSpPr>
          <p:spPr>
            <a:xfrm>
              <a:off x="738345" y="3453346"/>
              <a:ext cx="250244" cy="1"/>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2" name="Connecteur droit 52">
              <a:extLst>
                <a:ext uri="{FF2B5EF4-FFF2-40B4-BE49-F238E27FC236}">
                  <a16:creationId xmlns:a16="http://schemas.microsoft.com/office/drawing/2014/main" id="{18C88893-8DD2-F857-20DB-F85A00724C8B}"/>
                </a:ext>
              </a:extLst>
            </p:cNvPr>
            <p:cNvCxnSpPr>
              <a:cxnSpLocks/>
              <a:stCxn id="16" idx="6"/>
              <a:endCxn id="6" idx="1"/>
            </p:cNvCxnSpPr>
            <p:nvPr/>
          </p:nvCxnSpPr>
          <p:spPr>
            <a:xfrm>
              <a:off x="738345" y="5821270"/>
              <a:ext cx="259973" cy="0"/>
            </a:xfrm>
            <a:prstGeom prst="line">
              <a:avLst/>
            </a:prstGeom>
            <a:ln w="28575"/>
          </p:spPr>
          <p:style>
            <a:lnRef idx="2">
              <a:schemeClr val="accent1"/>
            </a:lnRef>
            <a:fillRef idx="0">
              <a:schemeClr val="accent1"/>
            </a:fillRef>
            <a:effectRef idx="1">
              <a:schemeClr val="accent1"/>
            </a:effectRef>
            <a:fontRef idx="minor">
              <a:schemeClr val="tx1"/>
            </a:fontRef>
          </p:style>
        </p:cxnSp>
        <p:grpSp>
          <p:nvGrpSpPr>
            <p:cNvPr id="23" name="Groupe 79">
              <a:extLst>
                <a:ext uri="{FF2B5EF4-FFF2-40B4-BE49-F238E27FC236}">
                  <a16:creationId xmlns:a16="http://schemas.microsoft.com/office/drawing/2014/main" id="{A2BB90B9-1AD4-6181-74C9-5A040FA7FFE8}"/>
                </a:ext>
              </a:extLst>
            </p:cNvPr>
            <p:cNvGrpSpPr/>
            <p:nvPr/>
          </p:nvGrpSpPr>
          <p:grpSpPr>
            <a:xfrm>
              <a:off x="4937412" y="2064486"/>
              <a:ext cx="6262975" cy="413296"/>
              <a:chOff x="4286691" y="1916539"/>
              <a:chExt cx="6262975" cy="413296"/>
            </a:xfrm>
          </p:grpSpPr>
          <p:sp>
            <p:nvSpPr>
              <p:cNvPr id="24" name="Rectangle : coins arrondis 19">
                <a:extLst>
                  <a:ext uri="{FF2B5EF4-FFF2-40B4-BE49-F238E27FC236}">
                    <a16:creationId xmlns:a16="http://schemas.microsoft.com/office/drawing/2014/main" id="{D469D682-47F2-12E5-21E2-2CE47544A610}"/>
                  </a:ext>
                </a:extLst>
              </p:cNvPr>
              <p:cNvSpPr/>
              <p:nvPr/>
            </p:nvSpPr>
            <p:spPr>
              <a:xfrm>
                <a:off x="4286692" y="1916539"/>
                <a:ext cx="1273757" cy="413296"/>
              </a:xfrm>
              <a:prstGeom prst="roundRect">
                <a:avLst/>
              </a:prstGeom>
              <a:no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3">
                <a:extLst>
                  <a:ext uri="{FF2B5EF4-FFF2-40B4-BE49-F238E27FC236}">
                    <a16:creationId xmlns:a16="http://schemas.microsoft.com/office/drawing/2014/main" id="{669F652C-5F57-5D47-A694-84A260FDC90E}"/>
                  </a:ext>
                </a:extLst>
              </p:cNvPr>
              <p:cNvSpPr txBox="1"/>
              <p:nvPr/>
            </p:nvSpPr>
            <p:spPr>
              <a:xfrm>
                <a:off x="4286691" y="1984688"/>
                <a:ext cx="1269097" cy="276999"/>
              </a:xfrm>
              <a:prstGeom prst="rect">
                <a:avLst/>
              </a:prstGeom>
              <a:noFill/>
            </p:spPr>
            <p:txBody>
              <a:bodyPr wrap="square" rtlCol="0">
                <a:spAutoFit/>
              </a:bodyPr>
              <a:lstStyle/>
              <a:p>
                <a:pPr algn="ctr"/>
                <a:r>
                  <a:rPr lang="fr-FR" altLang="fr-FR" sz="1200" b="1">
                    <a:solidFill>
                      <a:srgbClr val="CD5358"/>
                    </a:solidFill>
                  </a:rPr>
                  <a:t>Kick - Off</a:t>
                </a:r>
              </a:p>
            </p:txBody>
          </p:sp>
          <p:sp>
            <p:nvSpPr>
              <p:cNvPr id="26" name="Organigramme : Délai 35">
                <a:extLst>
                  <a:ext uri="{FF2B5EF4-FFF2-40B4-BE49-F238E27FC236}">
                    <a16:creationId xmlns:a16="http://schemas.microsoft.com/office/drawing/2014/main" id="{9986144D-8DE2-2F12-6F20-473D463725EB}"/>
                  </a:ext>
                </a:extLst>
              </p:cNvPr>
              <p:cNvSpPr/>
              <p:nvPr/>
            </p:nvSpPr>
            <p:spPr>
              <a:xfrm>
                <a:off x="5835438" y="1916539"/>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Organigramme : Délai 40">
                <a:extLst>
                  <a:ext uri="{FF2B5EF4-FFF2-40B4-BE49-F238E27FC236}">
                    <a16:creationId xmlns:a16="http://schemas.microsoft.com/office/drawing/2014/main" id="{636370F5-46FA-9608-2AA9-D375F48B1618}"/>
                  </a:ext>
                </a:extLst>
              </p:cNvPr>
              <p:cNvSpPr/>
              <p:nvPr/>
            </p:nvSpPr>
            <p:spPr>
              <a:xfrm>
                <a:off x="7456713" y="1916539"/>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Organigramme : Délai 45">
                <a:extLst>
                  <a:ext uri="{FF2B5EF4-FFF2-40B4-BE49-F238E27FC236}">
                    <a16:creationId xmlns:a16="http://schemas.microsoft.com/office/drawing/2014/main" id="{5CB16456-7ED9-52AF-C364-726BBC890360}"/>
                  </a:ext>
                </a:extLst>
              </p:cNvPr>
              <p:cNvSpPr/>
              <p:nvPr/>
            </p:nvSpPr>
            <p:spPr>
              <a:xfrm>
                <a:off x="9002716" y="1916539"/>
                <a:ext cx="75272"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53">
                <a:extLst>
                  <a:ext uri="{FF2B5EF4-FFF2-40B4-BE49-F238E27FC236}">
                    <a16:creationId xmlns:a16="http://schemas.microsoft.com/office/drawing/2014/main" id="{11E6287F-CBE9-0F01-CA6E-2FEB982FE259}"/>
                  </a:ext>
                </a:extLst>
              </p:cNvPr>
              <p:cNvSpPr txBox="1"/>
              <p:nvPr/>
            </p:nvSpPr>
            <p:spPr>
              <a:xfrm>
                <a:off x="5894983" y="1938521"/>
                <a:ext cx="1497095"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altLang="fr-FR" sz="900" b="1" i="0" u="none" strike="noStrike" cap="none" normalizeH="0" baseline="0">
                    <a:ln>
                      <a:noFill/>
                    </a:ln>
                    <a:solidFill>
                      <a:schemeClr val="tx1"/>
                    </a:solidFill>
                    <a:effectLst/>
                  </a:rPr>
                  <a:t>Délimitation du projet et définition de l'équipe</a:t>
                </a:r>
              </a:p>
            </p:txBody>
          </p:sp>
          <p:sp>
            <p:nvSpPr>
              <p:cNvPr id="30" name="ZoneTexte 58">
                <a:extLst>
                  <a:ext uri="{FF2B5EF4-FFF2-40B4-BE49-F238E27FC236}">
                    <a16:creationId xmlns:a16="http://schemas.microsoft.com/office/drawing/2014/main" id="{2C81D468-9B39-7727-A437-E74EF32FC65D}"/>
                  </a:ext>
                </a:extLst>
              </p:cNvPr>
              <p:cNvSpPr txBox="1"/>
              <p:nvPr/>
            </p:nvSpPr>
            <p:spPr>
              <a:xfrm>
                <a:off x="7508921" y="1938521"/>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des canaux de communication</a:t>
                </a:r>
              </a:p>
            </p:txBody>
          </p:sp>
          <p:sp>
            <p:nvSpPr>
              <p:cNvPr id="31" name="ZoneTexte 63">
                <a:extLst>
                  <a:ext uri="{FF2B5EF4-FFF2-40B4-BE49-F238E27FC236}">
                    <a16:creationId xmlns:a16="http://schemas.microsoft.com/office/drawing/2014/main" id="{3B5D8E08-1D95-00DC-2A8D-0849402396DD}"/>
                  </a:ext>
                </a:extLst>
              </p:cNvPr>
              <p:cNvSpPr txBox="1"/>
              <p:nvPr/>
            </p:nvSpPr>
            <p:spPr>
              <a:xfrm>
                <a:off x="9052571" y="2007771"/>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du workflow</a:t>
                </a:r>
              </a:p>
            </p:txBody>
          </p:sp>
        </p:grpSp>
        <p:grpSp>
          <p:nvGrpSpPr>
            <p:cNvPr id="32" name="Groupe 78">
              <a:extLst>
                <a:ext uri="{FF2B5EF4-FFF2-40B4-BE49-F238E27FC236}">
                  <a16:creationId xmlns:a16="http://schemas.microsoft.com/office/drawing/2014/main" id="{76DB7221-10E0-5267-0BDC-680D107B32D4}"/>
                </a:ext>
              </a:extLst>
            </p:cNvPr>
            <p:cNvGrpSpPr/>
            <p:nvPr/>
          </p:nvGrpSpPr>
          <p:grpSpPr>
            <a:xfrm>
              <a:off x="4928320" y="2570064"/>
              <a:ext cx="6275091" cy="495822"/>
              <a:chOff x="4286691" y="2537928"/>
              <a:chExt cx="6275091" cy="495822"/>
            </a:xfrm>
          </p:grpSpPr>
          <p:sp>
            <p:nvSpPr>
              <p:cNvPr id="33" name="Rectangle : coins arrondis 20">
                <a:extLst>
                  <a:ext uri="{FF2B5EF4-FFF2-40B4-BE49-F238E27FC236}">
                    <a16:creationId xmlns:a16="http://schemas.microsoft.com/office/drawing/2014/main" id="{AF8C1318-C92E-5B81-CA34-656850EAB836}"/>
                  </a:ext>
                </a:extLst>
              </p:cNvPr>
              <p:cNvSpPr/>
              <p:nvPr/>
            </p:nvSpPr>
            <p:spPr>
              <a:xfrm>
                <a:off x="4286692" y="2537928"/>
                <a:ext cx="1273757" cy="495822"/>
              </a:xfrm>
              <a:prstGeom prst="roundRect">
                <a:avLst/>
              </a:prstGeom>
              <a:no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ZoneTexte 24">
                <a:extLst>
                  <a:ext uri="{FF2B5EF4-FFF2-40B4-BE49-F238E27FC236}">
                    <a16:creationId xmlns:a16="http://schemas.microsoft.com/office/drawing/2014/main" id="{703FAC7B-131E-592E-97DA-9F52B387BD01}"/>
                  </a:ext>
                </a:extLst>
              </p:cNvPr>
              <p:cNvSpPr txBox="1"/>
              <p:nvPr/>
            </p:nvSpPr>
            <p:spPr>
              <a:xfrm>
                <a:off x="4286691" y="2555007"/>
                <a:ext cx="1275487" cy="461665"/>
              </a:xfrm>
              <a:prstGeom prst="rect">
                <a:avLst/>
              </a:prstGeom>
              <a:noFill/>
            </p:spPr>
            <p:txBody>
              <a:bodyPr wrap="square" rtlCol="0">
                <a:spAutoFit/>
              </a:bodyPr>
              <a:lstStyle/>
              <a:p>
                <a:pPr algn="ctr"/>
                <a:r>
                  <a:rPr kumimoji="0" lang="fr-FR" altLang="fr-FR" sz="1200" b="1" i="0" u="none" strike="noStrike" cap="none" normalizeH="0" baseline="0">
                    <a:ln>
                      <a:noFill/>
                    </a:ln>
                    <a:solidFill>
                      <a:srgbClr val="CD5358"/>
                    </a:solidFill>
                    <a:effectLst/>
                  </a:rPr>
                  <a:t>Découverte métier</a:t>
                </a:r>
                <a:endParaRPr lang="fr-FR" sz="1200"/>
              </a:p>
            </p:txBody>
          </p:sp>
          <p:sp>
            <p:nvSpPr>
              <p:cNvPr id="35" name="Organigramme : Délai 36">
                <a:extLst>
                  <a:ext uri="{FF2B5EF4-FFF2-40B4-BE49-F238E27FC236}">
                    <a16:creationId xmlns:a16="http://schemas.microsoft.com/office/drawing/2014/main" id="{393DD8EA-C9EE-0FE2-3B38-116FCD9A12E1}"/>
                  </a:ext>
                </a:extLst>
              </p:cNvPr>
              <p:cNvSpPr/>
              <p:nvPr/>
            </p:nvSpPr>
            <p:spPr>
              <a:xfrm>
                <a:off x="5845477" y="2579191"/>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Organigramme : Délai 41">
                <a:extLst>
                  <a:ext uri="{FF2B5EF4-FFF2-40B4-BE49-F238E27FC236}">
                    <a16:creationId xmlns:a16="http://schemas.microsoft.com/office/drawing/2014/main" id="{FE93F589-37D4-DF26-DB1D-132B3C8180D7}"/>
                  </a:ext>
                </a:extLst>
              </p:cNvPr>
              <p:cNvSpPr/>
              <p:nvPr/>
            </p:nvSpPr>
            <p:spPr>
              <a:xfrm>
                <a:off x="7466752" y="2579191"/>
                <a:ext cx="73627"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Organigramme : Délai 46">
                <a:extLst>
                  <a:ext uri="{FF2B5EF4-FFF2-40B4-BE49-F238E27FC236}">
                    <a16:creationId xmlns:a16="http://schemas.microsoft.com/office/drawing/2014/main" id="{082682BB-74E6-CF44-3AF0-9D2B893CCE14}"/>
                  </a:ext>
                </a:extLst>
              </p:cNvPr>
              <p:cNvSpPr/>
              <p:nvPr/>
            </p:nvSpPr>
            <p:spPr>
              <a:xfrm>
                <a:off x="9012755" y="2579191"/>
                <a:ext cx="73627"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54">
                <a:extLst>
                  <a:ext uri="{FF2B5EF4-FFF2-40B4-BE49-F238E27FC236}">
                    <a16:creationId xmlns:a16="http://schemas.microsoft.com/office/drawing/2014/main" id="{351D0E3A-F028-8621-CF4F-643F48327BFD}"/>
                  </a:ext>
                </a:extLst>
              </p:cNvPr>
              <p:cNvSpPr txBox="1"/>
              <p:nvPr/>
            </p:nvSpPr>
            <p:spPr>
              <a:xfrm>
                <a:off x="5905022"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Analyse des objectifs du projet</a:t>
                </a:r>
              </a:p>
            </p:txBody>
          </p:sp>
          <p:sp>
            <p:nvSpPr>
              <p:cNvPr id="39" name="ZoneTexte 59">
                <a:extLst>
                  <a:ext uri="{FF2B5EF4-FFF2-40B4-BE49-F238E27FC236}">
                    <a16:creationId xmlns:a16="http://schemas.microsoft.com/office/drawing/2014/main" id="{322F3A6F-853F-E9A1-D05B-19D29B767DAC}"/>
                  </a:ext>
                </a:extLst>
              </p:cNvPr>
              <p:cNvSpPr txBox="1"/>
              <p:nvPr/>
            </p:nvSpPr>
            <p:spPr>
              <a:xfrm>
                <a:off x="7513582"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Audit des systèmes existants</a:t>
                </a:r>
              </a:p>
            </p:txBody>
          </p:sp>
          <p:sp>
            <p:nvSpPr>
              <p:cNvPr id="40" name="ZoneTexte 64">
                <a:extLst>
                  <a:ext uri="{FF2B5EF4-FFF2-40B4-BE49-F238E27FC236}">
                    <a16:creationId xmlns:a16="http://schemas.microsoft.com/office/drawing/2014/main" id="{5566E599-C982-0787-03AC-52A1CF255EC8}"/>
                  </a:ext>
                </a:extLst>
              </p:cNvPr>
              <p:cNvSpPr txBox="1"/>
              <p:nvPr/>
            </p:nvSpPr>
            <p:spPr>
              <a:xfrm>
                <a:off x="9064687"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des besoins en personnalisation</a:t>
                </a:r>
              </a:p>
            </p:txBody>
          </p:sp>
        </p:grpSp>
        <p:grpSp>
          <p:nvGrpSpPr>
            <p:cNvPr id="41" name="Groupe 77">
              <a:extLst>
                <a:ext uri="{FF2B5EF4-FFF2-40B4-BE49-F238E27FC236}">
                  <a16:creationId xmlns:a16="http://schemas.microsoft.com/office/drawing/2014/main" id="{5590BD75-1A26-166C-5C68-A665C86BA5FC}"/>
                </a:ext>
              </a:extLst>
            </p:cNvPr>
            <p:cNvGrpSpPr/>
            <p:nvPr/>
          </p:nvGrpSpPr>
          <p:grpSpPr>
            <a:xfrm>
              <a:off x="4885748" y="3158168"/>
              <a:ext cx="6315237" cy="507831"/>
              <a:chOff x="4244119" y="3236259"/>
              <a:chExt cx="6315237" cy="507831"/>
            </a:xfrm>
          </p:grpSpPr>
          <p:sp>
            <p:nvSpPr>
              <p:cNvPr id="42" name="ZoneTexte 25">
                <a:extLst>
                  <a:ext uri="{FF2B5EF4-FFF2-40B4-BE49-F238E27FC236}">
                    <a16:creationId xmlns:a16="http://schemas.microsoft.com/office/drawing/2014/main" id="{2E530CE5-2198-7A8B-7849-7381608DF4D8}"/>
                  </a:ext>
                </a:extLst>
              </p:cNvPr>
              <p:cNvSpPr txBox="1"/>
              <p:nvPr/>
            </p:nvSpPr>
            <p:spPr>
              <a:xfrm>
                <a:off x="4244119" y="3259342"/>
                <a:ext cx="1273757"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CD5358"/>
                    </a:solidFill>
                    <a:effectLst/>
                  </a:rPr>
                  <a:t>Ateliers</a:t>
                </a:r>
              </a:p>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CD5358"/>
                    </a:solidFill>
                    <a:effectLst/>
                  </a:rPr>
                  <a:t> 1, 2, n</a:t>
                </a:r>
              </a:p>
            </p:txBody>
          </p:sp>
          <p:grpSp>
            <p:nvGrpSpPr>
              <p:cNvPr id="43" name="Groupe 28">
                <a:extLst>
                  <a:ext uri="{FF2B5EF4-FFF2-40B4-BE49-F238E27FC236}">
                    <a16:creationId xmlns:a16="http://schemas.microsoft.com/office/drawing/2014/main" id="{BE5F094B-BE9F-52D1-DE17-351E2E945FC0}"/>
                  </a:ext>
                </a:extLst>
              </p:cNvPr>
              <p:cNvGrpSpPr/>
              <p:nvPr/>
            </p:nvGrpSpPr>
            <p:grpSpPr>
              <a:xfrm>
                <a:off x="4286691" y="3242263"/>
                <a:ext cx="1363325" cy="495822"/>
                <a:chOff x="3123241" y="2224058"/>
                <a:chExt cx="1358902" cy="495822"/>
              </a:xfrm>
            </p:grpSpPr>
            <p:grpSp>
              <p:nvGrpSpPr>
                <p:cNvPr id="44" name="Groupe 29">
                  <a:extLst>
                    <a:ext uri="{FF2B5EF4-FFF2-40B4-BE49-F238E27FC236}">
                      <a16:creationId xmlns:a16="http://schemas.microsoft.com/office/drawing/2014/main" id="{034D7093-E93B-7618-CD3D-06C056C814F0}"/>
                    </a:ext>
                  </a:extLst>
                </p:cNvPr>
                <p:cNvGrpSpPr/>
                <p:nvPr/>
              </p:nvGrpSpPr>
              <p:grpSpPr>
                <a:xfrm>
                  <a:off x="3123241" y="2224058"/>
                  <a:ext cx="1358902" cy="495822"/>
                  <a:chOff x="3820905" y="5399804"/>
                  <a:chExt cx="1358902" cy="495822"/>
                </a:xfrm>
              </p:grpSpPr>
              <p:sp>
                <p:nvSpPr>
                  <p:cNvPr id="45" name="Rectangle : coins arrondis 32">
                    <a:extLst>
                      <a:ext uri="{FF2B5EF4-FFF2-40B4-BE49-F238E27FC236}">
                        <a16:creationId xmlns:a16="http://schemas.microsoft.com/office/drawing/2014/main" id="{A507F797-C76B-BBC0-9D62-8CEC23F8BE3D}"/>
                      </a:ext>
                    </a:extLst>
                  </p:cNvPr>
                  <p:cNvSpPr/>
                  <p:nvPr/>
                </p:nvSpPr>
                <p:spPr>
                  <a:xfrm>
                    <a:off x="3820905" y="5399804"/>
                    <a:ext cx="1273757" cy="495822"/>
                  </a:xfrm>
                  <a:prstGeom prst="roundRect">
                    <a:avLst/>
                  </a:prstGeom>
                  <a:noFill/>
                  <a:ln w="38100">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46" name="Rectangle 33">
                    <a:extLst>
                      <a:ext uri="{FF2B5EF4-FFF2-40B4-BE49-F238E27FC236}">
                        <a16:creationId xmlns:a16="http://schemas.microsoft.com/office/drawing/2014/main" id="{FA7AB397-BB5B-C9AE-A8C0-A587ABC1DED5}"/>
                      </a:ext>
                    </a:extLst>
                  </p:cNvPr>
                  <p:cNvSpPr/>
                  <p:nvPr/>
                </p:nvSpPr>
                <p:spPr>
                  <a:xfrm>
                    <a:off x="5002306" y="5579217"/>
                    <a:ext cx="177501" cy="136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grpSp>
            <p:sp>
              <p:nvSpPr>
                <p:cNvPr id="47" name="Ellipse 30">
                  <a:extLst>
                    <a:ext uri="{FF2B5EF4-FFF2-40B4-BE49-F238E27FC236}">
                      <a16:creationId xmlns:a16="http://schemas.microsoft.com/office/drawing/2014/main" id="{3E76CFE1-A290-0862-5195-59BAF07285C2}"/>
                    </a:ext>
                  </a:extLst>
                </p:cNvPr>
                <p:cNvSpPr/>
                <p:nvPr/>
              </p:nvSpPr>
              <p:spPr>
                <a:xfrm>
                  <a:off x="4354251" y="2361421"/>
                  <a:ext cx="80659" cy="80659"/>
                </a:xfrm>
                <a:prstGeom prst="ellipse">
                  <a:avLst/>
                </a:prstGeom>
                <a:solidFill>
                  <a:srgbClr val="CD5358"/>
                </a:solid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Triangle isocèle 31">
                  <a:extLst>
                    <a:ext uri="{FF2B5EF4-FFF2-40B4-BE49-F238E27FC236}">
                      <a16:creationId xmlns:a16="http://schemas.microsoft.com/office/drawing/2014/main" id="{0573B375-BAD6-4DAD-941B-7921245CCF51}"/>
                    </a:ext>
                  </a:extLst>
                </p:cNvPr>
                <p:cNvSpPr/>
                <p:nvPr/>
              </p:nvSpPr>
              <p:spPr>
                <a:xfrm>
                  <a:off x="4336780" y="2479787"/>
                  <a:ext cx="115600" cy="99656"/>
                </a:xfrm>
                <a:prstGeom prst="triangle">
                  <a:avLst/>
                </a:prstGeom>
                <a:solidFill>
                  <a:srgbClr val="CD53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9" name="Organigramme : Délai 37">
                <a:extLst>
                  <a:ext uri="{FF2B5EF4-FFF2-40B4-BE49-F238E27FC236}">
                    <a16:creationId xmlns:a16="http://schemas.microsoft.com/office/drawing/2014/main" id="{1103CA8E-611A-2933-157B-500B986F987A}"/>
                  </a:ext>
                </a:extLst>
              </p:cNvPr>
              <p:cNvSpPr/>
              <p:nvPr/>
            </p:nvSpPr>
            <p:spPr>
              <a:xfrm>
                <a:off x="5845477" y="3283526"/>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Organigramme : Délai 42">
                <a:extLst>
                  <a:ext uri="{FF2B5EF4-FFF2-40B4-BE49-F238E27FC236}">
                    <a16:creationId xmlns:a16="http://schemas.microsoft.com/office/drawing/2014/main" id="{BD1BBB60-8045-9587-4D65-2322E70E12E6}"/>
                  </a:ext>
                </a:extLst>
              </p:cNvPr>
              <p:cNvSpPr/>
              <p:nvPr/>
            </p:nvSpPr>
            <p:spPr>
              <a:xfrm>
                <a:off x="7466752" y="3283526"/>
                <a:ext cx="73627" cy="413296"/>
              </a:xfrm>
              <a:prstGeom prst="flowChartDelay">
                <a:avLst/>
              </a:prstGeom>
              <a:gradFill>
                <a:gsLst>
                  <a:gs pos="35000">
                    <a:schemeClr val="accent1"/>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Organigramme : Délai 47">
                <a:extLst>
                  <a:ext uri="{FF2B5EF4-FFF2-40B4-BE49-F238E27FC236}">
                    <a16:creationId xmlns:a16="http://schemas.microsoft.com/office/drawing/2014/main" id="{772DF98E-2513-1595-5254-59C1D5B623F2}"/>
                  </a:ext>
                </a:extLst>
              </p:cNvPr>
              <p:cNvSpPr/>
              <p:nvPr/>
            </p:nvSpPr>
            <p:spPr>
              <a:xfrm>
                <a:off x="9012755" y="3283526"/>
                <a:ext cx="73627" cy="413296"/>
              </a:xfrm>
              <a:prstGeom prst="flowChartDelay">
                <a:avLst/>
              </a:prstGeom>
              <a:gradFill>
                <a:gsLst>
                  <a:gs pos="35000">
                    <a:schemeClr val="accent1"/>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ZoneTexte 55">
                <a:extLst>
                  <a:ext uri="{FF2B5EF4-FFF2-40B4-BE49-F238E27FC236}">
                    <a16:creationId xmlns:a16="http://schemas.microsoft.com/office/drawing/2014/main" id="{070F1B92-2D35-AF10-A170-561E3D0C0660}"/>
                  </a:ext>
                </a:extLst>
              </p:cNvPr>
              <p:cNvSpPr txBox="1"/>
              <p:nvPr/>
            </p:nvSpPr>
            <p:spPr>
              <a:xfrm>
                <a:off x="5905021" y="3305508"/>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Analyse des besoins par domaine vs standard</a:t>
                </a:r>
              </a:p>
            </p:txBody>
          </p:sp>
          <p:sp>
            <p:nvSpPr>
              <p:cNvPr id="53" name="ZoneTexte 60">
                <a:extLst>
                  <a:ext uri="{FF2B5EF4-FFF2-40B4-BE49-F238E27FC236}">
                    <a16:creationId xmlns:a16="http://schemas.microsoft.com/office/drawing/2014/main" id="{9246A88E-1965-35F1-469C-BDBD5178D3E8}"/>
                  </a:ext>
                </a:extLst>
              </p:cNvPr>
              <p:cNvSpPr txBox="1"/>
              <p:nvPr/>
            </p:nvSpPr>
            <p:spPr>
              <a:xfrm>
                <a:off x="7513582" y="3236259"/>
                <a:ext cx="1497095" cy="507831"/>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Création et développement de la structure du projet</a:t>
                </a:r>
              </a:p>
            </p:txBody>
          </p:sp>
          <p:sp>
            <p:nvSpPr>
              <p:cNvPr id="54" name="ZoneTexte 65">
                <a:extLst>
                  <a:ext uri="{FF2B5EF4-FFF2-40B4-BE49-F238E27FC236}">
                    <a16:creationId xmlns:a16="http://schemas.microsoft.com/office/drawing/2014/main" id="{8681D9BF-0845-3248-F92F-1F0A25279474}"/>
                  </a:ext>
                </a:extLst>
              </p:cNvPr>
              <p:cNvSpPr txBox="1"/>
              <p:nvPr/>
            </p:nvSpPr>
            <p:spPr>
              <a:xfrm>
                <a:off x="9062261" y="3374758"/>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Création des livrables</a:t>
                </a:r>
              </a:p>
            </p:txBody>
          </p:sp>
        </p:grpSp>
        <p:grpSp>
          <p:nvGrpSpPr>
            <p:cNvPr id="55" name="Groupe 76">
              <a:extLst>
                <a:ext uri="{FF2B5EF4-FFF2-40B4-BE49-F238E27FC236}">
                  <a16:creationId xmlns:a16="http://schemas.microsoft.com/office/drawing/2014/main" id="{221E74B0-631B-81C1-F75E-CBD3E0D38A85}"/>
                </a:ext>
              </a:extLst>
            </p:cNvPr>
            <p:cNvGrpSpPr/>
            <p:nvPr/>
          </p:nvGrpSpPr>
          <p:grpSpPr>
            <a:xfrm>
              <a:off x="4928320" y="3758281"/>
              <a:ext cx="6272067" cy="495822"/>
              <a:chOff x="4286691" y="3920498"/>
              <a:chExt cx="6272067" cy="495822"/>
            </a:xfrm>
          </p:grpSpPr>
          <p:sp>
            <p:nvSpPr>
              <p:cNvPr id="56" name="Rectangle : coins arrondis 22">
                <a:extLst>
                  <a:ext uri="{FF2B5EF4-FFF2-40B4-BE49-F238E27FC236}">
                    <a16:creationId xmlns:a16="http://schemas.microsoft.com/office/drawing/2014/main" id="{D2F681ED-836B-B144-5D0E-1BA90F309916}"/>
                  </a:ext>
                </a:extLst>
              </p:cNvPr>
              <p:cNvSpPr/>
              <p:nvPr/>
            </p:nvSpPr>
            <p:spPr>
              <a:xfrm>
                <a:off x="4286692" y="3920498"/>
                <a:ext cx="1273757" cy="495822"/>
              </a:xfrm>
              <a:prstGeom prst="roundRect">
                <a:avLst/>
              </a:prstGeom>
              <a:no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ZoneTexte 26">
                <a:extLst>
                  <a:ext uri="{FF2B5EF4-FFF2-40B4-BE49-F238E27FC236}">
                    <a16:creationId xmlns:a16="http://schemas.microsoft.com/office/drawing/2014/main" id="{C306AA20-DAE8-3BF6-9D7A-8F54EF716F9C}"/>
                  </a:ext>
                </a:extLst>
              </p:cNvPr>
              <p:cNvSpPr txBox="1"/>
              <p:nvPr/>
            </p:nvSpPr>
            <p:spPr>
              <a:xfrm>
                <a:off x="4286691" y="3937577"/>
                <a:ext cx="1283448"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CD5358"/>
                    </a:solidFill>
                    <a:effectLst/>
                  </a:rPr>
                  <a:t>Présentation de l’analyse</a:t>
                </a:r>
              </a:p>
            </p:txBody>
          </p:sp>
          <p:sp>
            <p:nvSpPr>
              <p:cNvPr id="58" name="Organigramme : Délai 38">
                <a:extLst>
                  <a:ext uri="{FF2B5EF4-FFF2-40B4-BE49-F238E27FC236}">
                    <a16:creationId xmlns:a16="http://schemas.microsoft.com/office/drawing/2014/main" id="{A5A0C04A-1ACC-9BBB-E9BB-62D7DB233F42}"/>
                  </a:ext>
                </a:extLst>
              </p:cNvPr>
              <p:cNvSpPr/>
              <p:nvPr/>
            </p:nvSpPr>
            <p:spPr>
              <a:xfrm>
                <a:off x="5845477" y="3961761"/>
                <a:ext cx="74574"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Organigramme : Délai 43">
                <a:extLst>
                  <a:ext uri="{FF2B5EF4-FFF2-40B4-BE49-F238E27FC236}">
                    <a16:creationId xmlns:a16="http://schemas.microsoft.com/office/drawing/2014/main" id="{8650FD38-8C8F-F810-A915-7825106A2F62}"/>
                  </a:ext>
                </a:extLst>
              </p:cNvPr>
              <p:cNvSpPr/>
              <p:nvPr/>
            </p:nvSpPr>
            <p:spPr>
              <a:xfrm>
                <a:off x="7466752" y="3961761"/>
                <a:ext cx="73627"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Organigramme : Délai 48">
                <a:extLst>
                  <a:ext uri="{FF2B5EF4-FFF2-40B4-BE49-F238E27FC236}">
                    <a16:creationId xmlns:a16="http://schemas.microsoft.com/office/drawing/2014/main" id="{E3D484E8-88B9-A01F-F353-0EF94AD07ADF}"/>
                  </a:ext>
                </a:extLst>
              </p:cNvPr>
              <p:cNvSpPr/>
              <p:nvPr/>
            </p:nvSpPr>
            <p:spPr>
              <a:xfrm>
                <a:off x="9012755" y="3961761"/>
                <a:ext cx="73627"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ZoneTexte 56">
                <a:extLst>
                  <a:ext uri="{FF2B5EF4-FFF2-40B4-BE49-F238E27FC236}">
                    <a16:creationId xmlns:a16="http://schemas.microsoft.com/office/drawing/2014/main" id="{43F29F9C-800B-79FC-3CBF-86F874C7E7FA}"/>
                  </a:ext>
                </a:extLst>
              </p:cNvPr>
              <p:cNvSpPr txBox="1"/>
              <p:nvPr/>
            </p:nvSpPr>
            <p:spPr>
              <a:xfrm>
                <a:off x="5892589" y="398374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des exigences du projet</a:t>
                </a:r>
              </a:p>
            </p:txBody>
          </p:sp>
          <p:sp>
            <p:nvSpPr>
              <p:cNvPr id="62" name="ZoneTexte 61">
                <a:extLst>
                  <a:ext uri="{FF2B5EF4-FFF2-40B4-BE49-F238E27FC236}">
                    <a16:creationId xmlns:a16="http://schemas.microsoft.com/office/drawing/2014/main" id="{B004B384-3ACC-4B15-FDE1-A439E25F9B4C}"/>
                  </a:ext>
                </a:extLst>
              </p:cNvPr>
              <p:cNvSpPr txBox="1"/>
              <p:nvPr/>
            </p:nvSpPr>
            <p:spPr>
              <a:xfrm>
                <a:off x="7519972" y="4052993"/>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Priorisation des tâches</a:t>
                </a:r>
              </a:p>
            </p:txBody>
          </p:sp>
          <p:sp>
            <p:nvSpPr>
              <p:cNvPr id="63" name="ZoneTexte 66">
                <a:extLst>
                  <a:ext uri="{FF2B5EF4-FFF2-40B4-BE49-F238E27FC236}">
                    <a16:creationId xmlns:a16="http://schemas.microsoft.com/office/drawing/2014/main" id="{0B889544-6BF0-7446-1689-05AC2B5EBC6E}"/>
                  </a:ext>
                </a:extLst>
              </p:cNvPr>
              <p:cNvSpPr txBox="1"/>
              <p:nvPr/>
            </p:nvSpPr>
            <p:spPr>
              <a:xfrm>
                <a:off x="9061663" y="398374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du calendrier de mise en œuvre</a:t>
                </a:r>
              </a:p>
            </p:txBody>
          </p:sp>
        </p:grpSp>
        <p:grpSp>
          <p:nvGrpSpPr>
            <p:cNvPr id="64" name="Groupe 75">
              <a:extLst>
                <a:ext uri="{FF2B5EF4-FFF2-40B4-BE49-F238E27FC236}">
                  <a16:creationId xmlns:a16="http://schemas.microsoft.com/office/drawing/2014/main" id="{C78014D5-FB26-9C91-0253-8D780B2FB766}"/>
                </a:ext>
              </a:extLst>
            </p:cNvPr>
            <p:cNvGrpSpPr/>
            <p:nvPr/>
          </p:nvGrpSpPr>
          <p:grpSpPr>
            <a:xfrm>
              <a:off x="4928320" y="4346387"/>
              <a:ext cx="6272067" cy="495822"/>
              <a:chOff x="4286691" y="4611785"/>
              <a:chExt cx="6272067" cy="495822"/>
            </a:xfrm>
          </p:grpSpPr>
          <p:sp>
            <p:nvSpPr>
              <p:cNvPr id="65" name="Rectangle : coins arrondis 21">
                <a:extLst>
                  <a:ext uri="{FF2B5EF4-FFF2-40B4-BE49-F238E27FC236}">
                    <a16:creationId xmlns:a16="http://schemas.microsoft.com/office/drawing/2014/main" id="{EBB2FEAD-1129-E041-F82E-042A77AD8F56}"/>
                  </a:ext>
                </a:extLst>
              </p:cNvPr>
              <p:cNvSpPr/>
              <p:nvPr/>
            </p:nvSpPr>
            <p:spPr>
              <a:xfrm>
                <a:off x="4286692" y="4611785"/>
                <a:ext cx="1273757" cy="495822"/>
              </a:xfrm>
              <a:prstGeom prst="roundRect">
                <a:avLst/>
              </a:prstGeom>
              <a:noFill/>
              <a:ln>
                <a:solidFill>
                  <a:srgbClr val="CD53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ZoneTexte 27">
                <a:extLst>
                  <a:ext uri="{FF2B5EF4-FFF2-40B4-BE49-F238E27FC236}">
                    <a16:creationId xmlns:a16="http://schemas.microsoft.com/office/drawing/2014/main" id="{818ECC23-C0AA-0CAD-8E5F-AD4DEE1380E7}"/>
                  </a:ext>
                </a:extLst>
              </p:cNvPr>
              <p:cNvSpPr txBox="1"/>
              <p:nvPr/>
            </p:nvSpPr>
            <p:spPr>
              <a:xfrm>
                <a:off x="4286691" y="4628864"/>
                <a:ext cx="1283448"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CD5358"/>
                    </a:solidFill>
                    <a:effectLst/>
                  </a:rPr>
                  <a:t>Retours &amp; Validation</a:t>
                </a:r>
              </a:p>
            </p:txBody>
          </p:sp>
          <p:sp>
            <p:nvSpPr>
              <p:cNvPr id="67" name="Organigramme : Délai 39">
                <a:extLst>
                  <a:ext uri="{FF2B5EF4-FFF2-40B4-BE49-F238E27FC236}">
                    <a16:creationId xmlns:a16="http://schemas.microsoft.com/office/drawing/2014/main" id="{47155EB0-C831-3480-9C4E-65A8276B9AD3}"/>
                  </a:ext>
                </a:extLst>
              </p:cNvPr>
              <p:cNvSpPr/>
              <p:nvPr/>
            </p:nvSpPr>
            <p:spPr>
              <a:xfrm>
                <a:off x="5845128" y="4653048"/>
                <a:ext cx="74923"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Organigramme : Délai 44">
                <a:extLst>
                  <a:ext uri="{FF2B5EF4-FFF2-40B4-BE49-F238E27FC236}">
                    <a16:creationId xmlns:a16="http://schemas.microsoft.com/office/drawing/2014/main" id="{89EBB634-A69A-E89E-DAB4-5C24030BE296}"/>
                  </a:ext>
                </a:extLst>
              </p:cNvPr>
              <p:cNvSpPr/>
              <p:nvPr/>
            </p:nvSpPr>
            <p:spPr>
              <a:xfrm>
                <a:off x="7466403" y="4653048"/>
                <a:ext cx="73627" cy="413296"/>
              </a:xfrm>
              <a:prstGeom prst="flowChartDelay">
                <a:avLst/>
              </a:prstGeom>
              <a:gradFill>
                <a:gsLst>
                  <a:gs pos="35000">
                    <a:srgbClr val="CD5358"/>
                  </a:gs>
                  <a:gs pos="0">
                    <a:srgbClr val="CD5358"/>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Organigramme : Délai 49">
                <a:extLst>
                  <a:ext uri="{FF2B5EF4-FFF2-40B4-BE49-F238E27FC236}">
                    <a16:creationId xmlns:a16="http://schemas.microsoft.com/office/drawing/2014/main" id="{20F1C753-5E49-BA0D-99BC-028D589553A7}"/>
                  </a:ext>
                </a:extLst>
              </p:cNvPr>
              <p:cNvSpPr/>
              <p:nvPr/>
            </p:nvSpPr>
            <p:spPr>
              <a:xfrm>
                <a:off x="9012406" y="4653048"/>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ZoneTexte 57">
                <a:extLst>
                  <a:ext uri="{FF2B5EF4-FFF2-40B4-BE49-F238E27FC236}">
                    <a16:creationId xmlns:a16="http://schemas.microsoft.com/office/drawing/2014/main" id="{172645B2-6D62-7C20-0E95-422DE9BC5D10}"/>
                  </a:ext>
                </a:extLst>
              </p:cNvPr>
              <p:cNvSpPr txBox="1"/>
              <p:nvPr/>
            </p:nvSpPr>
            <p:spPr>
              <a:xfrm>
                <a:off x="5885293" y="4675030"/>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Gestion des retours (feedback)</a:t>
                </a:r>
                <a:endParaRPr lang="fr-FR" sz="900" b="1"/>
              </a:p>
            </p:txBody>
          </p:sp>
          <p:sp>
            <p:nvSpPr>
              <p:cNvPr id="71" name="ZoneTexte 62">
                <a:extLst>
                  <a:ext uri="{FF2B5EF4-FFF2-40B4-BE49-F238E27FC236}">
                    <a16:creationId xmlns:a16="http://schemas.microsoft.com/office/drawing/2014/main" id="{256CCDE6-B650-DD8C-0A78-280112C98F0C}"/>
                  </a:ext>
                </a:extLst>
              </p:cNvPr>
              <p:cNvSpPr txBox="1"/>
              <p:nvPr/>
            </p:nvSpPr>
            <p:spPr>
              <a:xfrm>
                <a:off x="7513582" y="4744280"/>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Ajustement du projet</a:t>
                </a:r>
                <a:endParaRPr lang="fr-FR" altLang="fr-FR" sz="900"/>
              </a:p>
            </p:txBody>
          </p:sp>
          <p:sp>
            <p:nvSpPr>
              <p:cNvPr id="72" name="ZoneTexte 67">
                <a:extLst>
                  <a:ext uri="{FF2B5EF4-FFF2-40B4-BE49-F238E27FC236}">
                    <a16:creationId xmlns:a16="http://schemas.microsoft.com/office/drawing/2014/main" id="{6C410FCA-1CF8-EA4E-8BB0-91B2B8148E52}"/>
                  </a:ext>
                </a:extLst>
              </p:cNvPr>
              <p:cNvSpPr txBox="1"/>
              <p:nvPr/>
            </p:nvSpPr>
            <p:spPr>
              <a:xfrm>
                <a:off x="9061663" y="4744280"/>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Validation du projet</a:t>
                </a:r>
              </a:p>
            </p:txBody>
          </p:sp>
        </p:grpSp>
      </p:gr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3">
            <a:extLst>
              <a:ext uri="{FF2B5EF4-FFF2-40B4-BE49-F238E27FC236}">
                <a16:creationId xmlns:a16="http://schemas.microsoft.com/office/drawing/2014/main" id="{8BD760E0-1C2E-B527-7AEB-5989C44CA2B1}"/>
              </a:ext>
            </a:extLst>
          </p:cNvPr>
          <p:cNvSpPr>
            <a:spLocks noGrp="1"/>
          </p:cNvSpPr>
          <p:nvPr>
            <p:ph type="title"/>
          </p:nvPr>
        </p:nvSpPr>
        <p:spPr/>
        <p:txBody>
          <a:bodyPr/>
          <a:lstStyle/>
          <a:p>
            <a:pPr/>
            <a:r>
              <a:t>LIVRABLES À LA FIN D'UNE ANALYSE</a:t>
            </a:r>
            <a:endParaRPr lang="en-US"/>
          </a:p>
        </p:txBody>
      </p:sp>
      <p:sp>
        <p:nvSpPr>
          <p:cNvPr id="4" name="Espace réservé du texte 4">
            <a:extLst>
              <a:ext uri="{FF2B5EF4-FFF2-40B4-BE49-F238E27FC236}">
                <a16:creationId xmlns:a16="http://schemas.microsoft.com/office/drawing/2014/main" id="{9708AD2C-B952-9123-1A4E-8B4A44593D7A}"/>
              </a:ext>
            </a:extLst>
          </p:cNvPr>
          <p:cNvSpPr>
            <a:spLocks noGrp="1"/>
          </p:cNvSpPr>
          <p:nvPr>
            <p:ph type="body" sz="quarter" idx="13"/>
          </p:nvPr>
        </p:nvSpPr>
        <p:spPr/>
        <p:txBody>
          <a:bodyPr/>
          <a:lstStyle/>
          <a:p>
            <a:pPr/>
            <a:r>
              <a:t>PHASE D’ANALYSE</a:t>
            </a:r>
            <a:endParaRPr lang="en-US"/>
          </a:p>
        </p:txBody>
      </p:sp>
      <p:grpSp>
        <p:nvGrpSpPr>
          <p:cNvPr id="5" name="Transplant"/>
          <p:cNvGrpSpPr/>
          <p:nvPr/>
        </p:nvGrpSpPr>
        <p:grpSpPr>
          <a:xfrm>
            <a:off x="923439" y="1508760"/>
            <a:ext cx="10342073" cy="4754880"/>
            <a:chOff x="864930" y="1956864"/>
            <a:chExt cx="10368346" cy="4766959"/>
          </a:xfrm>
        </p:grpSpPr>
        <p:grpSp>
          <p:nvGrpSpPr>
            <p:cNvPr id="6" name="Group 16">
              <a:extLst>
                <a:ext uri="{FF2B5EF4-FFF2-40B4-BE49-F238E27FC236}">
                  <a16:creationId xmlns:a16="http://schemas.microsoft.com/office/drawing/2014/main" id="{C3741A3D-6F7B-CDBB-9717-061F6547D00D}"/>
                </a:ext>
              </a:extLst>
            </p:cNvPr>
            <p:cNvGrpSpPr/>
            <p:nvPr/>
          </p:nvGrpSpPr>
          <p:grpSpPr>
            <a:xfrm>
              <a:off x="4233423" y="2296103"/>
              <a:ext cx="3725154" cy="3687494"/>
              <a:chOff x="4199164" y="2762448"/>
              <a:chExt cx="3725154" cy="3124163"/>
            </a:xfrm>
          </p:grpSpPr>
          <p:pic>
            <p:nvPicPr>
              <p:cNvPr id="7" name="Graphic 40">
                <a:extLst>
                  <a:ext uri="{FF2B5EF4-FFF2-40B4-BE49-F238E27FC236}">
                    <a16:creationId xmlns:a16="http://schemas.microsoft.com/office/drawing/2014/main" id="{2EDA8BDA-FE58-B97C-30EE-54D648BBD0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5962326" y="2762448"/>
                <a:ext cx="1961992" cy="3096268"/>
              </a:xfrm>
              <a:prstGeom prst="rect">
                <a:avLst/>
              </a:prstGeom>
            </p:spPr>
          </p:pic>
          <p:pic>
            <p:nvPicPr>
              <p:cNvPr id="8" name="Graphic 12">
                <a:extLst>
                  <a:ext uri="{FF2B5EF4-FFF2-40B4-BE49-F238E27FC236}">
                    <a16:creationId xmlns:a16="http://schemas.microsoft.com/office/drawing/2014/main" id="{C7FB3EE4-C147-5A2B-72CE-DD32F6F299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99164" y="2790343"/>
                <a:ext cx="1961992" cy="3096268"/>
              </a:xfrm>
              <a:prstGeom prst="rect">
                <a:avLst/>
              </a:prstGeom>
            </p:spPr>
          </p:pic>
        </p:grpSp>
        <p:grpSp>
          <p:nvGrpSpPr>
            <p:cNvPr id="9" name="Group 7">
              <a:extLst>
                <a:ext uri="{FF2B5EF4-FFF2-40B4-BE49-F238E27FC236}">
                  <a16:creationId xmlns:a16="http://schemas.microsoft.com/office/drawing/2014/main" id="{805B7E89-35FE-EC53-5D61-3FC2555B1D4E}"/>
                </a:ext>
              </a:extLst>
            </p:cNvPr>
            <p:cNvGrpSpPr/>
            <p:nvPr/>
          </p:nvGrpSpPr>
          <p:grpSpPr>
            <a:xfrm>
              <a:off x="7312717" y="1956864"/>
              <a:ext cx="3920559" cy="4096797"/>
              <a:chOff x="6668520" y="1559378"/>
              <a:chExt cx="2648632" cy="2767694"/>
            </a:xfrm>
          </p:grpSpPr>
          <p:sp>
            <p:nvSpPr>
              <p:cNvPr id="10" name="Rectangle: Rounded Corners 19">
                <a:extLst>
                  <a:ext uri="{FF2B5EF4-FFF2-40B4-BE49-F238E27FC236}">
                    <a16:creationId xmlns:a16="http://schemas.microsoft.com/office/drawing/2014/main" id="{485B6D1A-09F2-8A41-64DC-53A72660DC33}"/>
                  </a:ext>
                </a:extLst>
              </p:cNvPr>
              <p:cNvSpPr/>
              <p:nvPr/>
            </p:nvSpPr>
            <p:spPr>
              <a:xfrm>
                <a:off x="6668520" y="1559378"/>
                <a:ext cx="2648632" cy="2767694"/>
              </a:xfrm>
              <a:prstGeom prst="roundRect">
                <a:avLst>
                  <a:gd name="adj" fmla="val 16863"/>
                </a:avLst>
              </a:prstGeom>
              <a:gradFill flip="none" rotWithShape="1">
                <a:gsLst>
                  <a:gs pos="0">
                    <a:srgbClr val="CD5358"/>
                  </a:gs>
                  <a:gs pos="100000">
                    <a:srgbClr val="BA131A"/>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1" name="Rectangle: Rounded Corners 15">
                <a:extLst>
                  <a:ext uri="{FF2B5EF4-FFF2-40B4-BE49-F238E27FC236}">
                    <a16:creationId xmlns:a16="http://schemas.microsoft.com/office/drawing/2014/main" id="{BE8021D7-8CC9-F530-42DD-93DFB2B0888E}"/>
                  </a:ext>
                </a:extLst>
              </p:cNvPr>
              <p:cNvSpPr/>
              <p:nvPr/>
            </p:nvSpPr>
            <p:spPr>
              <a:xfrm>
                <a:off x="6892566" y="1758787"/>
                <a:ext cx="2226732" cy="689347"/>
              </a:xfrm>
              <a:prstGeom prst="roundRect">
                <a:avLst>
                  <a:gd name="adj" fmla="val 3815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223843"/>
                    </a:solidFill>
                    <a:effectLst/>
                    <a:uLnTx/>
                    <a:uFillTx/>
                    <a:ea typeface="+mn-ea"/>
                    <a:cs typeface="+mn-cs"/>
                  </a:rPr>
                  <a:t>LISTE DÉTAILLÉE DES EXIGENCES</a:t>
                </a:r>
              </a:p>
            </p:txBody>
          </p:sp>
        </p:grpSp>
        <p:grpSp>
          <p:nvGrpSpPr>
            <p:cNvPr id="12" name="Group 2">
              <a:extLst>
                <a:ext uri="{FF2B5EF4-FFF2-40B4-BE49-F238E27FC236}">
                  <a16:creationId xmlns:a16="http://schemas.microsoft.com/office/drawing/2014/main" id="{CFCC4AEC-F396-7CC5-A73E-BB179BE8B3F3}"/>
                </a:ext>
              </a:extLst>
            </p:cNvPr>
            <p:cNvGrpSpPr/>
            <p:nvPr/>
          </p:nvGrpSpPr>
          <p:grpSpPr>
            <a:xfrm>
              <a:off x="864930" y="1962801"/>
              <a:ext cx="3920559" cy="4096797"/>
              <a:chOff x="960829" y="2098221"/>
              <a:chExt cx="3398899" cy="3118430"/>
            </a:xfrm>
          </p:grpSpPr>
          <p:sp>
            <p:nvSpPr>
              <p:cNvPr id="13" name="Rectangle: Rounded Corners 3">
                <a:extLst>
                  <a:ext uri="{FF2B5EF4-FFF2-40B4-BE49-F238E27FC236}">
                    <a16:creationId xmlns:a16="http://schemas.microsoft.com/office/drawing/2014/main" id="{D8EF9338-2D17-744E-D351-907508046DC9}"/>
                  </a:ext>
                </a:extLst>
              </p:cNvPr>
              <p:cNvSpPr/>
              <p:nvPr/>
            </p:nvSpPr>
            <p:spPr>
              <a:xfrm>
                <a:off x="960829" y="2098221"/>
                <a:ext cx="3398899" cy="3118430"/>
              </a:xfrm>
              <a:prstGeom prst="roundRect">
                <a:avLst>
                  <a:gd name="adj" fmla="val 16863"/>
                </a:avLst>
              </a:prstGeom>
              <a:gradFill flip="none" rotWithShape="1">
                <a:gsLst>
                  <a:gs pos="0">
                    <a:srgbClr val="CD5358"/>
                  </a:gs>
                  <a:gs pos="100000">
                    <a:srgbClr val="BA131A"/>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4" name="Rectangle: Rounded Corners 6">
                <a:extLst>
                  <a:ext uri="{FF2B5EF4-FFF2-40B4-BE49-F238E27FC236}">
                    <a16:creationId xmlns:a16="http://schemas.microsoft.com/office/drawing/2014/main" id="{6967F0F4-524B-E11A-6AAC-8DE34077DD23}"/>
                  </a:ext>
                </a:extLst>
              </p:cNvPr>
              <p:cNvSpPr/>
              <p:nvPr/>
            </p:nvSpPr>
            <p:spPr>
              <a:xfrm>
                <a:off x="1231533" y="2322901"/>
                <a:ext cx="2857489" cy="776704"/>
              </a:xfrm>
              <a:prstGeom prst="roundRect">
                <a:avLst>
                  <a:gd name="adj" fmla="val 3815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223843"/>
                    </a:solidFill>
                    <a:effectLst/>
                    <a:uLnTx/>
                    <a:uFillTx/>
                    <a:ea typeface="+mn-ea"/>
                    <a:cs typeface="+mn-cs"/>
                  </a:rPr>
                  <a:t>PRÉSENTATION DE L'ANALYSE</a:t>
                </a:r>
              </a:p>
            </p:txBody>
          </p:sp>
        </p:grpSp>
        <p:grpSp>
          <p:nvGrpSpPr>
            <p:cNvPr id="15" name="Group 10">
              <a:extLst>
                <a:ext uri="{FF2B5EF4-FFF2-40B4-BE49-F238E27FC236}">
                  <a16:creationId xmlns:a16="http://schemas.microsoft.com/office/drawing/2014/main" id="{A56CB8E7-1FDA-85A3-96E8-CBD4D48D8526}"/>
                </a:ext>
              </a:extLst>
            </p:cNvPr>
            <p:cNvGrpSpPr/>
            <p:nvPr/>
          </p:nvGrpSpPr>
          <p:grpSpPr>
            <a:xfrm>
              <a:off x="4590298" y="5726295"/>
              <a:ext cx="3011404" cy="997528"/>
              <a:chOff x="4785489" y="5754005"/>
              <a:chExt cx="3011404" cy="997528"/>
            </a:xfrm>
          </p:grpSpPr>
          <p:sp>
            <p:nvSpPr>
              <p:cNvPr id="16" name="Rectangle: Rounded Corners 44">
                <a:extLst>
                  <a:ext uri="{FF2B5EF4-FFF2-40B4-BE49-F238E27FC236}">
                    <a16:creationId xmlns:a16="http://schemas.microsoft.com/office/drawing/2014/main" id="{40C86AC8-3D09-A77D-A985-776C9802F58A}"/>
                  </a:ext>
                </a:extLst>
              </p:cNvPr>
              <p:cNvSpPr/>
              <p:nvPr/>
            </p:nvSpPr>
            <p:spPr>
              <a:xfrm>
                <a:off x="4785489" y="5754005"/>
                <a:ext cx="3011404" cy="997528"/>
              </a:xfrm>
              <a:prstGeom prst="roundRect">
                <a:avLst>
                  <a:gd name="adj" fmla="val 50000"/>
                </a:avLst>
              </a:prstGeom>
              <a:gradFill>
                <a:gsLst>
                  <a:gs pos="0">
                    <a:srgbClr val="CD5358"/>
                  </a:gs>
                  <a:gs pos="100000">
                    <a:srgbClr val="BA131A"/>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7" name="Rectangle: Rounded Corners 42">
                <a:extLst>
                  <a:ext uri="{FF2B5EF4-FFF2-40B4-BE49-F238E27FC236}">
                    <a16:creationId xmlns:a16="http://schemas.microsoft.com/office/drawing/2014/main" id="{1506215D-4D06-8847-EB24-891990F0E15C}"/>
                  </a:ext>
                </a:extLst>
              </p:cNvPr>
              <p:cNvSpPr/>
              <p:nvPr/>
            </p:nvSpPr>
            <p:spPr>
              <a:xfrm>
                <a:off x="4950619" y="5910296"/>
                <a:ext cx="2622451" cy="6893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223843"/>
                    </a:solidFill>
                    <a:effectLst/>
                    <a:uLnTx/>
                    <a:uFillTx/>
                    <a:ea typeface="+mn-ea"/>
                    <a:cs typeface="+mn-cs"/>
                  </a:rPr>
                  <a:t>PRÉSENTATION FINALE</a:t>
                </a:r>
              </a:p>
            </p:txBody>
          </p:sp>
        </p:grpSp>
        <p:sp>
          <p:nvSpPr>
            <p:cNvPr id="18" name="TextBox 8">
              <a:extLst>
                <a:ext uri="{FF2B5EF4-FFF2-40B4-BE49-F238E27FC236}">
                  <a16:creationId xmlns:a16="http://schemas.microsoft.com/office/drawing/2014/main" id="{F51D0484-453C-D5AB-411B-CF1E3D25BDD2}"/>
                </a:ext>
              </a:extLst>
            </p:cNvPr>
            <p:cNvSpPr txBox="1"/>
            <p:nvPr/>
          </p:nvSpPr>
          <p:spPr>
            <a:xfrm>
              <a:off x="1125425" y="3320847"/>
              <a:ext cx="3296054" cy="2499586"/>
            </a:xfrm>
            <a:prstGeom prst="rect">
              <a:avLst/>
            </a:prstGeom>
          </p:spPr>
          <p:txBody>
            <a:bodyPr vert="horz" wrap="none" lIns="91440" tIns="45720" rIns="91440" bIns="45720" rtlCol="0" anchor="t">
              <a:norm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prstClr val="white"/>
                  </a:solidFill>
                </a:rPr>
                <a:t> Maquette de tableau de bord</a:t>
              </a:r>
              <a:endParaRPr kumimoji="0" lang="en-US" sz="2000" b="0" i="0" u="none" strike="noStrike" kern="1200" cap="none" spc="0" normalizeH="0" baseline="0" noProof="0" dirty="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a:t>
              </a:r>
              <a:r>
                <a:rPr kumimoji="0" lang="en-US" sz="2000" b="0" i="0" u="none" strike="noStrike" kern="1200" cap="none" spc="0" normalizeH="0" baseline="0" noProof="0" dirty="0" err="1">
                  <a:ln>
                    <a:noFill/>
                  </a:ln>
                  <a:solidFill>
                    <a:prstClr val="white"/>
                  </a:solidFill>
                  <a:effectLst/>
                  <a:uLnTx/>
                  <a:uFillTx/>
                  <a:ea typeface="+mn-ea"/>
                  <a:cs typeface="+mn-cs"/>
                </a:rPr>
                <a:t>Périmètre</a:t>
              </a:r>
              <a:r>
                <a:rPr kumimoji="0" lang="en-US" sz="2000" b="0" i="0" u="none" strike="noStrike" kern="1200" cap="none" spc="0" normalizeH="0" baseline="0" noProof="0" dirty="0">
                  <a:ln>
                    <a:noFill/>
                  </a:ln>
                  <a:solidFill>
                    <a:prstClr val="white"/>
                  </a:solidFill>
                  <a:effectLst/>
                  <a:uLnTx/>
                  <a:uFillTx/>
                  <a:ea typeface="+mn-ea"/>
                  <a:cs typeface="+mn-cs"/>
                </a:rPr>
                <a:t> du </a:t>
              </a:r>
              <a:r>
                <a:rPr kumimoji="0" lang="en-US" sz="2000" b="0" i="0" u="none" strike="noStrike" kern="1200" cap="none" spc="0" normalizeH="0" baseline="0" noProof="0" dirty="0" err="1">
                  <a:ln>
                    <a:noFill/>
                  </a:ln>
                  <a:solidFill>
                    <a:prstClr val="white"/>
                  </a:solidFill>
                  <a:effectLst/>
                  <a:uLnTx/>
                  <a:uFillTx/>
                  <a:ea typeface="+mn-ea"/>
                  <a:cs typeface="+mn-cs"/>
                </a:rPr>
                <a:t>projet</a:t>
              </a:r>
              <a:r>
                <a:rPr kumimoji="0" lang="en-US" sz="2000" b="0" i="0" u="none" strike="noStrike" kern="1200" cap="none" spc="0" normalizeH="0" baseline="0" noProof="0" dirty="0">
                  <a:ln>
                    <a:noFill/>
                  </a:ln>
                  <a:solidFill>
                    <a:prstClr val="white"/>
                  </a:solidFill>
                  <a:effectLst/>
                  <a:uLnTx/>
                  <a:uFillTx/>
                  <a:ea typeface="+mn-ea"/>
                  <a:cs typeface="+mn-cs"/>
                </a:rPr>
                <a:t> </a:t>
              </a:r>
              <a:r>
                <a:rPr kumimoji="0" lang="en-US" sz="2000" b="0" i="0" u="none" strike="noStrike" kern="1200" cap="none" spc="0" normalizeH="0" baseline="0" noProof="0" dirty="0" err="1">
                  <a:ln>
                    <a:noFill/>
                  </a:ln>
                  <a:solidFill>
                    <a:prstClr val="white"/>
                  </a:solidFill>
                  <a:effectLst/>
                  <a:uLnTx/>
                  <a:uFillTx/>
                  <a:ea typeface="+mn-ea"/>
                  <a:cs typeface="+mn-cs"/>
                </a:rPr>
                <a:t>adressé</a:t>
              </a:r>
              <a:br>
                <a:rPr kumimoji="0" lang="en-US" sz="2000" b="0" i="0" u="none" strike="noStrike" kern="1200" cap="none" spc="0" normalizeH="0" baseline="0" noProof="0" dirty="0">
                  <a:ln>
                    <a:noFill/>
                  </a:ln>
                  <a:solidFill>
                    <a:prstClr val="white"/>
                  </a:solidFill>
                  <a:effectLst/>
                  <a:uLnTx/>
                  <a:uFillTx/>
                  <a:ea typeface="+mn-ea"/>
                  <a:cs typeface="+mn-cs"/>
                </a:rPr>
              </a:br>
              <a:r>
                <a:rPr kumimoji="0" lang="fr-FR" sz="2000" b="0" i="0" u="none" strike="noStrike" kern="1200" cap="none" spc="0" normalizeH="0" baseline="0" noProof="0" dirty="0">
                  <a:ln>
                    <a:noFill/>
                  </a:ln>
                  <a:solidFill>
                    <a:prstClr val="white"/>
                  </a:solidFill>
                  <a:effectLst/>
                  <a:uLnTx/>
                  <a:uFillTx/>
                  <a:ea typeface="+mn-ea"/>
                  <a:cs typeface="+mn-cs"/>
                </a:rPr>
                <a:t>(standard et non standard)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Budget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a:t>
              </a:r>
              <a:r>
                <a:rPr kumimoji="0" lang="en-US" sz="2000" b="0" i="0" u="none" strike="noStrike" kern="1200" cap="none" spc="0" normalizeH="0" baseline="0" noProof="0" dirty="0" err="1">
                  <a:ln>
                    <a:noFill/>
                  </a:ln>
                  <a:solidFill>
                    <a:prstClr val="white"/>
                  </a:solidFill>
                  <a:effectLst/>
                  <a:uLnTx/>
                  <a:uFillTx/>
                  <a:ea typeface="+mn-ea"/>
                  <a:cs typeface="+mn-cs"/>
                </a:rPr>
                <a:t>Chronologie</a:t>
              </a:r>
              <a:r>
                <a:rPr kumimoji="0" lang="en-US" sz="2000" b="0" i="0" u="none" strike="noStrike" kern="1200" cap="none" spc="0" normalizeH="0" baseline="0" noProof="0" dirty="0">
                  <a:ln>
                    <a:noFill/>
                  </a:ln>
                  <a:solidFill>
                    <a:prstClr val="white"/>
                  </a:solidFill>
                  <a:effectLst/>
                  <a:uLnTx/>
                  <a:uFillTx/>
                  <a:ea typeface="+mn-ea"/>
                  <a:cs typeface="+mn-cs"/>
                </a:rPr>
                <a:t> du </a:t>
              </a:r>
              <a:r>
                <a:rPr kumimoji="0" lang="en-US" sz="2000" b="0" i="0" u="none" strike="noStrike" kern="1200" cap="none" spc="0" normalizeH="0" baseline="0" noProof="0" dirty="0" err="1">
                  <a:ln>
                    <a:noFill/>
                  </a:ln>
                  <a:solidFill>
                    <a:prstClr val="white"/>
                  </a:solidFill>
                  <a:effectLst/>
                  <a:uLnTx/>
                  <a:uFillTx/>
                  <a:ea typeface="+mn-ea"/>
                  <a:cs typeface="+mn-cs"/>
                </a:rPr>
                <a:t>projet</a:t>
              </a:r>
              <a:endParaRPr kumimoji="0" lang="en-US" sz="2000" b="0" i="0" u="none" strike="noStrike" kern="1200" cap="none" spc="0" normalizeH="0" baseline="0" noProof="0" dirty="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Organigramme du </a:t>
              </a:r>
              <a:r>
                <a:rPr kumimoji="0" lang="en-US" sz="2000" b="0" i="0" u="none" strike="noStrike" kern="1200" cap="none" spc="0" normalizeH="0" baseline="0" noProof="0" dirty="0" err="1">
                  <a:ln>
                    <a:noFill/>
                  </a:ln>
                  <a:solidFill>
                    <a:prstClr val="white"/>
                  </a:solidFill>
                  <a:effectLst/>
                  <a:uLnTx/>
                  <a:uFillTx/>
                  <a:ea typeface="+mn-ea"/>
                  <a:cs typeface="+mn-cs"/>
                </a:rPr>
                <a:t>projet</a:t>
              </a:r>
              <a:endParaRPr kumimoji="0" lang="en-US" sz="2000" b="0" i="0" u="none" strike="noStrike" kern="1200" cap="none" spc="0" normalizeH="0" baseline="0" noProof="0" dirty="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dirty="0">
                <a:ln>
                  <a:noFill/>
                </a:ln>
                <a:solidFill>
                  <a:prstClr val="white"/>
                </a:solidFill>
                <a:effectLst/>
                <a:uLnTx/>
                <a:uFillTx/>
                <a:ea typeface="+mn-ea"/>
                <a:cs typeface="+mn-cs"/>
              </a:endParaRPr>
            </a:p>
          </p:txBody>
        </p:sp>
        <p:sp>
          <p:nvSpPr>
            <p:cNvPr id="19" name="TextBox 9">
              <a:extLst>
                <a:ext uri="{FF2B5EF4-FFF2-40B4-BE49-F238E27FC236}">
                  <a16:creationId xmlns:a16="http://schemas.microsoft.com/office/drawing/2014/main" id="{18378CA8-5E0C-77C4-996E-35D6C26B6646}"/>
                </a:ext>
              </a:extLst>
            </p:cNvPr>
            <p:cNvSpPr txBox="1"/>
            <p:nvPr/>
          </p:nvSpPr>
          <p:spPr>
            <a:xfrm>
              <a:off x="7645630" y="3314910"/>
              <a:ext cx="3294778" cy="2535896"/>
            </a:xfrm>
            <a:prstGeom prst="rect">
              <a:avLst/>
            </a:prstGeom>
          </p:spPr>
          <p:txBody>
            <a:bodyPr vert="horz" wrap="non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Tâches</a:t>
              </a: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fonctionnelles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white"/>
                  </a:solidFill>
                  <a:effectLst/>
                  <a:uLnTx/>
                  <a:uFillTx/>
                  <a:ea typeface="+mn-ea"/>
                  <a:cs typeface="+mn-cs"/>
                </a:rPr>
                <a:t>incluses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Tâches</a:t>
              </a: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fonctionnelles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white"/>
                  </a:solidFill>
                  <a:effectLst/>
                  <a:uLnTx/>
                  <a:uFillTx/>
                  <a:ea typeface="+mn-ea"/>
                  <a:cs typeface="+mn-cs"/>
                </a:rPr>
                <a:t>exclues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fr-FR" sz="2000" b="0" i="0" u="none" strike="noStrike" kern="1200" cap="none" spc="0" normalizeH="0" baseline="0" noProof="0">
                  <a:ln>
                    <a:noFill/>
                  </a:ln>
                  <a:solidFill>
                    <a:prstClr val="white"/>
                  </a:solidFill>
                  <a:effectLst/>
                  <a:uLnTx/>
                  <a:uFillTx/>
                  <a:ea typeface="+mn-ea"/>
                  <a:cs typeface="+mn-cs"/>
                </a:rPr>
                <a:t>Exigences de 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a:ln>
                    <a:noFill/>
                  </a:ln>
                  <a:solidFill>
                    <a:prstClr val="white"/>
                  </a:solidFill>
                  <a:effectLst/>
                  <a:uLnTx/>
                  <a:uFillTx/>
                  <a:ea typeface="+mn-ea"/>
                  <a:cs typeface="+mn-cs"/>
                </a:rPr>
                <a:t>et de qualité</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fr-FR" sz="2000" b="0" i="0" u="none" strike="noStrike" kern="1200" cap="none" spc="0" normalizeH="0" baseline="0" noProof="0">
                  <a:ln>
                    <a:noFill/>
                  </a:ln>
                  <a:solidFill>
                    <a:prstClr val="white"/>
                  </a:solidFill>
                  <a:effectLst/>
                  <a:uLnTx/>
                  <a:uFillTx/>
                  <a:ea typeface="+mn-ea"/>
                  <a:cs typeface="+mn-cs"/>
                </a:rPr>
                <a:t>Estimations, avancement,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a:ln>
                    <a:noFill/>
                  </a:ln>
                  <a:solidFill>
                    <a:prstClr val="white"/>
                  </a:solidFill>
                  <a:effectLst/>
                  <a:uLnTx/>
                  <a:uFillTx/>
                  <a:ea typeface="+mn-ea"/>
                  <a:cs typeface="+mn-cs"/>
                </a:rPr>
                <a:t>classification par phase... </a:t>
              </a:r>
              <a:endParaRPr kumimoji="0" lang="en-US" sz="2000" b="0" i="0" u="none" strike="noStrike" kern="1200" cap="none" spc="0" normalizeH="0" baseline="0" noProof="0">
                <a:ln>
                  <a:noFill/>
                </a:ln>
                <a:solidFill>
                  <a:prstClr val="white"/>
                </a:solidFill>
                <a:effectLst/>
                <a:uLnTx/>
                <a:uFillTx/>
                <a:ea typeface="+mn-ea"/>
                <a:cs typeface="+mn-cs"/>
              </a:endParaRPr>
            </a:p>
          </p:txBody>
        </p:sp>
      </p:gr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776693BB-AA83-4072-9715-AA9BC0D4E25C}"/>
              </a:ext>
            </a:extLst>
          </p:cNvPr>
          <p:cNvSpPr>
            <a:spLocks noGrp="1"/>
          </p:cNvSpPr>
          <p:nvPr>
            <p:ph type="title"/>
          </p:nvPr>
        </p:nvSpPr>
        <p:spPr/>
        <p:txBody>
          <a:bodyPr/>
          <a:lstStyle/>
          <a:p>
            <a:pPr/>
            <a:r>
              <a:t>APPROCHE BUDGÉTAIRE</a:t>
            </a:r>
          </a:p>
        </p:txBody>
      </p:sp>
      <p:sp>
        <p:nvSpPr>
          <p:cNvPr id="3" name="Espace réservé du texte 2">
            <a:extLst>
              <a:ext uri="{FF2B5EF4-FFF2-40B4-BE49-F238E27FC236}">
                <a16:creationId xmlns:a16="http://schemas.microsoft.com/office/drawing/2014/main" id="{AA14A04B-EBD5-902B-4F33-B256D611E2F1}"/>
              </a:ext>
            </a:extLst>
          </p:cNvPr>
          <p:cNvSpPr>
            <a:spLocks noGrp="1"/>
          </p:cNvSpPr>
          <p:nvPr>
            <p:ph type="body" idx="1"/>
          </p:nvPr>
        </p:nvSpPr>
        <p:spPr/>
        <p:txBody>
          <a:bodyPr/>
          <a:lstStyle/>
          <a:p>
            <a:pPr/>
            <a:r>
              <a:t>05</a:t>
            </a:r>
            <a:endParaRPr lang="en-US"/>
          </a:p>
        </p:txBody>
      </p:sp>
      <p:sp>
        <p:nvSpPr>
          <p:cNvPr id="5" name="Espace réservé du texte 4">
            <a:extLst>
              <a:ext uri="{FF2B5EF4-FFF2-40B4-BE49-F238E27FC236}">
                <a16:creationId xmlns:a16="http://schemas.microsoft.com/office/drawing/2014/main" id="{2A347D23-6373-2C86-5BFE-EAFA7C15BEE8}"/>
              </a:ext>
            </a:extLst>
          </p:cNvPr>
          <p:cNvSpPr>
            <a:spLocks noGrp="1"/>
          </p:cNvSpPr>
          <p:nvPr>
            <p:ph type="body" sz="quarter" idx="13"/>
          </p:nvPr>
        </p:nvSpPr>
        <p:spPr/>
        <p:txBody>
          <a:bodyPr/>
          <a:lstStyle/>
          <a:p>
            <a:pPr/>
            <a:r>
              <a:t>BUDGET</a:t>
            </a:r>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ED82E5AB-0793-AE16-00C7-225B5CF6A4A5}"/>
              </a:ext>
            </a:extLst>
          </p:cNvPr>
          <p:cNvSpPr>
            <a:spLocks noGrp="1"/>
          </p:cNvSpPr>
          <p:nvPr>
            <p:ph type="title"/>
          </p:nvPr>
        </p:nvSpPr>
        <p:spPr/>
        <p:txBody>
          <a:bodyPr/>
          <a:lstStyle/>
          <a:p>
            <a:pPr/>
            <a:r>
              <a:t>NOTRE OFFRE DE PRIX</a:t>
            </a:r>
          </a:p>
        </p:txBody>
      </p:sp>
      <p:sp>
        <p:nvSpPr>
          <p:cNvPr id="4" name="Espace réservé du texte 2">
            <a:extLst>
              <a:ext uri="{FF2B5EF4-FFF2-40B4-BE49-F238E27FC236}">
                <a16:creationId xmlns:a16="http://schemas.microsoft.com/office/drawing/2014/main" id="{7CC710F8-A662-A45D-F2AC-8D86A7F85224}"/>
              </a:ext>
            </a:extLst>
          </p:cNvPr>
          <p:cNvSpPr>
            <a:spLocks noGrp="1"/>
          </p:cNvSpPr>
          <p:nvPr>
            <p:ph type="body" sz="quarter" idx="13"/>
          </p:nvPr>
        </p:nvSpPr>
        <p:spPr/>
        <p:txBody>
          <a:bodyPr/>
          <a:lstStyle/>
          <a:p>
            <a:pPr/>
            <a:r>
              <a:t>APPROCHE BUDGÉTAIRE</a:t>
            </a:r>
            <a:endParaRPr lang="en-US"/>
          </a:p>
        </p:txBody>
      </p:sp>
      <p:sp>
        <p:nvSpPr>
          <p:cNvPr id="5" name="Espace réservé du texte 3">
            <a:extLst>
              <a:ext uri="{FF2B5EF4-FFF2-40B4-BE49-F238E27FC236}">
                <a16:creationId xmlns:a16="http://schemas.microsoft.com/office/drawing/2014/main" id="{D49EEC0A-10E9-4488-739A-29D956D6040A}"/>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602D769C-3C8F-3002-9BC2-510C6182A502}"/>
              </a:ext>
            </a:extLst>
          </p:cNvPr>
          <p:cNvSpPr>
            <a:spLocks noGrp="1"/>
          </p:cNvSpPr>
          <p:nvPr>
            <p:ph type="body" sz="quarter" idx="24"/>
          </p:nvPr>
        </p:nvSpPr>
        <p:spPr/>
        <p:txBody>
          <a:bodyPr/>
          <a:lstStyle/>
          <a:p>
            <a:pPr/>
            <a:r>
              <a:t>Analyse</a:t>
            </a:r>
            <a:endParaRPr lang="en-US"/>
          </a:p>
        </p:txBody>
      </p:sp>
      <p:sp>
        <p:nvSpPr>
          <p:cNvPr id="8" name="Espace réservé du texte 6">
            <a:extLst>
              <a:ext uri="{FF2B5EF4-FFF2-40B4-BE49-F238E27FC236}">
                <a16:creationId xmlns:a16="http://schemas.microsoft.com/office/drawing/2014/main" id="{C4A6AC82-185F-5FC3-5836-A141F0F205B5}"/>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6ED4DDE7-B913-B202-738B-D95058C6F2A6}"/>
              </a:ext>
            </a:extLst>
          </p:cNvPr>
          <p:cNvSpPr>
            <a:spLocks noGrp="1"/>
          </p:cNvSpPr>
          <p:nvPr>
            <p:ph type="body" sz="quarter" idx="27"/>
          </p:nvPr>
        </p:nvSpPr>
        <p:spPr/>
        <p:txBody>
          <a:bodyPr/>
          <a:lstStyle/>
          <a:p>
            <a:pPr/>
            <a:r>
              <a:t>Achats de modules supplémentaires</a:t>
            </a:r>
            <a:endParaRPr lang="en-US"/>
          </a:p>
        </p:txBody>
      </p:sp>
      <p:sp>
        <p:nvSpPr>
          <p:cNvPr id="11" name="Espace réservé du texte 9">
            <a:extLst>
              <a:ext uri="{FF2B5EF4-FFF2-40B4-BE49-F238E27FC236}">
                <a16:creationId xmlns:a16="http://schemas.microsoft.com/office/drawing/2014/main" id="{5CDE30D1-7868-FCB4-464E-DA917B641226}"/>
              </a:ext>
            </a:extLst>
          </p:cNvPr>
          <p:cNvSpPr>
            <a:spLocks noGrp="1"/>
          </p:cNvSpPr>
          <p:nvPr>
            <p:ph type="body" sz="quarter" idx="29"/>
          </p:nvPr>
        </p:nvSpPr>
        <p:spPr/>
        <p:txBody>
          <a:bodyPr/>
          <a:lstStyle/>
          <a:p>
            <a:pPr/>
            <a:r>
              <a:t>​</a:t>
            </a:r>
            <a:endParaRPr lang="en-US"/>
          </a:p>
        </p:txBody>
      </p:sp>
      <p:sp>
        <p:nvSpPr>
          <p:cNvPr id="12" name="Espace réservé du texte 10">
            <a:extLst>
              <a:ext uri="{FF2B5EF4-FFF2-40B4-BE49-F238E27FC236}">
                <a16:creationId xmlns:a16="http://schemas.microsoft.com/office/drawing/2014/main" id="{6B7BE612-E5BE-26DF-3A0A-A6E534DE73FC}"/>
              </a:ext>
            </a:extLst>
          </p:cNvPr>
          <p:cNvSpPr>
            <a:spLocks noGrp="1"/>
          </p:cNvSpPr>
          <p:nvPr>
            <p:ph type="body" sz="quarter" idx="30"/>
          </p:nvPr>
        </p:nvSpPr>
        <p:spPr/>
        <p:txBody>
          <a:bodyPr/>
          <a:lstStyle/>
          <a:p>
            <a:r>
              <a:rPr lang="fr-FR" b="1" dirty="0"/>
              <a:t>LICENCES ET HÉBERGEMENT</a:t>
            </a:r>
          </a:p>
          <a:p>
            <a:r>
              <a:rPr lang="fr-FR" i="1" dirty="0"/>
              <a:t>/an, Facturé par Odoo</a:t>
            </a:r>
            <a:endParaRPr lang="en-US" i="1" dirty="0"/>
          </a:p>
        </p:txBody>
      </p:sp>
      <p:sp>
        <p:nvSpPr>
          <p:cNvPr id="14" name="Espace réservé du texte 12">
            <a:extLst>
              <a:ext uri="{FF2B5EF4-FFF2-40B4-BE49-F238E27FC236}">
                <a16:creationId xmlns:a16="http://schemas.microsoft.com/office/drawing/2014/main" id="{9152BC73-1DDA-9E5D-C710-EED3E9E28BDF}"/>
              </a:ext>
            </a:extLst>
          </p:cNvPr>
          <p:cNvSpPr>
            <a:spLocks noGrp="1"/>
          </p:cNvSpPr>
          <p:nvPr>
            <p:ph type="body" sz="quarter" idx="32"/>
          </p:nvPr>
        </p:nvSpPr>
        <p:spPr/>
        <p:txBody>
          <a:bodyPr/>
          <a:lstStyle/>
          <a:p>
            <a:pPr/>
            <a:r>
              <a:t>​</a:t>
            </a:r>
            <a:endParaRPr lang="en-US"/>
          </a:p>
        </p:txBody>
      </p:sp>
      <p:sp>
        <p:nvSpPr>
          <p:cNvPr id="15" name="Espace réservé du texte 13">
            <a:extLst>
              <a:ext uri="{FF2B5EF4-FFF2-40B4-BE49-F238E27FC236}">
                <a16:creationId xmlns:a16="http://schemas.microsoft.com/office/drawing/2014/main" id="{E043F1B4-355E-87F3-612E-5F73C5189707}"/>
              </a:ext>
            </a:extLst>
          </p:cNvPr>
          <p:cNvSpPr>
            <a:spLocks noGrp="1"/>
          </p:cNvSpPr>
          <p:nvPr>
            <p:ph type="body" sz="quarter" idx="33"/>
          </p:nvPr>
        </p:nvSpPr>
        <p:spPr/>
        <p:txBody>
          <a:bodyPr/>
          <a:lstStyle/>
          <a:p>
            <a:pPr/>
            <a:r>
              <a:t>Implémentation</a:t>
            </a:r>
            <a:endParaRPr lang="en-US"/>
          </a:p>
        </p:txBody>
      </p:sp>
      <p:grpSp>
        <p:nvGrpSpPr>
          <p:cNvPr id="17" name="Transplant"/>
          <p:cNvGrpSpPr/>
          <p:nvPr/>
        </p:nvGrpSpPr>
        <p:grpSpPr>
          <a:xfrm>
            <a:off x="1540764" y="3058668"/>
            <a:ext cx="822960" cy="822960"/>
            <a:chOff x="1351343" y="3014279"/>
            <a:chExt cx="828000" cy="828000"/>
          </a:xfrm>
        </p:grpSpPr>
        <p:grpSp>
          <p:nvGrpSpPr>
            <p:cNvPr id="18" name="Google Shape;10712;p75">
              <a:extLst>
                <a:ext uri="{FF2B5EF4-FFF2-40B4-BE49-F238E27FC236}">
                  <a16:creationId xmlns:a16="http://schemas.microsoft.com/office/drawing/2014/main" id="{8C45EC9C-C4A3-E800-422B-A0E72CA755F1}"/>
                </a:ext>
              </a:extLst>
            </p:cNvPr>
            <p:cNvGrpSpPr/>
            <p:nvPr/>
          </p:nvGrpSpPr>
          <p:grpSpPr>
            <a:xfrm>
              <a:off x="1351343" y="3014279"/>
              <a:ext cx="828000" cy="828000"/>
              <a:chOff x="5045500" y="842250"/>
              <a:chExt cx="503875" cy="481850"/>
            </a:xfrm>
            <a:solidFill>
              <a:srgbClr val="BA131A"/>
            </a:solidFill>
          </p:grpSpPr>
          <p:sp>
            <p:nvSpPr>
              <p:cNvPr id="19" name="Google Shape;10713;p75">
                <a:extLst>
                  <a:ext uri="{FF2B5EF4-FFF2-40B4-BE49-F238E27FC236}">
                    <a16:creationId xmlns:a16="http://schemas.microsoft.com/office/drawing/2014/main" id="{C6046427-81EA-3696-3F30-867636271AD1}"/>
                  </a:ext>
                </a:extLst>
              </p:cNvPr>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20" name="Google Shape;10714;p75">
                <a:extLst>
                  <a:ext uri="{FF2B5EF4-FFF2-40B4-BE49-F238E27FC236}">
                    <a16:creationId xmlns:a16="http://schemas.microsoft.com/office/drawing/2014/main" id="{CC2D59DF-EA26-CB66-3A7B-826E3E22388A}"/>
                  </a:ext>
                </a:extLst>
              </p:cNvPr>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grpSp>
        <p:nvGrpSpPr>
          <p:cNvPr id="21" name="Transplant"/>
          <p:cNvGrpSpPr/>
          <p:nvPr/>
        </p:nvGrpSpPr>
        <p:grpSpPr>
          <a:xfrm>
            <a:off x="4229547" y="3058668"/>
            <a:ext cx="986658" cy="822960"/>
            <a:chOff x="4094200" y="2958682"/>
            <a:chExt cx="1127738" cy="940633"/>
          </a:xfrm>
        </p:grpSpPr>
        <p:grpSp>
          <p:nvGrpSpPr>
            <p:cNvPr id="22" name="Groupe 26">
              <a:extLst>
                <a:ext uri="{FF2B5EF4-FFF2-40B4-BE49-F238E27FC236}">
                  <a16:creationId xmlns:a16="http://schemas.microsoft.com/office/drawing/2014/main" id="{CCE36300-328E-A84D-4064-DA7ECC5EC6CB}"/>
                </a:ext>
              </a:extLst>
            </p:cNvPr>
            <p:cNvGrpSpPr/>
            <p:nvPr/>
          </p:nvGrpSpPr>
          <p:grpSpPr>
            <a:xfrm>
              <a:off x="4094200" y="2958682"/>
              <a:ext cx="1127738" cy="940633"/>
              <a:chOff x="4062122" y="2853000"/>
              <a:chExt cx="1191894" cy="994145"/>
            </a:xfrm>
          </p:grpSpPr>
          <p:pic>
            <p:nvPicPr>
              <p:cNvPr id="23" name="Graphic 50">
                <a:extLst>
                  <a:ext uri="{FF2B5EF4-FFF2-40B4-BE49-F238E27FC236}">
                    <a16:creationId xmlns:a16="http://schemas.microsoft.com/office/drawing/2014/main" id="{1DEF78C1-EEB9-923D-C301-947B036D919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70069" y="2853000"/>
                <a:ext cx="576000" cy="576000"/>
              </a:xfrm>
              <a:prstGeom prst="rect">
                <a:avLst/>
              </a:prstGeom>
            </p:spPr>
          </p:pic>
          <p:pic>
            <p:nvPicPr>
              <p:cNvPr id="24" name="Graphique 25">
                <a:extLst>
                  <a:ext uri="{FF2B5EF4-FFF2-40B4-BE49-F238E27FC236}">
                    <a16:creationId xmlns:a16="http://schemas.microsoft.com/office/drawing/2014/main" id="{B5C113C2-BFCB-BBE7-AAEC-48B8B8BE8A9F}"/>
                  </a:ext>
                </a:extLst>
              </p:cNvPr>
              <p:cNvPicPr>
                <a:picLocks noChangeAspect="1"/>
              </p:cNvPicPr>
              <p:nvPr/>
            </p:nvPicPr>
            <p:blipFill>
              <a:blip r:embed="rId4">
                <a:extLst>
                  <a:ext uri="{96DAC541-7B7A-43D3-8B79-37D633B846F1}">
                    <asvg:svgBlip xmlns:asvg="http://schemas.microsoft.com/office/drawing/2016/SVG/main" r:embed="rId7"/>
                  </a:ext>
                </a:extLst>
              </a:blip>
              <a:srcRect b="24142"/>
              <a:stretch>
                <a:fillRect/>
              </a:stretch>
            </p:blipFill>
            <p:spPr>
              <a:xfrm>
                <a:off x="4062122" y="3360148"/>
                <a:ext cx="1191894" cy="486997"/>
              </a:xfrm>
              <a:prstGeom prst="rect">
                <a:avLst/>
              </a:prstGeom>
            </p:spPr>
          </p:pic>
        </p:grpSp>
      </p:grpSp>
      <p:grpSp>
        <p:nvGrpSpPr>
          <p:cNvPr id="25" name="Transplant"/>
          <p:cNvGrpSpPr/>
          <p:nvPr/>
        </p:nvGrpSpPr>
        <p:grpSpPr>
          <a:xfrm>
            <a:off x="7063740" y="3058668"/>
            <a:ext cx="822960" cy="822959"/>
            <a:chOff x="7113189" y="3019146"/>
            <a:chExt cx="828000" cy="827999"/>
          </a:xfrm>
        </p:grpSpPr>
        <p:grpSp>
          <p:nvGrpSpPr>
            <p:cNvPr id="26" name="Google Shape;10957;p75">
              <a:extLst>
                <a:ext uri="{FF2B5EF4-FFF2-40B4-BE49-F238E27FC236}">
                  <a16:creationId xmlns:a16="http://schemas.microsoft.com/office/drawing/2014/main" id="{6527DF7B-DC9E-9BC2-1BC5-C46743D78E58}"/>
                </a:ext>
              </a:extLst>
            </p:cNvPr>
            <p:cNvGrpSpPr/>
            <p:nvPr/>
          </p:nvGrpSpPr>
          <p:grpSpPr>
            <a:xfrm>
              <a:off x="7113189" y="3019146"/>
              <a:ext cx="828000" cy="827999"/>
              <a:chOff x="898875" y="4399275"/>
              <a:chExt cx="483700" cy="481850"/>
            </a:xfrm>
            <a:solidFill>
              <a:srgbClr val="BA131A"/>
            </a:solidFill>
          </p:grpSpPr>
          <p:sp>
            <p:nvSpPr>
              <p:cNvPr id="27" name="Google Shape;10958;p75">
                <a:extLst>
                  <a:ext uri="{FF2B5EF4-FFF2-40B4-BE49-F238E27FC236}">
                    <a16:creationId xmlns:a16="http://schemas.microsoft.com/office/drawing/2014/main" id="{9261D402-64DE-9C89-3654-5E2D45A34803}"/>
                  </a:ext>
                </a:extLst>
              </p:cNvPr>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28" name="Google Shape;10959;p75">
                <a:extLst>
                  <a:ext uri="{FF2B5EF4-FFF2-40B4-BE49-F238E27FC236}">
                    <a16:creationId xmlns:a16="http://schemas.microsoft.com/office/drawing/2014/main" id="{FB90E7BB-CCE0-9A45-FDE9-C231945F89F4}"/>
                  </a:ext>
                </a:extLst>
              </p:cNvPr>
              <p:cNvSpPr/>
              <p:nvPr/>
            </p:nvSpPr>
            <p:spPr>
              <a:xfrm>
                <a:off x="1138025" y="4763350"/>
                <a:ext cx="25" cy="25"/>
              </a:xfrm>
              <a:custGeom>
                <a:avLst/>
                <a:gdLst/>
                <a:ahLst/>
                <a:cxnLst/>
                <a:rect l="l" t="t" r="r" b="b"/>
                <a:pathLst>
                  <a:path w="1" h="1" extrusionOk="0">
                    <a:moveTo>
                      <a:pt x="1" y="0"/>
                    </a:move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29" name="Google Shape;10960;p75">
                <a:extLst>
                  <a:ext uri="{FF2B5EF4-FFF2-40B4-BE49-F238E27FC236}">
                    <a16:creationId xmlns:a16="http://schemas.microsoft.com/office/drawing/2014/main" id="{5D6696A8-ECE4-782D-97F9-644064EE7306}"/>
                  </a:ext>
                </a:extLst>
              </p:cNvPr>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0" name="Google Shape;10961;p75">
                <a:extLst>
                  <a:ext uri="{FF2B5EF4-FFF2-40B4-BE49-F238E27FC236}">
                    <a16:creationId xmlns:a16="http://schemas.microsoft.com/office/drawing/2014/main" id="{A034C53E-B514-34B7-A5CD-5A9F0C56A1A4}"/>
                  </a:ext>
                </a:extLst>
              </p:cNvPr>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1" name="Google Shape;10962;p75">
                <a:extLst>
                  <a:ext uri="{FF2B5EF4-FFF2-40B4-BE49-F238E27FC236}">
                    <a16:creationId xmlns:a16="http://schemas.microsoft.com/office/drawing/2014/main" id="{86207EC4-7BBA-71A8-532D-7235F6475E91}"/>
                  </a:ext>
                </a:extLst>
              </p:cNvPr>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2" name="Google Shape;10963;p75">
                <a:extLst>
                  <a:ext uri="{FF2B5EF4-FFF2-40B4-BE49-F238E27FC236}">
                    <a16:creationId xmlns:a16="http://schemas.microsoft.com/office/drawing/2014/main" id="{6E5F54EB-626F-F2AA-A7B0-E984070281A3}"/>
                  </a:ext>
                </a:extLst>
              </p:cNvPr>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3" name="Google Shape;10964;p75">
                <a:extLst>
                  <a:ext uri="{FF2B5EF4-FFF2-40B4-BE49-F238E27FC236}">
                    <a16:creationId xmlns:a16="http://schemas.microsoft.com/office/drawing/2014/main" id="{AF2E1F87-839F-AF57-5C43-B1B507C54FEA}"/>
                  </a:ext>
                </a:extLst>
              </p:cNvPr>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4" name="Google Shape;10965;p75">
                <a:extLst>
                  <a:ext uri="{FF2B5EF4-FFF2-40B4-BE49-F238E27FC236}">
                    <a16:creationId xmlns:a16="http://schemas.microsoft.com/office/drawing/2014/main" id="{6C239E57-733C-C452-3A11-4013046F3F30}"/>
                  </a:ext>
                </a:extLst>
              </p:cNvPr>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grpSp>
        <p:nvGrpSpPr>
          <p:cNvPr id="35" name="Transplant"/>
          <p:cNvGrpSpPr/>
          <p:nvPr/>
        </p:nvGrpSpPr>
        <p:grpSpPr>
          <a:xfrm>
            <a:off x="9825228" y="3058668"/>
            <a:ext cx="822960" cy="822960"/>
            <a:chOff x="10003175" y="3014279"/>
            <a:chExt cx="828000" cy="828000"/>
          </a:xfrm>
        </p:grpSpPr>
        <p:grpSp>
          <p:nvGrpSpPr>
            <p:cNvPr id="36" name="Google Shape;11558;p77">
              <a:extLst>
                <a:ext uri="{FF2B5EF4-FFF2-40B4-BE49-F238E27FC236}">
                  <a16:creationId xmlns:a16="http://schemas.microsoft.com/office/drawing/2014/main" id="{8E15B290-39EE-E4CB-E90B-87C39E18B89F}"/>
                </a:ext>
              </a:extLst>
            </p:cNvPr>
            <p:cNvGrpSpPr/>
            <p:nvPr/>
          </p:nvGrpSpPr>
          <p:grpSpPr>
            <a:xfrm>
              <a:off x="10003175" y="3014279"/>
              <a:ext cx="828000" cy="828000"/>
              <a:chOff x="-62154300" y="3743950"/>
              <a:chExt cx="318200" cy="317450"/>
            </a:xfrm>
            <a:solidFill>
              <a:srgbClr val="BA131A"/>
            </a:solidFill>
          </p:grpSpPr>
          <p:sp>
            <p:nvSpPr>
              <p:cNvPr id="37" name="Google Shape;11559;p77">
                <a:extLst>
                  <a:ext uri="{FF2B5EF4-FFF2-40B4-BE49-F238E27FC236}">
                    <a16:creationId xmlns:a16="http://schemas.microsoft.com/office/drawing/2014/main" id="{9299D3B0-6B5F-C6DB-56F6-77F95F2C44D0}"/>
                  </a:ext>
                </a:extLst>
              </p:cNvPr>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grpFill/>
              <a:ln>
                <a:noFill/>
              </a:ln>
            </p:spPr>
            <p:txBody>
              <a:bodyPr spcFirstLastPara="1" wrap="square" lIns="121900" tIns="121900" rIns="121900" bIns="121900" anchor="ctr" anchorCtr="0">
                <a:noAutofit/>
              </a:bodyPr>
              <a:lstStyle/>
              <a:p>
                <a:endParaRPr sz="2400"/>
              </a:p>
            </p:txBody>
          </p:sp>
          <p:sp>
            <p:nvSpPr>
              <p:cNvPr id="38" name="Google Shape;11560;p77">
                <a:extLst>
                  <a:ext uri="{FF2B5EF4-FFF2-40B4-BE49-F238E27FC236}">
                    <a16:creationId xmlns:a16="http://schemas.microsoft.com/office/drawing/2014/main" id="{4BBE206F-CD67-D531-8CFF-4DC44D927F9A}"/>
                  </a:ext>
                </a:extLst>
              </p:cNvPr>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grpFill/>
              <a:ln>
                <a:noFill/>
              </a:ln>
            </p:spPr>
            <p:txBody>
              <a:bodyPr spcFirstLastPara="1" wrap="square" lIns="121900" tIns="121900" rIns="121900" bIns="121900" anchor="ctr" anchorCtr="0">
                <a:noAutofit/>
              </a:bodyPr>
              <a:lstStyle/>
              <a:p>
                <a:endParaRPr sz="2400"/>
              </a:p>
            </p:txBody>
          </p:sp>
        </p:grpSp>
      </p:grpSp>
      <p:grpSp>
        <p:nvGrpSpPr>
          <p:cNvPr id="39" name="Transplant"/>
          <p:cNvGrpSpPr/>
          <p:nvPr/>
        </p:nvGrpSpPr>
        <p:grpSpPr>
          <a:xfrm>
            <a:off x="2852928" y="3176166"/>
            <a:ext cx="969264" cy="597108"/>
            <a:chOff x="2649340" y="3115388"/>
            <a:chExt cx="1049165" cy="646331"/>
          </a:xfrm>
        </p:grpSpPr>
        <p:sp>
          <p:nvSpPr>
            <p:cNvPr id="40" name="ZoneTexte 27">
              <a:extLst>
                <a:ext uri="{FF2B5EF4-FFF2-40B4-BE49-F238E27FC236}">
                  <a16:creationId xmlns:a16="http://schemas.microsoft.com/office/drawing/2014/main" id="{382BE814-AB72-8DF8-0E6F-E19212E9F327}"/>
                </a:ext>
              </a:extLst>
            </p:cNvPr>
            <p:cNvSpPr txBox="1"/>
            <p:nvPr/>
          </p:nvSpPr>
          <p:spPr>
            <a:xfrm>
              <a:off x="2649340" y="3115388"/>
              <a:ext cx="1049165" cy="646331"/>
            </a:xfrm>
            <a:prstGeom prst="rect">
              <a:avLst/>
            </a:prstGeom>
            <a:noFill/>
          </p:spPr>
          <p:txBody>
            <a:bodyPr wrap="square" rtlCol="0">
              <a:spAutoFit/>
            </a:bodyPr>
            <a:lstStyle/>
            <a:p>
              <a:pPr algn="ctr"/>
              <a:r>
                <a:rPr lang="fr-FR"/>
                <a:t>GO</a:t>
              </a:r>
              <a:br>
                <a:rPr lang="fr-FR"/>
              </a:br>
              <a:r>
                <a:rPr lang="fr-FR"/>
                <a:t>NO GO</a:t>
              </a:r>
              <a:endParaRPr lang="en-US"/>
            </a:p>
          </p:txBody>
        </p:sp>
      </p:gr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5DC5688C-8F00-E912-58BE-A16E37DE5E9D}"/>
              </a:ext>
            </a:extLst>
          </p:cNvPr>
          <p:cNvSpPr>
            <a:spLocks noGrp="1"/>
          </p:cNvSpPr>
          <p:nvPr>
            <p:ph type="title"/>
          </p:nvPr>
        </p:nvSpPr>
        <p:spPr/>
        <p:txBody>
          <a:bodyPr/>
          <a:lstStyle/>
          <a:p>
            <a:pPr/>
            <a:r>
              <a:t>DIVERSES OPTIONS D'HÉBERGEMENT ODOO</a:t>
            </a:r>
          </a:p>
        </p:txBody>
      </p:sp>
      <p:sp>
        <p:nvSpPr>
          <p:cNvPr id="4" name="Espace réservé du texte 3">
            <a:extLst>
              <a:ext uri="{FF2B5EF4-FFF2-40B4-BE49-F238E27FC236}">
                <a16:creationId xmlns:a16="http://schemas.microsoft.com/office/drawing/2014/main" id="{46A3195E-598B-5174-8CB7-7358464B1364}"/>
              </a:ext>
            </a:extLst>
          </p:cNvPr>
          <p:cNvSpPr>
            <a:spLocks noGrp="1"/>
          </p:cNvSpPr>
          <p:nvPr>
            <p:ph type="body" sz="quarter" idx="15"/>
          </p:nvPr>
        </p:nvSpPr>
        <p:spPr>
          <a:xfrm>
            <a:off x="877824" y="2651760"/>
            <a:ext cx="3063240" cy="502920"/>
          </a:xfrm>
        </p:spPr>
        <p:txBody>
          <a:bodyPr/>
          <a:lstStyle/>
          <a:p>
            <a:pPr lvl="0"/>
            <a:r>
              <a:rPr lang="fr-FR" b="1" i="0" u="none" strike="noStrike" cap="none"/>
              <a:t>SUR SITE</a:t>
            </a:r>
          </a:p>
        </p:txBody>
      </p:sp>
      <p:sp>
        <p:nvSpPr>
          <p:cNvPr id="5" name="Espace réservé du texte 4">
            <a:extLst>
              <a:ext uri="{FF2B5EF4-FFF2-40B4-BE49-F238E27FC236}">
                <a16:creationId xmlns:a16="http://schemas.microsoft.com/office/drawing/2014/main" id="{BE4DE8BB-C57B-C54D-3661-1683D7EF00F5}"/>
              </a:ext>
            </a:extLst>
          </p:cNvPr>
          <p:cNvSpPr>
            <a:spLocks noGrp="1"/>
          </p:cNvSpPr>
          <p:nvPr>
            <p:ph type="body" sz="quarter" idx="16"/>
          </p:nvPr>
        </p:nvSpPr>
        <p:spPr>
          <a:xfrm>
            <a:off x="877824" y="3200400"/>
            <a:ext cx="3063240" cy="2606040"/>
          </a:xfrm>
        </p:spPr>
        <p:txBody>
          <a:bodyPr anchor="t"/>
          <a:lstStyle/>
          <a:p>
            <a:pPr lvl="0">
              <a:lnSpc>
                <a:spcPct val="100000"/>
              </a:lnSpc>
              <a:spcBef>
                <a:spcPts val="0"/>
              </a:spcBef>
              <a:spcAft>
                <a:spcPts val="0"/>
              </a:spcAft>
            </a:pPr>
            <a:r>
              <a:rPr lang="fr-FR" b="0" i="0" u="none" strike="noStrike" cap="none" dirty="0" sz="1050"/>
              <a:t>La connaissance de</a:t>
            </a:r>
          </a:p>
          <a:p>
            <a:pPr lvl="0">
              <a:lnSpc>
                <a:spcPct val="100000"/>
              </a:lnSpc>
              <a:spcBef>
                <a:spcPts val="0"/>
              </a:spcBef>
              <a:spcAft>
                <a:spcPts val="0"/>
              </a:spcAft>
            </a:pPr>
            <a:r>
              <a:rPr lang="fr-FR" b="0" i="0" u="none" strike="noStrike" cap="none" dirty="0" sz="1050"/>
              <a:t>l'installation d'Odoo est requise</a:t>
            </a:r>
          </a:p>
          <a:p>
            <a:pPr lvl="0">
              <a:lnSpc>
                <a:spcPct val="100000"/>
              </a:lnSpc>
              <a:spcBef>
                <a:spcPts val="0"/>
              </a:spcBef>
              <a:spcAft>
                <a:spcPts val="0"/>
              </a:spcAft>
            </a:pPr>
            <a:r>
              <a:rPr lang="fr-FR" b="0" i="0" u="none" strike="noStrike" cap="none" dirty="0" sz="1050"/>
              <a:t>Un contrat clair et réel</a:t>
            </a:r>
          </a:p>
          <a:p>
            <a:pPr lvl="0">
              <a:lnSpc>
                <a:spcPct val="100000"/>
              </a:lnSpc>
              <a:spcBef>
                <a:spcPts val="0"/>
              </a:spcBef>
              <a:spcAft>
                <a:spcPts val="0"/>
              </a:spcAft>
            </a:pPr>
            <a:r>
              <a:rPr lang="fr-FR" b="0" i="0" u="none" strike="noStrike" cap="none" dirty="0" sz="1050"/>
              <a:t>de services d'hébergement est</a:t>
            </a:r>
          </a:p>
          <a:p>
            <a:pPr lvl="0">
              <a:lnSpc>
                <a:spcPct val="100000"/>
              </a:lnSpc>
              <a:spcBef>
                <a:spcPts val="0"/>
              </a:spcBef>
              <a:spcAft>
                <a:spcPts val="0"/>
              </a:spcAft>
            </a:pPr>
            <a:r>
              <a:rPr lang="fr-FR" b="0" i="0" u="none" strike="noStrike" cap="none" dirty="0" sz="1050"/>
              <a:t>nécessaire</a:t>
            </a:r>
          </a:p>
          <a:p>
            <a:pPr lvl="0">
              <a:lnSpc>
                <a:spcPct val="100000"/>
              </a:lnSpc>
              <a:spcBef>
                <a:spcPts val="0"/>
              </a:spcBef>
              <a:spcAft>
                <a:spcPts val="0"/>
              </a:spcAft>
            </a:pPr>
            <a:r>
              <a:rPr lang="fr-FR" b="0" i="0" u="none" strike="noStrike" cap="none" dirty="0" sz="1050"/>
              <a:t>Il existe des limitations et</a:t>
            </a:r>
          </a:p>
          <a:p>
            <a:pPr lvl="0">
              <a:lnSpc>
                <a:spcPct val="100000"/>
              </a:lnSpc>
              <a:spcBef>
                <a:spcPts val="0"/>
              </a:spcBef>
              <a:spcAft>
                <a:spcPts val="0"/>
              </a:spcAft>
            </a:pPr>
            <a:r>
              <a:rPr lang="fr-FR" b="0" i="0" u="none" strike="noStrike" cap="none" dirty="0" sz="1050"/>
              <a:t>des difficultés dans la gestion</a:t>
            </a:r>
          </a:p>
          <a:p>
            <a:pPr lvl="0">
              <a:lnSpc>
                <a:spcPct val="100000"/>
              </a:lnSpc>
              <a:spcBef>
                <a:spcPts val="0"/>
              </a:spcBef>
              <a:spcAft>
                <a:spcPts val="0"/>
              </a:spcAft>
            </a:pPr>
            <a:r>
              <a:rPr lang="fr-FR" b="0" i="0" u="none" strike="noStrike" cap="none" dirty="0" sz="1050"/>
              <a:t>de projet</a:t>
            </a:r>
          </a:p>
          <a:p>
            <a:pPr lvl="0">
              <a:lnSpc>
                <a:spcPct val="100000"/>
              </a:lnSpc>
              <a:spcBef>
                <a:spcPts val="0"/>
              </a:spcBef>
              <a:spcAft>
                <a:spcPts val="0"/>
              </a:spcAft>
            </a:pPr>
            <a:r>
              <a:rPr lang="fr-FR" b="0" i="0" u="none" strike="noStrike" cap="none" dirty="0" sz="1050"/>
              <a:t>Vous devez effectuer des</a:t>
            </a:r>
          </a:p>
          <a:p>
            <a:pPr lvl="0">
              <a:lnSpc>
                <a:spcPct val="100000"/>
              </a:lnSpc>
              <a:spcBef>
                <a:spcPts val="0"/>
              </a:spcBef>
              <a:spcAft>
                <a:spcPts val="0"/>
              </a:spcAft>
            </a:pPr>
            <a:r>
              <a:rPr lang="fr-FR" b="0" i="0" u="none" strike="noStrike" cap="none" dirty="0" sz="1050"/>
              <a:t> mises à jour de sécurité</a:t>
            </a:r>
          </a:p>
          <a:p>
            <a:pPr lvl="0">
              <a:lnSpc>
                <a:spcPct val="100000"/>
              </a:lnSpc>
              <a:spcBef>
                <a:spcPts val="0"/>
              </a:spcBef>
              <a:spcAft>
                <a:spcPts val="0"/>
              </a:spcAft>
            </a:pPr>
            <a:r>
              <a:rPr lang="fr-FR" b="0" i="0" u="none" strike="noStrike" cap="none" dirty="0" sz="1050"/>
              <a:t>Vous devez disposer</a:t>
            </a:r>
          </a:p>
          <a:p>
            <a:pPr lvl="0">
              <a:lnSpc>
                <a:spcPct val="100000"/>
              </a:lnSpc>
              <a:spcBef>
                <a:spcPts val="0"/>
              </a:spcBef>
              <a:spcAft>
                <a:spcPts val="0"/>
              </a:spcAft>
            </a:pPr>
            <a:r>
              <a:rPr lang="fr-FR" b="0" i="0" u="none" strike="noStrike" cap="none" dirty="0" sz="1050"/>
              <a:t>d'une équipe DSI</a:t>
            </a:r>
          </a:p>
        </p:txBody>
      </p:sp>
      <p:sp>
        <p:nvSpPr>
          <p:cNvPr id="7" name="Espace réservé du texte 6">
            <a:extLst>
              <a:ext uri="{FF2B5EF4-FFF2-40B4-BE49-F238E27FC236}">
                <a16:creationId xmlns:a16="http://schemas.microsoft.com/office/drawing/2014/main" id="{26B7C479-017F-7F81-5DA4-A1FAC95BB8CF}"/>
              </a:ext>
            </a:extLst>
          </p:cNvPr>
          <p:cNvSpPr>
            <a:spLocks noGrp="1"/>
          </p:cNvSpPr>
          <p:nvPr>
            <p:ph type="body" sz="quarter" idx="18"/>
          </p:nvPr>
        </p:nvSpPr>
        <p:spPr>
          <a:xfrm>
            <a:off x="8257031" y="2651760"/>
            <a:ext cx="3063240" cy="502920"/>
          </a:xfrm>
        </p:spPr>
        <p:txBody>
          <a:bodyPr/>
          <a:lstStyle/>
          <a:p>
            <a:pPr lvl="0"/>
            <a:r>
              <a:rPr lang="fr-FR" b="1" i="0" u="none" strike="noStrike" cap="none"/>
              <a:t>ODOO SH (PAAS)</a:t>
            </a:r>
          </a:p>
        </p:txBody>
      </p:sp>
      <p:sp>
        <p:nvSpPr>
          <p:cNvPr id="8" name="Espace réservé du texte 7">
            <a:extLst>
              <a:ext uri="{FF2B5EF4-FFF2-40B4-BE49-F238E27FC236}">
                <a16:creationId xmlns:a16="http://schemas.microsoft.com/office/drawing/2014/main" id="{0276CCE4-17D8-B4C9-87E6-072EA494AF67}"/>
              </a:ext>
            </a:extLst>
          </p:cNvPr>
          <p:cNvSpPr>
            <a:spLocks noGrp="1"/>
          </p:cNvSpPr>
          <p:nvPr>
            <p:ph type="body" sz="quarter" idx="19"/>
          </p:nvPr>
        </p:nvSpPr>
        <p:spPr>
          <a:xfrm>
            <a:off x="8257031" y="3200400"/>
            <a:ext cx="3063240" cy="2606040"/>
          </a:xfrm>
        </p:spPr>
        <p:txBody>
          <a:bodyPr anchor="t"/>
          <a:lstStyle/>
          <a:p>
            <a:pPr lvl="0">
              <a:lnSpc>
                <a:spcPct val="100000"/>
              </a:lnSpc>
              <a:spcBef>
                <a:spcPts val="0"/>
              </a:spcBef>
              <a:spcAft>
                <a:spcPts val="0"/>
              </a:spcAft>
            </a:pPr>
            <a:r>
              <a:rPr lang="fr-FR" b="0" i="0" u="none" strike="noStrike" cap="none" sz="1050"/>
              <a:t>Coût supplémentaire</a:t>
            </a:r>
          </a:p>
          <a:p>
            <a:pPr lvl="0">
              <a:lnSpc>
                <a:spcPct val="100000"/>
              </a:lnSpc>
              <a:spcBef>
                <a:spcPts val="0"/>
              </a:spcBef>
              <a:spcAft>
                <a:spcPts val="0"/>
              </a:spcAft>
            </a:pPr>
            <a:r>
              <a:rPr lang="fr-FR" b="0" i="0" u="none" strike="noStrike" cap="none" sz="1050"/>
              <a:t>Tout intégré pour une gestion</a:t>
            </a:r>
          </a:p>
          <a:p>
            <a:pPr lvl="0">
              <a:lnSpc>
                <a:spcPct val="100000"/>
              </a:lnSpc>
              <a:spcBef>
                <a:spcPts val="0"/>
              </a:spcBef>
              <a:spcAft>
                <a:spcPts val="0"/>
              </a:spcAft>
            </a:pPr>
            <a:r>
              <a:rPr lang="fr-FR" b="0" i="0" u="none" strike="noStrike" cap="none" sz="1050"/>
              <a:t>de projet efficace</a:t>
            </a:r>
          </a:p>
          <a:p>
            <a:pPr lvl="0">
              <a:lnSpc>
                <a:spcPct val="100000"/>
              </a:lnSpc>
              <a:spcBef>
                <a:spcPts val="0"/>
              </a:spcBef>
              <a:spcAft>
                <a:spcPts val="0"/>
              </a:spcAft>
            </a:pPr>
            <a:r>
              <a:rPr lang="fr-FR" b="0" i="0" u="none" strike="noStrike" cap="none" sz="1050"/>
              <a:t>Tous les correctifs de sécurité</a:t>
            </a:r>
          </a:p>
          <a:p>
            <a:pPr lvl="0">
              <a:lnSpc>
                <a:spcPct val="100000"/>
              </a:lnSpc>
              <a:spcBef>
                <a:spcPts val="0"/>
              </a:spcBef>
              <a:spcAft>
                <a:spcPts val="0"/>
              </a:spcAft>
            </a:pPr>
            <a:r>
              <a:rPr lang="fr-FR" b="0" i="0" u="none" strike="noStrike" cap="none" sz="1050"/>
              <a:t>Automatiques</a:t>
            </a:r>
          </a:p>
          <a:p>
            <a:pPr lvl="0">
              <a:lnSpc>
                <a:spcPct val="100000"/>
              </a:lnSpc>
              <a:spcBef>
                <a:spcPts val="0"/>
              </a:spcBef>
              <a:spcAft>
                <a:spcPts val="0"/>
              </a:spcAft>
            </a:pPr>
            <a:r>
              <a:rPr lang="fr-FR" b="0" i="0" u="none" strike="noStrike" cap="none" sz="1050"/>
              <a:t>Hébergement et services</a:t>
            </a:r>
          </a:p>
          <a:p>
            <a:pPr lvl="0">
              <a:lnSpc>
                <a:spcPct val="100000"/>
              </a:lnSpc>
              <a:spcBef>
                <a:spcPts val="0"/>
              </a:spcBef>
              <a:spcAft>
                <a:spcPts val="0"/>
              </a:spcAft>
            </a:pPr>
            <a:r>
              <a:rPr lang="fr-FR" b="0" i="0" u="none" strike="noStrike" cap="none" sz="1050"/>
              <a:t>à faible coût</a:t>
            </a:r>
          </a:p>
          <a:p>
            <a:pPr lvl="0">
              <a:lnSpc>
                <a:spcPct val="100000"/>
              </a:lnSpc>
              <a:spcBef>
                <a:spcPts val="0"/>
              </a:spcBef>
              <a:spcAft>
                <a:spcPts val="0"/>
              </a:spcAft>
            </a:pPr>
            <a:r>
              <a:rPr lang="fr-FR" b="0" i="0" u="none" strike="noStrike" cap="none" sz="1050"/>
              <a:t>Odoo Studio inclus</a:t>
            </a:r>
          </a:p>
        </p:txBody>
      </p:sp>
      <p:sp>
        <p:nvSpPr>
          <p:cNvPr id="10" name="Espace réservé du texte 9">
            <a:extLst>
              <a:ext uri="{FF2B5EF4-FFF2-40B4-BE49-F238E27FC236}">
                <a16:creationId xmlns:a16="http://schemas.microsoft.com/office/drawing/2014/main" id="{64A3A7F7-0AF7-A456-B6B1-C9557A4BBC6C}"/>
              </a:ext>
            </a:extLst>
          </p:cNvPr>
          <p:cNvSpPr>
            <a:spLocks noGrp="1"/>
          </p:cNvSpPr>
          <p:nvPr>
            <p:ph type="body" sz="quarter" idx="21"/>
          </p:nvPr>
        </p:nvSpPr>
        <p:spPr>
          <a:xfrm>
            <a:off x="4562856" y="2651760"/>
            <a:ext cx="3063240" cy="502920"/>
          </a:xfrm>
        </p:spPr>
        <p:txBody>
          <a:bodyPr/>
          <a:lstStyle/>
          <a:p>
            <a:pPr lvl="0"/>
            <a:r>
              <a:rPr lang="fr-FR" b="1" i="0" u="none" strike="noStrike" cap="none"/>
              <a:t>ODOO CLOUD (SAAS)</a:t>
            </a:r>
          </a:p>
        </p:txBody>
      </p:sp>
      <p:sp>
        <p:nvSpPr>
          <p:cNvPr id="11" name="Espace réservé du texte 10">
            <a:extLst>
              <a:ext uri="{FF2B5EF4-FFF2-40B4-BE49-F238E27FC236}">
                <a16:creationId xmlns:a16="http://schemas.microsoft.com/office/drawing/2014/main" id="{2D67DAAB-906D-04B8-FE01-BB696B1EDE1C}"/>
              </a:ext>
            </a:extLst>
          </p:cNvPr>
          <p:cNvSpPr>
            <a:spLocks noGrp="1"/>
          </p:cNvSpPr>
          <p:nvPr>
            <p:ph type="body" sz="quarter" idx="22"/>
          </p:nvPr>
        </p:nvSpPr>
        <p:spPr>
          <a:xfrm>
            <a:off x="4562856" y="3200400"/>
            <a:ext cx="3063240" cy="2606040"/>
          </a:xfrm>
        </p:spPr>
        <p:txBody>
          <a:bodyPr anchor="t"/>
          <a:lstStyle/>
          <a:p>
            <a:pPr lvl="0">
              <a:lnSpc>
                <a:spcPct val="100000"/>
              </a:lnSpc>
              <a:spcBef>
                <a:spcPts val="0"/>
              </a:spcBef>
              <a:spcAft>
                <a:spcPts val="0"/>
              </a:spcAft>
            </a:pPr>
            <a:r>
              <a:rPr lang="fr-FR" b="0" i="0" u="none" strike="noStrike" cap="none" sz="1050"/>
              <a:t>Aucun coût supplémentaire</a:t>
            </a:r>
          </a:p>
          <a:p>
            <a:pPr lvl="0">
              <a:lnSpc>
                <a:spcPct val="100000"/>
              </a:lnSpc>
              <a:spcBef>
                <a:spcPts val="0"/>
              </a:spcBef>
              <a:spcAft>
                <a:spcPts val="0"/>
              </a:spcAft>
            </a:pPr>
            <a:r>
              <a:rPr lang="fr-FR" b="0" i="0" u="none" strike="noStrike" cap="none" sz="1050"/>
              <a:t>Toujours à jour</a:t>
            </a:r>
          </a:p>
          <a:p>
            <a:pPr lvl="0">
              <a:lnSpc>
                <a:spcPct val="100000"/>
              </a:lnSpc>
              <a:spcBef>
                <a:spcPts val="0"/>
              </a:spcBef>
              <a:spcAft>
                <a:spcPts val="0"/>
              </a:spcAft>
            </a:pPr>
            <a:r>
              <a:rPr lang="fr-FR" b="0" i="0" u="none" strike="noStrike" cap="none" sz="1050"/>
              <a:t>Pas d'apps.odoo.com</a:t>
            </a:r>
          </a:p>
          <a:p>
            <a:pPr lvl="0">
              <a:lnSpc>
                <a:spcPct val="100000"/>
              </a:lnSpc>
              <a:spcBef>
                <a:spcPts val="0"/>
              </a:spcBef>
              <a:spcAft>
                <a:spcPts val="0"/>
              </a:spcAft>
            </a:pPr>
            <a:r>
              <a:rPr lang="fr-FR" b="0" i="0" u="none" strike="noStrike" cap="none" sz="1050"/>
              <a:t>Pas de développement</a:t>
            </a:r>
          </a:p>
        </p:txBody>
      </p:sp>
      <p:sp>
        <p:nvSpPr>
          <p:cNvPr id="12" name="Espace réservé du texte 11">
            <a:extLst>
              <a:ext uri="{FF2B5EF4-FFF2-40B4-BE49-F238E27FC236}">
                <a16:creationId xmlns:a16="http://schemas.microsoft.com/office/drawing/2014/main" id="{2E892A4A-7464-EF70-9AFB-1422004D7994}"/>
              </a:ext>
            </a:extLst>
          </p:cNvPr>
          <p:cNvSpPr>
            <a:spLocks noGrp="1"/>
          </p:cNvSpPr>
          <p:nvPr>
            <p:ph type="body" sz="quarter" idx="13"/>
          </p:nvPr>
        </p:nvSpPr>
        <p:spPr/>
        <p:txBody>
          <a:bodyPr/>
          <a:lstStyle/>
          <a:p>
            <a:pPr/>
            <a:r>
              <a:t>HÉBERGEMENT</a:t>
            </a:r>
            <a:endParaRPr lang="en-US"/>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1">
            <a:extLst>
              <a:ext uri="{FF2B5EF4-FFF2-40B4-BE49-F238E27FC236}">
                <a16:creationId xmlns:a16="http://schemas.microsoft.com/office/drawing/2014/main" id="{84F1F3B7-B50A-A250-E386-9505E283E5BD}"/>
              </a:ext>
            </a:extLst>
          </p:cNvPr>
          <p:cNvSpPr>
            <a:spLocks noGrp="1"/>
          </p:cNvSpPr>
          <p:nvPr>
            <p:ph type="title"/>
          </p:nvPr>
        </p:nvSpPr>
        <p:spPr/>
        <p:txBody>
          <a:bodyPr/>
          <a:lstStyle/>
          <a:p>
            <a:pPr/>
            <a:r>
              <a:t>ODOO</a:t>
            </a:r>
          </a:p>
        </p:txBody>
      </p:sp>
      <p:sp>
        <p:nvSpPr>
          <p:cNvPr id="3" name="Espace réservé du texte 2">
            <a:extLst>
              <a:ext uri="{FF2B5EF4-FFF2-40B4-BE49-F238E27FC236}">
                <a16:creationId xmlns:a16="http://schemas.microsoft.com/office/drawing/2014/main" id="{D3FD662F-82E7-979F-4C51-DC866F9A68F6}"/>
              </a:ext>
            </a:extLst>
          </p:cNvPr>
          <p:cNvSpPr>
            <a:spLocks noGrp="1"/>
          </p:cNvSpPr>
          <p:nvPr>
            <p:ph type="body" sz="quarter" idx="13"/>
          </p:nvPr>
        </p:nvSpPr>
        <p:spPr/>
        <p:txBody>
          <a:bodyPr/>
          <a:lstStyle/>
          <a:p>
            <a:pPr/>
            <a:r>
              <a:t>APPROCHE BUDGÉTAIRE</a:t>
            </a:r>
            <a:endParaRPr lang="en-US"/>
          </a:p>
        </p:txBody>
      </p:sp>
      <p:sp>
        <p:nvSpPr>
          <p:cNvPr id="4" name="Espace réservé du texte 3">
            <a:extLst>
              <a:ext uri="{FF2B5EF4-FFF2-40B4-BE49-F238E27FC236}">
                <a16:creationId xmlns:a16="http://schemas.microsoft.com/office/drawing/2014/main" id="{43AEA416-C7E2-94E3-BC21-CA1DA3B4F266}"/>
              </a:ext>
            </a:extLst>
          </p:cNvPr>
          <p:cNvSpPr>
            <a:spLocks noGrp="1"/>
          </p:cNvSpPr>
          <p:nvPr>
            <p:ph type="body" sz="quarter" idx="23"/>
          </p:nvPr>
        </p:nvSpPr>
        <p:spPr/>
        <p:txBody>
          <a:bodyPr/>
          <a:lstStyle/>
          <a:p>
            <a:pPr/>
            <a:r>
              <a:rPr sz="2000"/>
              <a:t>Licences</a:t>
            </a:r>
            <a:endParaRPr lang="en-US" sz="2000"/>
          </a:p>
          <a:p>
            <a:pPr/>
            <a:r>
              <a:rPr sz="2000"/>
              <a:t>Odoo</a:t>
            </a:r>
          </a:p>
        </p:txBody>
      </p:sp>
      <p:sp>
        <p:nvSpPr>
          <p:cNvPr id="5" name="Espace réservé du texte 4">
            <a:extLst>
              <a:ext uri="{FF2B5EF4-FFF2-40B4-BE49-F238E27FC236}">
                <a16:creationId xmlns:a16="http://schemas.microsoft.com/office/drawing/2014/main" id="{06D4837F-DAD7-1505-C4F5-291FF2ADF2B7}"/>
              </a:ext>
            </a:extLst>
          </p:cNvPr>
          <p:cNvSpPr>
            <a:spLocks noGrp="1"/>
          </p:cNvSpPr>
          <p:nvPr>
            <p:ph type="body" sz="quarter" idx="24"/>
          </p:nvPr>
        </p:nvSpPr>
        <p:spPr>
          <a:xfrm>
            <a:off x="914400" y="4453128"/>
            <a:ext cx="4846320" cy="777240"/>
          </a:xfrm>
        </p:spPr>
        <p:txBody>
          <a:bodyPr/>
          <a:lstStyle/>
          <a:p>
            <a:r>
              <a:rPr lang="fr-FR" b="1"/>
              <a:t>29,90€ /m/utilisateur la 1</a:t>
            </a:r>
            <a:r>
              <a:rPr lang="fr-FR" b="1"/>
              <a:t>ère</a:t>
            </a:r>
            <a:r>
              <a:rPr lang="fr-FR" b="1"/>
              <a:t> année</a:t>
            </a:r>
          </a:p>
          <a:p>
            <a:r>
              <a:rPr lang="fr-FR"/>
              <a:t>37,40€ /m/utilisateur les années suivantes</a:t>
            </a:r>
          </a:p>
        </p:txBody>
      </p:sp>
      <p:sp>
        <p:nvSpPr>
          <p:cNvPr id="6" name="Espace réservé du texte 5">
            <a:extLst>
              <a:ext uri="{FF2B5EF4-FFF2-40B4-BE49-F238E27FC236}">
                <a16:creationId xmlns:a16="http://schemas.microsoft.com/office/drawing/2014/main" id="{98D16C3B-7B2B-8F90-828A-13AFF6F05B37}"/>
              </a:ext>
            </a:extLst>
          </p:cNvPr>
          <p:cNvSpPr>
            <a:spLocks noGrp="1"/>
          </p:cNvSpPr>
          <p:nvPr>
            <p:ph type="body" sz="quarter" idx="25"/>
          </p:nvPr>
        </p:nvSpPr>
        <p:spPr>
          <a:xfrm>
            <a:off x="694944" y="5349240"/>
            <a:ext cx="10799064" cy="777240"/>
          </a:xfrm>
        </p:spPr>
        <p:txBody>
          <a:bodyPr/>
          <a:lstStyle/>
          <a:p>
            <a:r>
              <a:rPr lang="fr-FR" b="1"/>
              <a:t>Pour </a:t>
            </a:r>
            <a:r>
              <a:rPr lang="fr-FR" b="1">
                <a:highlight>
                  <a:srgbClr val="FFFF00"/>
                </a:highlight>
              </a:rPr>
              <a:t>XXX</a:t>
            </a:r>
            <a:r>
              <a:rPr lang="fr-FR" b="1"/>
              <a:t> utilisateurs : </a:t>
            </a:r>
            <a:r>
              <a:rPr lang="fr-FR" b="1">
                <a:highlight>
                  <a:srgbClr val="FFFF00"/>
                </a:highlight>
              </a:rPr>
              <a:t>XXX</a:t>
            </a:r>
            <a:r>
              <a:rPr lang="fr-FR" b="1"/>
              <a:t>€ la première année</a:t>
            </a:r>
          </a:p>
        </p:txBody>
      </p:sp>
      <p:sp>
        <p:nvSpPr>
          <p:cNvPr id="7" name="Espace réservé du texte 6">
            <a:extLst>
              <a:ext uri="{FF2B5EF4-FFF2-40B4-BE49-F238E27FC236}">
                <a16:creationId xmlns:a16="http://schemas.microsoft.com/office/drawing/2014/main" id="{34200A2D-2CDA-B463-0C25-477C2761EF6C}"/>
              </a:ext>
            </a:extLst>
          </p:cNvPr>
          <p:cNvSpPr>
            <a:spLocks noGrp="1"/>
          </p:cNvSpPr>
          <p:nvPr>
            <p:ph type="body" sz="quarter" idx="26"/>
          </p:nvPr>
        </p:nvSpPr>
        <p:spPr/>
        <p:txBody>
          <a:bodyPr/>
          <a:lstStyle/>
          <a:p>
            <a:pPr/>
            <a:r>
              <a:rPr sz="2000"/>
              <a:t>Hébergement</a:t>
            </a:r>
            <a:endParaRPr lang="en-US" sz="2000"/>
          </a:p>
          <a:p>
            <a:pPr/>
            <a:r>
              <a:rPr sz="2000"/>
              <a:t>Odoo.SH</a:t>
            </a:r>
          </a:p>
        </p:txBody>
      </p:sp>
      <p:sp>
        <p:nvSpPr>
          <p:cNvPr id="8" name="Espace réservé du texte 7">
            <a:extLst>
              <a:ext uri="{FF2B5EF4-FFF2-40B4-BE49-F238E27FC236}">
                <a16:creationId xmlns:a16="http://schemas.microsoft.com/office/drawing/2014/main" id="{842E97C9-EF89-FBC6-5F72-7CCCE9397FD7}"/>
              </a:ext>
            </a:extLst>
          </p:cNvPr>
          <p:cNvSpPr>
            <a:spLocks noGrp="1"/>
          </p:cNvSpPr>
          <p:nvPr>
            <p:ph type="body" sz="quarter" idx="27"/>
          </p:nvPr>
        </p:nvSpPr>
        <p:spPr>
          <a:xfrm>
            <a:off x="6428232" y="4453128"/>
            <a:ext cx="4846320" cy="777240"/>
          </a:xfrm>
        </p:spPr>
        <p:txBody>
          <a:bodyPr/>
          <a:lstStyle/>
          <a:p>
            <a:r>
              <a:rPr lang="fr-FR" b="1">
                <a:highlight>
                  <a:srgbClr val="FFFF00"/>
                </a:highlight>
              </a:rPr>
              <a:t>29,90</a:t>
            </a:r>
            <a:r>
              <a:rPr lang="fr-FR" b="1"/>
              <a:t>€ /mois</a:t>
            </a:r>
            <a:endParaRPr lang="fr-F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re 1">
            <a:extLst>
              <a:ext uri="{FF2B5EF4-FFF2-40B4-BE49-F238E27FC236}">
                <a16:creationId xmlns:a16="http://schemas.microsoft.com/office/drawing/2014/main" id="{84F1F3B7-B50A-A250-E386-9505E283E5BD}"/>
              </a:ext>
            </a:extLst>
          </p:cNvPr>
          <p:cNvSpPr>
            <a:spLocks noGrp="1"/>
          </p:cNvSpPr>
          <p:nvPr>
            <p:ph type="title"/>
          </p:nvPr>
        </p:nvSpPr>
        <p:spPr/>
        <p:txBody>
          <a:bodyPr/>
          <a:lstStyle/>
          <a:p>
            <a:pPr/>
            <a:r>
              <a:t>APPROCHE BUDGÉTAIRE</a:t>
            </a:r>
          </a:p>
        </p:txBody>
      </p:sp>
      <p:sp>
        <p:nvSpPr>
          <p:cNvPr id="4" name="Espace réservé du texte 2">
            <a:extLst>
              <a:ext uri="{FF2B5EF4-FFF2-40B4-BE49-F238E27FC236}">
                <a16:creationId xmlns:a16="http://schemas.microsoft.com/office/drawing/2014/main" id="{D3FD662F-82E7-979F-4C51-DC866F9A68F6}"/>
              </a:ext>
            </a:extLst>
          </p:cNvPr>
          <p:cNvSpPr>
            <a:spLocks noGrp="1"/>
          </p:cNvSpPr>
          <p:nvPr>
            <p:ph type="body" sz="quarter" idx="13"/>
          </p:nvPr>
        </p:nvSpPr>
        <p:spPr/>
        <p:txBody>
          <a:bodyPr/>
          <a:lstStyle/>
          <a:p>
            <a:pPr/>
            <a:r>
              <a:t>PROFILS BI</a:t>
            </a:r>
            <a:endParaRPr lang="en-US"/>
          </a:p>
        </p:txBody>
      </p:sp>
      <p:sp>
        <p:nvSpPr>
          <p:cNvPr id="5" name="Espace réservé du texte 3">
            <a:extLst>
              <a:ext uri="{FF2B5EF4-FFF2-40B4-BE49-F238E27FC236}">
                <a16:creationId xmlns:a16="http://schemas.microsoft.com/office/drawing/2014/main" id="{43AEA416-C7E2-94E3-BC21-CA1DA3B4F266}"/>
              </a:ext>
            </a:extLst>
          </p:cNvPr>
          <p:cNvSpPr>
            <a:spLocks noGrp="1"/>
          </p:cNvSpPr>
          <p:nvPr>
            <p:ph type="body" sz="quarter" idx="23"/>
          </p:nvPr>
        </p:nvSpPr>
        <p:spPr/>
        <p:txBody>
          <a:bodyPr/>
          <a:lstStyle/>
          <a:p>
            <a:pPr/>
            <a:r>
              <a:t>​</a:t>
            </a:r>
            <a:endParaRPr lang="en-US"/>
          </a:p>
        </p:txBody>
      </p:sp>
      <p:sp>
        <p:nvSpPr>
          <p:cNvPr id="6" name="Espace réservé du texte 4">
            <a:extLst>
              <a:ext uri="{FF2B5EF4-FFF2-40B4-BE49-F238E27FC236}">
                <a16:creationId xmlns:a16="http://schemas.microsoft.com/office/drawing/2014/main" id="{06D4837F-DAD7-1505-C4F5-291FF2ADF2B7}"/>
              </a:ext>
            </a:extLst>
          </p:cNvPr>
          <p:cNvSpPr>
            <a:spLocks noGrp="1"/>
          </p:cNvSpPr>
          <p:nvPr>
            <p:ph type="body" sz="quarter" idx="24"/>
          </p:nvPr>
        </p:nvSpPr>
        <p:spPr/>
        <p:txBody>
          <a:bodyPr/>
          <a:lstStyle/>
          <a:p>
            <a:pPr/>
            <a:r>
              <a:t>BI Director</a:t>
            </a:r>
            <a:endParaRPr lang="en-US"/>
          </a:p>
        </p:txBody>
      </p:sp>
      <p:sp>
        <p:nvSpPr>
          <p:cNvPr id="7" name="Espace réservé du texte 5">
            <a:extLst>
              <a:ext uri="{FF2B5EF4-FFF2-40B4-BE49-F238E27FC236}">
                <a16:creationId xmlns:a16="http://schemas.microsoft.com/office/drawing/2014/main" id="{98D16C3B-7B2B-8F90-828A-13AFF6F05B37}"/>
              </a:ext>
            </a:extLst>
          </p:cNvPr>
          <p:cNvSpPr>
            <a:spLocks noGrp="1"/>
          </p:cNvSpPr>
          <p:nvPr>
            <p:ph type="body" sz="quarter" idx="25"/>
          </p:nvPr>
        </p:nvSpPr>
        <p:spPr/>
        <p:txBody>
          <a:bodyPr/>
          <a:lstStyle/>
          <a:p>
            <a:pPr/>
            <a:r>
              <a:t>130€/h</a:t>
            </a:r>
            <a:endParaRPr lang="en-US"/>
          </a:p>
        </p:txBody>
      </p:sp>
      <p:sp>
        <p:nvSpPr>
          <p:cNvPr id="8" name="Espace réservé du texte 6">
            <a:extLst>
              <a:ext uri="{FF2B5EF4-FFF2-40B4-BE49-F238E27FC236}">
                <a16:creationId xmlns:a16="http://schemas.microsoft.com/office/drawing/2014/main" id="{34200A2D-2CDA-B463-0C25-477C2761EF6C}"/>
              </a:ext>
            </a:extLst>
          </p:cNvPr>
          <p:cNvSpPr>
            <a:spLocks noGrp="1"/>
          </p:cNvSpPr>
          <p:nvPr>
            <p:ph type="body" sz="quarter" idx="26"/>
          </p:nvPr>
        </p:nvSpPr>
        <p:spPr/>
        <p:txBody>
          <a:bodyPr/>
          <a:lstStyle/>
          <a:p>
            <a:pPr/>
            <a:r>
              <a:t>​</a:t>
            </a:r>
            <a:endParaRPr lang="en-US"/>
          </a:p>
        </p:txBody>
      </p:sp>
      <p:sp>
        <p:nvSpPr>
          <p:cNvPr id="9" name="Espace réservé du texte 7">
            <a:extLst>
              <a:ext uri="{FF2B5EF4-FFF2-40B4-BE49-F238E27FC236}">
                <a16:creationId xmlns:a16="http://schemas.microsoft.com/office/drawing/2014/main" id="{842E97C9-EF89-FBC6-5F72-7CCCE9397FD7}"/>
              </a:ext>
            </a:extLst>
          </p:cNvPr>
          <p:cNvSpPr>
            <a:spLocks noGrp="1"/>
          </p:cNvSpPr>
          <p:nvPr>
            <p:ph type="body" sz="quarter" idx="27"/>
          </p:nvPr>
        </p:nvSpPr>
        <p:spPr/>
        <p:txBody>
          <a:bodyPr/>
          <a:lstStyle/>
          <a:p>
            <a:pPr/>
            <a:r>
              <a:t>BI Analyst</a:t>
            </a:r>
            <a:endParaRPr lang="en-US"/>
          </a:p>
        </p:txBody>
      </p:sp>
      <p:sp>
        <p:nvSpPr>
          <p:cNvPr id="10" name="Espace réservé du texte 8">
            <a:extLst>
              <a:ext uri="{FF2B5EF4-FFF2-40B4-BE49-F238E27FC236}">
                <a16:creationId xmlns:a16="http://schemas.microsoft.com/office/drawing/2014/main" id="{41BF469D-2817-329D-CFC3-9DB556AA7A38}"/>
              </a:ext>
            </a:extLst>
          </p:cNvPr>
          <p:cNvSpPr>
            <a:spLocks noGrp="1"/>
          </p:cNvSpPr>
          <p:nvPr>
            <p:ph type="body" sz="quarter" idx="28"/>
          </p:nvPr>
        </p:nvSpPr>
        <p:spPr/>
        <p:txBody>
          <a:bodyPr/>
          <a:lstStyle/>
          <a:p>
            <a:pPr/>
            <a:r>
              <a:t>50€/h</a:t>
            </a:r>
            <a:endParaRPr lang="en-US"/>
          </a:p>
        </p:txBody>
      </p:sp>
      <p:grpSp>
        <p:nvGrpSpPr>
          <p:cNvPr id="11" name="Transplant"/>
          <p:cNvGrpSpPr/>
          <p:nvPr/>
        </p:nvGrpSpPr>
        <p:grpSpPr>
          <a:xfrm>
            <a:off x="2702052" y="2993938"/>
            <a:ext cx="1280160" cy="943275"/>
            <a:chOff x="900770" y="1841317"/>
            <a:chExt cx="1628775" cy="1200150"/>
          </a:xfrm>
        </p:grpSpPr>
        <p:pic>
          <p:nvPicPr>
            <p:cNvPr id="12" name="Graphique 9">
              <a:extLst>
                <a:ext uri="{FF2B5EF4-FFF2-40B4-BE49-F238E27FC236}">
                  <a16:creationId xmlns:a16="http://schemas.microsoft.com/office/drawing/2014/main" id="{09326725-4475-4E77-F5AA-D14ADD190A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0770" y="1841317"/>
              <a:ext cx="1628775" cy="1200150"/>
            </a:xfrm>
            <a:prstGeom prst="rect">
              <a:avLst/>
            </a:prstGeom>
          </p:spPr>
        </p:pic>
      </p:grpSp>
      <p:grpSp>
        <p:nvGrpSpPr>
          <p:cNvPr id="13" name="Transplant"/>
          <p:cNvGrpSpPr/>
          <p:nvPr/>
        </p:nvGrpSpPr>
        <p:grpSpPr>
          <a:xfrm>
            <a:off x="8218931" y="2962656"/>
            <a:ext cx="1274064" cy="1005840"/>
            <a:chOff x="3805457" y="1748971"/>
            <a:chExt cx="1628775" cy="1285875"/>
          </a:xfrm>
        </p:grpSpPr>
        <p:pic>
          <p:nvPicPr>
            <p:cNvPr id="14" name="Graphique 1">
              <a:extLst>
                <a:ext uri="{FF2B5EF4-FFF2-40B4-BE49-F238E27FC236}">
                  <a16:creationId xmlns:a16="http://schemas.microsoft.com/office/drawing/2014/main" id="{BCF77C12-DEF4-4787-A710-F7992C15444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05457" y="1748971"/>
              <a:ext cx="1628775" cy="1285875"/>
            </a:xfrm>
            <a:prstGeom prst="rect">
              <a:avLst/>
            </a:prstGeom>
          </p:spPr>
        </p:pic>
      </p:gr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Espace réservé du texte 1">
            <a:extLst>
              <a:ext uri="{FF2B5EF4-FFF2-40B4-BE49-F238E27FC236}">
                <a16:creationId xmlns:a16="http://schemas.microsoft.com/office/drawing/2014/main" id="{D12C21EB-0CA5-894B-552B-60E24137435B}"/>
              </a:ext>
            </a:extLst>
          </p:cNvPr>
          <p:cNvSpPr>
            <a:spLocks noGrp="1"/>
          </p:cNvSpPr>
          <p:nvPr>
            <p:ph type="body" idx="1"/>
          </p:nvPr>
        </p:nvSpPr>
        <p:spPr/>
        <p:txBody>
          <a:bodyPr/>
          <a:lstStyle/>
          <a:p>
            <a:r>
              <a:rPr lang="fr-FR"/>
              <a:t>LES WORKSHOPS</a:t>
            </a:r>
            <a:endParaRPr lang="en-US"/>
          </a:p>
        </p:txBody>
      </p:sp>
      <p:sp>
        <p:nvSpPr>
          <p:cNvPr id="4" name="Espace réservé du contenu 2">
            <a:extLst>
              <a:ext uri="{FF2B5EF4-FFF2-40B4-BE49-F238E27FC236}">
                <a16:creationId xmlns:a16="http://schemas.microsoft.com/office/drawing/2014/main" id="{982DC027-04A8-6ACB-7C11-517E0A250DF2}"/>
              </a:ext>
            </a:extLst>
          </p:cNvPr>
          <p:cNvSpPr>
            <a:spLocks noGrp="1"/>
          </p:cNvSpPr>
          <p:nvPr>
            <p:ph sz="half" idx="2"/>
          </p:nvPr>
        </p:nvSpPr>
        <p:spPr/>
        <p:txBody>
          <a:bodyPr/>
          <a:lstStyle/>
          <a:p>
            <a:pPr>
              <a:buAutoNum type="arabicPeriod"/>
            </a:pPr>
            <a:r>
              <a:rPr lang="fr-FR" sz="1200">
                <a:highlight>
                  <a:srgbClr val="FFFF00"/>
                </a:highlight>
              </a:rPr>
              <a:t>Référentiels contacts et articles</a:t>
            </a:r>
          </a:p>
          <a:p>
            <a:pPr>
              <a:buAutoNum type="arabicPeriod"/>
            </a:pPr>
            <a:r>
              <a:rPr lang="fr-FR" sz="1200">
                <a:highlight>
                  <a:srgbClr val="FFFF00"/>
                </a:highlight>
              </a:rPr>
              <a:t>Gestion commerciale</a:t>
            </a:r>
          </a:p>
          <a:p>
            <a:pPr>
              <a:buAutoNum type="arabicPeriod"/>
            </a:pPr>
            <a:r>
              <a:rPr lang="fr-FR" sz="1200">
                <a:highlight>
                  <a:srgbClr val="FFFF00"/>
                </a:highlight>
              </a:rPr>
              <a:t>Gestion de licences clients</a:t>
            </a:r>
          </a:p>
          <a:p>
            <a:pPr>
              <a:buAutoNum type="arabicPeriod"/>
            </a:pPr>
            <a:r>
              <a:rPr lang="fr-FR" sz="1200">
                <a:highlight>
                  <a:srgbClr val="FFFF00"/>
                </a:highlight>
              </a:rPr>
              <a:t>Maintenance</a:t>
            </a:r>
          </a:p>
          <a:p>
            <a:pPr>
              <a:buAutoNum type="arabicPeriod"/>
            </a:pPr>
            <a:r>
              <a:rPr lang="fr-FR" sz="1200">
                <a:highlight>
                  <a:srgbClr val="FFFF00"/>
                </a:highlight>
              </a:rPr>
              <a:t>Gestion de projets</a:t>
            </a:r>
          </a:p>
          <a:p>
            <a:pPr>
              <a:buAutoNum type="arabicPeriod"/>
            </a:pPr>
            <a:r>
              <a:rPr lang="fr-FR" sz="1200">
                <a:highlight>
                  <a:srgbClr val="FFFF00"/>
                </a:highlight>
              </a:rPr>
              <a:t>Gestion des achats</a:t>
            </a:r>
          </a:p>
          <a:p>
            <a:pPr>
              <a:buAutoNum type="arabicPeriod"/>
            </a:pPr>
            <a:r>
              <a:rPr lang="fr-FR" sz="1200">
                <a:highlight>
                  <a:srgbClr val="FFFF00"/>
                </a:highlight>
              </a:rPr>
              <a:t>Inventaire et stocks</a:t>
            </a:r>
          </a:p>
          <a:p>
            <a:pPr>
              <a:buAutoNum type="arabicPeriod"/>
            </a:pPr>
            <a:r>
              <a:rPr lang="fr-FR" sz="1200">
                <a:highlight>
                  <a:srgbClr val="FFFF00"/>
                </a:highlight>
              </a:rPr>
              <a:t>Service après-vente</a:t>
            </a:r>
          </a:p>
          <a:p>
            <a:pPr>
              <a:buAutoNum type="arabicPeriod"/>
            </a:pPr>
            <a:r>
              <a:rPr lang="fr-FR" sz="1200">
                <a:highlight>
                  <a:srgbClr val="FFFF00"/>
                </a:highlight>
              </a:rPr>
              <a:t>Finance et comptabilité</a:t>
            </a:r>
          </a:p>
          <a:p>
            <a:pPr>
              <a:buAutoNum type="arabicPeriod"/>
            </a:pPr>
            <a:r>
              <a:rPr lang="fr-FR" sz="1200">
                <a:highlight>
                  <a:srgbClr val="FFFF00"/>
                </a:highlight>
              </a:rPr>
              <a:t>Architecture technique et intégrations</a:t>
            </a:r>
            <a:endParaRPr lang="en-US" sz="1200">
              <a:highlight>
                <a:srgbClr val="FFFF00"/>
              </a:highlight>
            </a:endParaRPr>
          </a:p>
        </p:txBody>
      </p:sp>
      <p:sp>
        <p:nvSpPr>
          <p:cNvPr id="5" name="Espace réservé du texte 3">
            <a:extLst>
              <a:ext uri="{FF2B5EF4-FFF2-40B4-BE49-F238E27FC236}">
                <a16:creationId xmlns:a16="http://schemas.microsoft.com/office/drawing/2014/main" id="{1FDDD293-A90F-CAD9-B8F0-D72A9CA50DDD}"/>
              </a:ext>
            </a:extLst>
          </p:cNvPr>
          <p:cNvSpPr>
            <a:spLocks noGrp="1"/>
          </p:cNvSpPr>
          <p:nvPr>
            <p:ph type="body" sz="quarter" idx="3"/>
          </p:nvPr>
        </p:nvSpPr>
        <p:spPr/>
        <p:txBody>
          <a:bodyPr/>
          <a:lstStyle/>
          <a:p>
            <a:r>
              <a:rPr lang="fr-FR"/>
              <a:t>TEMPS PAR CONSULTANTS</a:t>
            </a:r>
            <a:endParaRPr lang="en-US"/>
          </a:p>
        </p:txBody>
      </p:sp>
      <p:sp>
        <p:nvSpPr>
          <p:cNvPr id="6" name="Espace réservé du contenu 4">
            <a:extLst>
              <a:ext uri="{FF2B5EF4-FFF2-40B4-BE49-F238E27FC236}">
                <a16:creationId xmlns:a16="http://schemas.microsoft.com/office/drawing/2014/main" id="{A158FB1A-F707-B118-E4C9-2929800F507C}"/>
              </a:ext>
            </a:extLst>
          </p:cNvPr>
          <p:cNvSpPr>
            <a:spLocks noGrp="1"/>
          </p:cNvSpPr>
          <p:nvPr>
            <p:ph sz="quarter" idx="4"/>
          </p:nvPr>
        </p:nvSpPr>
        <p:spPr>
          <a:xfrm>
            <a:off x="6309360" y="3172968"/>
            <a:ext cx="5184648" cy="1737360"/>
          </a:xfrm>
        </p:spPr>
        <p:txBody>
          <a:bodyPr/>
          <a:lstStyle/>
          <a:p>
            <a:pPr/>
            <a:r>
              <a:rPr lang="fr-FR" sz="1200"/>
              <a:t>Consultant / Développeur Odoo : </a:t>
            </a:r>
            <a:r>
              <a:rPr lang="fr-FR" sz="1200">
                <a:highlight>
                  <a:srgbClr val="FFFF00"/>
                </a:highlight>
              </a:rPr>
              <a:t>0h</a:t>
            </a:r>
            <a:endParaRPr lang="en-US" sz="1200">
              <a:highlight>
                <a:srgbClr val="FFFF00"/>
              </a:highlight>
            </a:endParaRPr>
          </a:p>
          <a:p>
            <a:pPr/>
            <a:r>
              <a:rPr lang="fr-FR" sz="1200"/>
              <a:t>Consultant / Développeur Odoo Certifié : </a:t>
            </a:r>
            <a:r>
              <a:rPr lang="fr-FR" sz="1200">
                <a:highlight>
                  <a:srgbClr val="FFFF00"/>
                </a:highlight>
              </a:rPr>
              <a:t>57h</a:t>
            </a:r>
            <a:endParaRPr lang="en-US" sz="1200">
              <a:highlight>
                <a:srgbClr val="FFFF00"/>
              </a:highlight>
            </a:endParaRPr>
          </a:p>
          <a:p>
            <a:r>
              <a:rPr lang="fr-FR" sz="1200"/>
              <a:t>Consultant / Développeur Odoo Master : </a:t>
            </a:r>
            <a:r>
              <a:rPr lang="fr-FR" sz="1200">
                <a:highlight>
                  <a:srgbClr val="FFFF00"/>
                </a:highlight>
              </a:rPr>
              <a:t>0h</a:t>
            </a:r>
            <a:endParaRPr lang="en-US" sz="1200">
              <a:highlight>
                <a:srgbClr val="FFFF00"/>
              </a:highlight>
            </a:endParaRPr>
          </a:p>
          <a:p>
            <a:r>
              <a:rPr lang="fr-FR" sz="1200"/>
              <a:t>Consultant / Développeur Odoo </a:t>
            </a:r>
            <a:r>
              <a:rPr lang="fr-FR" sz="1200"/>
              <a:t>Legend</a:t>
            </a:r>
            <a:r>
              <a:rPr lang="fr-FR" sz="1200"/>
              <a:t> : </a:t>
            </a:r>
            <a:r>
              <a:rPr lang="fr-FR" sz="1200">
                <a:highlight>
                  <a:srgbClr val="FFFF00"/>
                </a:highlight>
              </a:rPr>
              <a:t>0h</a:t>
            </a:r>
            <a:endParaRPr lang="en-US" sz="1200">
              <a:highlight>
                <a:srgbClr val="FFFF00"/>
              </a:highlight>
            </a:endParaRPr>
          </a:p>
          <a:p>
            <a:r>
              <a:rPr lang="fr-FR" sz="1200"/>
              <a:t>Frais de déplacement : </a:t>
            </a:r>
            <a:r>
              <a:rPr lang="fr-FR" sz="1200">
                <a:highlight>
                  <a:srgbClr val="FFFF00"/>
                </a:highlight>
              </a:rPr>
              <a:t>0€</a:t>
            </a:r>
            <a:endParaRPr lang="en-US" sz="1200">
              <a:highlight>
                <a:srgbClr val="FFFF00"/>
              </a:highlight>
            </a:endParaRPr>
          </a:p>
          <a:p>
            <a:endParaRPr lang="en-US" sz="1200"/>
          </a:p>
        </p:txBody>
      </p:sp>
      <p:sp>
        <p:nvSpPr>
          <p:cNvPr id="7" name="Titre 5">
            <a:extLst>
              <a:ext uri="{FF2B5EF4-FFF2-40B4-BE49-F238E27FC236}">
                <a16:creationId xmlns:a16="http://schemas.microsoft.com/office/drawing/2014/main" id="{9A6F163A-604D-346A-53DE-A6F27BFC5C5B}"/>
              </a:ext>
            </a:extLst>
          </p:cNvPr>
          <p:cNvSpPr>
            <a:spLocks noGrp="1"/>
          </p:cNvSpPr>
          <p:nvPr>
            <p:ph type="title"/>
          </p:nvPr>
        </p:nvSpPr>
        <p:spPr/>
        <p:txBody>
          <a:bodyPr/>
          <a:lstStyle/>
          <a:p>
            <a:pPr/>
            <a:r>
              <a:t>PHASE D’ANALYSE</a:t>
            </a:r>
          </a:p>
        </p:txBody>
      </p:sp>
      <p:sp>
        <p:nvSpPr>
          <p:cNvPr id="8" name="Espace réservé du texte 6">
            <a:extLst>
              <a:ext uri="{FF2B5EF4-FFF2-40B4-BE49-F238E27FC236}">
                <a16:creationId xmlns:a16="http://schemas.microsoft.com/office/drawing/2014/main" id="{4E95BD35-D21A-9D99-3C98-AC5CC0C6D2B6}"/>
              </a:ext>
            </a:extLst>
          </p:cNvPr>
          <p:cNvSpPr>
            <a:spLocks noGrp="1"/>
          </p:cNvSpPr>
          <p:nvPr>
            <p:ph type="body" sz="quarter" idx="13"/>
          </p:nvPr>
        </p:nvSpPr>
        <p:spPr/>
        <p:txBody>
          <a:bodyPr/>
          <a:lstStyle/>
          <a:p>
            <a:pPr/>
            <a:r>
              <a:t>APPROCHE BUDGÉTAIRE</a:t>
            </a:r>
            <a:endParaRPr lang="en-US"/>
          </a:p>
        </p:txBody>
      </p:sp>
      <p:grpSp>
        <p:nvGrpSpPr>
          <p:cNvPr id="9" name="Transplant"/>
          <p:cNvGrpSpPr/>
          <p:nvPr/>
        </p:nvGrpSpPr>
        <p:grpSpPr>
          <a:xfrm>
            <a:off x="8001000" y="4535824"/>
            <a:ext cx="1691640" cy="1672551"/>
            <a:chOff x="7841158" y="4226896"/>
            <a:chExt cx="2173254" cy="2148731"/>
          </a:xfrm>
        </p:grpSpPr>
        <p:sp>
          <p:nvSpPr>
            <p:cNvPr id="10" name="Espace réservé du texte 15">
              <a:extLst>
                <a:ext uri="{FF2B5EF4-FFF2-40B4-BE49-F238E27FC236}">
                  <a16:creationId xmlns:a16="http://schemas.microsoft.com/office/drawing/2014/main" id="{2683D563-3D89-E8F8-6483-ADE1E27D8BC9}"/>
                </a:ext>
              </a:extLst>
            </p:cNvPr>
            <p:cNvSpPr txBox="1">
              <a:spLocks/>
            </p:cNvSpPr>
            <p:nvPr/>
          </p:nvSpPr>
          <p:spPr>
            <a:xfrm>
              <a:off x="7841158" y="4226896"/>
              <a:ext cx="2173254" cy="2148731"/>
            </a:xfrm>
            <a:prstGeom prst="ellipse">
              <a:avLst/>
            </a:prstGeom>
            <a:gradFill rotWithShape="1">
              <a:gsLst>
                <a:gs pos="0">
                  <a:srgbClr val="BA131A"/>
                </a:gs>
                <a:gs pos="100000">
                  <a:srgbClr val="E2575D"/>
                </a:gs>
              </a:gsLst>
              <a:lin ang="2700000" scaled="1"/>
            </a:gradFill>
          </p:spPr>
          <p:txBody>
            <a:bodyPr vert="horz" lIns="91440" tIns="45720" rIns="91440" bIns="45720" rtlCol="0" anchor="ctr">
              <a:normAutofit/>
            </a:bodyPr>
            <a:lstStyle>
              <a:defPPr>
                <a:defRPr lang="en-US"/>
              </a:defPPr>
              <a:lvl1pPr marL="0" indent="0" algn="ctr" defTabSz="914400" rtl="0" eaLnBrk="1" latinLnBrk="0" hangingPunct="1">
                <a:buNone/>
                <a:defRPr sz="2802" b="1" kern="1200">
                  <a:solidFill>
                    <a:schemeClr val="bg1"/>
                  </a:solidFill>
                  <a:latin typeface="+mn-lt"/>
                  <a:ea typeface="+mn-ea"/>
                  <a:cs typeface="+mn-cs"/>
                </a:defRPr>
              </a:lvl1pPr>
              <a:lvl2pPr marL="457200" algn="l" defTabSz="914400" rtl="0" eaLnBrk="1" latinLnBrk="0" hangingPunct="1">
                <a:defRPr sz="1401" kern="1200">
                  <a:solidFill>
                    <a:schemeClr val="tx1"/>
                  </a:solidFill>
                  <a:latin typeface="+mn-lt"/>
                  <a:ea typeface="+mn-ea"/>
                  <a:cs typeface="+mn-cs"/>
                </a:defRPr>
              </a:lvl2pPr>
              <a:lvl3pPr marL="914400" algn="l" defTabSz="914400" rtl="0" eaLnBrk="1" latinLnBrk="0" hangingPunct="1">
                <a:defRPr sz="1401" kern="1200">
                  <a:solidFill>
                    <a:schemeClr val="tx1"/>
                  </a:solidFill>
                  <a:latin typeface="+mn-lt"/>
                  <a:ea typeface="+mn-ea"/>
                  <a:cs typeface="+mn-cs"/>
                </a:defRPr>
              </a:lvl3pPr>
              <a:lvl4pPr marL="1371600" algn="l" defTabSz="914400" rtl="0" eaLnBrk="1" latinLnBrk="0" hangingPunct="1">
                <a:defRPr sz="1401" kern="1200">
                  <a:solidFill>
                    <a:schemeClr val="tx1"/>
                  </a:solidFill>
                  <a:latin typeface="+mn-lt"/>
                  <a:ea typeface="+mn-ea"/>
                  <a:cs typeface="+mn-cs"/>
                </a:defRPr>
              </a:lvl4pPr>
              <a:lvl5pPr marL="1828800" algn="l" defTabSz="914400" rtl="0" eaLnBrk="1" latinLnBrk="0" hangingPunct="1">
                <a:defRPr sz="1401" kern="1200">
                  <a:solidFill>
                    <a:schemeClr val="tx1"/>
                  </a:solidFill>
                  <a:latin typeface="+mn-lt"/>
                  <a:ea typeface="+mn-ea"/>
                  <a:cs typeface="+mn-cs"/>
                </a:defRPr>
              </a:lvl5pPr>
              <a:lvl6pPr marL="2286000" algn="l" defTabSz="914400" rtl="0" eaLnBrk="1" latinLnBrk="0" hangingPunct="1">
                <a:defRPr sz="1401" kern="1200">
                  <a:solidFill>
                    <a:schemeClr val="tx1"/>
                  </a:solidFill>
                  <a:latin typeface="+mn-lt"/>
                  <a:ea typeface="+mn-ea"/>
                  <a:cs typeface="+mn-cs"/>
                </a:defRPr>
              </a:lvl6pPr>
              <a:lvl7pPr marL="2743200" algn="l" defTabSz="914400" rtl="0" eaLnBrk="1" latinLnBrk="0" hangingPunct="1">
                <a:defRPr sz="1401" kern="1200">
                  <a:solidFill>
                    <a:schemeClr val="tx1"/>
                  </a:solidFill>
                  <a:latin typeface="+mn-lt"/>
                  <a:ea typeface="+mn-ea"/>
                  <a:cs typeface="+mn-cs"/>
                </a:defRPr>
              </a:lvl7pPr>
              <a:lvl8pPr marL="3200400" algn="l" defTabSz="914400" rtl="0" eaLnBrk="1" latinLnBrk="0" hangingPunct="1">
                <a:defRPr sz="1401" kern="1200">
                  <a:solidFill>
                    <a:schemeClr val="tx1"/>
                  </a:solidFill>
                  <a:latin typeface="+mn-lt"/>
                  <a:ea typeface="+mn-ea"/>
                  <a:cs typeface="+mn-cs"/>
                </a:defRPr>
              </a:lvl8pPr>
              <a:lvl9pPr marL="3657600" algn="l" defTabSz="914400" rtl="0" eaLnBrk="1" latinLnBrk="0" hangingPunct="1">
                <a:defRPr sz="1401" kern="1200">
                  <a:solidFill>
                    <a:schemeClr val="tx1"/>
                  </a:solidFill>
                  <a:latin typeface="+mn-lt"/>
                  <a:ea typeface="+mn-ea"/>
                  <a:cs typeface="+mn-cs"/>
                </a:defRPr>
              </a:lvl9pPr>
            </a:lstStyle>
            <a:p>
              <a:r>
                <a:rPr lang="fr-FR" sz="3736" dirty="0"/>
                <a:t>57h</a:t>
              </a:r>
            </a:p>
            <a:p>
              <a:r>
                <a:rPr lang="fr-FR" dirty="0"/>
                <a:t>7410€</a:t>
              </a:r>
              <a:endParaRPr lang="en-US" dirty="0"/>
            </a:p>
          </p:txBody>
        </p:sp>
      </p:gr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space réservé du texte 1">
            <a:extLst>
              <a:ext uri="{FF2B5EF4-FFF2-40B4-BE49-F238E27FC236}">
                <a16:creationId xmlns:a16="http://schemas.microsoft.com/office/drawing/2014/main" id="{D12C21EB-0CA5-894B-552B-60E24137435B}"/>
              </a:ext>
            </a:extLst>
          </p:cNvPr>
          <p:cNvSpPr>
            <a:spLocks noGrp="1"/>
          </p:cNvSpPr>
          <p:nvPr>
            <p:ph type="body" idx="1"/>
          </p:nvPr>
        </p:nvSpPr>
        <p:spPr/>
        <p:txBody>
          <a:bodyPr/>
          <a:lstStyle/>
          <a:p>
            <a:r>
              <a:rPr lang="fr-FR"/>
              <a:t>PLANNING</a:t>
            </a:r>
            <a:endParaRPr lang="en-US"/>
          </a:p>
        </p:txBody>
      </p:sp>
      <p:sp>
        <p:nvSpPr>
          <p:cNvPr id="3" name="Espace réservé du contenu 2">
            <a:extLst>
              <a:ext uri="{FF2B5EF4-FFF2-40B4-BE49-F238E27FC236}">
                <a16:creationId xmlns:a16="http://schemas.microsoft.com/office/drawing/2014/main" id="{982DC027-04A8-6ACB-7C11-517E0A250DF2}"/>
              </a:ext>
            </a:extLst>
          </p:cNvPr>
          <p:cNvSpPr>
            <a:spLocks noGrp="1"/>
          </p:cNvSpPr>
          <p:nvPr>
            <p:ph sz="half" idx="2"/>
          </p:nvPr>
        </p:nvSpPr>
        <p:spPr/>
        <p:txBody>
          <a:bodyPr/>
          <a:lstStyle/>
          <a:p>
            <a:r>
              <a:rPr lang="fr-FR">
                <a:highlight>
                  <a:srgbClr val="FFFF00"/>
                </a:highlight>
              </a:rPr>
              <a:t>Février : Analyse</a:t>
            </a:r>
          </a:p>
          <a:p>
            <a:r>
              <a:rPr lang="fr-FR">
                <a:highlight>
                  <a:srgbClr val="FFFF00"/>
                </a:highlight>
              </a:rPr>
              <a:t>Mars - Mai: Implémentation</a:t>
            </a:r>
          </a:p>
          <a:p>
            <a:r>
              <a:rPr lang="fr-FR">
                <a:highlight>
                  <a:srgbClr val="FFFF00"/>
                </a:highlight>
              </a:rPr>
              <a:t>Juin  : Validation / Formation</a:t>
            </a:r>
          </a:p>
          <a:p>
            <a:r>
              <a:rPr lang="fr-FR">
                <a:highlight>
                  <a:srgbClr val="FFFF00"/>
                </a:highlight>
              </a:rPr>
              <a:t>Juillet : Mise en production</a:t>
            </a:r>
          </a:p>
          <a:p>
            <a:endParaRPr lang="en-US"/>
          </a:p>
        </p:txBody>
      </p:sp>
      <p:sp>
        <p:nvSpPr>
          <p:cNvPr id="4" name="Espace réservé du texte 3">
            <a:extLst>
              <a:ext uri="{FF2B5EF4-FFF2-40B4-BE49-F238E27FC236}">
                <a16:creationId xmlns:a16="http://schemas.microsoft.com/office/drawing/2014/main" id="{1FDDD293-A90F-CAD9-B8F0-D72A9CA50DDD}"/>
              </a:ext>
            </a:extLst>
          </p:cNvPr>
          <p:cNvSpPr>
            <a:spLocks noGrp="1"/>
          </p:cNvSpPr>
          <p:nvPr>
            <p:ph type="body" sz="quarter" idx="3"/>
          </p:nvPr>
        </p:nvSpPr>
        <p:spPr/>
        <p:txBody>
          <a:bodyPr/>
          <a:lstStyle/>
          <a:p>
            <a:r>
              <a:rPr lang="fr-FR"/>
              <a:t>BUDGET IMPLÉMENTATION</a:t>
            </a:r>
            <a:endParaRPr lang="en-US"/>
          </a:p>
        </p:txBody>
      </p:sp>
      <p:sp>
        <p:nvSpPr>
          <p:cNvPr id="5" name="Espace réservé du contenu 4">
            <a:extLst>
              <a:ext uri="{FF2B5EF4-FFF2-40B4-BE49-F238E27FC236}">
                <a16:creationId xmlns:a16="http://schemas.microsoft.com/office/drawing/2014/main" id="{A158FB1A-F707-B118-E4C9-2929800F507C}"/>
              </a:ext>
            </a:extLst>
          </p:cNvPr>
          <p:cNvSpPr>
            <a:spLocks noGrp="1"/>
          </p:cNvSpPr>
          <p:nvPr>
            <p:ph sz="quarter" idx="4"/>
          </p:nvPr>
        </p:nvSpPr>
        <p:spPr/>
        <p:txBody>
          <a:bodyPr/>
          <a:lstStyle/>
          <a:p>
            <a:r>
              <a:rPr lang="fr-FR">
                <a:highlight>
                  <a:srgbClr val="FFFF00"/>
                </a:highlight>
              </a:rPr>
              <a:t>250-350h</a:t>
            </a:r>
          </a:p>
          <a:p>
            <a:r>
              <a:rPr lang="fr-FR">
                <a:highlight>
                  <a:srgbClr val="FFFF00"/>
                </a:highlight>
              </a:rPr>
              <a:t>8-12K€ par mois sur 7-8 mois</a:t>
            </a:r>
          </a:p>
          <a:p>
            <a:endParaRPr lang="en-US"/>
          </a:p>
        </p:txBody>
      </p:sp>
      <p:sp>
        <p:nvSpPr>
          <p:cNvPr id="6" name="Titre 5">
            <a:extLst>
              <a:ext uri="{FF2B5EF4-FFF2-40B4-BE49-F238E27FC236}">
                <a16:creationId xmlns:a16="http://schemas.microsoft.com/office/drawing/2014/main" id="{9A6F163A-604D-346A-53DE-A6F27BFC5C5B}"/>
              </a:ext>
            </a:extLst>
          </p:cNvPr>
          <p:cNvSpPr>
            <a:spLocks noGrp="1"/>
          </p:cNvSpPr>
          <p:nvPr>
            <p:ph type="title"/>
          </p:nvPr>
        </p:nvSpPr>
        <p:spPr/>
        <p:txBody>
          <a:bodyPr/>
          <a:lstStyle/>
          <a:p>
            <a:pPr/>
            <a:r>
              <a:t>IMPLÉMENTATION</a:t>
            </a:r>
          </a:p>
        </p:txBody>
      </p:sp>
      <p:sp>
        <p:nvSpPr>
          <p:cNvPr id="7" name="Espace réservé du texte 6">
            <a:extLst>
              <a:ext uri="{FF2B5EF4-FFF2-40B4-BE49-F238E27FC236}">
                <a16:creationId xmlns:a16="http://schemas.microsoft.com/office/drawing/2014/main" id="{4E95BD35-D21A-9D99-3C98-AC5CC0C6D2B6}"/>
              </a:ext>
            </a:extLst>
          </p:cNvPr>
          <p:cNvSpPr>
            <a:spLocks noGrp="1"/>
          </p:cNvSpPr>
          <p:nvPr>
            <p:ph type="body" sz="quarter" idx="13"/>
          </p:nvPr>
        </p:nvSpPr>
        <p:spPr/>
        <p:txBody>
          <a:bodyPr/>
          <a:lstStyle/>
          <a:p>
            <a:pPr/>
            <a:r>
              <a:t>APPROCHE BUDGÉTAIRE</a:t>
            </a:r>
            <a:endParaRPr lang="en-US"/>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gradFill rotWithShape="1">
          <a:gsLst>
            <a:gs pos="0">
              <a:srgbClr val="BA131A"/>
            </a:gs>
            <a:gs pos="100000">
              <a:srgbClr val="E2575D"/>
            </a:gs>
          </a:gsLst>
          <a:lin ang="2700000" scaled="1"/>
        </a:gradFill>
        <a:effectLst/>
      </p:bgPr>
    </p:bg>
    <p:spTree>
      <p:nvGrpSpPr>
        <p:cNvPr id="2" name=""/>
        <p:cNvGrpSpPr/>
        <p:nvPr/>
      </p:nvGrpSpPr>
      <p:grpSpPr/>
      <p:grpSp>
        <p:nvGrpSpPr>
          <p:cNvPr id="3" name="Transplant"/>
          <p:cNvGrpSpPr/>
          <p:nvPr/>
        </p:nvGrpSpPr>
        <p:grpSpPr>
          <a:xfrm>
            <a:off x="436799" y="1402915"/>
            <a:ext cx="11080346" cy="5285535"/>
            <a:chOff x="436799" y="1402915"/>
            <a:chExt cx="11080346" cy="5285535"/>
          </a:xfrm>
        </p:grpSpPr>
        <p:sp>
          <p:nvSpPr>
            <p:cNvPr id="4" name="ZoneTexte 9">
              <a:extLst>
                <a:ext uri="{FF2B5EF4-FFF2-40B4-BE49-F238E27FC236}">
                  <a16:creationId xmlns:a16="http://schemas.microsoft.com/office/drawing/2014/main" id="{1E9BADD3-F726-6EC9-358C-4FB92CF7E811}"/>
                </a:ext>
              </a:extLst>
            </p:cNvPr>
            <p:cNvSpPr txBox="1"/>
            <p:nvPr/>
          </p:nvSpPr>
          <p:spPr>
            <a:xfrm>
              <a:off x="1377864" y="1402915"/>
              <a:ext cx="3106454" cy="1077218"/>
            </a:xfrm>
            <a:prstGeom prst="rect">
              <a:avLst/>
            </a:prstGeom>
            <a:noFill/>
          </p:spPr>
          <p:txBody>
            <a:bodyPr wrap="square" rtlCol="0">
              <a:spAutoFit/>
            </a:bodyPr>
            <a:lstStyle/>
            <a:p>
              <a:pPr algn="ctr"/>
              <a:r>
                <a:rPr lang="fr-FR" sz="3200" b="1">
                  <a:solidFill>
                    <a:schemeClr val="bg1"/>
                  </a:solidFill>
                </a:rPr>
                <a:t>LE BON </a:t>
              </a:r>
            </a:p>
            <a:p>
              <a:pPr algn="ctr"/>
              <a:r>
                <a:rPr lang="fr-FR" sz="3200" b="1">
                  <a:solidFill>
                    <a:schemeClr val="bg1"/>
                  </a:solidFill>
                </a:rPr>
                <a:t>INTÉGRATEUR</a:t>
              </a:r>
            </a:p>
          </p:txBody>
        </p:sp>
        <p:sp>
          <p:nvSpPr>
            <p:cNvPr id="5" name="ZoneTexte 10">
              <a:extLst>
                <a:ext uri="{FF2B5EF4-FFF2-40B4-BE49-F238E27FC236}">
                  <a16:creationId xmlns:a16="http://schemas.microsoft.com/office/drawing/2014/main" id="{71854D27-5413-7D99-9FD9-1F3D85361554}"/>
                </a:ext>
              </a:extLst>
            </p:cNvPr>
            <p:cNvSpPr txBox="1"/>
            <p:nvPr/>
          </p:nvSpPr>
          <p:spPr>
            <a:xfrm>
              <a:off x="7170923" y="1402915"/>
              <a:ext cx="4346222" cy="1077218"/>
            </a:xfrm>
            <a:prstGeom prst="rect">
              <a:avLst/>
            </a:prstGeom>
            <a:noFill/>
          </p:spPr>
          <p:txBody>
            <a:bodyPr wrap="square" rtlCol="0">
              <a:spAutoFit/>
            </a:bodyPr>
            <a:lstStyle/>
            <a:p>
              <a:pPr algn="ctr"/>
              <a:r>
                <a:rPr lang="fr-FR" sz="3200" b="1">
                  <a:solidFill>
                    <a:schemeClr val="bg1"/>
                  </a:solidFill>
                </a:rPr>
                <a:t>AVEC LA BONNE SOLUTION</a:t>
              </a:r>
            </a:p>
          </p:txBody>
        </p:sp>
        <p:grpSp>
          <p:nvGrpSpPr>
            <p:cNvPr id="6" name="Groupe 11">
              <a:extLst>
                <a:ext uri="{FF2B5EF4-FFF2-40B4-BE49-F238E27FC236}">
                  <a16:creationId xmlns:a16="http://schemas.microsoft.com/office/drawing/2014/main" id="{1E7BC3D3-1736-FFB1-7735-EDF1B080DE28}"/>
                </a:ext>
              </a:extLst>
            </p:cNvPr>
            <p:cNvGrpSpPr/>
            <p:nvPr/>
          </p:nvGrpSpPr>
          <p:grpSpPr>
            <a:xfrm>
              <a:off x="7518400" y="2970330"/>
              <a:ext cx="3660092" cy="1540950"/>
              <a:chOff x="5974532" y="4919498"/>
              <a:chExt cx="4983886" cy="2098286"/>
            </a:xfrm>
          </p:grpSpPr>
          <p:sp>
            <p:nvSpPr>
              <p:cNvPr id="7" name="Freeform 4">
                <a:extLst>
                  <a:ext uri="{FF2B5EF4-FFF2-40B4-BE49-F238E27FC236}">
                    <a16:creationId xmlns:a16="http://schemas.microsoft.com/office/drawing/2014/main" id="{AA3335E7-2BD0-3815-8123-8E40997C36AD}"/>
                  </a:ext>
                </a:extLst>
              </p:cNvPr>
              <p:cNvSpPr/>
              <p:nvPr/>
            </p:nvSpPr>
            <p:spPr>
              <a:xfrm>
                <a:off x="5974532" y="6085152"/>
                <a:ext cx="4983886" cy="932632"/>
              </a:xfrm>
              <a:custGeom>
                <a:avLst/>
                <a:gdLst/>
                <a:ahLst/>
                <a:cxnLst/>
                <a:rect l="l" t="t" r="r" b="b"/>
                <a:pathLst>
                  <a:path w="4983886" h="932632">
                    <a:moveTo>
                      <a:pt x="0" y="0"/>
                    </a:moveTo>
                    <a:lnTo>
                      <a:pt x="4983887" y="0"/>
                    </a:lnTo>
                    <a:lnTo>
                      <a:pt x="4983887" y="932632"/>
                    </a:lnTo>
                    <a:lnTo>
                      <a:pt x="0" y="932632"/>
                    </a:lnTo>
                    <a:lnTo>
                      <a:pt x="0" y="0"/>
                    </a:lnTo>
                    <a:close/>
                  </a:path>
                </a:pathLst>
              </a:custGeom>
              <a:blipFill>
                <a:blip r:embed="rId2"/>
                <a:stretch>
                  <a:fillRect t="-166812"/>
                </a:stretch>
              </a:blipFill>
            </p:spPr>
            <p:txBody>
              <a:bodyPr/>
              <a:lstStyle/>
              <a:p>
                <a:endParaRPr lang="fr-FR" sz="800"/>
              </a:p>
            </p:txBody>
          </p:sp>
          <p:sp>
            <p:nvSpPr>
              <p:cNvPr id="8" name="Freeform 6">
                <a:extLst>
                  <a:ext uri="{FF2B5EF4-FFF2-40B4-BE49-F238E27FC236}">
                    <a16:creationId xmlns:a16="http://schemas.microsoft.com/office/drawing/2014/main" id="{8FE09EFB-35A0-DDD2-701D-AFCB9114486B}"/>
                  </a:ext>
                </a:extLst>
              </p:cNvPr>
              <p:cNvSpPr/>
              <p:nvPr/>
            </p:nvSpPr>
            <p:spPr>
              <a:xfrm>
                <a:off x="6705600" y="4919498"/>
                <a:ext cx="3509734" cy="1105566"/>
              </a:xfrm>
              <a:custGeom>
                <a:avLst/>
                <a:gdLst/>
                <a:ahLst/>
                <a:cxnLst/>
                <a:rect l="l" t="t" r="r" b="b"/>
                <a:pathLst>
                  <a:path w="3509734" h="1105566">
                    <a:moveTo>
                      <a:pt x="0" y="0"/>
                    </a:moveTo>
                    <a:lnTo>
                      <a:pt x="3509734" y="0"/>
                    </a:lnTo>
                    <a:lnTo>
                      <a:pt x="3509734" y="1105566"/>
                    </a:lnTo>
                    <a:lnTo>
                      <a:pt x="0" y="1105566"/>
                    </a:lnTo>
                    <a:lnTo>
                      <a:pt x="0" y="0"/>
                    </a:lnTo>
                    <a:close/>
                  </a:path>
                </a:pathLst>
              </a:custGeom>
              <a:blipFill>
                <a:blip r:embed="rId3"/>
                <a:stretch>
                  <a:fillRect/>
                </a:stretch>
              </a:blipFill>
            </p:spPr>
            <p:txBody>
              <a:bodyPr/>
              <a:lstStyle/>
              <a:p>
                <a:endParaRPr lang="fr-FR" sz="800"/>
              </a:p>
            </p:txBody>
          </p:sp>
        </p:grpSp>
        <p:pic>
          <p:nvPicPr>
            <p:cNvPr id="9" name="Graphique 14">
              <a:extLst>
                <a:ext uri="{FF2B5EF4-FFF2-40B4-BE49-F238E27FC236}">
                  <a16:creationId xmlns:a16="http://schemas.microsoft.com/office/drawing/2014/main" id="{7D543B67-CB66-AEA3-E877-2615C50C48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6799" y="2970330"/>
              <a:ext cx="5372260" cy="895377"/>
            </a:xfrm>
            <a:prstGeom prst="rect">
              <a:avLst/>
            </a:prstGeom>
          </p:spPr>
        </p:pic>
        <p:sp>
          <p:nvSpPr>
            <p:cNvPr id="10" name="Freeform 5">
              <a:extLst>
                <a:ext uri="{FF2B5EF4-FFF2-40B4-BE49-F238E27FC236}">
                  <a16:creationId xmlns:a16="http://schemas.microsoft.com/office/drawing/2014/main" id="{7A67820E-50F4-92C3-18A9-33CACC7EDBF4}"/>
                </a:ext>
              </a:extLst>
            </p:cNvPr>
            <p:cNvSpPr/>
            <p:nvPr/>
          </p:nvSpPr>
          <p:spPr>
            <a:xfrm>
              <a:off x="1440168" y="4488569"/>
              <a:ext cx="9311664" cy="2199881"/>
            </a:xfrm>
            <a:custGeom>
              <a:avLst/>
              <a:gdLst/>
              <a:ahLst/>
              <a:cxnLst/>
              <a:rect l="l" t="t" r="r" b="b"/>
              <a:pathLst>
                <a:path w="7403402" h="1749054">
                  <a:moveTo>
                    <a:pt x="0" y="0"/>
                  </a:moveTo>
                  <a:lnTo>
                    <a:pt x="7403402" y="0"/>
                  </a:lnTo>
                  <a:lnTo>
                    <a:pt x="7403402" y="1749054"/>
                  </a:lnTo>
                  <a:lnTo>
                    <a:pt x="0" y="17490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fr-FR" sz="800"/>
            </a:p>
          </p:txBody>
        </p:sp>
      </p:gr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Espace réservé du texte 12">
            <a:extLst>
              <a:ext uri="{FF2B5EF4-FFF2-40B4-BE49-F238E27FC236}">
                <a16:creationId xmlns:a16="http://schemas.microsoft.com/office/drawing/2014/main" id="{81816DE9-198C-02B0-465B-36E291BA7E5F}"/>
              </a:ext>
            </a:extLst>
          </p:cNvPr>
          <p:cNvSpPr txBox="1">
            <a:spLocks/>
          </p:cNvSpPr>
          <p:nvPr/>
        </p:nvSpPr>
        <p:spPr>
          <a:xfrm>
            <a:off x="876000"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Amérique du Nord</a:t>
            </a:r>
          </a:p>
        </p:txBody>
      </p:sp>
      <p:sp>
        <p:nvSpPr>
          <p:cNvPr id="7" name="Espace réservé du texte 12">
            <a:extLst>
              <a:ext uri="{FF2B5EF4-FFF2-40B4-BE49-F238E27FC236}">
                <a16:creationId xmlns:a16="http://schemas.microsoft.com/office/drawing/2014/main" id="{457D996F-C15B-8011-5C30-27AC25DFA64A}"/>
              </a:ext>
            </a:extLst>
          </p:cNvPr>
          <p:cNvSpPr txBox="1">
            <a:spLocks/>
          </p:cNvSpPr>
          <p:nvPr/>
        </p:nvSpPr>
        <p:spPr>
          <a:xfrm>
            <a:off x="9156000"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Africa</a:t>
            </a:r>
          </a:p>
        </p:txBody>
      </p:sp>
      <p:sp>
        <p:nvSpPr>
          <p:cNvPr id="9" name="Espace réservé du texte 12">
            <a:extLst>
              <a:ext uri="{FF2B5EF4-FFF2-40B4-BE49-F238E27FC236}">
                <a16:creationId xmlns:a16="http://schemas.microsoft.com/office/drawing/2014/main" id="{E43D77EA-4256-2284-3A6F-C1B7E04234BA}"/>
              </a:ext>
            </a:extLst>
          </p:cNvPr>
          <p:cNvSpPr txBox="1">
            <a:spLocks/>
          </p:cNvSpPr>
          <p:nvPr/>
        </p:nvSpPr>
        <p:spPr>
          <a:xfrm>
            <a:off x="3653612"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Europe</a:t>
            </a:r>
          </a:p>
        </p:txBody>
      </p:sp>
      <p:sp>
        <p:nvSpPr>
          <p:cNvPr id="11" name="Espace réservé du texte 12">
            <a:extLst>
              <a:ext uri="{FF2B5EF4-FFF2-40B4-BE49-F238E27FC236}">
                <a16:creationId xmlns:a16="http://schemas.microsoft.com/office/drawing/2014/main" id="{4F32EC22-3C94-25EF-F630-CC1FCBD6D56E}"/>
              </a:ext>
            </a:extLst>
          </p:cNvPr>
          <p:cNvSpPr txBox="1">
            <a:spLocks/>
          </p:cNvSpPr>
          <p:nvPr/>
        </p:nvSpPr>
        <p:spPr>
          <a:xfrm>
            <a:off x="6378388" y="4284440"/>
            <a:ext cx="2172000" cy="252047"/>
          </a:xfrm>
          <a:prstGeom prst="rect">
            <a:avLst/>
          </a:prstGeom>
        </p:spPr>
        <p:txBody>
          <a:bodyPr anchor="ctr" anchorCtr="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ptos" panose="020B00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ptos" panose="020B00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ptos" panose="020B00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dirty="0"/>
              <a:t>Asie</a:t>
            </a:r>
          </a:p>
        </p:txBody>
      </p:sp>
      <p:sp>
        <p:nvSpPr>
          <p:cNvPr id="13" name="Rectangle : coins arrondis 12">
            <a:extLst>
              <a:ext uri="{FF2B5EF4-FFF2-40B4-BE49-F238E27FC236}">
                <a16:creationId xmlns:a16="http://schemas.microsoft.com/office/drawing/2014/main" id="{A8013B8D-A54F-AF00-46AA-47E598846F99}"/>
              </a:ext>
            </a:extLst>
          </p:cNvPr>
          <p:cNvSpPr/>
          <p:nvPr/>
        </p:nvSpPr>
        <p:spPr>
          <a:xfrm>
            <a:off x="3653612" y="5402420"/>
            <a:ext cx="1173865"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Luxembourg</a:t>
            </a:r>
            <a:endParaRPr lang="en-US" sz="1050" dirty="0">
              <a:solidFill>
                <a:schemeClr val="bg1"/>
              </a:solidFill>
            </a:endParaRPr>
          </a:p>
        </p:txBody>
      </p:sp>
      <p:sp>
        <p:nvSpPr>
          <p:cNvPr id="15" name="Rectangle : coins arrondis 14">
            <a:extLst>
              <a:ext uri="{FF2B5EF4-FFF2-40B4-BE49-F238E27FC236}">
                <a16:creationId xmlns:a16="http://schemas.microsoft.com/office/drawing/2014/main" id="{154685C5-8A91-047A-F5C0-68DE9ECA1036}"/>
              </a:ext>
            </a:extLst>
          </p:cNvPr>
          <p:cNvSpPr/>
          <p:nvPr/>
        </p:nvSpPr>
        <p:spPr>
          <a:xfrm>
            <a:off x="3653611" y="4616126"/>
            <a:ext cx="858099"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France</a:t>
            </a:r>
            <a:endParaRPr lang="en-US" sz="1050" dirty="0">
              <a:solidFill>
                <a:schemeClr val="bg1"/>
              </a:solidFill>
            </a:endParaRPr>
          </a:p>
        </p:txBody>
      </p:sp>
      <p:sp>
        <p:nvSpPr>
          <p:cNvPr id="17" name="Rectangle : coins arrondis 16">
            <a:extLst>
              <a:ext uri="{FF2B5EF4-FFF2-40B4-BE49-F238E27FC236}">
                <a16:creationId xmlns:a16="http://schemas.microsoft.com/office/drawing/2014/main" id="{92119A93-3DAF-DD5E-BC7F-7DB606A91FF6}"/>
              </a:ext>
            </a:extLst>
          </p:cNvPr>
          <p:cNvSpPr/>
          <p:nvPr/>
        </p:nvSpPr>
        <p:spPr>
          <a:xfrm>
            <a:off x="3653610" y="5989207"/>
            <a:ext cx="85810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Suisse</a:t>
            </a:r>
            <a:endParaRPr lang="en-US" sz="1050" dirty="0">
              <a:solidFill>
                <a:schemeClr val="bg1"/>
              </a:solidFill>
            </a:endParaRPr>
          </a:p>
        </p:txBody>
      </p:sp>
      <p:sp>
        <p:nvSpPr>
          <p:cNvPr id="19" name="Rectangle : coins arrondis 18">
            <a:extLst>
              <a:ext uri="{FF2B5EF4-FFF2-40B4-BE49-F238E27FC236}">
                <a16:creationId xmlns:a16="http://schemas.microsoft.com/office/drawing/2014/main" id="{58D1FA78-D9D3-70AE-E870-D1D3AA158451}"/>
              </a:ext>
            </a:extLst>
          </p:cNvPr>
          <p:cNvSpPr/>
          <p:nvPr/>
        </p:nvSpPr>
        <p:spPr>
          <a:xfrm>
            <a:off x="9156000" y="4616126"/>
            <a:ext cx="1163657"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Madagascar</a:t>
            </a:r>
            <a:endParaRPr lang="en-US" sz="1050" dirty="0">
              <a:solidFill>
                <a:schemeClr val="bg1"/>
              </a:solidFill>
            </a:endParaRPr>
          </a:p>
        </p:txBody>
      </p:sp>
      <p:sp>
        <p:nvSpPr>
          <p:cNvPr id="21" name="Rectangle : coins arrondis 20">
            <a:extLst>
              <a:ext uri="{FF2B5EF4-FFF2-40B4-BE49-F238E27FC236}">
                <a16:creationId xmlns:a16="http://schemas.microsoft.com/office/drawing/2014/main" id="{5DE0B9EF-081B-59D7-1AF1-DDB13D129837}"/>
              </a:ext>
            </a:extLst>
          </p:cNvPr>
          <p:cNvSpPr/>
          <p:nvPr/>
        </p:nvSpPr>
        <p:spPr>
          <a:xfrm>
            <a:off x="3653611" y="4901896"/>
            <a:ext cx="759768"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Chambéry</a:t>
            </a:r>
            <a:endParaRPr lang="en-US" sz="800" dirty="0"/>
          </a:p>
        </p:txBody>
      </p:sp>
      <p:sp>
        <p:nvSpPr>
          <p:cNvPr id="23" name="Rectangle : coins arrondis 22">
            <a:extLst>
              <a:ext uri="{FF2B5EF4-FFF2-40B4-BE49-F238E27FC236}">
                <a16:creationId xmlns:a16="http://schemas.microsoft.com/office/drawing/2014/main" id="{9A775F6C-218B-08A4-FB00-7C8D9EB2C688}"/>
              </a:ext>
            </a:extLst>
          </p:cNvPr>
          <p:cNvSpPr/>
          <p:nvPr/>
        </p:nvSpPr>
        <p:spPr>
          <a:xfrm>
            <a:off x="4443726" y="4901896"/>
            <a:ext cx="75976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Toulouse</a:t>
            </a:r>
            <a:endParaRPr lang="en-US" sz="800" dirty="0"/>
          </a:p>
        </p:txBody>
      </p:sp>
      <p:sp>
        <p:nvSpPr>
          <p:cNvPr id="25" name="Rectangle : coins arrondis 24">
            <a:extLst>
              <a:ext uri="{FF2B5EF4-FFF2-40B4-BE49-F238E27FC236}">
                <a16:creationId xmlns:a16="http://schemas.microsoft.com/office/drawing/2014/main" id="{C07AF97E-044D-B5F9-7CA9-142F76217D0F}"/>
              </a:ext>
            </a:extLst>
          </p:cNvPr>
          <p:cNvSpPr/>
          <p:nvPr/>
        </p:nvSpPr>
        <p:spPr>
          <a:xfrm>
            <a:off x="5233843" y="4901896"/>
            <a:ext cx="591770"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Angers</a:t>
            </a:r>
            <a:endParaRPr lang="en-US" sz="800" dirty="0"/>
          </a:p>
        </p:txBody>
      </p:sp>
      <p:sp>
        <p:nvSpPr>
          <p:cNvPr id="27" name="Rectangle : coins arrondis 26">
            <a:extLst>
              <a:ext uri="{FF2B5EF4-FFF2-40B4-BE49-F238E27FC236}">
                <a16:creationId xmlns:a16="http://schemas.microsoft.com/office/drawing/2014/main" id="{E4F67C5C-3C25-4DC2-7095-59BD1CD34B52}"/>
              </a:ext>
            </a:extLst>
          </p:cNvPr>
          <p:cNvSpPr/>
          <p:nvPr/>
        </p:nvSpPr>
        <p:spPr>
          <a:xfrm>
            <a:off x="3653609" y="5101403"/>
            <a:ext cx="92843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Valenciennes</a:t>
            </a:r>
            <a:endParaRPr lang="en-US" sz="800" dirty="0"/>
          </a:p>
        </p:txBody>
      </p:sp>
      <p:sp>
        <p:nvSpPr>
          <p:cNvPr id="29" name="Rectangle : coins arrondis 28">
            <a:extLst>
              <a:ext uri="{FF2B5EF4-FFF2-40B4-BE49-F238E27FC236}">
                <a16:creationId xmlns:a16="http://schemas.microsoft.com/office/drawing/2014/main" id="{2B426AC1-49C2-8EA6-1CAC-CEDB765C1003}"/>
              </a:ext>
            </a:extLst>
          </p:cNvPr>
          <p:cNvSpPr/>
          <p:nvPr/>
        </p:nvSpPr>
        <p:spPr>
          <a:xfrm>
            <a:off x="3653610" y="5683198"/>
            <a:ext cx="137558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Esch-sur-Alzette, </a:t>
            </a:r>
            <a:r>
              <a:rPr lang="fr-FR" sz="800" dirty="0" err="1"/>
              <a:t>Belvaux</a:t>
            </a:r>
            <a:endParaRPr lang="en-US" sz="800" dirty="0"/>
          </a:p>
        </p:txBody>
      </p:sp>
      <p:sp>
        <p:nvSpPr>
          <p:cNvPr id="31" name="Rectangle : coins arrondis 30">
            <a:extLst>
              <a:ext uri="{FF2B5EF4-FFF2-40B4-BE49-F238E27FC236}">
                <a16:creationId xmlns:a16="http://schemas.microsoft.com/office/drawing/2014/main" id="{DC68E38B-3AD8-5D7E-5386-14F6AA146CE3}"/>
              </a:ext>
            </a:extLst>
          </p:cNvPr>
          <p:cNvSpPr/>
          <p:nvPr/>
        </p:nvSpPr>
        <p:spPr>
          <a:xfrm>
            <a:off x="3653610" y="6271784"/>
            <a:ext cx="585015"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a:t>Genève </a:t>
            </a:r>
            <a:endParaRPr lang="en-US" sz="800" dirty="0"/>
          </a:p>
        </p:txBody>
      </p:sp>
      <p:sp>
        <p:nvSpPr>
          <p:cNvPr id="33" name="Rectangle : coins arrondis 32">
            <a:extLst>
              <a:ext uri="{FF2B5EF4-FFF2-40B4-BE49-F238E27FC236}">
                <a16:creationId xmlns:a16="http://schemas.microsoft.com/office/drawing/2014/main" id="{B2851C27-E681-CC98-8D70-9231F17DFBC9}"/>
              </a:ext>
            </a:extLst>
          </p:cNvPr>
          <p:cNvSpPr/>
          <p:nvPr/>
        </p:nvSpPr>
        <p:spPr>
          <a:xfrm>
            <a:off x="866459" y="4619319"/>
            <a:ext cx="109093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United States</a:t>
            </a:r>
            <a:endParaRPr lang="en-US" sz="1050" dirty="0">
              <a:solidFill>
                <a:schemeClr val="bg1"/>
              </a:solidFill>
            </a:endParaRPr>
          </a:p>
        </p:txBody>
      </p:sp>
      <p:sp>
        <p:nvSpPr>
          <p:cNvPr id="35" name="Rectangle : coins arrondis 34">
            <a:extLst>
              <a:ext uri="{FF2B5EF4-FFF2-40B4-BE49-F238E27FC236}">
                <a16:creationId xmlns:a16="http://schemas.microsoft.com/office/drawing/2014/main" id="{ED50264B-0A43-D64F-2DD9-2361CEF989BC}"/>
              </a:ext>
            </a:extLst>
          </p:cNvPr>
          <p:cNvSpPr/>
          <p:nvPr/>
        </p:nvSpPr>
        <p:spPr>
          <a:xfrm>
            <a:off x="866456" y="5206106"/>
            <a:ext cx="85810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Canada</a:t>
            </a:r>
            <a:endParaRPr lang="en-US" sz="1050" dirty="0">
              <a:solidFill>
                <a:schemeClr val="bg1"/>
              </a:solidFill>
            </a:endParaRPr>
          </a:p>
        </p:txBody>
      </p:sp>
      <p:sp>
        <p:nvSpPr>
          <p:cNvPr id="37" name="Rectangle : coins arrondis 36">
            <a:extLst>
              <a:ext uri="{FF2B5EF4-FFF2-40B4-BE49-F238E27FC236}">
                <a16:creationId xmlns:a16="http://schemas.microsoft.com/office/drawing/2014/main" id="{E25B98F4-20FC-352C-D7AE-B6D9695AC90A}"/>
              </a:ext>
            </a:extLst>
          </p:cNvPr>
          <p:cNvSpPr/>
          <p:nvPr/>
        </p:nvSpPr>
        <p:spPr>
          <a:xfrm>
            <a:off x="866457" y="4900097"/>
            <a:ext cx="957582"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Orlando, Florida</a:t>
            </a:r>
            <a:endParaRPr lang="en-US" sz="800" dirty="0"/>
          </a:p>
        </p:txBody>
      </p:sp>
      <p:sp>
        <p:nvSpPr>
          <p:cNvPr id="39" name="Rectangle : coins arrondis 38">
            <a:extLst>
              <a:ext uri="{FF2B5EF4-FFF2-40B4-BE49-F238E27FC236}">
                <a16:creationId xmlns:a16="http://schemas.microsoft.com/office/drawing/2014/main" id="{C3AC8CAB-F8CC-95BB-231B-383008C1A859}"/>
              </a:ext>
            </a:extLst>
          </p:cNvPr>
          <p:cNvSpPr/>
          <p:nvPr/>
        </p:nvSpPr>
        <p:spPr>
          <a:xfrm>
            <a:off x="866456" y="5488683"/>
            <a:ext cx="1029019"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Montréal, Québec </a:t>
            </a:r>
            <a:endParaRPr lang="en-US" sz="800" dirty="0"/>
          </a:p>
        </p:txBody>
      </p:sp>
      <p:sp>
        <p:nvSpPr>
          <p:cNvPr id="41" name="Rectangle : coins arrondis 40">
            <a:extLst>
              <a:ext uri="{FF2B5EF4-FFF2-40B4-BE49-F238E27FC236}">
                <a16:creationId xmlns:a16="http://schemas.microsoft.com/office/drawing/2014/main" id="{CB5B4D8D-EE23-6182-153A-397D04B8AFE1}"/>
              </a:ext>
            </a:extLst>
          </p:cNvPr>
          <p:cNvSpPr/>
          <p:nvPr/>
        </p:nvSpPr>
        <p:spPr>
          <a:xfrm>
            <a:off x="6378388" y="4616126"/>
            <a:ext cx="109093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Singapour</a:t>
            </a:r>
            <a:endParaRPr lang="en-US" sz="1050" dirty="0">
              <a:solidFill>
                <a:schemeClr val="bg1"/>
              </a:solidFill>
            </a:endParaRPr>
          </a:p>
        </p:txBody>
      </p:sp>
      <p:sp>
        <p:nvSpPr>
          <p:cNvPr id="43" name="Rectangle : coins arrondis 42">
            <a:extLst>
              <a:ext uri="{FF2B5EF4-FFF2-40B4-BE49-F238E27FC236}">
                <a16:creationId xmlns:a16="http://schemas.microsoft.com/office/drawing/2014/main" id="{7AAB8A29-4A6F-B6EA-4A9E-CE9D1BF6ADE9}"/>
              </a:ext>
            </a:extLst>
          </p:cNvPr>
          <p:cNvSpPr/>
          <p:nvPr/>
        </p:nvSpPr>
        <p:spPr>
          <a:xfrm>
            <a:off x="6378385" y="5202913"/>
            <a:ext cx="858100" cy="252047"/>
          </a:xfrm>
          <a:prstGeom prst="roundRect">
            <a:avLst>
              <a:gd name="adj" fmla="val 50000"/>
            </a:avLst>
          </a:prstGeom>
          <a:gradFill>
            <a:gsLst>
              <a:gs pos="0">
                <a:srgbClr val="BA131A"/>
              </a:gs>
              <a:gs pos="100000">
                <a:srgbClr val="E2575D"/>
              </a:gs>
            </a:gsLst>
            <a:lin ang="2700000" scaled="1"/>
          </a:gradFill>
          <a:ln w="3175">
            <a:solidFill>
              <a:srgbClr val="EDE3E3"/>
            </a:solidFill>
            <a:prstDash val="solid"/>
          </a:ln>
          <a:effectLst>
            <a:outerShdw blurRad="114300" dist="38100" dir="5400000" algn="bl" rotWithShape="0">
              <a:srgbClr val="223843">
                <a:alpha val="13000"/>
              </a:srgbClr>
            </a:outerShdw>
          </a:effectLst>
        </p:spPr>
        <p:txBody>
          <a:bodyPr anchor="ctr"/>
          <a:lstStyle/>
          <a:p>
            <a:pPr algn="ctr"/>
            <a:r>
              <a:rPr lang="fr-FR" sz="1050" b="1" dirty="0">
                <a:solidFill>
                  <a:schemeClr val="bg1"/>
                </a:solidFill>
              </a:rPr>
              <a:t>India</a:t>
            </a:r>
            <a:endParaRPr lang="en-US" sz="1050" dirty="0">
              <a:solidFill>
                <a:schemeClr val="bg1"/>
              </a:solidFill>
            </a:endParaRPr>
          </a:p>
        </p:txBody>
      </p:sp>
      <p:sp>
        <p:nvSpPr>
          <p:cNvPr id="45" name="Rectangle : coins arrondis 44">
            <a:extLst>
              <a:ext uri="{FF2B5EF4-FFF2-40B4-BE49-F238E27FC236}">
                <a16:creationId xmlns:a16="http://schemas.microsoft.com/office/drawing/2014/main" id="{741FBAFA-F345-BD05-0608-C645ADB55D7F}"/>
              </a:ext>
            </a:extLst>
          </p:cNvPr>
          <p:cNvSpPr/>
          <p:nvPr/>
        </p:nvSpPr>
        <p:spPr>
          <a:xfrm>
            <a:off x="6378386" y="4896904"/>
            <a:ext cx="677252"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Singapour</a:t>
            </a:r>
            <a:endParaRPr lang="en-US" sz="800" dirty="0"/>
          </a:p>
        </p:txBody>
      </p:sp>
      <p:sp>
        <p:nvSpPr>
          <p:cNvPr id="47" name="Rectangle : coins arrondis 46">
            <a:extLst>
              <a:ext uri="{FF2B5EF4-FFF2-40B4-BE49-F238E27FC236}">
                <a16:creationId xmlns:a16="http://schemas.microsoft.com/office/drawing/2014/main" id="{A0F352CC-48D3-139D-93E5-C36970838DE4}"/>
              </a:ext>
            </a:extLst>
          </p:cNvPr>
          <p:cNvSpPr/>
          <p:nvPr/>
        </p:nvSpPr>
        <p:spPr>
          <a:xfrm>
            <a:off x="6378385" y="5485490"/>
            <a:ext cx="1055878"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Vadodara, Gujarat</a:t>
            </a:r>
            <a:endParaRPr lang="en-US" sz="800" dirty="0"/>
          </a:p>
        </p:txBody>
      </p:sp>
      <p:sp>
        <p:nvSpPr>
          <p:cNvPr id="49" name="Rectangle : coins arrondis 48">
            <a:extLst>
              <a:ext uri="{FF2B5EF4-FFF2-40B4-BE49-F238E27FC236}">
                <a16:creationId xmlns:a16="http://schemas.microsoft.com/office/drawing/2014/main" id="{1B92BD11-D57D-3AC9-25D5-701B89699887}"/>
              </a:ext>
            </a:extLst>
          </p:cNvPr>
          <p:cNvSpPr/>
          <p:nvPr/>
        </p:nvSpPr>
        <p:spPr>
          <a:xfrm>
            <a:off x="9156000" y="4896904"/>
            <a:ext cx="821438" cy="165784"/>
          </a:xfrm>
          <a:prstGeom prst="roundRect">
            <a:avLst>
              <a:gd name="adj" fmla="val 50000"/>
            </a:avLst>
          </a:prstGeom>
          <a:solidFill>
            <a:schemeClr val="bg2"/>
          </a:solidFill>
          <a:ln w="3175">
            <a:solidFill>
              <a:srgbClr val="EDE3E3"/>
            </a:solidFill>
            <a:prstDash val="solid"/>
          </a:ln>
          <a:effectLst/>
        </p:spPr>
        <p:txBody>
          <a:bodyPr anchor="ctr"/>
          <a:lstStyle/>
          <a:p>
            <a:pPr algn="ctr"/>
            <a:r>
              <a:rPr lang="fr-FR" sz="800" dirty="0"/>
              <a:t>Antananarivo</a:t>
            </a:r>
            <a:endParaRPr lang="en-US" sz="800" dirty="0"/>
          </a:p>
        </p:txBody>
      </p:sp>
    </p:spTree>
  </p:cSld>
  <p:clrMapOvr>
    <a:masterClrMapping/>
  </p:clrMapOvr>
</p:sld>
</file>

<file path=ppt/theme/theme1.xml><?xml version="1.0" encoding="utf-8"?>
<a:theme xmlns:a="http://schemas.openxmlformats.org/drawingml/2006/main" name="Thème Office">
  <a:themeElements>
    <a:clrScheme name="CAPTIVEA 2026">
      <a:dk1>
        <a:srgbClr val="212529"/>
      </a:dk1>
      <a:lt1>
        <a:sysClr val="window" lastClr="FFFFFF"/>
      </a:lt1>
      <a:dk2>
        <a:srgbClr val="223843"/>
      </a:dk2>
      <a:lt2>
        <a:srgbClr val="E7E6E6"/>
      </a:lt2>
      <a:accent1>
        <a:srgbClr val="BA131A"/>
      </a:accent1>
      <a:accent2>
        <a:srgbClr val="CD5358"/>
      </a:accent2>
      <a:accent3>
        <a:srgbClr val="E29C9F"/>
      </a:accent3>
      <a:accent4>
        <a:srgbClr val="223843"/>
      </a:accent4>
      <a:accent5>
        <a:srgbClr val="8F8F8F"/>
      </a:accent5>
      <a:accent6>
        <a:srgbClr val="714B67"/>
      </a:accent6>
      <a:hlink>
        <a:srgbClr val="CD5358"/>
      </a:hlink>
      <a:folHlink>
        <a:srgbClr val="E29C9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3175">
          <a:solidFill>
            <a:srgbClr val="EDE3E3"/>
          </a:solidFill>
          <a:prstDash val="solid"/>
        </a:ln>
        <a:effectLst>
          <a:outerShdw blurRad="114300" dist="38100" dir="5400000" algn="bl" rotWithShape="0">
            <a:srgbClr val="223843">
              <a:alpha val="13000"/>
            </a:srgbClr>
          </a:outerShdw>
        </a:effectLst>
      </a:spPr>
      <a:bodyPr/>
      <a:lstStyle>
        <a:defPPr algn="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6-template-captivea.potx" id="{89D7940D-79D7-40D0-A9EE-189177F50213}" vid="{991F65FC-DFF0-465E-A936-C96F5E87E56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F2B6AEE-C4D9-452E-9895-33DD00961ACE}">
  <we:reference id="f5f369e5-aa35-49d7-ad7b-638152ddb008" version="1.0.0.1" store="EXCatalog" storeType="EXCatalog"/>
  <we:alternateReferences>
    <we:reference id="WA200010001" version="1.0.0.1" store="fr-FR" storeType="OMEX"/>
  </we:alternateReferences>
  <we:properties>
    <we:property name="claude.fileId" value="&quot;05f5231d-b009-4f65-9fcf-5cda2b552fcc&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24913b6-04fa-4134-94cc-857def7f27c4">
      <Terms xmlns="http://schemas.microsoft.com/office/infopath/2007/PartnerControls"/>
    </lcf76f155ced4ddcb4097134ff3c332f>
    <TaxCatchAll xmlns="1b4ce469-5547-4c0a-a384-c2eccd8050e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FA90F6D298E2C44969C1A2892D3C184" ma:contentTypeVersion="23" ma:contentTypeDescription="Crée un document." ma:contentTypeScope="" ma:versionID="fdf1d13f81c3ec40a490395d714d6f0a">
  <xsd:schema xmlns:xsd="http://www.w3.org/2001/XMLSchema" xmlns:xs="http://www.w3.org/2001/XMLSchema" xmlns:p="http://schemas.microsoft.com/office/2006/metadata/properties" xmlns:ns2="1b4ce469-5547-4c0a-a384-c2eccd8050e9" xmlns:ns3="224913b6-04fa-4134-94cc-857def7f27c4" targetNamespace="http://schemas.microsoft.com/office/2006/metadata/properties" ma:root="true" ma:fieldsID="1469234fc8cca1f70f174731ef774751" ns2:_="" ns3:_="">
    <xsd:import namespace="1b4ce469-5547-4c0a-a384-c2eccd8050e9"/>
    <xsd:import namespace="224913b6-04fa-4134-94cc-857def7f27c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4ce469-5547-4c0a-a384-c2eccd8050e9"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21" nillable="true" ma:displayName="Taxonomy Catch All Column" ma:hidden="true" ma:list="{536a34f4-1e4e-4aa6-97b5-7b00e672b32c}" ma:internalName="TaxCatchAll" ma:showField="CatchAllData" ma:web="1b4ce469-5547-4c0a-a384-c2eccd8050e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24913b6-04fa-4134-94cc-857def7f27c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Balises d’images" ma:readOnly="false" ma:fieldId="{5cf76f15-5ced-4ddc-b409-7134ff3c332f}" ma:taxonomyMulti="true" ma:sspId="37781493-92cc-4c4b-b8d6-44341a08c91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1C3DB9-55CD-416E-A7DA-F5975CB785B5}">
  <ds:schemaRefs>
    <ds:schemaRef ds:uri="http://schemas.microsoft.com/office/2006/metadata/properties"/>
    <ds:schemaRef ds:uri="http://schemas.microsoft.com/office/infopath/2007/PartnerControls"/>
    <ds:schemaRef ds:uri="224913b6-04fa-4134-94cc-857def7f27c4"/>
    <ds:schemaRef ds:uri="1b4ce469-5547-4c0a-a384-c2eccd8050e9"/>
  </ds:schemaRefs>
</ds:datastoreItem>
</file>

<file path=customXml/itemProps2.xml><?xml version="1.0" encoding="utf-8"?>
<ds:datastoreItem xmlns:ds="http://schemas.openxmlformats.org/officeDocument/2006/customXml" ds:itemID="{8ABF5128-29FE-434A-9B0E-EA1551A1A2B2}">
  <ds:schemaRefs>
    <ds:schemaRef ds:uri="http://schemas.microsoft.com/sharepoint/v3/contenttype/forms"/>
  </ds:schemaRefs>
</ds:datastoreItem>
</file>

<file path=customXml/itemProps3.xml><?xml version="1.0" encoding="utf-8"?>
<ds:datastoreItem xmlns:ds="http://schemas.openxmlformats.org/officeDocument/2006/customXml" ds:itemID="{68D0805B-CB3A-46CA-A731-96BC2BF3FE94}"/>
</file>

<file path=docProps/app.xml><?xml version="1.0" encoding="utf-8"?>
<Properties xmlns="http://schemas.openxmlformats.org/officeDocument/2006/extended-properties" xmlns:vt="http://schemas.openxmlformats.org/officeDocument/2006/docPropsVTypes">
  <Template/>
  <TotalTime>0</TotalTime>
  <Words>183</Words>
  <Application>Microsoft Office PowerPoint</Application>
  <PresentationFormat>Grand écran</PresentationFormat>
  <Paragraphs>71</Paragraphs>
  <Slides>29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29</vt:i4>
      </vt:variant>
    </vt:vector>
  </HeadingPairs>
  <TitlesOfParts>
    <vt:vector size="33" baseType="lpstr">
      <vt:lpstr>Aptos</vt:lpstr>
      <vt:lpstr>Aptos Display</vt:lpstr>
      <vt:lpstr>Arial</vt:lpstr>
      <vt:lpstr>Thème Office</vt:lpstr>
      <vt:lpstr>Main Title</vt:lpstr>
      <vt:lpstr>Section Title</vt:lpstr>
      <vt:lpstr>Summary</vt:lpstr>
      <vt:lpstr>Standard - 1 column</vt:lpstr>
      <vt:lpstr>Standard - 2 columns</vt:lpstr>
      <vt:lpstr>Standard - 2 columns with subititle</vt:lpstr>
      <vt:lpstr>Standard - Title only</vt:lpstr>
      <vt:lpstr>Présentation PowerPoint</vt:lpstr>
      <vt:lpstr>Présentation PowerPoint</vt:lpstr>
      <vt:lpstr>Standard - 1/3 2/3 columns</vt:lpstr>
      <vt:lpstr>Standard - 1/3 2/3 columns</vt:lpstr>
      <vt:lpstr>Boxed - 2 columns</vt:lpstr>
      <vt:lpstr>Boxed - 2 columns with subtitle</vt:lpstr>
      <vt:lpstr>Boxed - 3 columns</vt:lpstr>
      <vt:lpstr>Boxed - 3 columns with subtitle</vt:lpstr>
      <vt:lpstr>Boxed - 4 columns</vt:lpstr>
      <vt:lpstr>Boxed - 4 columns with subtitle</vt:lpstr>
      <vt:lpstr>Boxed - 3 columns X2</vt:lpstr>
      <vt:lpstr>1_Boxed - 2 columns X4</vt:lpstr>
      <vt:lpstr>Circles - 2 columns</vt:lpstr>
      <vt:lpstr>Circles - 3 columns</vt:lpstr>
      <vt:lpstr>Circles - 4 columns</vt:lpstr>
      <vt:lpstr>Circles - 2 columns X2</vt:lpstr>
      <vt:lpstr>Présentation PowerPoint</vt:lpstr>
      <vt:lpstr>1_Circles - 2 columns X2</vt:lpstr>
      <vt:lpstr>2_Circles - 2 columns X2</vt:lpstr>
      <vt:lpstr>3_Circles - 2 columns X2</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Francois Coudreau</dc:creator>
  <cp:lastModifiedBy>Francois Coudreau</cp:lastModifiedBy>
  <cp:revision>26</cp:revision>
  <dcterms:created xsi:type="dcterms:W3CDTF">2026-07-13T08:33:28Z</dcterms:created>
  <dcterms:modified xsi:type="dcterms:W3CDTF">2026-07-31T16:46:27Z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0x0101004FA90F6D298E2C44969C1A2892D3C184</vt:lpwstr>
  </property>
  <property fmtid="{D5CDD505-2E9C-101B-9397-08002B2CF9AE}" pid="3" name="MediaServiceImageTags">
    <vt:lpwstr/>
  </property>
</Properties>
</file>
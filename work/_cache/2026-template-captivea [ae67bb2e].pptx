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82" r:id="rId12"/>
    <p:sldId id="263" r:id="rId13"/>
    <p:sldId id="264" r:id="rId14"/>
    <p:sldId id="280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1" r:id="rId28"/>
    <p:sldId id="277" r:id="rId29"/>
    <p:sldId id="278" r:id="rId30"/>
    <p:sldId id="279" r:id="rId31"/>
    <p:sldId id="283" r:id="rId32"/>
    <p:sldId id="28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454D5-0C22-4E29-8273-CD8F6E3FBAB2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1C916-658F-4180-8896-F3B89507841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">
    <p:bg>
      <p:bgPr>
        <a:gradFill>
          <a:gsLst>
            <a:gs pos="0">
              <a:srgbClr val="BA131A"/>
            </a:gs>
            <a:gs pos="100000">
              <a:srgbClr val="E2575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209197B-1A2E-289C-7B9B-E5FE68623C87}"/>
              </a:ext>
            </a:extLst>
          </p:cNvPr>
          <p:cNvSpPr/>
          <p:nvPr userDrawn="1"/>
        </p:nvSpPr>
        <p:spPr>
          <a:xfrm>
            <a:off x="-5" y="0"/>
            <a:ext cx="12192005" cy="6858000"/>
          </a:xfrm>
          <a:prstGeom prst="rect">
            <a:avLst/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9" name="Organigramme : Délai 8">
            <a:extLst>
              <a:ext uri="{FF2B5EF4-FFF2-40B4-BE49-F238E27FC236}">
                <a16:creationId xmlns:a16="http://schemas.microsoft.com/office/drawing/2014/main" id="{74CC0FF3-C744-83BE-8E40-F90444B9AE7D}"/>
              </a:ext>
            </a:extLst>
          </p:cNvPr>
          <p:cNvSpPr/>
          <p:nvPr userDrawn="1"/>
        </p:nvSpPr>
        <p:spPr>
          <a:xfrm rot="5400000">
            <a:off x="4381499" y="-4381499"/>
            <a:ext cx="3429003" cy="12192004"/>
          </a:xfrm>
          <a:prstGeom prst="flowChartDelay">
            <a:avLst/>
          </a:prstGeom>
          <a:solidFill>
            <a:schemeClr val="bg1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0BB28A-E1C2-3A9B-4EED-FB33DF5A0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000" y="3759200"/>
            <a:ext cx="10800000" cy="1471733"/>
          </a:xfrm>
        </p:spPr>
        <p:txBody>
          <a:bodyPr anchor="t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FB881D63-9F92-FA21-6BC4-DC27AB4FF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000" y="5294373"/>
            <a:ext cx="10800000" cy="120717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D6A2EEBB-30A0-BBA7-B382-0A5FC862F0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52057" y="456269"/>
            <a:ext cx="6487885" cy="200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16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0">
              <a:srgbClr val="BA131A"/>
            </a:gs>
            <a:gs pos="100000">
              <a:srgbClr val="E2575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333B7-E98D-AF61-A85D-3AB37014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944221"/>
            <a:ext cx="10800000" cy="1800000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1EEFE9-9784-068B-6C36-7D6425A21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000" y="3982798"/>
            <a:ext cx="10800000" cy="1500187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9C4BCC6-E581-9CD7-175B-B8E8E94242F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2175C0-8CD5-419A-A749-8C17692C9EAC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3937C1BE-B2B5-A3E0-199E-A613C26668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1578DF43-3655-AB6D-336B-68FE5F777A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6775" y="6321425"/>
            <a:ext cx="14192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11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5B7FC8-A17D-CBD6-27FC-A3E63A0BB9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9DE98BF1-80D6-261C-1BA8-E7F725B21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45B99E-CD15-2084-61F7-00054B005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2598738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037A5053-EE5A-6B34-927F-9C4E55CD9F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4938" y="2598738"/>
            <a:ext cx="4322094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37B10C8D-E7A3-3EB9-F37B-57DC7F0F9B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4970" y="2598738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D75F4C70-7D37-6422-549C-8BC029446E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74583" y="2598738"/>
            <a:ext cx="4322094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F42EDF3E-2673-2006-0186-D29AD86F86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325" y="3321050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9" name="Espace réservé du texte 12">
            <a:extLst>
              <a:ext uri="{FF2B5EF4-FFF2-40B4-BE49-F238E27FC236}">
                <a16:creationId xmlns:a16="http://schemas.microsoft.com/office/drawing/2014/main" id="{1E5627AE-C427-2C90-9F92-A876CB22AE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04938" y="3321050"/>
            <a:ext cx="4322094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08FC9DE3-8C50-FB4E-D578-DAE00A91EA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64970" y="3321050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ABEBFC6C-4F81-67C0-8740-118A5BBF06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74583" y="3321050"/>
            <a:ext cx="4322094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58593767-FBE3-512B-22ED-E3812B324B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4648" y="4043362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886672C8-1E60-411E-1CFA-098486E5FC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04261" y="4043362"/>
            <a:ext cx="4322094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70390B80-2C6F-F656-0B5F-FFA695ADA3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4293" y="4043362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5" name="Espace réservé du texte 12">
            <a:extLst>
              <a:ext uri="{FF2B5EF4-FFF2-40B4-BE49-F238E27FC236}">
                <a16:creationId xmlns:a16="http://schemas.microsoft.com/office/drawing/2014/main" id="{9511E3B7-8C14-A1A5-1AFB-90B6D87F2C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3906" y="4043362"/>
            <a:ext cx="4322094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0" name="Espace réservé du texte 3">
            <a:extLst>
              <a:ext uri="{FF2B5EF4-FFF2-40B4-BE49-F238E27FC236}">
                <a16:creationId xmlns:a16="http://schemas.microsoft.com/office/drawing/2014/main" id="{3C6A7EAE-227C-0333-9F79-A563B41EC0B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3464" y="4759325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31" name="Espace réservé du texte 12">
            <a:extLst>
              <a:ext uri="{FF2B5EF4-FFF2-40B4-BE49-F238E27FC236}">
                <a16:creationId xmlns:a16="http://schemas.microsoft.com/office/drawing/2014/main" id="{2E66C591-A11D-4B8A-57B1-A050A58508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03077" y="4759325"/>
            <a:ext cx="4322094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2" name="Espace réservé du texte 3">
            <a:extLst>
              <a:ext uri="{FF2B5EF4-FFF2-40B4-BE49-F238E27FC236}">
                <a16:creationId xmlns:a16="http://schemas.microsoft.com/office/drawing/2014/main" id="{5AC6DE88-F043-182B-AAEF-A280B455B83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63109" y="4759325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33" name="Espace réservé du texte 12">
            <a:extLst>
              <a:ext uri="{FF2B5EF4-FFF2-40B4-BE49-F238E27FC236}">
                <a16:creationId xmlns:a16="http://schemas.microsoft.com/office/drawing/2014/main" id="{F86C5F9C-2250-120C-852E-17DF2DE60A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72722" y="4759325"/>
            <a:ext cx="4322094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A02CBABD-95BD-3532-BD3B-A3E5E0F31C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2787" y="5481637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35" name="Espace réservé du texte 12">
            <a:extLst>
              <a:ext uri="{FF2B5EF4-FFF2-40B4-BE49-F238E27FC236}">
                <a16:creationId xmlns:a16="http://schemas.microsoft.com/office/drawing/2014/main" id="{87F91DDE-9596-B7A3-FE82-E435B261F1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02400" y="5481637"/>
            <a:ext cx="4322094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FD5170CF-50C0-4F6C-705F-CA808B116E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62432" y="5481637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37" name="Espace réservé du texte 12">
            <a:extLst>
              <a:ext uri="{FF2B5EF4-FFF2-40B4-BE49-F238E27FC236}">
                <a16:creationId xmlns:a16="http://schemas.microsoft.com/office/drawing/2014/main" id="{C4EDF958-DBC5-B24F-90F9-5274EA3AAF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72045" y="5481637"/>
            <a:ext cx="4322094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8" name="Espace réservé du texte 8">
            <a:extLst>
              <a:ext uri="{FF2B5EF4-FFF2-40B4-BE49-F238E27FC236}">
                <a16:creationId xmlns:a16="http://schemas.microsoft.com/office/drawing/2014/main" id="{AF4A9231-E321-0818-5D89-275CC425D9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113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C89BF5-44F6-D3C5-0E07-9165D07C9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5B7FC8-A17D-CBD6-27FC-A3E63A0BB9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2470EF96-8F52-9DC7-FFB7-A98EEA64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121B8B79-86D2-A557-75F6-8A2C4A960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75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3CC2F6-6F94-521F-E89C-8CB6AA357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D1C833-57CE-15EF-5D5A-B277AE6304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6000" y="2367815"/>
            <a:ext cx="5181600" cy="3809148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33968FD-23C6-D542-CBC0-669D70A2F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4400" y="2367815"/>
            <a:ext cx="5181600" cy="3809148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DC8B1F5-E1BD-4E14-DA3A-2EF54CC62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1DE855B1-5A35-08E5-98D3-ED32C81BDE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46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- 2 columns with subi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974711-9403-92F6-12EF-503A2E308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000" y="2349500"/>
            <a:ext cx="5157787" cy="7498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4F213E-09F7-35B7-88BA-576C94FDE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000" y="3173412"/>
            <a:ext cx="5157787" cy="30252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AA51D94-60B1-4CBC-7E97-DF6281EC4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812" y="2349500"/>
            <a:ext cx="5183188" cy="7498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A863FD-66DD-83A5-0EB4-E2DA2A2C2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2812" y="3173412"/>
            <a:ext cx="5183188" cy="3025257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954DF801-D208-5420-D8DF-1DFEE267AF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Titre 11">
            <a:extLst>
              <a:ext uri="{FF2B5EF4-FFF2-40B4-BE49-F238E27FC236}">
                <a16:creationId xmlns:a16="http://schemas.microsoft.com/office/drawing/2014/main" id="{CD869FB1-939C-8AFA-5854-E607A2208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3" name="Espace réservé du texte 8">
            <a:extLst>
              <a:ext uri="{FF2B5EF4-FFF2-40B4-BE49-F238E27FC236}">
                <a16:creationId xmlns:a16="http://schemas.microsoft.com/office/drawing/2014/main" id="{4AF522F6-B8F3-AE1B-5E41-3AAE350DDB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3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04C3D23F-1D17-2A8A-A73E-7988D074FA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0" y="2453364"/>
            <a:ext cx="3240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22F8E94B-4420-0C8D-01EB-DED6FFB480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0" y="3201049"/>
            <a:ext cx="3240000" cy="2906064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83139CF2-974A-31EB-49AB-8B8C82F82A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6002" y="2453364"/>
            <a:ext cx="3240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B03C5E25-23B2-0890-1BF2-5B36F7477A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6002" y="3201049"/>
            <a:ext cx="3240000" cy="2906064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7548B3A6-9E2D-BFCB-BC90-840786B67C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6000" y="2453364"/>
            <a:ext cx="3240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CB963D4B-B258-4FE0-FDD7-4219988CDD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76000" y="3201049"/>
            <a:ext cx="3240000" cy="2906064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427522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E2236D-4ACA-4597-B214-70D7B222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8" name="Espace réservé du texte 8">
            <a:extLst>
              <a:ext uri="{FF2B5EF4-FFF2-40B4-BE49-F238E27FC236}">
                <a16:creationId xmlns:a16="http://schemas.microsoft.com/office/drawing/2014/main" id="{EDD9CE1F-96E5-6B04-AEB8-B23A7ABCF2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259B92D-9B86-0989-C0BD-29D806D5046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pPr/>
              <a:t>‹N°›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989711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- Title only -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E2236D-4ACA-4597-B214-70D7B222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612" y="543295"/>
            <a:ext cx="6968388" cy="84718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D28049-69C0-8EB6-1C6D-5D5E290E7D1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Espace réservé du texte 8">
            <a:extLst>
              <a:ext uri="{FF2B5EF4-FFF2-40B4-BE49-F238E27FC236}">
                <a16:creationId xmlns:a16="http://schemas.microsoft.com/office/drawing/2014/main" id="{EDD9CE1F-96E5-6B04-AEB8-B23A7ABCF2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627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tandard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3371D3-1C36-F9E0-F047-86153E9950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pPr/>
              <a:t>‹N°›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90353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- 1/3 2/3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5B5106-96D0-721F-6A54-FACD6352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347536"/>
            <a:ext cx="3932237" cy="10876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A72B70-3046-0512-58ED-00C8250C8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3800" y="1347535"/>
            <a:ext cx="6172200" cy="47837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7D936D-447D-5E74-300E-82305D7FB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6000" y="2589196"/>
            <a:ext cx="3932237" cy="351791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9897BF8-57B3-ABE9-8B1B-8540DADA9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B6703056-B8A3-DD4E-4EC6-3128085FEF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9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-  2/3 1/3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A72B70-3046-0512-58ED-00C8250C8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369399"/>
            <a:ext cx="6172200" cy="37618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F9897BF8-57B3-ABE9-8B1B-8540DADA9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B6703056-B8A3-DD4E-4EC6-3128085FEF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D12B56A3-7CEA-97A1-351C-A111D9CAB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D8A1E075-1888-68D1-DE4F-00C71324BF8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55402" y="2369399"/>
            <a:ext cx="4340598" cy="37618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37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d -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E23C69E5-A89F-4C85-8E9A-DECBADE554AC}"/>
              </a:ext>
            </a:extLst>
          </p:cNvPr>
          <p:cNvSpPr/>
          <p:nvPr userDrawn="1"/>
        </p:nvSpPr>
        <p:spPr>
          <a:xfrm>
            <a:off x="696000" y="2408902"/>
            <a:ext cx="5220000" cy="3559278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D67EFB87-03C0-E044-BDC8-D5282439D1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00" y="2573304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04C3D23F-1D17-2A8A-A73E-7988D074FA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00" y="3363180"/>
            <a:ext cx="4856206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22F8E94B-4420-0C8D-01EB-DED6FFB480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000" y="4110865"/>
            <a:ext cx="4856206" cy="1650722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4" name="Shape 13">
            <a:extLst>
              <a:ext uri="{FF2B5EF4-FFF2-40B4-BE49-F238E27FC236}">
                <a16:creationId xmlns:a16="http://schemas.microsoft.com/office/drawing/2014/main" id="{A1EFEE6E-F767-24F8-8F7F-15FBD909A105}"/>
              </a:ext>
            </a:extLst>
          </p:cNvPr>
          <p:cNvSpPr/>
          <p:nvPr userDrawn="1"/>
        </p:nvSpPr>
        <p:spPr>
          <a:xfrm>
            <a:off x="6276000" y="2408902"/>
            <a:ext cx="5220000" cy="3559278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5F0832A9-D9C2-C7AF-1F98-C680FB30CC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56000" y="2573304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69077FA6-772E-44A4-8485-04197043C4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6000" y="3363180"/>
            <a:ext cx="4856206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1ED7B6C0-DB8C-C4B9-4826-633BCF30F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6000" y="4110865"/>
            <a:ext cx="4856206" cy="1650722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2009473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d - 2 column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E23C69E5-A89F-4C85-8E9A-DECBADE554AC}"/>
              </a:ext>
            </a:extLst>
          </p:cNvPr>
          <p:cNvSpPr/>
          <p:nvPr userDrawn="1"/>
        </p:nvSpPr>
        <p:spPr>
          <a:xfrm>
            <a:off x="696000" y="3205316"/>
            <a:ext cx="5220000" cy="3077496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D67EFB87-03C0-E044-BDC8-D5282439D1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00" y="3354783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04C3D23F-1D17-2A8A-A73E-7988D074FA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5999" y="4047408"/>
            <a:ext cx="4885703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22F8E94B-4420-0C8D-01EB-DED6FFB480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5999" y="4709652"/>
            <a:ext cx="4885703" cy="1366566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F3EE431A-625F-3E1C-71DA-4ED79C3044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999" y="2298256"/>
            <a:ext cx="10799999" cy="833522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F26CACFC-8458-9A84-B792-8A6CE8DA6F3E}"/>
              </a:ext>
            </a:extLst>
          </p:cNvPr>
          <p:cNvSpPr/>
          <p:nvPr userDrawn="1"/>
        </p:nvSpPr>
        <p:spPr>
          <a:xfrm>
            <a:off x="6276002" y="3205316"/>
            <a:ext cx="5220000" cy="3077496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2D07576F-74A7-CD7A-559C-695E743DDF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56002" y="3354783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F58F38D0-3F0B-6A87-EAA2-A818E79EAC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56001" y="4047408"/>
            <a:ext cx="4885703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DF699DA6-5E7B-6C3B-C637-C66EF8BD89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56001" y="4709652"/>
            <a:ext cx="4885703" cy="1366566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33639985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d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E23C69E5-A89F-4C85-8E9A-DECBADE554AC}"/>
              </a:ext>
            </a:extLst>
          </p:cNvPr>
          <p:cNvSpPr/>
          <p:nvPr userDrawn="1"/>
        </p:nvSpPr>
        <p:spPr>
          <a:xfrm>
            <a:off x="696000" y="2408902"/>
            <a:ext cx="3420000" cy="3559278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D67EFB87-03C0-E044-BDC8-D5282439D1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00" y="2573304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04C3D23F-1D17-2A8A-A73E-7988D074FA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00" y="3363180"/>
            <a:ext cx="3060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22F8E94B-4420-0C8D-01EB-DED6FFB480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000" y="4110865"/>
            <a:ext cx="3060000" cy="1650722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283F77C-1591-CCFF-7150-E02410ED113C}"/>
              </a:ext>
            </a:extLst>
          </p:cNvPr>
          <p:cNvSpPr/>
          <p:nvPr userDrawn="1"/>
        </p:nvSpPr>
        <p:spPr>
          <a:xfrm>
            <a:off x="8076000" y="2408902"/>
            <a:ext cx="3420000" cy="3559278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4D39D517-962E-48D0-A425-2A281E441E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6000" y="2573304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14741A0C-91C7-BFF5-8AF2-5B9D5BDCA2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6000" y="3363180"/>
            <a:ext cx="3060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EA7EA455-ADB9-01C8-3588-826FA6176E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6000" y="4110865"/>
            <a:ext cx="3060000" cy="1650722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1CD1FEDA-5B1E-C9A6-90B1-02624C640FD9}"/>
              </a:ext>
            </a:extLst>
          </p:cNvPr>
          <p:cNvSpPr/>
          <p:nvPr userDrawn="1"/>
        </p:nvSpPr>
        <p:spPr>
          <a:xfrm>
            <a:off x="4386000" y="2408902"/>
            <a:ext cx="3420000" cy="3559278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55C85639-51CA-B6C5-9D2F-2C07745FBF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6000" y="2573304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9" name="Espace réservé du texte 12">
            <a:extLst>
              <a:ext uri="{FF2B5EF4-FFF2-40B4-BE49-F238E27FC236}">
                <a16:creationId xmlns:a16="http://schemas.microsoft.com/office/drawing/2014/main" id="{78F30498-141D-8F10-1160-D112F58606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6000" y="3363180"/>
            <a:ext cx="3060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8C7FB839-16A5-C363-23A4-EFCB2B912F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66000" y="4110865"/>
            <a:ext cx="3060000" cy="1650722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627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d - 3 column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E23C69E5-A89F-4C85-8E9A-DECBADE554AC}"/>
              </a:ext>
            </a:extLst>
          </p:cNvPr>
          <p:cNvSpPr/>
          <p:nvPr userDrawn="1"/>
        </p:nvSpPr>
        <p:spPr>
          <a:xfrm>
            <a:off x="696000" y="3205316"/>
            <a:ext cx="3420000" cy="3077496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D67EFB87-03C0-E044-BDC8-D5282439D1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00" y="3354783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04C3D23F-1D17-2A8A-A73E-7988D074FA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00" y="4047408"/>
            <a:ext cx="3060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22F8E94B-4420-0C8D-01EB-DED6FFB480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000" y="4709652"/>
            <a:ext cx="3060000" cy="1366566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283F77C-1591-CCFF-7150-E02410ED113C}"/>
              </a:ext>
            </a:extLst>
          </p:cNvPr>
          <p:cNvSpPr/>
          <p:nvPr userDrawn="1"/>
        </p:nvSpPr>
        <p:spPr>
          <a:xfrm>
            <a:off x="8076000" y="3205316"/>
            <a:ext cx="3420000" cy="3077496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4D39D517-962E-48D0-A425-2A281E441E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6000" y="3354783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14741A0C-91C7-BFF5-8AF2-5B9D5BDCA2F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6000" y="4047408"/>
            <a:ext cx="3060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EA7EA455-ADB9-01C8-3588-826FA6176E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6000" y="4709652"/>
            <a:ext cx="3060000" cy="1366566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1CD1FEDA-5B1E-C9A6-90B1-02624C640FD9}"/>
              </a:ext>
            </a:extLst>
          </p:cNvPr>
          <p:cNvSpPr/>
          <p:nvPr userDrawn="1"/>
        </p:nvSpPr>
        <p:spPr>
          <a:xfrm>
            <a:off x="4386000" y="3205316"/>
            <a:ext cx="3420000" cy="3077496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55C85639-51CA-B6C5-9D2F-2C07745FBF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6000" y="3354783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9" name="Espace réservé du texte 12">
            <a:extLst>
              <a:ext uri="{FF2B5EF4-FFF2-40B4-BE49-F238E27FC236}">
                <a16:creationId xmlns:a16="http://schemas.microsoft.com/office/drawing/2014/main" id="{78F30498-141D-8F10-1160-D112F58606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6000" y="4047408"/>
            <a:ext cx="3060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8C7FB839-16A5-C363-23A4-EFCB2B912F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66000" y="4709652"/>
            <a:ext cx="3060000" cy="1366566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F3EE431A-625F-3E1C-71DA-4ED79C3044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999" y="2298256"/>
            <a:ext cx="10799999" cy="833522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717486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d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E23C69E5-A89F-4C85-8E9A-DECBADE554AC}"/>
              </a:ext>
            </a:extLst>
          </p:cNvPr>
          <p:cNvSpPr/>
          <p:nvPr userDrawn="1"/>
        </p:nvSpPr>
        <p:spPr>
          <a:xfrm>
            <a:off x="696000" y="2408902"/>
            <a:ext cx="2520000" cy="3559278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D67EFB87-03C0-E044-BDC8-D5282439D1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00" y="2573304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04C3D23F-1D17-2A8A-A73E-7988D074FA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00" y="3363180"/>
            <a:ext cx="2172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22F8E94B-4420-0C8D-01EB-DED6FFB480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000" y="4110865"/>
            <a:ext cx="2172000" cy="1650722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4" name="Shape 13">
            <a:extLst>
              <a:ext uri="{FF2B5EF4-FFF2-40B4-BE49-F238E27FC236}">
                <a16:creationId xmlns:a16="http://schemas.microsoft.com/office/drawing/2014/main" id="{459862DF-F56D-398A-B3FA-E476682FB7DB}"/>
              </a:ext>
            </a:extLst>
          </p:cNvPr>
          <p:cNvSpPr/>
          <p:nvPr userDrawn="1"/>
        </p:nvSpPr>
        <p:spPr>
          <a:xfrm>
            <a:off x="8976000" y="2408902"/>
            <a:ext cx="2520000" cy="3559278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257150C9-8AFA-8691-7E25-25747B2AF7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56000" y="2573304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F822E110-0F04-6276-871E-8B2CF73DE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56000" y="3363180"/>
            <a:ext cx="2172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D96DF4B0-E2FD-8FAE-37D9-A080033BF4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56000" y="4110865"/>
            <a:ext cx="2172000" cy="1650722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6741EC31-E008-A4F4-CE21-1F6D57F484D7}"/>
              </a:ext>
            </a:extLst>
          </p:cNvPr>
          <p:cNvSpPr/>
          <p:nvPr userDrawn="1"/>
        </p:nvSpPr>
        <p:spPr>
          <a:xfrm>
            <a:off x="3473612" y="2408902"/>
            <a:ext cx="2520000" cy="3559278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79DD687C-DB86-E95A-9BCA-37C8B0FB42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3612" y="2573304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CCF815C2-50D9-6498-3B8A-9E6D770C92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53612" y="3363180"/>
            <a:ext cx="2172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1DCF5B58-9201-FB61-C4B7-6B8E3D6491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3612" y="4110865"/>
            <a:ext cx="2172000" cy="1650722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188B0A79-9683-A2DA-B9F1-A8D2D9A64903}"/>
              </a:ext>
            </a:extLst>
          </p:cNvPr>
          <p:cNvSpPr/>
          <p:nvPr userDrawn="1"/>
        </p:nvSpPr>
        <p:spPr>
          <a:xfrm>
            <a:off x="6198388" y="2408902"/>
            <a:ext cx="2520000" cy="3559278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8C410FDB-E701-3DCD-87D1-BEBEA37BFF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78388" y="2573304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7" name="Espace réservé du texte 12">
            <a:extLst>
              <a:ext uri="{FF2B5EF4-FFF2-40B4-BE49-F238E27FC236}">
                <a16:creationId xmlns:a16="http://schemas.microsoft.com/office/drawing/2014/main" id="{6886520B-33B0-9229-D07C-8BD2E44589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8388" y="3363180"/>
            <a:ext cx="2172000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8" name="Espace réservé du texte 12">
            <a:extLst>
              <a:ext uri="{FF2B5EF4-FFF2-40B4-BE49-F238E27FC236}">
                <a16:creationId xmlns:a16="http://schemas.microsoft.com/office/drawing/2014/main" id="{BD266CD8-CDDA-6E60-3C7B-1F0810E40F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78388" y="4110865"/>
            <a:ext cx="2172000" cy="1650722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4012831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d - 4 column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E23C69E5-A89F-4C85-8E9A-DECBADE554AC}"/>
              </a:ext>
            </a:extLst>
          </p:cNvPr>
          <p:cNvSpPr/>
          <p:nvPr userDrawn="1"/>
        </p:nvSpPr>
        <p:spPr>
          <a:xfrm>
            <a:off x="696000" y="3205316"/>
            <a:ext cx="2520000" cy="3077496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D67EFB87-03C0-E044-BDC8-D5282439D1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00" y="3354783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04C3D23F-1D17-2A8A-A73E-7988D074FA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00" y="4047408"/>
            <a:ext cx="2181832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22F8E94B-4420-0C8D-01EB-DED6FFB480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000" y="4709652"/>
            <a:ext cx="2181832" cy="1366566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F3EE431A-625F-3E1C-71DA-4ED79C3044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999" y="2298256"/>
            <a:ext cx="10799999" cy="833522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7B1C5F78-1375-5D2F-0896-0E21FF982FD2}"/>
              </a:ext>
            </a:extLst>
          </p:cNvPr>
          <p:cNvSpPr/>
          <p:nvPr userDrawn="1"/>
        </p:nvSpPr>
        <p:spPr>
          <a:xfrm>
            <a:off x="8976002" y="3205316"/>
            <a:ext cx="2520000" cy="3077496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B368152A-8F7D-A337-EB30-8A6D51FF3C7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56002" y="3354783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6C7D2C27-B532-BB68-71D9-93F8FA2DBF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56002" y="4047408"/>
            <a:ext cx="2181832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CE618A53-AF85-DFE6-61EA-11171A92434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56002" y="4709652"/>
            <a:ext cx="2181832" cy="1366566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F4C85711-1439-EA4B-5CA9-6663C0C93296}"/>
              </a:ext>
            </a:extLst>
          </p:cNvPr>
          <p:cNvSpPr/>
          <p:nvPr userDrawn="1"/>
        </p:nvSpPr>
        <p:spPr>
          <a:xfrm>
            <a:off x="3439201" y="3205316"/>
            <a:ext cx="2520000" cy="3077496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91BA1ADA-B9D9-3072-B64A-0E03C3C22C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63445" y="3354783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E6A7234C-05E0-FE4E-451B-9023D7A763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63445" y="4047408"/>
            <a:ext cx="2181832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5" name="Espace réservé du texte 12">
            <a:extLst>
              <a:ext uri="{FF2B5EF4-FFF2-40B4-BE49-F238E27FC236}">
                <a16:creationId xmlns:a16="http://schemas.microsoft.com/office/drawing/2014/main" id="{556065E6-1309-5E0C-EA94-8DBACD2CC4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3445" y="4709652"/>
            <a:ext cx="2181832" cy="1366566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E6FD8120-B67E-392D-15C1-6D676EB35283}"/>
              </a:ext>
            </a:extLst>
          </p:cNvPr>
          <p:cNvSpPr/>
          <p:nvPr userDrawn="1"/>
        </p:nvSpPr>
        <p:spPr>
          <a:xfrm>
            <a:off x="6232800" y="3205316"/>
            <a:ext cx="2520000" cy="3077496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C22C5930-01F0-0E22-79B9-2994092BE8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12800" y="3354783"/>
            <a:ext cx="633413" cy="62547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24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8" name="Espace réservé du texte 12">
            <a:extLst>
              <a:ext uri="{FF2B5EF4-FFF2-40B4-BE49-F238E27FC236}">
                <a16:creationId xmlns:a16="http://schemas.microsoft.com/office/drawing/2014/main" id="{1D020CE9-2BC5-82DA-40B7-A001B1470F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12800" y="4047408"/>
            <a:ext cx="2181832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9" name="Espace réservé du texte 12">
            <a:extLst>
              <a:ext uri="{FF2B5EF4-FFF2-40B4-BE49-F238E27FC236}">
                <a16:creationId xmlns:a16="http://schemas.microsoft.com/office/drawing/2014/main" id="{23C6EE50-C2CA-E247-EE03-644E4B3F90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12800" y="4709652"/>
            <a:ext cx="2181832" cy="1366566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2921149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d - 3 columns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E23C69E5-A89F-4C85-8E9A-DECBADE554AC}"/>
              </a:ext>
            </a:extLst>
          </p:cNvPr>
          <p:cNvSpPr/>
          <p:nvPr userDrawn="1"/>
        </p:nvSpPr>
        <p:spPr>
          <a:xfrm>
            <a:off x="696000" y="2408902"/>
            <a:ext cx="3420000" cy="186813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D67EFB87-03C0-E044-BDC8-D5282439D1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01" y="2598128"/>
            <a:ext cx="482724" cy="476674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04C3D23F-1D17-2A8A-A73E-7988D074FA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58725" y="2545238"/>
            <a:ext cx="2577275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22F8E94B-4420-0C8D-01EB-DED6FFB480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000" y="3181526"/>
            <a:ext cx="3060000" cy="988782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7978CBC7-45E0-6373-CF23-CD07AFBE2705}"/>
              </a:ext>
            </a:extLst>
          </p:cNvPr>
          <p:cNvSpPr/>
          <p:nvPr userDrawn="1"/>
        </p:nvSpPr>
        <p:spPr>
          <a:xfrm>
            <a:off x="8076000" y="2408902"/>
            <a:ext cx="3420000" cy="186813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D01E1FEC-8FBA-3F8B-19D2-8A190B908D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6001" y="2598128"/>
            <a:ext cx="482724" cy="476674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53C0DAAA-293C-F5E5-A53D-6069C50CEA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38725" y="2545238"/>
            <a:ext cx="2577275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253012EA-FB5A-B044-376E-7C7C9A3675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6000" y="3181526"/>
            <a:ext cx="3060000" cy="988782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2142FA11-A1B6-6CED-A7A6-8326CB846972}"/>
              </a:ext>
            </a:extLst>
          </p:cNvPr>
          <p:cNvSpPr/>
          <p:nvPr userDrawn="1"/>
        </p:nvSpPr>
        <p:spPr>
          <a:xfrm>
            <a:off x="4386000" y="2408902"/>
            <a:ext cx="3420000" cy="186813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31B0C20E-5CD4-1EB1-30F3-96B315F00BD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6001" y="2598128"/>
            <a:ext cx="482724" cy="476674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7" name="Espace réservé du texte 12">
            <a:extLst>
              <a:ext uri="{FF2B5EF4-FFF2-40B4-BE49-F238E27FC236}">
                <a16:creationId xmlns:a16="http://schemas.microsoft.com/office/drawing/2014/main" id="{4BA39784-B240-5F57-923D-E054D3F729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48725" y="2545238"/>
            <a:ext cx="2577275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8" name="Espace réservé du texte 12">
            <a:extLst>
              <a:ext uri="{FF2B5EF4-FFF2-40B4-BE49-F238E27FC236}">
                <a16:creationId xmlns:a16="http://schemas.microsoft.com/office/drawing/2014/main" id="{4B540A9E-14DE-E557-8445-BA9D6922F7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66000" y="3181526"/>
            <a:ext cx="3060000" cy="988782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5C4B1955-2F95-9280-14E0-B960BC3677DA}"/>
              </a:ext>
            </a:extLst>
          </p:cNvPr>
          <p:cNvSpPr/>
          <p:nvPr userDrawn="1"/>
        </p:nvSpPr>
        <p:spPr>
          <a:xfrm>
            <a:off x="696000" y="4381496"/>
            <a:ext cx="3420000" cy="186813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Espace réservé du texte 3">
            <a:extLst>
              <a:ext uri="{FF2B5EF4-FFF2-40B4-BE49-F238E27FC236}">
                <a16:creationId xmlns:a16="http://schemas.microsoft.com/office/drawing/2014/main" id="{4FBA8AC7-7C68-EF1A-16E6-40CDE81FE9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1" y="4570722"/>
            <a:ext cx="482724" cy="476674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31" name="Espace réservé du texte 12">
            <a:extLst>
              <a:ext uri="{FF2B5EF4-FFF2-40B4-BE49-F238E27FC236}">
                <a16:creationId xmlns:a16="http://schemas.microsoft.com/office/drawing/2014/main" id="{6D28D858-BB49-43EE-724C-15786D81D9D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58725" y="4517832"/>
            <a:ext cx="2577275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F94A6D25-64EC-1252-8E77-8CA778F737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6000" y="5154120"/>
            <a:ext cx="3060000" cy="988782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322BE1A0-F056-8288-ED0A-A32E39079076}"/>
              </a:ext>
            </a:extLst>
          </p:cNvPr>
          <p:cNvSpPr/>
          <p:nvPr userDrawn="1"/>
        </p:nvSpPr>
        <p:spPr>
          <a:xfrm>
            <a:off x="8076000" y="4381496"/>
            <a:ext cx="3420000" cy="186813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BD732D84-8C7E-B81D-2BD5-6B6360F1871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6001" y="4570722"/>
            <a:ext cx="482724" cy="476674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35" name="Espace réservé du texte 12">
            <a:extLst>
              <a:ext uri="{FF2B5EF4-FFF2-40B4-BE49-F238E27FC236}">
                <a16:creationId xmlns:a16="http://schemas.microsoft.com/office/drawing/2014/main" id="{E51B75EC-6604-BCB1-25FA-DF08FB28FC4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38725" y="4517832"/>
            <a:ext cx="2577275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6" name="Espace réservé du texte 12">
            <a:extLst>
              <a:ext uri="{FF2B5EF4-FFF2-40B4-BE49-F238E27FC236}">
                <a16:creationId xmlns:a16="http://schemas.microsoft.com/office/drawing/2014/main" id="{A609108B-9B13-1DCC-2288-5FFD7104BC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56000" y="5154120"/>
            <a:ext cx="3060000" cy="988782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6BE6177F-7891-4172-C94E-1E9A555FDEF4}"/>
              </a:ext>
            </a:extLst>
          </p:cNvPr>
          <p:cNvSpPr/>
          <p:nvPr userDrawn="1"/>
        </p:nvSpPr>
        <p:spPr>
          <a:xfrm>
            <a:off x="4386000" y="4381496"/>
            <a:ext cx="3420000" cy="186813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87EEF48A-A86A-B1B3-97DA-4D033C5E206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66001" y="4570722"/>
            <a:ext cx="482724" cy="476674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1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39" name="Espace réservé du texte 12">
            <a:extLst>
              <a:ext uri="{FF2B5EF4-FFF2-40B4-BE49-F238E27FC236}">
                <a16:creationId xmlns:a16="http://schemas.microsoft.com/office/drawing/2014/main" id="{D3CDC65E-5FB0-60ED-F470-780811CF5C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48725" y="4517832"/>
            <a:ext cx="2577275" cy="625475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40" name="Espace réservé du texte 12">
            <a:extLst>
              <a:ext uri="{FF2B5EF4-FFF2-40B4-BE49-F238E27FC236}">
                <a16:creationId xmlns:a16="http://schemas.microsoft.com/office/drawing/2014/main" id="{B0FF2F6E-B5CB-D3CF-2E6D-73A44A5349A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66000" y="5154120"/>
            <a:ext cx="3060000" cy="988782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674779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ed - 2 columns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22F8E94B-4420-0C8D-01EB-DED6FFB480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0" y="3034515"/>
            <a:ext cx="5220000" cy="736330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lIns="205200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fr-FR" sz="1100" dirty="0" smtClean="0"/>
            </a:lvl1pPr>
          </a:lstStyle>
          <a:p>
            <a:pPr marL="0" lvl="0"/>
            <a:r>
              <a:rPr lang="fr-FR" dirty="0"/>
              <a:t>Cliquez pour modifier le texte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69077FA6-772E-44A4-8485-04197043C4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5017" y="3135639"/>
            <a:ext cx="1838632" cy="527050"/>
          </a:xfrm>
          <a:prstGeom prst="roundRect">
            <a:avLst/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7" name="Espace réservé du texte 12">
            <a:extLst>
              <a:ext uri="{FF2B5EF4-FFF2-40B4-BE49-F238E27FC236}">
                <a16:creationId xmlns:a16="http://schemas.microsoft.com/office/drawing/2014/main" id="{3A1F941B-3B70-590C-9946-FE6E6EBA99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6000" y="3813271"/>
            <a:ext cx="5220000" cy="736330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lIns="205200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fr-FR" sz="1100" dirty="0" smtClean="0"/>
            </a:lvl1pPr>
          </a:lstStyle>
          <a:p>
            <a:pPr marL="0" lvl="0"/>
            <a:r>
              <a:rPr lang="fr-FR" dirty="0"/>
              <a:t>Cliquez pour modifier le texte</a:t>
            </a:r>
          </a:p>
        </p:txBody>
      </p:sp>
      <p:sp>
        <p:nvSpPr>
          <p:cNvPr id="28" name="Espace réservé du texte 12">
            <a:extLst>
              <a:ext uri="{FF2B5EF4-FFF2-40B4-BE49-F238E27FC236}">
                <a16:creationId xmlns:a16="http://schemas.microsoft.com/office/drawing/2014/main" id="{65E855A2-E9E2-A838-C6E3-EDAB7B29B5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5017" y="3914395"/>
            <a:ext cx="1838632" cy="527050"/>
          </a:xfrm>
          <a:prstGeom prst="roundRect">
            <a:avLst/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9" name="Espace réservé du texte 12">
            <a:extLst>
              <a:ext uri="{FF2B5EF4-FFF2-40B4-BE49-F238E27FC236}">
                <a16:creationId xmlns:a16="http://schemas.microsoft.com/office/drawing/2014/main" id="{2D688FBF-D5DB-5218-BC18-E10AB473AA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6000" y="4592027"/>
            <a:ext cx="5220000" cy="736330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lIns="205200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fr-FR" sz="1100" dirty="0" smtClean="0"/>
            </a:lvl1pPr>
          </a:lstStyle>
          <a:p>
            <a:pPr marL="0" lvl="0"/>
            <a:r>
              <a:rPr lang="fr-FR" dirty="0"/>
              <a:t>Cliquez pour modifier le texte</a:t>
            </a:r>
          </a:p>
        </p:txBody>
      </p:sp>
      <p:sp>
        <p:nvSpPr>
          <p:cNvPr id="30" name="Espace réservé du texte 12">
            <a:extLst>
              <a:ext uri="{FF2B5EF4-FFF2-40B4-BE49-F238E27FC236}">
                <a16:creationId xmlns:a16="http://schemas.microsoft.com/office/drawing/2014/main" id="{DCEC2FE8-6ADB-E82E-DB45-8513236E3CF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5017" y="4693151"/>
            <a:ext cx="1838632" cy="527050"/>
          </a:xfrm>
          <a:prstGeom prst="roundRect">
            <a:avLst/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1" name="Espace réservé du texte 12">
            <a:extLst>
              <a:ext uri="{FF2B5EF4-FFF2-40B4-BE49-F238E27FC236}">
                <a16:creationId xmlns:a16="http://schemas.microsoft.com/office/drawing/2014/main" id="{75FCA1F2-50A3-7341-35ED-AFCC696C24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6000" y="5370783"/>
            <a:ext cx="5220000" cy="736330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lIns="205200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fr-FR" sz="1100" dirty="0" smtClean="0"/>
            </a:lvl1pPr>
          </a:lstStyle>
          <a:p>
            <a:pPr marL="0" lvl="0"/>
            <a:r>
              <a:rPr lang="fr-FR" dirty="0"/>
              <a:t>Cliquez pour modifier le texte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518B89DA-CEE5-F07E-434C-A69254B2DCD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5017" y="5471907"/>
            <a:ext cx="1838632" cy="527050"/>
          </a:xfrm>
          <a:prstGeom prst="roundRect">
            <a:avLst/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3" name="Espace réservé du texte 12">
            <a:extLst>
              <a:ext uri="{FF2B5EF4-FFF2-40B4-BE49-F238E27FC236}">
                <a16:creationId xmlns:a16="http://schemas.microsoft.com/office/drawing/2014/main" id="{BB18EC85-651E-9533-0A36-398C4222B8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6000" y="3034515"/>
            <a:ext cx="5220000" cy="736330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lIns="205200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fr-FR" sz="1100" dirty="0" smtClean="0"/>
            </a:lvl1pPr>
          </a:lstStyle>
          <a:p>
            <a:pPr marL="0" lvl="0"/>
            <a:r>
              <a:rPr lang="fr-FR" dirty="0"/>
              <a:t>Cliquez pour modifier le texte</a:t>
            </a:r>
          </a:p>
        </p:txBody>
      </p:sp>
      <p:sp>
        <p:nvSpPr>
          <p:cNvPr id="34" name="Espace réservé du texte 12">
            <a:extLst>
              <a:ext uri="{FF2B5EF4-FFF2-40B4-BE49-F238E27FC236}">
                <a16:creationId xmlns:a16="http://schemas.microsoft.com/office/drawing/2014/main" id="{E452435A-B9C6-C13E-AA12-C545867692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5017" y="3135639"/>
            <a:ext cx="1838632" cy="527050"/>
          </a:xfrm>
          <a:prstGeom prst="roundRect">
            <a:avLst/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5" name="Espace réservé du texte 12">
            <a:extLst>
              <a:ext uri="{FF2B5EF4-FFF2-40B4-BE49-F238E27FC236}">
                <a16:creationId xmlns:a16="http://schemas.microsoft.com/office/drawing/2014/main" id="{9E7A25A1-58D1-CE57-8B2C-ACBE790776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6000" y="3813271"/>
            <a:ext cx="5220000" cy="736330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lIns="205200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fr-FR" sz="1100" dirty="0" smtClean="0"/>
            </a:lvl1pPr>
          </a:lstStyle>
          <a:p>
            <a:pPr marL="0" lvl="0"/>
            <a:r>
              <a:rPr lang="fr-FR" dirty="0"/>
              <a:t>Cliquez pour modifier le texte</a:t>
            </a:r>
          </a:p>
        </p:txBody>
      </p:sp>
      <p:sp>
        <p:nvSpPr>
          <p:cNvPr id="36" name="Espace réservé du texte 12">
            <a:extLst>
              <a:ext uri="{FF2B5EF4-FFF2-40B4-BE49-F238E27FC236}">
                <a16:creationId xmlns:a16="http://schemas.microsoft.com/office/drawing/2014/main" id="{4056FF7A-49A9-8B01-6981-0B47706B3CA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5017" y="3914395"/>
            <a:ext cx="1838632" cy="527050"/>
          </a:xfrm>
          <a:prstGeom prst="roundRect">
            <a:avLst/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7" name="Espace réservé du texte 12">
            <a:extLst>
              <a:ext uri="{FF2B5EF4-FFF2-40B4-BE49-F238E27FC236}">
                <a16:creationId xmlns:a16="http://schemas.microsoft.com/office/drawing/2014/main" id="{D8183968-5E34-00E9-F632-4BC91EF469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6000" y="4592027"/>
            <a:ext cx="5220000" cy="736330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lIns="205200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fr-FR" sz="1100" dirty="0" smtClean="0"/>
            </a:lvl1pPr>
          </a:lstStyle>
          <a:p>
            <a:pPr marL="0" lvl="0"/>
            <a:r>
              <a:rPr lang="fr-FR" dirty="0"/>
              <a:t>Cliquez pour modifier le texte</a:t>
            </a:r>
          </a:p>
        </p:txBody>
      </p:sp>
      <p:sp>
        <p:nvSpPr>
          <p:cNvPr id="38" name="Espace réservé du texte 12">
            <a:extLst>
              <a:ext uri="{FF2B5EF4-FFF2-40B4-BE49-F238E27FC236}">
                <a16:creationId xmlns:a16="http://schemas.microsoft.com/office/drawing/2014/main" id="{61E18FAA-D2D9-E9F0-4BBF-815DF6A7448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85017" y="4693151"/>
            <a:ext cx="1838632" cy="527050"/>
          </a:xfrm>
          <a:prstGeom prst="roundRect">
            <a:avLst/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39" name="Espace réservé du texte 12">
            <a:extLst>
              <a:ext uri="{FF2B5EF4-FFF2-40B4-BE49-F238E27FC236}">
                <a16:creationId xmlns:a16="http://schemas.microsoft.com/office/drawing/2014/main" id="{A958646C-1624-93A9-12B2-7A558575179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6000" y="5370783"/>
            <a:ext cx="5220000" cy="736330"/>
          </a:xfrm>
          <a:prstGeom prst="roundRect">
            <a:avLst/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lIns="205200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fr-FR" sz="1100" dirty="0" smtClean="0"/>
            </a:lvl1pPr>
          </a:lstStyle>
          <a:p>
            <a:pPr marL="0" lvl="0"/>
            <a:r>
              <a:rPr lang="fr-FR" dirty="0"/>
              <a:t>Cliquez pour modifier le texte</a:t>
            </a:r>
          </a:p>
        </p:txBody>
      </p:sp>
      <p:sp>
        <p:nvSpPr>
          <p:cNvPr id="40" name="Espace réservé du texte 12">
            <a:extLst>
              <a:ext uri="{FF2B5EF4-FFF2-40B4-BE49-F238E27FC236}">
                <a16:creationId xmlns:a16="http://schemas.microsoft.com/office/drawing/2014/main" id="{2245C934-D50D-154A-73CD-F646307FF9E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85017" y="5471907"/>
            <a:ext cx="1838632" cy="527050"/>
          </a:xfrm>
          <a:prstGeom prst="roundRect">
            <a:avLst/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43" name="Espace réservé du texte 12">
            <a:extLst>
              <a:ext uri="{FF2B5EF4-FFF2-40B4-BE49-F238E27FC236}">
                <a16:creationId xmlns:a16="http://schemas.microsoft.com/office/drawing/2014/main" id="{18336BDE-5C48-FEE5-D0A7-36A5664725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999" y="2298256"/>
            <a:ext cx="5220001" cy="693833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44" name="Espace réservé du texte 12">
            <a:extLst>
              <a:ext uri="{FF2B5EF4-FFF2-40B4-BE49-F238E27FC236}">
                <a16:creationId xmlns:a16="http://schemas.microsoft.com/office/drawing/2014/main" id="{DEDA1959-A99F-7A8A-8693-1B38ABA832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75999" y="2298256"/>
            <a:ext cx="5220001" cy="693833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1755013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E7AC4C-82BC-2AE2-AFBA-8BDF5CDE376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37045" y="2573304"/>
            <a:ext cx="1800000" cy="1800000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6A182F6A-BA15-0EA3-470E-2144DCE00A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07045" y="4449964"/>
            <a:ext cx="3060000" cy="625475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10002F95-A760-0AC2-ED39-CBA0B70091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07045" y="5152099"/>
            <a:ext cx="3060000" cy="1042107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CE4B0AEF-3D60-76AF-BB22-AA59F35F02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54955" y="2573304"/>
            <a:ext cx="1800000" cy="1800000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05EF9736-0654-9212-B85B-C9B0D1284F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324955" y="4449964"/>
            <a:ext cx="3060000" cy="625475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23590A1B-1CBB-D8BB-38F0-7985B9B9B0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24955" y="5152099"/>
            <a:ext cx="3060000" cy="1042107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21000185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55C85639-51CA-B6C5-9D2F-2C07745FBF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96000" y="2573304"/>
            <a:ext cx="1800000" cy="1800000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9" name="Espace réservé du texte 12">
            <a:extLst>
              <a:ext uri="{FF2B5EF4-FFF2-40B4-BE49-F238E27FC236}">
                <a16:creationId xmlns:a16="http://schemas.microsoft.com/office/drawing/2014/main" id="{78F30498-141D-8F10-1160-D112F58606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66000" y="4449964"/>
            <a:ext cx="3060000" cy="625475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8C7FB839-16A5-C363-23A4-EFCB2B912F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66000" y="5152099"/>
            <a:ext cx="3060000" cy="1042107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E7AC4C-82BC-2AE2-AFBA-8BDF5CDE376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26000" y="2573304"/>
            <a:ext cx="1800000" cy="1800000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6A182F6A-BA15-0EA3-470E-2144DCE00A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6000" y="4449964"/>
            <a:ext cx="3060000" cy="625475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10002F95-A760-0AC2-ED39-CBA0B70091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000" y="5152099"/>
            <a:ext cx="3060000" cy="1042107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CE4B0AEF-3D60-76AF-BB22-AA59F35F02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66000" y="2573304"/>
            <a:ext cx="1800000" cy="1800000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05EF9736-0654-9212-B85B-C9B0D1284F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36000" y="4449964"/>
            <a:ext cx="3060000" cy="625475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23590A1B-1CBB-D8BB-38F0-7985B9B9B0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36000" y="5152099"/>
            <a:ext cx="3060000" cy="1042107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1485615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-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E7AC4C-82BC-2AE2-AFBA-8BDF5CDE376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6000" y="2573304"/>
            <a:ext cx="1800000" cy="1800000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6A182F6A-BA15-0EA3-470E-2144DCE00A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6000" y="4449964"/>
            <a:ext cx="2520000" cy="625475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10002F95-A760-0AC2-ED39-CBA0B70091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000" y="5152099"/>
            <a:ext cx="2520000" cy="1042107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75B64AD6-7559-80ED-EE9B-B069E1A6C9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36002" y="2573304"/>
            <a:ext cx="1800000" cy="1800000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0" name="Espace réservé du texte 12">
            <a:extLst>
              <a:ext uri="{FF2B5EF4-FFF2-40B4-BE49-F238E27FC236}">
                <a16:creationId xmlns:a16="http://schemas.microsoft.com/office/drawing/2014/main" id="{D793EAF9-5C9E-9CA8-9AAF-D2A0C80C4E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76002" y="4449964"/>
            <a:ext cx="2520000" cy="625475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891F8640-BFA7-C134-A4EA-D017CB4CD5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76002" y="5152099"/>
            <a:ext cx="2520000" cy="1042107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C1E474AE-391E-174E-A604-8988D1C5BC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8013" y="2573304"/>
            <a:ext cx="1800000" cy="1800000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0C77430-A9DB-BC68-632C-83CE7F72B56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58013" y="4449964"/>
            <a:ext cx="2520000" cy="625475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26D7ADA2-6DDD-7321-531E-28322335E4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58013" y="5152099"/>
            <a:ext cx="2520000" cy="1042107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0842622E-0349-9BA2-1C21-EADD67D5A96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3989" y="2573304"/>
            <a:ext cx="1800000" cy="1800000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F07AF857-E6A8-AB6E-9BC1-5C0C814039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13989" y="4449964"/>
            <a:ext cx="2520000" cy="625475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21F2FCEA-0391-B272-7341-7F2E9AA674E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3989" y="5152099"/>
            <a:ext cx="2520000" cy="1042107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3984428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- 2 columns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E7AC4C-82BC-2AE2-AFBA-8BDF5CDE376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6000" y="2573304"/>
            <a:ext cx="1516915" cy="151691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6A182F6A-BA15-0EA3-470E-2144DCE00A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06000" y="2573304"/>
            <a:ext cx="3395032" cy="625475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10002F95-A760-0AC2-ED39-CBA0B70091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06000" y="3198779"/>
            <a:ext cx="3395032" cy="891441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3A687307-0946-84C5-A4F3-DCFCC6DB0C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8484" y="4434253"/>
            <a:ext cx="1516915" cy="151691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5C45B8A4-CE81-8459-4922-EACB627D37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418484" y="4434253"/>
            <a:ext cx="3395032" cy="625475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2AD5604D-58A2-4B59-0DEA-3982B05C32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418484" y="5059728"/>
            <a:ext cx="3395032" cy="891441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C623A159-79A9-C798-3290-C939BEE2F00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78484" y="2573303"/>
            <a:ext cx="1516915" cy="151691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E0CCD470-F6D6-D038-A4BB-4C34F00666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88484" y="2573303"/>
            <a:ext cx="3395032" cy="625475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5" name="Espace réservé du texte 12">
            <a:extLst>
              <a:ext uri="{FF2B5EF4-FFF2-40B4-BE49-F238E27FC236}">
                <a16:creationId xmlns:a16="http://schemas.microsoft.com/office/drawing/2014/main" id="{33B48A22-D55D-73A5-ADFD-36F0ED7332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88484" y="3198778"/>
            <a:ext cx="3395032" cy="891441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6" name="Espace réservé du texte 3">
            <a:extLst>
              <a:ext uri="{FF2B5EF4-FFF2-40B4-BE49-F238E27FC236}">
                <a16:creationId xmlns:a16="http://schemas.microsoft.com/office/drawing/2014/main" id="{1EE494DC-781D-34F1-3A9D-92EC84FB02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90968" y="4434252"/>
            <a:ext cx="1516915" cy="1516915"/>
          </a:xfrm>
          <a:blipFill>
            <a:blip r:embed="rId2"/>
            <a:stretch>
              <a:fillRect/>
            </a:stretch>
          </a:blipFill>
        </p:spPr>
        <p:txBody>
          <a:bodyPr anchor="ctr">
            <a:normAutofit/>
          </a:bodyPr>
          <a:lstStyle>
            <a:lvl1pPr algn="ctr">
              <a:buNone/>
              <a:defRPr sz="4800" b="1">
                <a:gradFill>
                  <a:gsLst>
                    <a:gs pos="0">
                      <a:srgbClr val="BA131A"/>
                    </a:gs>
                    <a:gs pos="100000">
                      <a:srgbClr val="E2575D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fr-FR" dirty="0"/>
              <a:t>1</a:t>
            </a:r>
            <a:endParaRPr lang="en-US" dirty="0"/>
          </a:p>
        </p:txBody>
      </p:sp>
      <p:sp>
        <p:nvSpPr>
          <p:cNvPr id="27" name="Espace réservé du texte 12">
            <a:extLst>
              <a:ext uri="{FF2B5EF4-FFF2-40B4-BE49-F238E27FC236}">
                <a16:creationId xmlns:a16="http://schemas.microsoft.com/office/drawing/2014/main" id="{66900C00-8DC3-63A7-DE70-7388EEE04C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00968" y="4434252"/>
            <a:ext cx="3395032" cy="625475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1">
                <a:latin typeface="+mj-lt"/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  <p:sp>
        <p:nvSpPr>
          <p:cNvPr id="28" name="Espace réservé du texte 12">
            <a:extLst>
              <a:ext uri="{FF2B5EF4-FFF2-40B4-BE49-F238E27FC236}">
                <a16:creationId xmlns:a16="http://schemas.microsoft.com/office/drawing/2014/main" id="{1A69C451-362B-A8A1-3C94-5B5B5ACBFDD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00968" y="5059727"/>
            <a:ext cx="3395032" cy="891441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30398895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 - Circ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ganigramme : Délai 9">
            <a:extLst>
              <a:ext uri="{FF2B5EF4-FFF2-40B4-BE49-F238E27FC236}">
                <a16:creationId xmlns:a16="http://schemas.microsoft.com/office/drawing/2014/main" id="{706F2CD8-088D-A175-027A-7564F0D67DB1}"/>
              </a:ext>
            </a:extLst>
          </p:cNvPr>
          <p:cNvSpPr/>
          <p:nvPr userDrawn="1"/>
        </p:nvSpPr>
        <p:spPr>
          <a:xfrm>
            <a:off x="0" y="0"/>
            <a:ext cx="5801032" cy="6858000"/>
          </a:xfrm>
          <a:prstGeom prst="flowChartDelay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2700000" scaled="0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vert="horz" lIns="2052000" tIns="45720" rIns="91440" bIns="45720" rtlCol="0" anchor="ctr">
            <a:normAutofit/>
          </a:bodyPr>
          <a:lstStyle/>
          <a:p>
            <a:pPr lvl="0" indent="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endParaRPr lang="fr-FR" sz="110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352550"/>
            <a:ext cx="3895665" cy="20764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0A77B0D-4CDA-836B-0F50-6D89831D01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9" y="646111"/>
            <a:ext cx="5400675" cy="5565775"/>
          </a:xfrm>
        </p:spPr>
        <p:txBody>
          <a:bodyPr anchor="ctr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DE8A481-78C7-E7A2-3A06-C6FF7863929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5325" y="3429000"/>
            <a:ext cx="3895665" cy="2332704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5870939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 - Arrow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que 18">
            <a:extLst>
              <a:ext uri="{FF2B5EF4-FFF2-40B4-BE49-F238E27FC236}">
                <a16:creationId xmlns:a16="http://schemas.microsoft.com/office/drawing/2014/main" id="{5C211679-39FE-B4C3-8293-DAEE705ACD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053" y="0"/>
            <a:ext cx="11207334" cy="620415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1" y="1352550"/>
            <a:ext cx="10800000" cy="12726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6000" y="75088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DE8A481-78C7-E7A2-3A06-C6FF7863929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001" y="2632587"/>
            <a:ext cx="10800000" cy="2332704"/>
          </a:xfrm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26781807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ircles - 2 columns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que 10">
            <a:extLst>
              <a:ext uri="{FF2B5EF4-FFF2-40B4-BE49-F238E27FC236}">
                <a16:creationId xmlns:a16="http://schemas.microsoft.com/office/drawing/2014/main" id="{708D0175-951A-3D62-E648-D3AD4D84BF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622998"/>
            <a:ext cx="11495999" cy="561200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E8B66DC-8879-6B50-6C1C-73111FB3B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1" y="1844964"/>
            <a:ext cx="8749450" cy="1272619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47FD755-1BCC-B9C4-E33C-82D51850A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175C0-8CD5-419A-A749-8C17692C9EAC}" type="slidenum">
              <a:rPr lang="en-US" smtClean="0"/>
              <a:t>‹N°›</a:t>
            </a:fld>
            <a:endParaRPr lang="en-US"/>
          </a:p>
        </p:txBody>
      </p:sp>
      <p:sp>
        <p:nvSpPr>
          <p:cNvPr id="21" name="Espace réservé du texte 8">
            <a:extLst>
              <a:ext uri="{FF2B5EF4-FFF2-40B4-BE49-F238E27FC236}">
                <a16:creationId xmlns:a16="http://schemas.microsoft.com/office/drawing/2014/main" id="{44A0F437-DBD2-CFDA-A585-C152D0AF99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000" y="1243257"/>
            <a:ext cx="342000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algn="ctr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Titre</a:t>
            </a:r>
            <a:endParaRPr lang="en-US" dirty="0"/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8DE8A481-78C7-E7A2-3A06-C6FF7863929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001" y="3125037"/>
            <a:ext cx="8749450" cy="2332623"/>
          </a:xfrm>
        </p:spPr>
        <p:txBody>
          <a:bodyPr anchor="ctr" anchorCtr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Cliquez pour 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25701666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rganigramme : Délai 3">
            <a:extLst>
              <a:ext uri="{FF2B5EF4-FFF2-40B4-BE49-F238E27FC236}">
                <a16:creationId xmlns:a16="http://schemas.microsoft.com/office/drawing/2014/main" id="{8E602A06-9A55-A2D8-4696-39A3B5EE612B}"/>
              </a:ext>
            </a:extLst>
          </p:cNvPr>
          <p:cNvSpPr/>
          <p:nvPr userDrawn="1"/>
        </p:nvSpPr>
        <p:spPr>
          <a:xfrm rot="16200000">
            <a:off x="4152900" y="-1181101"/>
            <a:ext cx="3886201" cy="12192002"/>
          </a:xfrm>
          <a:prstGeom prst="flowChartDelay">
            <a:avLst/>
          </a:prstGeom>
          <a:gradFill>
            <a:gsLst>
              <a:gs pos="100000">
                <a:schemeClr val="accent2"/>
              </a:gs>
              <a:gs pos="0">
                <a:schemeClr val="accent1"/>
              </a:gs>
            </a:gsLst>
            <a:lin ang="8100000" scaled="0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39" name="Espace réservé du contenu 38">
            <a:extLst>
              <a:ext uri="{FF2B5EF4-FFF2-40B4-BE49-F238E27FC236}">
                <a16:creationId xmlns:a16="http://schemas.microsoft.com/office/drawing/2014/main" id="{EE620D96-FE46-9D76-8E36-C5BF0A42F98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62010" y="2114549"/>
            <a:ext cx="4414837" cy="1714500"/>
          </a:xfrm>
          <a:prstGeom prst="roundRect">
            <a:avLst>
              <a:gd name="adj" fmla="val 13334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lIns="1080000" tIns="46800" numCol="1" anchor="ctr"/>
          <a:lstStyle>
            <a:lvl1pPr>
              <a:buNone/>
              <a:defRPr lang="fr-FR" sz="1400" b="1" dirty="0" smtClean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0" lvl="0"/>
            <a:r>
              <a:rPr lang="fr-FR" dirty="0"/>
              <a:t>{Prénom NOM}</a:t>
            </a:r>
          </a:p>
          <a:p>
            <a:pPr marL="0" lvl="0"/>
            <a:r>
              <a:rPr lang="fr-FR" dirty="0"/>
              <a:t>{rôle}</a:t>
            </a:r>
          </a:p>
          <a:p>
            <a:pPr marL="0" lvl="0"/>
            <a:r>
              <a:rPr lang="fr-FR" dirty="0"/>
              <a:t>{email}</a:t>
            </a:r>
          </a:p>
          <a:p>
            <a:pPr marL="0" lvl="0"/>
            <a:r>
              <a:rPr lang="fr-FR" dirty="0"/>
              <a:t>{phone}</a:t>
            </a: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B6D09F66-075D-C880-967C-21871DCAEAC7}"/>
              </a:ext>
            </a:extLst>
          </p:cNvPr>
          <p:cNvSpPr/>
          <p:nvPr userDrawn="1"/>
        </p:nvSpPr>
        <p:spPr>
          <a:xfrm>
            <a:off x="696000" y="4099727"/>
            <a:ext cx="2520000" cy="2570212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67802574-7BFB-6C01-B815-AAF479893E78}"/>
              </a:ext>
            </a:extLst>
          </p:cNvPr>
          <p:cNvSpPr/>
          <p:nvPr userDrawn="1"/>
        </p:nvSpPr>
        <p:spPr>
          <a:xfrm>
            <a:off x="8976000" y="4099727"/>
            <a:ext cx="2520000" cy="2570212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7018B33A-4785-7F7D-570D-ED2CC19C693C}"/>
              </a:ext>
            </a:extLst>
          </p:cNvPr>
          <p:cNvSpPr/>
          <p:nvPr userDrawn="1"/>
        </p:nvSpPr>
        <p:spPr>
          <a:xfrm>
            <a:off x="3473612" y="4099727"/>
            <a:ext cx="2520000" cy="2570212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C40A6881-443C-490F-B15D-7E4A7DCDA037}"/>
              </a:ext>
            </a:extLst>
          </p:cNvPr>
          <p:cNvSpPr/>
          <p:nvPr userDrawn="1"/>
        </p:nvSpPr>
        <p:spPr>
          <a:xfrm>
            <a:off x="6198388" y="4099727"/>
            <a:ext cx="2520000" cy="2570212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C3411395-E3D4-C7E3-A342-808963725F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02025" y="2114550"/>
            <a:ext cx="1714500" cy="1714500"/>
          </a:xfrm>
          <a:prstGeom prst="ellipse">
            <a:avLst/>
          </a:prstGeom>
          <a:solidFill>
            <a:schemeClr val="bg1"/>
          </a:solidFill>
          <a:effectLst>
            <a:outerShdw blurRad="114300" dist="38100" dir="2700000" algn="tl" rotWithShape="0">
              <a:prstClr val="black">
                <a:alpha val="13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7573D0AA-4134-73F2-54F2-B0524832B1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3613" y="347083"/>
            <a:ext cx="5244774" cy="161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03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85BA6A-7301-FA7E-4ADD-174AB668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352551"/>
            <a:ext cx="10800000" cy="84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8793C1-DAFA-E6B9-87C4-71F09EE28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000" y="2379123"/>
            <a:ext cx="10800000" cy="37978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112171-3162-57E2-8CDE-B0DEA1441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262175C0-8CD5-419A-A749-8C17692C9EAC}" type="slidenum">
              <a:rPr lang="en-US" smtClean="0"/>
              <a:pPr/>
              <a:t>‹N°›</a:t>
            </a:fld>
            <a:endParaRPr lang="en-US" sz="1000"/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0CDCA030-CF2F-9749-6571-0854E26F95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76775" y="6321425"/>
            <a:ext cx="14192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5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51" r:id="rId2"/>
    <p:sldLayoutId id="2147483657" r:id="rId3"/>
    <p:sldLayoutId id="2147483650" r:id="rId4"/>
    <p:sldLayoutId id="2147483652" r:id="rId5"/>
    <p:sldLayoutId id="2147483653" r:id="rId6"/>
    <p:sldLayoutId id="2147483676" r:id="rId7"/>
    <p:sldLayoutId id="2147483654" r:id="rId8"/>
    <p:sldLayoutId id="2147483675" r:id="rId9"/>
    <p:sldLayoutId id="2147483655" r:id="rId10"/>
    <p:sldLayoutId id="2147483656" r:id="rId11"/>
    <p:sldLayoutId id="2147483674" r:id="rId12"/>
    <p:sldLayoutId id="2147483660" r:id="rId13"/>
    <p:sldLayoutId id="2147483661" r:id="rId14"/>
    <p:sldLayoutId id="2147483658" r:id="rId15"/>
    <p:sldLayoutId id="2147483659" r:id="rId16"/>
    <p:sldLayoutId id="2147483662" r:id="rId17"/>
    <p:sldLayoutId id="2147483663" r:id="rId18"/>
    <p:sldLayoutId id="2147483664" r:id="rId19"/>
    <p:sldLayoutId id="2147483665" r:id="rId20"/>
    <p:sldLayoutId id="2147483667" r:id="rId21"/>
    <p:sldLayoutId id="2147483666" r:id="rId22"/>
    <p:sldLayoutId id="2147483668" r:id="rId23"/>
    <p:sldLayoutId id="2147483669" r:id="rId24"/>
    <p:sldLayoutId id="2147483670" r:id="rId25"/>
    <p:sldLayoutId id="2147483672" r:id="rId26"/>
    <p:sldLayoutId id="2147483673" r:id="rId27"/>
    <p:sldLayoutId id="214748367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B4F50-93BB-146F-EF1E-398B097AEA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Main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62B7CA-08DB-FB6D-7167-D3E2F902E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0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693BB-AA83-4072-9715-AA9BC0D4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Section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A14A04B-EBD5-902B-4F33-B256D611E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11A9B2-0EBD-9FAF-46ED-52216EB898B7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96000" y="1943996"/>
            <a:ext cx="1800000" cy="18002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A347D23-6373-2C86-5BFE-EAFA7C15BE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4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098B2-5859-A676-116D-E66B61F2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82DD91-DCB6-1042-2BE1-2499D287F3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8C5AEA-AC05-A0CC-2D07-E872EC78D8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D92F588-2815-BE0F-D20F-FAFDD5DE75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10AC7BD-5F67-6F20-9BA0-1845F08A07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FAE23EB-E9B2-C401-5028-1642CDDD13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748278C-56E6-49AD-6F5A-3E018DF50E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99178F65-DC8F-78C6-D26A-09D4DDA0D4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4633FC35-AC2F-9505-294F-26423CF7899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36E16D7-4F57-B3A6-CA3B-6AF29102A7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E30A6114-F93C-CA19-81A8-3C600E461D7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0D19277-9756-197D-A3C8-A3327F84F19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A669E3C3-E50D-9145-5066-27C283D38CA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3C70E78D-0FC7-ACEA-75B5-228EE43F71C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47F64B9C-8BFB-54F5-AAA4-ED1B21276E3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33A8BAA0-0FFF-698B-11CB-DA58C6507F5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A469CEF3-76E8-6073-BC4C-8F0E3F97BD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781C0740-4CA9-B37D-EE48-FAB1AF547C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DEA898EC-D287-F400-7B6F-09A350C8CEE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AB5AD7A7-6E6C-74CF-E881-09B34A8A013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6BF14F05-A37E-A966-8534-0286EDA837F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DB16C0E0-3EAE-54B2-7CCE-341E58289F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3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A5657A9-CF1F-01C4-4C0C-3F4405FBA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18815FA-3CAE-65F3-B971-C63D5E25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- 1 column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B8E998-5BC1-3D30-5A40-7A17CB479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6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7B5FC6-1046-C9BA-47F8-D704F190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- 2 columns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5F0AA7-469F-38DF-887E-D6CA4E99E5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7A26A2-DF8C-9E99-CB6E-CDAB9A9815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EBE218E-7A37-AEA6-E2B7-61EB1C2CE6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505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2C21EB-0CA5-894B-552B-60E241374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2DC027-04A8-6ACB-7C11-517E0A250D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DDD293-A90F-CAD9-B8F0-D72A9CA50D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158FB1A-F707-B118-E4C9-2929800F507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9A6F163A-604D-346A-53DE-A6F27BFC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- 2 columns with subititle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E95BD35-D21A-9D99-3C98-AC5CC0C6D2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8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0E4526-073E-F120-3E1B-D31ADDF7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- Title only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2B3274-36E0-9191-0A8E-58E717B42D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82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BD760E0-1C2E-B527-7AEB-5989C44C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708AD2C-B952-9123-1A4E-8B4A44593D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7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FF12A22-CDB1-473D-9772-6F33C2FCE250}"/>
              </a:ext>
            </a:extLst>
          </p:cNvPr>
          <p:cNvSpPr txBox="1"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/>
              <a:t>Standard - Empty</a:t>
            </a:r>
          </a:p>
        </p:txBody>
      </p:sp>
    </p:spTree>
    <p:extLst>
      <p:ext uri="{BB962C8B-B14F-4D97-AF65-F5344CB8AC3E}">
        <p14:creationId xmlns:p14="http://schemas.microsoft.com/office/powerpoint/2010/main" val="108788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3BB357-EC18-B029-8968-5DF9860F8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- 1/3 2/3 columns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E2E1AF-344A-DE3B-CB7A-2FE51C27B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00396E-1108-3E23-D5BD-E66400FD2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CB87AF5-94DA-DA85-6DF3-56CDDFCF41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42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AD17D-CAC4-5E6B-A8D6-77357887C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B2061D0-770C-F284-BB20-62B1C6C95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24BEC80-3EC3-DC49-269F-B1C030B93B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FF30C7D-F11B-556A-0F96-92D2349C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- 1/3 2/3 columns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02D5A049-A601-31DC-2430-A97317E70F1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73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B9AF7C-0ED8-1690-F3B4-CB9B659B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Boxed - 2 columns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0335C5-BB68-1994-E6AC-6737631684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C549C3F-B800-C686-38E5-E672FA4D62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70E3060-220B-9514-670C-601D60A0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159DFFA-7DFE-F12B-BBB4-91588E82A4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57EDE9A-D636-1A84-3609-71B744E7B5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09EF05C-EFAA-25F5-56DF-34135600D3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55A4BA1-B153-2687-9B6F-8B8F8FED21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14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C62E66-8A74-D2C2-2AF6-7FAD347F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Boxed - 2 columns with subtitle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69EA13-F0E5-33AB-846F-28094CD505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E09218-03BC-7C91-62EA-E107BDD47C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FA56238-797D-D1EC-2449-ED9DB72DA5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A413703-05E6-BA23-AD5B-0062316257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2EDB5C4-E8FE-C8CD-43DC-84CE9E15A6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5DE5A75-BC8D-3E0C-060B-4BD567CBD31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F922B94-1F70-5855-EFBE-60DD1F1AE3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1A22955-0759-EE49-B486-04D8F2418EB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09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C5688C-8F00-E912-58BE-A16E37DE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Boxed - 3 columns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1E9F94-F353-1069-2E88-E6301E3766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A3195E-598B-5174-8CB7-7358464B1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4DE8BB-C57B-C54D-3661-1683D7EF00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7F3ACF2-DEF7-557C-A376-72D62BEB90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6B7C479-017F-7F81-5DA4-A1FAC95BB8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276CCE4-17D8-B4C9-87E6-072EA494AF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2D392982-75C4-306C-E336-5E0626B079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4A3A7F7-0AF7-A456-B6B1-C9557A4BBC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2D67DAAB-906D-04B8-FE01-BB696B1EDE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E892A4A-7464-EF70-9AFB-1422004D79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78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8456EB-38A2-02F4-9705-C79601F2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Boxed - 3 columns with subtitle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6D8A01-B527-5E53-7C21-83E5BE82CF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5C1D71-D6CB-1F14-0F59-D37E5183DD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BF9119B-4F38-3888-1959-41E601F7AA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0E108C5-11E4-29B0-C5C0-FEF1208742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FA866DB-3FCA-1108-D8F5-81CABA6E5E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CEB3F34-5439-E428-D616-8927A0F782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1AC90BB2-0C55-9AF8-0A4F-03F1D683CA9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6804DC7-82C7-B485-FBDB-A4BB9D25F2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37E81339-E2F6-77FF-A19A-69FF95810A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9EB70E4-F329-DD3A-A8D5-0A102C1106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9CF5DA0-7737-76FD-E479-513AB18A034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33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594259-0125-0B24-911C-887D0383F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Boxed - 4 columns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A0C127-4A46-5A4C-1413-ED30CC4FDE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01130D-9B9F-99BA-AFDD-E56674F0B8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2EB6764-913C-AA47-8209-384552B00B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20A2F8B-6828-B8DA-6D03-BD6E22BDD8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8A5ED68-F0CB-4A24-FE96-45B02BAED6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57A1ADBE-0E64-07D0-2F58-0A54C29E6D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21F3DA36-6C07-A5CF-2ABF-B3A77979A4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BEBE51F-7876-D224-5D94-2E1541813D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8F3D9FA-46F4-59B9-0114-19CED27D138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0EA0DBC-BC34-F9D5-0741-DAF716DD38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9A353037-9520-7E0D-E135-D08124A777C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A736C1C-CCA8-2751-DA25-B74755BB502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229FC576-3431-F68A-C4BE-D2AF7458DD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64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707C4B-01F1-C76E-455E-3D9834C2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Boxed - 4 columns with subtitle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ED8ED6-35C5-D068-E911-778503D77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AFC746-E963-48FD-0039-6CED428A6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C07B895-0288-4F98-7EE2-A73CD58F36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EF96155-3118-62C7-7A06-929039154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871BBCA-4270-CD4B-BF82-8FAA2B394CD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341A9BD-9D35-03C9-1559-D18AA6E3811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09655D5-6110-5998-D79C-D10CFD87480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7D551E6-8D6F-078C-3AF0-7A8662E5E6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9CD08CB-29FC-AC54-3564-2F10CCECB18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63006CC4-33B6-961E-D88B-ADCF5413BC7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C8AEC0B-302B-D75E-A27F-4D805564742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D84AF748-3134-958E-E3A5-9320259131A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418E7C9-2050-8AF7-5908-BC4A7167BD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1E669FE-CAC0-2CC6-8B6B-620459C7536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54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CF6D09-4783-F658-DBC6-D85753F60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Boxed - 3 columns X2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1C8401-CBEE-DFD2-46C7-72D29968DA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4CD979-ADEE-6569-538A-CECDFA351A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7BDB99E-E3E8-41BD-0A8A-DBF3073E3D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BB00541-57BD-64B4-4E7F-79B0D1EFEB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F0C1E173-B4E5-CA30-10DA-462919BD81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05865F7-AA72-3026-BA7A-C28ED989FC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C46CB8C-9483-E47B-8BE5-A3AF1A8B0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D39665D-3F59-3995-6268-6A79EE41F3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C01D784-A38E-11D6-C22C-CFFF5D2F90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C8A8B900-555F-88FE-77E5-A3105B49685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FC574DF1-4D3D-E808-B2EB-E630B36114D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3458E5CE-C1B5-EE87-1720-11DC456BFE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18F4A528-C3B2-C2C9-18D8-5D087F8A889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8C552181-4766-D1A6-99E2-33E65075F49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268C40E6-413F-FD31-C0CB-D6A8142409E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F9CE783B-5831-56D4-E935-8FCC73F46B2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6D2DB652-CB37-AF18-AB17-860D4037CC5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0B469B09-8F86-1721-F00D-5B2D6ABA058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88183032-D39D-0A03-1FB0-935A281F22A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39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6DC27B-EB52-1CFE-137D-4535B32F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1_Boxed - 2 columns X4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5B827C-C41F-F894-823F-5D4CDA7C9B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3072BA-0854-D02A-4CAB-C030403156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A6989AA-EAE6-6302-C332-749620290F6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16C7440-9A6E-B2A8-5F69-BEAAC38047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CD2E5EE-3A4F-9A27-D8CC-95F5D1CC61E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A334E56-CF07-98A2-7F02-190507904A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044ADD99-190E-6A63-792D-E73D1712588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05D09B1-7F9C-8A97-394C-993627A55F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706B6BB3-3FB1-5A4E-48F3-ECCA5C3508B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E8818B8F-2300-0BC8-3ED6-27C99FFFED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00ED0941-454B-32BF-3787-DCC98A2137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687AB11E-EF6A-75A9-06B4-61D182CC18A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CA72A25-7FF0-E621-A08B-BC57458EFC8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40BF77D2-00B1-4B00-28A0-BAADD68ACC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E5576DBD-A44B-A1C7-44AB-D87BE76F872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3A56E14-44F9-0F80-65A2-A1630B7FE3B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F57BC9D-AF45-6D4C-1792-F6EE657C1C9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37A22EDD-9C36-4A5F-2B77-E2AFFE6F621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FDE0F644-4D1A-9359-8B62-D9576072F1E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62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F1F3B7-B50A-A250-E386-9505E283E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Circles - 2 columns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FD662F-82E7-979F-4C51-DC866F9A6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AEA416-C7E2-94E3-BC21-CA1DA3B4F26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D4837F-DAD7-1505-C4F5-291FF2ADF2B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8D16C3B-7B2B-8F90-828A-13AFF6F05B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4200A2D-2CDA-B463-0C25-477C2761EF6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42E97C9-EF89-FBC6-5F72-7CCCE9397FD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1BF469D-2817-329D-CFC3-9DB556AA7A3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03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7CD525-38C5-F409-B0C0-BADBBAB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Circles - 3 columns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7EBAF3-0B92-9D29-9863-12271A2426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BF135C-83BC-556F-3D04-AF47FD898F2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AF5C3A7-A7F7-1AA3-AD48-A537796795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29E4294-47B8-A93E-3C02-F2E64761DA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2B09722-1122-F566-903B-B46D6808B6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E6E315A-8B37-34D4-E18F-DC3A8468CEE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826DE909-65C2-A951-3D8F-ED606750FD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B15CBC4-6C68-D92C-F969-8BD5D798EC0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4C94FEB1-8051-5B6E-DE61-617C78130CC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A5D479A-2CC0-E5C4-CEB9-CF7F1A06AB8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30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82E5AB-0793-AE16-00C7-225B5CF6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Circles - 4 columns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C710F8-A662-A45D-F2AC-8D86A7F85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9EEC0A-10E9-4488-739A-29D956D6040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02D769C-3C8F-3002-9BC2-510C6182A50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A8AD015-F5BB-94BA-EAFD-BAC07F68F5B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4A6AC82-185F-5FC3-5836-A141F0F205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ED4DDE7-B913-B202-738B-D95058C6F2A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C261694-395B-13EF-D462-14E94E5475C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CDE30D1-7868-FCB4-464E-DA917B64122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B7BE612-E5BE-26DF-3A0A-A6E534DE73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5DD32EC-8B76-04BF-2117-AE980B9279B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9152BC73-1DDA-9E5D-C710-EED3E9E28BD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E043F1B4-355E-87F3-612E-5F73C51897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BC1DB44F-6829-8F89-20E4-8BE3D5AF30A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67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4BD8B8-BF9C-A3D2-EF85-FA36C0F9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Circles - 2 columns X2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29E12-7EDD-D213-6388-C2BE9CBC6D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ED8202-63E0-F566-C3DC-EBC33FE43AE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07B51D3-B9E8-3E02-48ED-CB78897B1C5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BD64C16-5919-B59F-9C08-9B576BFEE5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55BB48B-BD77-3372-03B8-CC555E78FFE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6F6040A-D418-FC98-0589-24F3BD7FD84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4AEEFAB-A7F7-61A6-E389-04D4F6B06D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55829A11-6B3C-B534-2C02-62B4FC3B4B6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A9A0541-2596-6C61-C225-B2AC0E46958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3CAA12E-4475-52EE-9E30-D197A8F033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16AE1A-B4D2-1ECF-817D-3F19C6743B2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3B17763C-F9BC-0DC2-24C1-1C98682CE67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DFB8993-9F69-0D91-C5CE-88F3E0C4FE1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02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A91239-BF37-A6C0-B58F-CFF061A0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A80C27-47CB-EF11-DB64-4F086AEF1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5BCAD1B-A551-65A5-42DD-1C9009DA10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3CA1A2D-C200-4347-3588-817166C257F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8F1DD74-CC7D-F4E6-F590-A5CB76BBA2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AEA19F7-5F8D-DC8F-1112-4A02CADF53A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739D2D3-E499-08C2-9898-017D9042767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22247C71-5FFA-A37D-EEC0-EFFB7396ECB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1BA8CA0-FB64-9E02-F432-6FDF6F80BBB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5539732-E5C1-7391-291C-150FC744826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B4398BF-BDF2-A25F-089A-072AA83DD51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91CAEB92-1C2A-0A4F-DD31-D636BE24E5E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25A89E9-D7F7-D851-1424-742206963F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D0CE07E-5D94-EFB2-5D8B-1C84EA35045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55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A682F6-E8E6-5D40-4F9A-B4B07BEB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1_Circles - 2 columns X2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CB2579-F725-03C3-82FA-BDCDD2D030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FC6968-C9D9-5E3B-6CF2-9F006A0CE2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97A15B-EEC2-7FE4-F572-440A64EAFB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15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2BBB63-68F1-0C05-D646-411D5716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2_Circles - 2 columns X2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248475-110C-3C6B-988C-7430B14B59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B3575F-79AE-1707-8821-E497A102101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31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7E4199-2EE9-71F5-EC23-0FD46AA1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3_Circles - 2 columns X2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DC6065-AC53-E93C-5B6E-647D8BC587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1A20CE-26C3-376B-C845-2B4B760A238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12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E3B1D64-C507-D85C-563E-44DC1139FE8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B03DDB7C-5E57-18AA-D886-9EBE4C758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u texte 12">
            <a:extLst>
              <a:ext uri="{FF2B5EF4-FFF2-40B4-BE49-F238E27FC236}">
                <a16:creationId xmlns:a16="http://schemas.microsoft.com/office/drawing/2014/main" id="{81816DE9-198C-02B0-465B-36E291BA7E5F}"/>
              </a:ext>
            </a:extLst>
          </p:cNvPr>
          <p:cNvSpPr txBox="1">
            <a:spLocks/>
          </p:cNvSpPr>
          <p:nvPr/>
        </p:nvSpPr>
        <p:spPr>
          <a:xfrm>
            <a:off x="876000" y="4284440"/>
            <a:ext cx="2172000" cy="25204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Amérique du Nord</a:t>
            </a:r>
          </a:p>
        </p:txBody>
      </p:sp>
      <p:sp>
        <p:nvSpPr>
          <p:cNvPr id="7" name="Espace réservé du texte 12">
            <a:extLst>
              <a:ext uri="{FF2B5EF4-FFF2-40B4-BE49-F238E27FC236}">
                <a16:creationId xmlns:a16="http://schemas.microsoft.com/office/drawing/2014/main" id="{457D996F-C15B-8011-5C30-27AC25DFA64A}"/>
              </a:ext>
            </a:extLst>
          </p:cNvPr>
          <p:cNvSpPr txBox="1">
            <a:spLocks/>
          </p:cNvSpPr>
          <p:nvPr/>
        </p:nvSpPr>
        <p:spPr>
          <a:xfrm>
            <a:off x="9156000" y="4284440"/>
            <a:ext cx="2172000" cy="25204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Africa</a:t>
            </a:r>
          </a:p>
        </p:txBody>
      </p:sp>
      <p:sp>
        <p:nvSpPr>
          <p:cNvPr id="9" name="Espace réservé du texte 12">
            <a:extLst>
              <a:ext uri="{FF2B5EF4-FFF2-40B4-BE49-F238E27FC236}">
                <a16:creationId xmlns:a16="http://schemas.microsoft.com/office/drawing/2014/main" id="{E43D77EA-4256-2284-3A6F-C1B7E04234BA}"/>
              </a:ext>
            </a:extLst>
          </p:cNvPr>
          <p:cNvSpPr txBox="1">
            <a:spLocks/>
          </p:cNvSpPr>
          <p:nvPr/>
        </p:nvSpPr>
        <p:spPr>
          <a:xfrm>
            <a:off x="3653612" y="4284440"/>
            <a:ext cx="2172000" cy="25204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Europe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4F32EC22-3C94-25EF-F630-CC1FCBD6D56E}"/>
              </a:ext>
            </a:extLst>
          </p:cNvPr>
          <p:cNvSpPr txBox="1">
            <a:spLocks/>
          </p:cNvSpPr>
          <p:nvPr/>
        </p:nvSpPr>
        <p:spPr>
          <a:xfrm>
            <a:off x="6378388" y="4284440"/>
            <a:ext cx="2172000" cy="25204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Asie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8013B8D-A54F-AF00-46AA-47E598846F99}"/>
              </a:ext>
            </a:extLst>
          </p:cNvPr>
          <p:cNvSpPr/>
          <p:nvPr/>
        </p:nvSpPr>
        <p:spPr>
          <a:xfrm>
            <a:off x="3653612" y="5402420"/>
            <a:ext cx="1173865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Luxembourg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154685C5-8A91-047A-F5C0-68DE9ECA1036}"/>
              </a:ext>
            </a:extLst>
          </p:cNvPr>
          <p:cNvSpPr/>
          <p:nvPr/>
        </p:nvSpPr>
        <p:spPr>
          <a:xfrm>
            <a:off x="3653611" y="4616126"/>
            <a:ext cx="858099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France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92119A93-3DAF-DD5E-BC7F-7DB606A91FF6}"/>
              </a:ext>
            </a:extLst>
          </p:cNvPr>
          <p:cNvSpPr/>
          <p:nvPr/>
        </p:nvSpPr>
        <p:spPr>
          <a:xfrm>
            <a:off x="3653610" y="5989207"/>
            <a:ext cx="858100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Suisse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58D1FA78-D9D3-70AE-E870-D1D3AA158451}"/>
              </a:ext>
            </a:extLst>
          </p:cNvPr>
          <p:cNvSpPr/>
          <p:nvPr/>
        </p:nvSpPr>
        <p:spPr>
          <a:xfrm>
            <a:off x="9156000" y="4616126"/>
            <a:ext cx="1163657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Madagascar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5DE0B9EF-081B-59D7-1AF1-DDB13D129837}"/>
              </a:ext>
            </a:extLst>
          </p:cNvPr>
          <p:cNvSpPr/>
          <p:nvPr/>
        </p:nvSpPr>
        <p:spPr>
          <a:xfrm>
            <a:off x="3653611" y="4901896"/>
            <a:ext cx="759768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Chambéry</a:t>
            </a:r>
            <a:endParaRPr lang="en-US" sz="800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A775F6C-218B-08A4-FB00-7C8D9EB2C688}"/>
              </a:ext>
            </a:extLst>
          </p:cNvPr>
          <p:cNvSpPr/>
          <p:nvPr/>
        </p:nvSpPr>
        <p:spPr>
          <a:xfrm>
            <a:off x="4443726" y="4901896"/>
            <a:ext cx="759769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Toulouse</a:t>
            </a:r>
            <a:endParaRPr lang="en-US" sz="800" dirty="0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C07AF97E-044D-B5F9-7CA9-142F76217D0F}"/>
              </a:ext>
            </a:extLst>
          </p:cNvPr>
          <p:cNvSpPr/>
          <p:nvPr/>
        </p:nvSpPr>
        <p:spPr>
          <a:xfrm>
            <a:off x="5233843" y="4901896"/>
            <a:ext cx="591770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Angers</a:t>
            </a:r>
            <a:endParaRPr lang="en-US" sz="800" dirty="0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4F67C5C-3C25-4DC2-7095-59BD1CD34B52}"/>
              </a:ext>
            </a:extLst>
          </p:cNvPr>
          <p:cNvSpPr/>
          <p:nvPr/>
        </p:nvSpPr>
        <p:spPr>
          <a:xfrm>
            <a:off x="3653609" y="5101403"/>
            <a:ext cx="928439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Valenciennes</a:t>
            </a:r>
            <a:endParaRPr lang="en-US" sz="800" dirty="0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2B426AC1-49C2-8EA6-1CAC-CEDB765C1003}"/>
              </a:ext>
            </a:extLst>
          </p:cNvPr>
          <p:cNvSpPr/>
          <p:nvPr/>
        </p:nvSpPr>
        <p:spPr>
          <a:xfrm>
            <a:off x="3653610" y="5683198"/>
            <a:ext cx="1375589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Esch-sur-Alzette, </a:t>
            </a:r>
            <a:r>
              <a:rPr lang="fr-FR" sz="800" dirty="0" err="1"/>
              <a:t>Belvaux</a:t>
            </a:r>
            <a:endParaRPr lang="en-US" sz="800" dirty="0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C68E38B-3AD8-5D7E-5386-14F6AA146CE3}"/>
              </a:ext>
            </a:extLst>
          </p:cNvPr>
          <p:cNvSpPr/>
          <p:nvPr/>
        </p:nvSpPr>
        <p:spPr>
          <a:xfrm>
            <a:off x="3653610" y="6271784"/>
            <a:ext cx="585015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/>
              <a:t>Genève </a:t>
            </a:r>
            <a:endParaRPr lang="en-US" sz="800" dirty="0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2851C27-E681-CC98-8D70-9231F17DFBC9}"/>
              </a:ext>
            </a:extLst>
          </p:cNvPr>
          <p:cNvSpPr/>
          <p:nvPr/>
        </p:nvSpPr>
        <p:spPr>
          <a:xfrm>
            <a:off x="866459" y="4619319"/>
            <a:ext cx="1090930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United States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ED50264B-0A43-D64F-2DD9-2361CEF989BC}"/>
              </a:ext>
            </a:extLst>
          </p:cNvPr>
          <p:cNvSpPr/>
          <p:nvPr/>
        </p:nvSpPr>
        <p:spPr>
          <a:xfrm>
            <a:off x="866456" y="5206106"/>
            <a:ext cx="858100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Canada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E25B98F4-20FC-352C-D7AE-B6D9695AC90A}"/>
              </a:ext>
            </a:extLst>
          </p:cNvPr>
          <p:cNvSpPr/>
          <p:nvPr/>
        </p:nvSpPr>
        <p:spPr>
          <a:xfrm>
            <a:off x="866457" y="4900097"/>
            <a:ext cx="957582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Orlando, Florida</a:t>
            </a:r>
            <a:endParaRPr lang="en-US" sz="800" dirty="0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C3AC8CAB-F8CC-95BB-231B-383008C1A859}"/>
              </a:ext>
            </a:extLst>
          </p:cNvPr>
          <p:cNvSpPr/>
          <p:nvPr/>
        </p:nvSpPr>
        <p:spPr>
          <a:xfrm>
            <a:off x="866456" y="5488683"/>
            <a:ext cx="1029019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Montréal, Québec </a:t>
            </a:r>
            <a:endParaRPr lang="en-US" sz="800" dirty="0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CB5B4D8D-EE23-6182-153A-397D04B8AFE1}"/>
              </a:ext>
            </a:extLst>
          </p:cNvPr>
          <p:cNvSpPr/>
          <p:nvPr/>
        </p:nvSpPr>
        <p:spPr>
          <a:xfrm>
            <a:off x="6378388" y="4616126"/>
            <a:ext cx="1090930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Singapour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7AAB8A29-4A6F-B6EA-4A9E-CE9D1BF6ADE9}"/>
              </a:ext>
            </a:extLst>
          </p:cNvPr>
          <p:cNvSpPr/>
          <p:nvPr/>
        </p:nvSpPr>
        <p:spPr>
          <a:xfrm>
            <a:off x="6378385" y="5202913"/>
            <a:ext cx="858100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India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741FBAFA-F345-BD05-0608-C645ADB55D7F}"/>
              </a:ext>
            </a:extLst>
          </p:cNvPr>
          <p:cNvSpPr/>
          <p:nvPr/>
        </p:nvSpPr>
        <p:spPr>
          <a:xfrm>
            <a:off x="6378386" y="4896904"/>
            <a:ext cx="677252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Singapour</a:t>
            </a:r>
            <a:endParaRPr lang="en-US" sz="800" dirty="0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A0F352CC-48D3-139D-93E5-C36970838DE4}"/>
              </a:ext>
            </a:extLst>
          </p:cNvPr>
          <p:cNvSpPr/>
          <p:nvPr/>
        </p:nvSpPr>
        <p:spPr>
          <a:xfrm>
            <a:off x="6378385" y="5485490"/>
            <a:ext cx="1055878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Vadodara, Gujarat</a:t>
            </a:r>
            <a:endParaRPr lang="en-US" sz="800" dirty="0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1B92BD11-D57D-3AC9-25D5-701B89699887}"/>
              </a:ext>
            </a:extLst>
          </p:cNvPr>
          <p:cNvSpPr/>
          <p:nvPr/>
        </p:nvSpPr>
        <p:spPr>
          <a:xfrm>
            <a:off x="9156000" y="4896904"/>
            <a:ext cx="821438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Antananarivo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17160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DC6B7-F94D-00E2-158A-F99336E2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424346E-8D3A-C226-055F-AFA430F0C63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CDE9F0BC-82C5-3A01-A3D9-267DD8C170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361E5BBA-D179-36C0-8396-DC90CFFDB3AB}"/>
              </a:ext>
            </a:extLst>
          </p:cNvPr>
          <p:cNvSpPr txBox="1">
            <a:spLocks/>
          </p:cNvSpPr>
          <p:nvPr/>
        </p:nvSpPr>
        <p:spPr>
          <a:xfrm>
            <a:off x="876000" y="4284440"/>
            <a:ext cx="2172000" cy="25204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North America</a:t>
            </a:r>
          </a:p>
        </p:txBody>
      </p:sp>
      <p:sp>
        <p:nvSpPr>
          <p:cNvPr id="10" name="Espace réservé du texte 12">
            <a:extLst>
              <a:ext uri="{FF2B5EF4-FFF2-40B4-BE49-F238E27FC236}">
                <a16:creationId xmlns:a16="http://schemas.microsoft.com/office/drawing/2014/main" id="{810CF8BD-DD93-10B4-F762-7D989ED99D76}"/>
              </a:ext>
            </a:extLst>
          </p:cNvPr>
          <p:cNvSpPr txBox="1">
            <a:spLocks/>
          </p:cNvSpPr>
          <p:nvPr/>
        </p:nvSpPr>
        <p:spPr>
          <a:xfrm>
            <a:off x="9156000" y="4284440"/>
            <a:ext cx="2172000" cy="25204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Africa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409FBA0F-0B15-9661-F60F-98F3EE88FEC2}"/>
              </a:ext>
            </a:extLst>
          </p:cNvPr>
          <p:cNvSpPr txBox="1">
            <a:spLocks/>
          </p:cNvSpPr>
          <p:nvPr/>
        </p:nvSpPr>
        <p:spPr>
          <a:xfrm>
            <a:off x="3653612" y="4284440"/>
            <a:ext cx="2172000" cy="25204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dirty="0"/>
              <a:t>Europe</a:t>
            </a:r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E6622720-69C4-9626-B8A1-FC41ABF42261}"/>
              </a:ext>
            </a:extLst>
          </p:cNvPr>
          <p:cNvSpPr txBox="1">
            <a:spLocks/>
          </p:cNvSpPr>
          <p:nvPr/>
        </p:nvSpPr>
        <p:spPr>
          <a:xfrm>
            <a:off x="6378388" y="4284440"/>
            <a:ext cx="2172000" cy="25204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ptos" panose="020B0004020202020204" pitchFamily="34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Asia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7F5C0E3B-714F-4E43-E69D-34A6B3F4F946}"/>
              </a:ext>
            </a:extLst>
          </p:cNvPr>
          <p:cNvSpPr/>
          <p:nvPr/>
        </p:nvSpPr>
        <p:spPr>
          <a:xfrm>
            <a:off x="3653612" y="5402420"/>
            <a:ext cx="1173865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Luxembourg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DEF0D3BA-CEC4-D3BA-3687-760024F89CC2}"/>
              </a:ext>
            </a:extLst>
          </p:cNvPr>
          <p:cNvSpPr/>
          <p:nvPr/>
        </p:nvSpPr>
        <p:spPr>
          <a:xfrm>
            <a:off x="3653611" y="4616126"/>
            <a:ext cx="858099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France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64D14AE8-1427-5A72-C837-11061B713CE7}"/>
              </a:ext>
            </a:extLst>
          </p:cNvPr>
          <p:cNvSpPr/>
          <p:nvPr/>
        </p:nvSpPr>
        <p:spPr>
          <a:xfrm>
            <a:off x="3653610" y="5989207"/>
            <a:ext cx="1137500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Switzerland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3AE2446C-1EB2-0CED-69B1-BB5DD689F380}"/>
              </a:ext>
            </a:extLst>
          </p:cNvPr>
          <p:cNvSpPr/>
          <p:nvPr/>
        </p:nvSpPr>
        <p:spPr>
          <a:xfrm>
            <a:off x="9156000" y="4616126"/>
            <a:ext cx="1163657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Madagascar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2C1B55E5-AAE3-C205-05C3-49E50C26749D}"/>
              </a:ext>
            </a:extLst>
          </p:cNvPr>
          <p:cNvSpPr/>
          <p:nvPr/>
        </p:nvSpPr>
        <p:spPr>
          <a:xfrm>
            <a:off x="3653611" y="4901896"/>
            <a:ext cx="759768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Chambéry</a:t>
            </a:r>
            <a:endParaRPr lang="en-US" sz="800" dirty="0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AF01851D-B830-87DF-796E-6D857F099559}"/>
              </a:ext>
            </a:extLst>
          </p:cNvPr>
          <p:cNvSpPr/>
          <p:nvPr/>
        </p:nvSpPr>
        <p:spPr>
          <a:xfrm>
            <a:off x="4443726" y="4901896"/>
            <a:ext cx="759769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Toulouse</a:t>
            </a:r>
            <a:endParaRPr lang="en-US" sz="800" dirty="0"/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A76DCCE2-9766-6D82-B151-23AEEC5B7489}"/>
              </a:ext>
            </a:extLst>
          </p:cNvPr>
          <p:cNvSpPr/>
          <p:nvPr/>
        </p:nvSpPr>
        <p:spPr>
          <a:xfrm>
            <a:off x="5233843" y="4901896"/>
            <a:ext cx="591770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Angers</a:t>
            </a:r>
            <a:endParaRPr lang="en-US" sz="800" dirty="0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1A764D49-A619-9B6C-EB95-48CC8437AD69}"/>
              </a:ext>
            </a:extLst>
          </p:cNvPr>
          <p:cNvSpPr/>
          <p:nvPr/>
        </p:nvSpPr>
        <p:spPr>
          <a:xfrm>
            <a:off x="3653609" y="5101403"/>
            <a:ext cx="928439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Valenciennes</a:t>
            </a:r>
            <a:endParaRPr lang="en-US" sz="800" dirty="0"/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B0C27B91-49FA-917C-DD64-EA445971F5E5}"/>
              </a:ext>
            </a:extLst>
          </p:cNvPr>
          <p:cNvSpPr/>
          <p:nvPr/>
        </p:nvSpPr>
        <p:spPr>
          <a:xfrm>
            <a:off x="3653610" y="5683198"/>
            <a:ext cx="1375589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en-US" sz="800" dirty="0"/>
              <a:t>Esch-sur-Alzette, </a:t>
            </a:r>
            <a:r>
              <a:rPr lang="en-US" sz="800" dirty="0" err="1"/>
              <a:t>Belvaux</a:t>
            </a:r>
            <a:endParaRPr lang="en-US" sz="800" dirty="0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F6CDC611-12C4-7E20-8630-528E069594AF}"/>
              </a:ext>
            </a:extLst>
          </p:cNvPr>
          <p:cNvSpPr/>
          <p:nvPr/>
        </p:nvSpPr>
        <p:spPr>
          <a:xfrm>
            <a:off x="3653610" y="6271784"/>
            <a:ext cx="585015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en-US" sz="800"/>
              <a:t>Geneva </a:t>
            </a:r>
            <a:endParaRPr lang="en-US" sz="800" dirty="0"/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5151D8C3-168F-3E1A-CC7A-475980E03622}"/>
              </a:ext>
            </a:extLst>
          </p:cNvPr>
          <p:cNvSpPr/>
          <p:nvPr/>
        </p:nvSpPr>
        <p:spPr>
          <a:xfrm>
            <a:off x="866459" y="4619319"/>
            <a:ext cx="1090930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United States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9E3744A9-2687-AEA0-1ACF-F5607186317D}"/>
              </a:ext>
            </a:extLst>
          </p:cNvPr>
          <p:cNvSpPr/>
          <p:nvPr/>
        </p:nvSpPr>
        <p:spPr>
          <a:xfrm>
            <a:off x="866456" y="5206106"/>
            <a:ext cx="858100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Canada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1D271CCF-3C16-FD2C-F075-3E0AB4D25C3E}"/>
              </a:ext>
            </a:extLst>
          </p:cNvPr>
          <p:cNvSpPr/>
          <p:nvPr/>
        </p:nvSpPr>
        <p:spPr>
          <a:xfrm>
            <a:off x="866457" y="4900097"/>
            <a:ext cx="957582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Orlando, Florida</a:t>
            </a:r>
            <a:endParaRPr lang="en-US" sz="800" dirty="0"/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96A306F7-A488-3380-0D14-C5840B5A6243}"/>
              </a:ext>
            </a:extLst>
          </p:cNvPr>
          <p:cNvSpPr/>
          <p:nvPr/>
        </p:nvSpPr>
        <p:spPr>
          <a:xfrm>
            <a:off x="866456" y="5488683"/>
            <a:ext cx="1029019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en-US" sz="800" dirty="0"/>
              <a:t>Montreal, Quebec </a:t>
            </a:r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01DB6DD6-2895-A9A0-CFB2-62DA539AAB91}"/>
              </a:ext>
            </a:extLst>
          </p:cNvPr>
          <p:cNvSpPr/>
          <p:nvPr/>
        </p:nvSpPr>
        <p:spPr>
          <a:xfrm>
            <a:off x="6378388" y="4616126"/>
            <a:ext cx="1090930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Singapore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AD34765C-F68A-48FE-780D-B8A03EBB03BD}"/>
              </a:ext>
            </a:extLst>
          </p:cNvPr>
          <p:cNvSpPr/>
          <p:nvPr/>
        </p:nvSpPr>
        <p:spPr>
          <a:xfrm>
            <a:off x="6378385" y="5202913"/>
            <a:ext cx="858100" cy="25204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BA131A"/>
              </a:gs>
              <a:gs pos="100000">
                <a:srgbClr val="E2575D"/>
              </a:gs>
            </a:gsLst>
            <a:lin ang="2700000" scaled="1"/>
          </a:gradFill>
          <a:ln w="3175">
            <a:solidFill>
              <a:srgbClr val="EDE3E3"/>
            </a:solidFill>
            <a:prstDash val="solid"/>
          </a:ln>
          <a:effectLst>
            <a:outerShdw blurRad="114300" dist="38100" dir="5400000" algn="bl" rotWithShape="0">
              <a:srgbClr val="223843">
                <a:alpha val="13000"/>
              </a:srgbClr>
            </a:outerShdw>
          </a:effectLst>
        </p:spPr>
        <p:txBody>
          <a:bodyPr anchor="ctr"/>
          <a:lstStyle/>
          <a:p>
            <a:pPr algn="ctr"/>
            <a:r>
              <a:rPr lang="fr-FR" sz="1050" b="1" dirty="0">
                <a:solidFill>
                  <a:schemeClr val="bg1"/>
                </a:solidFill>
              </a:rPr>
              <a:t>India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51E974D4-04EB-85D2-0C8C-0F7EB04CB77A}"/>
              </a:ext>
            </a:extLst>
          </p:cNvPr>
          <p:cNvSpPr/>
          <p:nvPr/>
        </p:nvSpPr>
        <p:spPr>
          <a:xfrm>
            <a:off x="6378386" y="4896904"/>
            <a:ext cx="677252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en-US" sz="800" dirty="0"/>
              <a:t>Singapore</a:t>
            </a:r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9E836FE3-7F18-3A8E-752B-D9F56B7D84DA}"/>
              </a:ext>
            </a:extLst>
          </p:cNvPr>
          <p:cNvSpPr/>
          <p:nvPr/>
        </p:nvSpPr>
        <p:spPr>
          <a:xfrm>
            <a:off x="6378385" y="5485490"/>
            <a:ext cx="1055878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Vadodara, Gujarat</a:t>
            </a:r>
            <a:endParaRPr lang="en-US" sz="800" dirty="0"/>
          </a:p>
        </p:txBody>
      </p: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D6015585-A679-2A43-9F87-0686AF495676}"/>
              </a:ext>
            </a:extLst>
          </p:cNvPr>
          <p:cNvSpPr/>
          <p:nvPr/>
        </p:nvSpPr>
        <p:spPr>
          <a:xfrm>
            <a:off x="9156000" y="4896904"/>
            <a:ext cx="821438" cy="1657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3175">
            <a:solidFill>
              <a:srgbClr val="EDE3E3"/>
            </a:solidFill>
            <a:prstDash val="solid"/>
          </a:ln>
          <a:effectLst/>
        </p:spPr>
        <p:txBody>
          <a:bodyPr anchor="ctr"/>
          <a:lstStyle/>
          <a:p>
            <a:pPr algn="ctr"/>
            <a:r>
              <a:rPr lang="fr-FR" sz="800" dirty="0"/>
              <a:t>Antananarivo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0711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APTIVEA 2026">
      <a:dk1>
        <a:srgbClr val="212529"/>
      </a:dk1>
      <a:lt1>
        <a:sysClr val="window" lastClr="FFFFFF"/>
      </a:lt1>
      <a:dk2>
        <a:srgbClr val="223843"/>
      </a:dk2>
      <a:lt2>
        <a:srgbClr val="E7E6E6"/>
      </a:lt2>
      <a:accent1>
        <a:srgbClr val="BA131A"/>
      </a:accent1>
      <a:accent2>
        <a:srgbClr val="CD5358"/>
      </a:accent2>
      <a:accent3>
        <a:srgbClr val="E29C9F"/>
      </a:accent3>
      <a:accent4>
        <a:srgbClr val="223843"/>
      </a:accent4>
      <a:accent5>
        <a:srgbClr val="8F8F8F"/>
      </a:accent5>
      <a:accent6>
        <a:srgbClr val="714B67"/>
      </a:accent6>
      <a:hlink>
        <a:srgbClr val="CD5358"/>
      </a:hlink>
      <a:folHlink>
        <a:srgbClr val="E29C9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3175">
          <a:solidFill>
            <a:srgbClr val="EDE3E3"/>
          </a:solidFill>
          <a:prstDash val="solid"/>
        </a:ln>
        <a:effectLst>
          <a:outerShdw blurRad="114300" dist="38100" dir="5400000" algn="bl" rotWithShape="0">
            <a:srgbClr val="223843">
              <a:alpha val="13000"/>
            </a:srgbClr>
          </a:outerShdw>
        </a:effectLst>
      </a:spPr>
      <a:bodyPr/>
      <a:lstStyle>
        <a:defPPr algn="l">
          <a:defRPr/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-template-captivea.potx" id="{89D7940D-79D7-40D0-A9EE-189177F50213}" vid="{991F65FC-DFF0-465E-A936-C96F5E87E56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2B6AEE-C4D9-452E-9895-33DD00961ACE}">
  <we:reference id="f5f369e5-aa35-49d7-ad7b-638152ddb008" version="1.0.0.1" store="EXCatalog" storeType="EXCatalog"/>
  <we:alternateReferences>
    <we:reference id="WA200010001" version="1.0.0.1" store="fr-FR" storeType="OMEX"/>
  </we:alternateReferences>
  <we:properties>
    <we:property name="claude.fileId" value="&quot;05f5231d-b009-4f65-9fcf-5cda2b552fc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4913b6-04fa-4134-94cc-857def7f27c4">
      <Terms xmlns="http://schemas.microsoft.com/office/infopath/2007/PartnerControls"/>
    </lcf76f155ced4ddcb4097134ff3c332f>
    <TaxCatchAll xmlns="1b4ce469-5547-4c0a-a384-c2eccd8050e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A90F6D298E2C44969C1A2892D3C184" ma:contentTypeVersion="23" ma:contentTypeDescription="Crée un document." ma:contentTypeScope="" ma:versionID="fdf1d13f81c3ec40a490395d714d6f0a">
  <xsd:schema xmlns:xsd="http://www.w3.org/2001/XMLSchema" xmlns:xs="http://www.w3.org/2001/XMLSchema" xmlns:p="http://schemas.microsoft.com/office/2006/metadata/properties" xmlns:ns2="1b4ce469-5547-4c0a-a384-c2eccd8050e9" xmlns:ns3="224913b6-04fa-4134-94cc-857def7f27c4" targetNamespace="http://schemas.microsoft.com/office/2006/metadata/properties" ma:root="true" ma:fieldsID="1469234fc8cca1f70f174731ef774751" ns2:_="" ns3:_="">
    <xsd:import namespace="1b4ce469-5547-4c0a-a384-c2eccd8050e9"/>
    <xsd:import namespace="224913b6-04fa-4134-94cc-857def7f27c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2:TaxCatchAll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ce469-5547-4c0a-a384-c2eccd8050e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36a34f4-1e4e-4aa6-97b5-7b00e672b32c}" ma:internalName="TaxCatchAll" ma:showField="CatchAllData" ma:web="1b4ce469-5547-4c0a-a384-c2eccd8050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4913b6-04fa-4134-94cc-857def7f27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37781493-92cc-4c4b-b8d6-44341a08c9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1C3DB9-55CD-416E-A7DA-F5975CB785B5}">
  <ds:schemaRefs>
    <ds:schemaRef ds:uri="http://schemas.microsoft.com/office/2006/metadata/properties"/>
    <ds:schemaRef ds:uri="http://schemas.microsoft.com/office/infopath/2007/PartnerControls"/>
    <ds:schemaRef ds:uri="224913b6-04fa-4134-94cc-857def7f27c4"/>
    <ds:schemaRef ds:uri="1b4ce469-5547-4c0a-a384-c2eccd8050e9"/>
  </ds:schemaRefs>
</ds:datastoreItem>
</file>

<file path=customXml/itemProps2.xml><?xml version="1.0" encoding="utf-8"?>
<ds:datastoreItem xmlns:ds="http://schemas.openxmlformats.org/officeDocument/2006/customXml" ds:itemID="{8ABF5128-29FE-434A-9B0E-EA1551A1A2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D0805B-CB3A-46CA-A731-96BC2BF3FE9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183</Words>
  <Application>Microsoft Office PowerPoint</Application>
  <PresentationFormat>Grand écran</PresentationFormat>
  <Paragraphs>71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Thème Office</vt:lpstr>
      <vt:lpstr>Main Title</vt:lpstr>
      <vt:lpstr>Section Title</vt:lpstr>
      <vt:lpstr>Summary</vt:lpstr>
      <vt:lpstr>Standard - 1 column</vt:lpstr>
      <vt:lpstr>Standard - 2 columns</vt:lpstr>
      <vt:lpstr>Standard - 2 columns with subititle</vt:lpstr>
      <vt:lpstr>Standard - Title only</vt:lpstr>
      <vt:lpstr>Présentation PowerPoint</vt:lpstr>
      <vt:lpstr>Présentation PowerPoint</vt:lpstr>
      <vt:lpstr>Standard - 1/3 2/3 columns</vt:lpstr>
      <vt:lpstr>Standard - 1/3 2/3 columns</vt:lpstr>
      <vt:lpstr>Boxed - 2 columns</vt:lpstr>
      <vt:lpstr>Boxed - 2 columns with subtitle</vt:lpstr>
      <vt:lpstr>Boxed - 3 columns</vt:lpstr>
      <vt:lpstr>Boxed - 3 columns with subtitle</vt:lpstr>
      <vt:lpstr>Boxed - 4 columns</vt:lpstr>
      <vt:lpstr>Boxed - 4 columns with subtitle</vt:lpstr>
      <vt:lpstr>Boxed - 3 columns X2</vt:lpstr>
      <vt:lpstr>1_Boxed - 2 columns X4</vt:lpstr>
      <vt:lpstr>Circles - 2 columns</vt:lpstr>
      <vt:lpstr>Circles - 3 columns</vt:lpstr>
      <vt:lpstr>Circles - 4 columns</vt:lpstr>
      <vt:lpstr>Circles - 2 columns X2</vt:lpstr>
      <vt:lpstr>Présentation PowerPoint</vt:lpstr>
      <vt:lpstr>1_Circles - 2 columns X2</vt:lpstr>
      <vt:lpstr>2_Circles - 2 columns X2</vt:lpstr>
      <vt:lpstr>3_Circles - 2 columns X2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Francois Coudreau</dc:creator>
  <cp:lastModifiedBy>Francois Coudreau</cp:lastModifiedBy>
  <cp:revision>26</cp:revision>
  <dcterms:created xsi:type="dcterms:W3CDTF">2026-07-13T08:33:28Z</dcterms:created>
  <dcterms:modified xsi:type="dcterms:W3CDTF">2026-07-31T16:46:27Z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0x0101004FA90F6D298E2C44969C1A2892D3C184</vt:lpwstr>
  </property>
  <property fmtid="{D5CDD505-2E9C-101B-9397-08002B2CF9AE}" pid="3" name="MediaServiceImageTags">
    <vt:lpwstr/>
  </property>
</Properties>
</file>
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2" r:id="rId5"/>
    <p:sldMasterId id="2147483677" r:id="rId6"/>
    <p:sldMasterId id="2147483699" r:id="rId7"/>
    <p:sldMasterId id="2147483704" r:id="rId8"/>
  </p:sldMasterIdLst>
  <p:notesMasterIdLst>
    <p:notesMasterId r:id="rId57"/>
  </p:notesMasterIdLst>
  <p:sldIdLst>
    <p:sldId id="256" r:id="rId9"/>
    <p:sldId id="257" r:id="rId10"/>
    <p:sldId id="258" r:id="rId11"/>
    <p:sldId id="259" r:id="rId12"/>
    <p:sldId id="260" r:id="rId13"/>
    <p:sldId id="718" r:id="rId14"/>
    <p:sldId id="719" r:id="rId15"/>
    <p:sldId id="1456" r:id="rId16"/>
    <p:sldId id="720" r:id="rId17"/>
    <p:sldId id="261" r:id="rId18"/>
    <p:sldId id="721" r:id="rId19"/>
    <p:sldId id="262" r:id="rId20"/>
    <p:sldId id="263" r:id="rId21"/>
    <p:sldId id="717" r:id="rId22"/>
    <p:sldId id="264" r:id="rId23"/>
    <p:sldId id="647" r:id="rId24"/>
    <p:sldId id="648" r:id="rId25"/>
    <p:sldId id="649" r:id="rId26"/>
    <p:sldId id="625" r:id="rId27"/>
    <p:sldId id="650" r:id="rId28"/>
    <p:sldId id="627" r:id="rId29"/>
    <p:sldId id="628" r:id="rId30"/>
    <p:sldId id="651" r:id="rId31"/>
    <p:sldId id="1457" r:id="rId32"/>
    <p:sldId id="632" r:id="rId33"/>
    <p:sldId id="634" r:id="rId34"/>
    <p:sldId id="635" r:id="rId35"/>
    <p:sldId id="636" r:id="rId36"/>
    <p:sldId id="655" r:id="rId37"/>
    <p:sldId id="656" r:id="rId38"/>
    <p:sldId id="659" r:id="rId39"/>
    <p:sldId id="1448" r:id="rId40"/>
    <p:sldId id="637" r:id="rId41"/>
    <p:sldId id="639" r:id="rId42"/>
    <p:sldId id="654" r:id="rId43"/>
    <p:sldId id="640" r:id="rId44"/>
    <p:sldId id="641" r:id="rId45"/>
    <p:sldId id="722" r:id="rId46"/>
    <p:sldId id="663" r:id="rId47"/>
    <p:sldId id="661" r:id="rId48"/>
    <p:sldId id="667" r:id="rId49"/>
    <p:sldId id="662" r:id="rId50"/>
    <p:sldId id="643" r:id="rId51"/>
    <p:sldId id="644" r:id="rId52"/>
    <p:sldId id="621" r:id="rId53"/>
    <p:sldId id="1455" r:id="rId54"/>
    <p:sldId id="652" r:id="rId55"/>
    <p:sldId id="653"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2774" userDrawn="1">
          <p15:clr>
            <a:srgbClr val="A4A3A4"/>
          </p15:clr>
        </p15:guide>
        <p15:guide id="7" orient="horz" pos="2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35B52B-DC3E-49B1-9EEB-61BE7B566ED9}" v="1" dt="2025-07-07T14:33:53.994"/>
    <p1510:client id="{B2B725B1-EA3A-4A03-A63F-5C6FEA1F7AFE}" v="829" dt="2025-07-08T07:17:09.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208" autoAdjust="0"/>
  </p:normalViewPr>
  <p:slideViewPr>
    <p:cSldViewPr snapToGrid="0" showGuides="1">
      <p:cViewPr varScale="1">
        <p:scale>
          <a:sx n="86" d="100"/>
          <a:sy n="86" d="100"/>
        </p:scale>
        <p:origin x="1554" y="126"/>
      </p:cViewPr>
      <p:guideLst>
        <p:guide pos="2774"/>
        <p:guide orient="horz" pos="272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notesMaster" Target="notesMasters/notesMaster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s>
</file>

<file path=ppt/diagrams/_rels/data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image" Target="../media/image12.jpg"/></Relationships>
</file>

<file path=ppt/diagrams/_rels/data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image" Target="../media/image14.jpg"/></Relationships>
</file>

<file path=ppt/diagrams/_rels/data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image" Target="../media/image12.jpg"/></Relationships>
</file>

<file path=ppt/diagrams/_rels/data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image" Target="../media/image16.jpg"/></Relationships>
</file>

<file path=ppt/diagrams/_rels/data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image" Target="../media/image18.jpg"/></Relationships>
</file>

<file path=ppt/diagrams/_rels/data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image" Target="../media/image20.jpg"/></Relationships>
</file>

<file path=ppt/diagrams/_rels/data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image" Target="../media/image12.jpg"/></Relationships>
</file>

<file path=ppt/diagrams/_rels/data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image" Target="../media/image14.jpg"/></Relationships>
</file>

<file path=ppt/diagrams/_rels/drawing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image" Target="../media/image12.jpg"/></Relationships>
</file>

<file path=ppt/diagrams/_rels/drawing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image" Target="../media/image14.jpg"/></Relationships>
</file>

<file path=ppt/diagrams/_rels/drawing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image" Target="../media/image12.jpg"/></Relationships>
</file>

<file path=ppt/diagrams/_rels/drawing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image" Target="../media/image16.jpg"/></Relationships>
</file>

<file path=ppt/diagrams/_rels/drawing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image" Target="../media/image18.jpg"/></Relationships>
</file>

<file path=ppt/diagrams/_rels/drawing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image" Target="../media/image20.jpg"/></Relationships>
</file>

<file path=ppt/diagrams/_rels/drawing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image" Target="../media/image12.jpg"/></Relationships>
</file>

<file path=ppt/diagrams/_rels/drawing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image" Target="../media/image14.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A7724D-8844-4D04-A0ED-7B59C50FFF79}"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E30D5E87-5628-4FA3-A484-F571D05CC63F}">
      <dgm:prSet phldrT="[Text]" phldr="0"/>
      <dgm:spPr/>
      <dgm:t>
        <a:bodyPr/>
        <a:lstStyle/>
        <a:p>
          <a:r>
            <a:rPr lang="fr-FR" noProof="0" dirty="0"/>
            <a:t>Captivea</a:t>
          </a:r>
        </a:p>
      </dgm:t>
    </dgm:pt>
    <dgm:pt modelId="{BBBDE2ED-F318-45D5-979F-CD2FB811C162}" type="parTrans" cxnId="{7EE4C703-118E-40E7-9936-7495F302FD8A}">
      <dgm:prSet/>
      <dgm:spPr/>
      <dgm:t>
        <a:bodyPr/>
        <a:lstStyle/>
        <a:p>
          <a:endParaRPr lang="en-US"/>
        </a:p>
      </dgm:t>
    </dgm:pt>
    <dgm:pt modelId="{C368D775-88A4-4151-BC32-580B1A9A6A03}" type="sibTrans" cxnId="{7EE4C703-118E-40E7-9936-7495F302FD8A}">
      <dgm:prSet/>
      <dgm:spPr/>
      <dgm:t>
        <a:bodyPr/>
        <a:lstStyle/>
        <a:p>
          <a:endParaRPr lang="en-US"/>
        </a:p>
      </dgm:t>
    </dgm:pt>
    <dgm:pt modelId="{55D48877-185E-48A1-A0A1-EFFE5FE0C656}">
      <dgm:prSet phldrT="[Text]" phldr="0" custT="1"/>
      <dgm:spPr/>
      <dgm:t>
        <a:bodyPr/>
        <a:lstStyle/>
        <a:p>
          <a:r>
            <a:rPr lang="fr-FR" sz="2000" b="1" noProof="0" dirty="0"/>
            <a:t>Votre Prénom</a:t>
          </a:r>
        </a:p>
        <a:p>
          <a:r>
            <a:rPr lang="fr-FR" sz="1200" noProof="0" dirty="0"/>
            <a:t>Commercial</a:t>
          </a:r>
        </a:p>
      </dgm:t>
    </dgm:pt>
    <dgm:pt modelId="{AE19EB03-C067-4788-9A2B-A9BE0505065D}" type="parTrans" cxnId="{01FEA5A6-13DC-4719-830D-C36F96C3CCA5}">
      <dgm:prSet/>
      <dgm:spPr/>
      <dgm:t>
        <a:bodyPr/>
        <a:lstStyle/>
        <a:p>
          <a:endParaRPr lang="en-US"/>
        </a:p>
      </dgm:t>
    </dgm:pt>
    <dgm:pt modelId="{4468760A-8197-4E0C-AD77-9EDFDD0A3D60}" type="sibTrans" cxnId="{01FEA5A6-13DC-4719-830D-C36F96C3CCA5}">
      <dgm:prSet/>
      <dgm:spPr/>
      <dgm:t>
        <a:bodyPr/>
        <a:lstStyle/>
        <a:p>
          <a:endParaRPr lang="en-US"/>
        </a:p>
      </dgm:t>
    </dgm:pt>
    <dgm:pt modelId="{2565C5D5-A39B-473C-8FFA-94A80D992A43}">
      <dgm:prSet phldrT="[Text]" phldr="1"/>
      <dgm:spPr/>
      <dgm:t>
        <a:bodyPr/>
        <a:lstStyle/>
        <a:p>
          <a:endParaRPr lang="en-US" dirty="0"/>
        </a:p>
      </dgm:t>
    </dgm:pt>
    <dgm:pt modelId="{66659DA0-5772-4AF2-A035-6678FEAA7F58}" type="parTrans" cxnId="{5F89C83D-666A-44B2-9511-A0754A1C2F78}">
      <dgm:prSet/>
      <dgm:spPr/>
      <dgm:t>
        <a:bodyPr/>
        <a:lstStyle/>
        <a:p>
          <a:endParaRPr lang="en-US"/>
        </a:p>
      </dgm:t>
    </dgm:pt>
    <dgm:pt modelId="{BB756A08-1AB9-475C-AB2D-43B413475AEA}" type="sibTrans" cxnId="{5F89C83D-666A-44B2-9511-A0754A1C2F78}">
      <dgm:prSet/>
      <dgm:spPr/>
      <dgm:t>
        <a:bodyPr/>
        <a:lstStyle/>
        <a:p>
          <a:endParaRPr lang="en-US"/>
        </a:p>
      </dgm:t>
    </dgm:pt>
    <dgm:pt modelId="{31A3BFB6-BED3-4BC2-9CBE-114F2FB1CA89}">
      <dgm:prSet phldrT="[Text]" phldr="0"/>
      <dgm:spPr/>
      <dgm:t>
        <a:bodyPr/>
        <a:lstStyle/>
        <a:p>
          <a:endParaRPr lang="en-US" dirty="0"/>
        </a:p>
      </dgm:t>
    </dgm:pt>
    <dgm:pt modelId="{6DA29F7A-A306-49E4-9134-4B524B38CD92}" type="parTrans" cxnId="{CDC9C06B-8D6A-4BED-9295-A59C8197273C}">
      <dgm:prSet/>
      <dgm:spPr/>
      <dgm:t>
        <a:bodyPr/>
        <a:lstStyle/>
        <a:p>
          <a:endParaRPr lang="en-US"/>
        </a:p>
      </dgm:t>
    </dgm:pt>
    <dgm:pt modelId="{5ADDD4EB-480C-4A19-8088-37EC50CECF88}" type="sibTrans" cxnId="{CDC9C06B-8D6A-4BED-9295-A59C8197273C}">
      <dgm:prSet/>
      <dgm:spPr/>
      <dgm:t>
        <a:bodyPr/>
        <a:lstStyle/>
        <a:p>
          <a:endParaRPr lang="en-US"/>
        </a:p>
      </dgm:t>
    </dgm:pt>
    <dgm:pt modelId="{3703C401-E995-4109-92DF-4E8038C656BE}">
      <dgm:prSet phldrT="[Text]" phldr="0" custT="1"/>
      <dgm:spPr/>
      <dgm:t>
        <a:bodyPr/>
        <a:lstStyle/>
        <a:p>
          <a:r>
            <a:rPr lang="fr-FR" sz="2000" b="1" noProof="0" dirty="0"/>
            <a:t>Côme</a:t>
          </a:r>
          <a:endParaRPr lang="fr-FR" sz="1400" b="1" noProof="0" dirty="0"/>
        </a:p>
        <a:p>
          <a:r>
            <a:rPr lang="fr-FR" sz="1200" b="0" noProof="0" dirty="0"/>
            <a:t>Directeur des opérations</a:t>
          </a:r>
          <a:endParaRPr lang="fr-FR" sz="1400" b="1" noProof="0" dirty="0"/>
        </a:p>
      </dgm:t>
    </dgm:pt>
    <dgm:pt modelId="{E3353FC6-6E6B-44C4-A143-89B301ED7B20}" type="parTrans" cxnId="{2BC19ECE-1546-48CC-9438-5C1EFA6DE629}">
      <dgm:prSet/>
      <dgm:spPr/>
      <dgm:t>
        <a:bodyPr/>
        <a:lstStyle/>
        <a:p>
          <a:endParaRPr lang="en-US"/>
        </a:p>
      </dgm:t>
    </dgm:pt>
    <dgm:pt modelId="{871EE6DC-C3B7-4677-8729-9546FF422078}" type="sibTrans" cxnId="{2BC19ECE-1546-48CC-9438-5C1EFA6DE629}">
      <dgm:prSet/>
      <dgm:spPr/>
      <dgm:t>
        <a:bodyPr/>
        <a:lstStyle/>
        <a:p>
          <a:endParaRPr lang="en-US"/>
        </a:p>
      </dgm:t>
    </dgm:pt>
    <dgm:pt modelId="{9881EEC6-8DED-425E-879F-B9EF0064935F}" type="pres">
      <dgm:prSet presAssocID="{5EA7724D-8844-4D04-A0ED-7B59C50FFF79}" presName="Name0" presStyleCnt="0">
        <dgm:presLayoutVars>
          <dgm:chMax val="1"/>
          <dgm:chPref val="1"/>
          <dgm:dir/>
          <dgm:resizeHandles/>
        </dgm:presLayoutVars>
      </dgm:prSet>
      <dgm:spPr/>
    </dgm:pt>
    <dgm:pt modelId="{350BC28E-FA45-4BD0-93E8-205E283B2BB5}" type="pres">
      <dgm:prSet presAssocID="{E30D5E87-5628-4FA3-A484-F571D05CC63F}" presName="Parent" presStyleLbl="node1" presStyleIdx="0" presStyleCnt="2">
        <dgm:presLayoutVars>
          <dgm:chMax val="4"/>
          <dgm:chPref val="3"/>
        </dgm:presLayoutVars>
      </dgm:prSet>
      <dgm:spPr/>
    </dgm:pt>
    <dgm:pt modelId="{4DF949E9-EB2B-4F47-9BE8-188AE4683DA9}" type="pres">
      <dgm:prSet presAssocID="{55D48877-185E-48A1-A0A1-EFFE5FE0C656}" presName="Accent" presStyleLbl="node1" presStyleIdx="1" presStyleCnt="2"/>
      <dgm:spPr/>
    </dgm:pt>
    <dgm:pt modelId="{63354E55-B73C-447C-8076-E1E08F4C2FA2}" type="pres">
      <dgm:prSet presAssocID="{55D48877-185E-48A1-A0A1-EFFE5FE0C656}" presName="Image1" presStyleLbl="fgImgPlace1" presStyleIdx="0" presStyleCnt="2"/>
      <dgm:spPr>
        <a:blipFill>
          <a:blip xmlns:r="http://schemas.openxmlformats.org/officeDocument/2006/relationships" r:embed="rId1"/>
          <a:srcRect/>
          <a:stretch>
            <a:fillRect/>
          </a:stretch>
        </a:blipFill>
      </dgm:spPr>
    </dgm:pt>
    <dgm:pt modelId="{9EC13C32-E82B-47F6-83B1-5746D7E26055}" type="pres">
      <dgm:prSet presAssocID="{55D48877-185E-48A1-A0A1-EFFE5FE0C656}" presName="Child1" presStyleLbl="revTx" presStyleIdx="0" presStyleCnt="2">
        <dgm:presLayoutVars>
          <dgm:chMax val="0"/>
          <dgm:chPref val="0"/>
          <dgm:bulletEnabled val="1"/>
        </dgm:presLayoutVars>
      </dgm:prSet>
      <dgm:spPr/>
    </dgm:pt>
    <dgm:pt modelId="{C3899911-9E1E-45F5-AB1D-F1AB27B0C7EE}" type="pres">
      <dgm:prSet presAssocID="{3703C401-E995-4109-92DF-4E8038C656BE}" presName="Image2" presStyleCnt="0"/>
      <dgm:spPr/>
    </dgm:pt>
    <dgm:pt modelId="{E0ACA9AC-6F82-4A43-B50C-6FCB2589168A}" type="pres">
      <dgm:prSet presAssocID="{3703C401-E995-4109-92DF-4E8038C656BE}" presName="Image" presStyleLbl="fgImgPlace1" presStyleIdx="1" presStyleCnt="2"/>
      <dgm:spPr>
        <a:blipFill>
          <a:blip xmlns:r="http://schemas.openxmlformats.org/officeDocument/2006/relationships" r:embed="rId2"/>
          <a:srcRect/>
          <a:stretch>
            <a:fillRect/>
          </a:stretch>
        </a:blipFill>
      </dgm:spPr>
    </dgm:pt>
    <dgm:pt modelId="{4502A018-D2BC-4C9E-948B-9882F3D03A2D}" type="pres">
      <dgm:prSet presAssocID="{3703C401-E995-4109-92DF-4E8038C656BE}" presName="Child2" presStyleLbl="revTx" presStyleIdx="1" presStyleCnt="2">
        <dgm:presLayoutVars>
          <dgm:chMax val="0"/>
          <dgm:chPref val="0"/>
          <dgm:bulletEnabled val="1"/>
        </dgm:presLayoutVars>
      </dgm:prSet>
      <dgm:spPr/>
    </dgm:pt>
  </dgm:ptLst>
  <dgm:cxnLst>
    <dgm:cxn modelId="{7EE4C703-118E-40E7-9936-7495F302FD8A}" srcId="{5EA7724D-8844-4D04-A0ED-7B59C50FFF79}" destId="{E30D5E87-5628-4FA3-A484-F571D05CC63F}" srcOrd="0" destOrd="0" parTransId="{BBBDE2ED-F318-45D5-979F-CD2FB811C162}" sibTransId="{C368D775-88A4-4151-BC32-580B1A9A6A03}"/>
    <dgm:cxn modelId="{5F89C83D-666A-44B2-9511-A0754A1C2F78}" srcId="{5EA7724D-8844-4D04-A0ED-7B59C50FFF79}" destId="{2565C5D5-A39B-473C-8FFA-94A80D992A43}" srcOrd="1" destOrd="0" parTransId="{66659DA0-5772-4AF2-A035-6678FEAA7F58}" sibTransId="{BB756A08-1AB9-475C-AB2D-43B413475AEA}"/>
    <dgm:cxn modelId="{DA180A62-1288-4DA1-8C7D-BB8884D2BAF6}" type="presOf" srcId="{3703C401-E995-4109-92DF-4E8038C656BE}" destId="{4502A018-D2BC-4C9E-948B-9882F3D03A2D}" srcOrd="0" destOrd="0" presId="urn:microsoft.com/office/officeart/2011/layout/RadialPictureList"/>
    <dgm:cxn modelId="{F95D936A-2707-4D64-A8E4-EA232341BA6A}" type="presOf" srcId="{E30D5E87-5628-4FA3-A484-F571D05CC63F}" destId="{350BC28E-FA45-4BD0-93E8-205E283B2BB5}" srcOrd="0" destOrd="0" presId="urn:microsoft.com/office/officeart/2011/layout/RadialPictureList"/>
    <dgm:cxn modelId="{CDC9C06B-8D6A-4BED-9295-A59C8197273C}" srcId="{2565C5D5-A39B-473C-8FFA-94A80D992A43}" destId="{31A3BFB6-BED3-4BC2-9CBE-114F2FB1CA89}" srcOrd="0" destOrd="0" parTransId="{6DA29F7A-A306-49E4-9134-4B524B38CD92}" sibTransId="{5ADDD4EB-480C-4A19-8088-37EC50CECF88}"/>
    <dgm:cxn modelId="{01FEA5A6-13DC-4719-830D-C36F96C3CCA5}" srcId="{E30D5E87-5628-4FA3-A484-F571D05CC63F}" destId="{55D48877-185E-48A1-A0A1-EFFE5FE0C656}" srcOrd="0" destOrd="0" parTransId="{AE19EB03-C067-4788-9A2B-A9BE0505065D}" sibTransId="{4468760A-8197-4E0C-AD77-9EDFDD0A3D60}"/>
    <dgm:cxn modelId="{2BC19ECE-1546-48CC-9438-5C1EFA6DE629}" srcId="{E30D5E87-5628-4FA3-A484-F571D05CC63F}" destId="{3703C401-E995-4109-92DF-4E8038C656BE}" srcOrd="1" destOrd="0" parTransId="{E3353FC6-6E6B-44C4-A143-89B301ED7B20}" sibTransId="{871EE6DC-C3B7-4677-8729-9546FF422078}"/>
    <dgm:cxn modelId="{F4BFFED8-AF19-4338-8BEA-454B7F0F2295}" type="presOf" srcId="{55D48877-185E-48A1-A0A1-EFFE5FE0C656}" destId="{9EC13C32-E82B-47F6-83B1-5746D7E26055}" srcOrd="0" destOrd="0" presId="urn:microsoft.com/office/officeart/2011/layout/RadialPictureList"/>
    <dgm:cxn modelId="{E19446F1-DE86-4A4F-BB2E-CA497858FF80}" type="presOf" srcId="{5EA7724D-8844-4D04-A0ED-7B59C50FFF79}" destId="{9881EEC6-8DED-425E-879F-B9EF0064935F}" srcOrd="0" destOrd="0" presId="urn:microsoft.com/office/officeart/2011/layout/RadialPictureList"/>
    <dgm:cxn modelId="{2F029C0F-559C-488D-978C-C7B0C5D306B0}" type="presParOf" srcId="{9881EEC6-8DED-425E-879F-B9EF0064935F}" destId="{350BC28E-FA45-4BD0-93E8-205E283B2BB5}" srcOrd="0" destOrd="0" presId="urn:microsoft.com/office/officeart/2011/layout/RadialPictureList"/>
    <dgm:cxn modelId="{AB95DAB6-31E1-42CB-A782-8E3AEEE80057}" type="presParOf" srcId="{9881EEC6-8DED-425E-879F-B9EF0064935F}" destId="{4DF949E9-EB2B-4F47-9BE8-188AE4683DA9}" srcOrd="1" destOrd="0" presId="urn:microsoft.com/office/officeart/2011/layout/RadialPictureList"/>
    <dgm:cxn modelId="{7524E6AA-B2FA-4B5C-A4B3-D13DE2879651}" type="presParOf" srcId="{9881EEC6-8DED-425E-879F-B9EF0064935F}" destId="{63354E55-B73C-447C-8076-E1E08F4C2FA2}" srcOrd="2" destOrd="0" presId="urn:microsoft.com/office/officeart/2011/layout/RadialPictureList"/>
    <dgm:cxn modelId="{8A99C756-0035-45FE-8CEF-59752226B34D}" type="presParOf" srcId="{9881EEC6-8DED-425E-879F-B9EF0064935F}" destId="{9EC13C32-E82B-47F6-83B1-5746D7E26055}" srcOrd="3" destOrd="0" presId="urn:microsoft.com/office/officeart/2011/layout/RadialPictureList"/>
    <dgm:cxn modelId="{7CF2B5CF-2C1F-4C63-8273-E14DF6C4B27C}" type="presParOf" srcId="{9881EEC6-8DED-425E-879F-B9EF0064935F}" destId="{C3899911-9E1E-45F5-AB1D-F1AB27B0C7EE}" srcOrd="4" destOrd="0" presId="urn:microsoft.com/office/officeart/2011/layout/RadialPictureList"/>
    <dgm:cxn modelId="{D7C0FB37-CF2B-421E-A2FE-F46BC514BD14}" type="presParOf" srcId="{C3899911-9E1E-45F5-AB1D-F1AB27B0C7EE}" destId="{E0ACA9AC-6F82-4A43-B50C-6FCB2589168A}" srcOrd="0" destOrd="0" presId="urn:microsoft.com/office/officeart/2011/layout/RadialPictureList"/>
    <dgm:cxn modelId="{AF2E3B66-CF9D-4338-ABFB-2AE9BC25773C}" type="presParOf" srcId="{9881EEC6-8DED-425E-879F-B9EF0064935F}" destId="{4502A018-D2BC-4C9E-948B-9882F3D03A2D}" srcOrd="5" destOrd="0" presId="urn:microsoft.com/office/officeart/2011/layout/Radial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13219F-BDFF-4374-8F1D-B93BE6935478}"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5EE43711-B84F-45AF-9123-10FEC75A4D66}">
      <dgm:prSet phldrT="[Text]" phldr="0"/>
      <dgm:spPr>
        <a:solidFill>
          <a:schemeClr val="accent2"/>
        </a:solidFill>
      </dgm:spPr>
      <dgm:t>
        <a:bodyPr/>
        <a:lstStyle/>
        <a:p>
          <a:r>
            <a:rPr lang="fr-FR" noProof="0" dirty="0"/>
            <a:t>Odoo</a:t>
          </a:r>
        </a:p>
      </dgm:t>
    </dgm:pt>
    <dgm:pt modelId="{2CB0F6B0-B26B-4C42-A043-CE90242C2D04}" type="parTrans" cxnId="{D53D3C1D-BD95-4913-B4D1-1CAED98B5E4E}">
      <dgm:prSet/>
      <dgm:spPr/>
      <dgm:t>
        <a:bodyPr/>
        <a:lstStyle/>
        <a:p>
          <a:endParaRPr lang="en-US"/>
        </a:p>
      </dgm:t>
    </dgm:pt>
    <dgm:pt modelId="{E45B0621-634B-4674-9FEB-4312AD08C494}" type="sibTrans" cxnId="{D53D3C1D-BD95-4913-B4D1-1CAED98B5E4E}">
      <dgm:prSet/>
      <dgm:spPr/>
      <dgm:t>
        <a:bodyPr/>
        <a:lstStyle/>
        <a:p>
          <a:endParaRPr lang="en-US"/>
        </a:p>
      </dgm:t>
    </dgm:pt>
    <dgm:pt modelId="{1B39E9E2-B194-451F-B756-78A11C57A484}">
      <dgm:prSet phldrT="[Text]" phldr="0" custT="1"/>
      <dgm:spPr/>
      <dgm:t>
        <a:bodyPr/>
        <a:lstStyle/>
        <a:p>
          <a:r>
            <a:rPr lang="fr-FR" sz="2100" b="1" noProof="0" dirty="0"/>
            <a:t>Robin</a:t>
          </a:r>
        </a:p>
        <a:p>
          <a:r>
            <a:rPr lang="fr-FR" sz="1200" noProof="0" dirty="0"/>
            <a:t>Partner Manager</a:t>
          </a:r>
        </a:p>
      </dgm:t>
    </dgm:pt>
    <dgm:pt modelId="{A274C066-A546-4240-B3B2-B6477E0E4BEE}" type="parTrans" cxnId="{B67CB6DF-DDB2-4C50-84DA-3D17BDFFB95D}">
      <dgm:prSet/>
      <dgm:spPr/>
      <dgm:t>
        <a:bodyPr/>
        <a:lstStyle/>
        <a:p>
          <a:endParaRPr lang="en-US"/>
        </a:p>
      </dgm:t>
    </dgm:pt>
    <dgm:pt modelId="{9E67D900-2264-443C-9FA4-F4ACDCBDA472}" type="sibTrans" cxnId="{B67CB6DF-DDB2-4C50-84DA-3D17BDFFB95D}">
      <dgm:prSet/>
      <dgm:spPr/>
      <dgm:t>
        <a:bodyPr/>
        <a:lstStyle/>
        <a:p>
          <a:endParaRPr lang="en-US"/>
        </a:p>
      </dgm:t>
    </dgm:pt>
    <dgm:pt modelId="{3E322723-FB0C-461C-AE2A-E7A6EA9B8723}">
      <dgm:prSet phldrT="[Text]" phldr="0" custT="1"/>
      <dgm:spPr/>
      <dgm:t>
        <a:bodyPr/>
        <a:lstStyle/>
        <a:p>
          <a:r>
            <a:rPr lang="fr-FR" sz="2100" b="1" noProof="0" dirty="0"/>
            <a:t>Quentin</a:t>
          </a:r>
        </a:p>
        <a:p>
          <a:r>
            <a:rPr lang="fr-FR" sz="1200" noProof="0" dirty="0" err="1"/>
            <a:t>Account</a:t>
          </a:r>
          <a:r>
            <a:rPr lang="fr-FR" sz="1200" noProof="0" dirty="0"/>
            <a:t> Manager</a:t>
          </a:r>
        </a:p>
      </dgm:t>
    </dgm:pt>
    <dgm:pt modelId="{702BDA7D-D674-4419-B66C-07FA43B954EB}" type="parTrans" cxnId="{3CF228CB-577B-4CA0-BED1-29A31B0C14CE}">
      <dgm:prSet/>
      <dgm:spPr/>
      <dgm:t>
        <a:bodyPr/>
        <a:lstStyle/>
        <a:p>
          <a:endParaRPr lang="en-US"/>
        </a:p>
      </dgm:t>
    </dgm:pt>
    <dgm:pt modelId="{187F9A3C-D469-4CB3-B985-46FE1C26AC2F}" type="sibTrans" cxnId="{3CF228CB-577B-4CA0-BED1-29A31B0C14CE}">
      <dgm:prSet/>
      <dgm:spPr/>
      <dgm:t>
        <a:bodyPr/>
        <a:lstStyle/>
        <a:p>
          <a:endParaRPr lang="en-US"/>
        </a:p>
      </dgm:t>
    </dgm:pt>
    <dgm:pt modelId="{EF9507AF-B22E-48FA-A561-45498DF8E83D}" type="pres">
      <dgm:prSet presAssocID="{4113219F-BDFF-4374-8F1D-B93BE6935478}" presName="Name0" presStyleCnt="0">
        <dgm:presLayoutVars>
          <dgm:chMax val="1"/>
          <dgm:chPref val="1"/>
          <dgm:dir/>
          <dgm:resizeHandles/>
        </dgm:presLayoutVars>
      </dgm:prSet>
      <dgm:spPr/>
    </dgm:pt>
    <dgm:pt modelId="{54A4B71E-863A-465A-B71B-5F7196906E37}" type="pres">
      <dgm:prSet presAssocID="{5EE43711-B84F-45AF-9123-10FEC75A4D66}" presName="Parent" presStyleLbl="node1" presStyleIdx="0" presStyleCnt="2">
        <dgm:presLayoutVars>
          <dgm:chMax val="4"/>
          <dgm:chPref val="3"/>
        </dgm:presLayoutVars>
      </dgm:prSet>
      <dgm:spPr/>
    </dgm:pt>
    <dgm:pt modelId="{E62BD2B9-5856-4BAF-845A-9EC10C81ACA9}" type="pres">
      <dgm:prSet presAssocID="{1B39E9E2-B194-451F-B756-78A11C57A484}" presName="Accent" presStyleLbl="node1" presStyleIdx="1" presStyleCnt="2"/>
      <dgm:spPr>
        <a:solidFill>
          <a:schemeClr val="accent2"/>
        </a:solidFill>
      </dgm:spPr>
    </dgm:pt>
    <dgm:pt modelId="{149BB9E0-9FA4-4AC1-A538-5F28BA3F7A1A}" type="pres">
      <dgm:prSet presAssocID="{1B39E9E2-B194-451F-B756-78A11C57A484}" presName="Image1" presStyleLbl="fgImgPlace1" presStyleIdx="0" presStyleCnt="2"/>
      <dgm:spPr>
        <a:blipFill>
          <a:blip xmlns:r="http://schemas.openxmlformats.org/officeDocument/2006/relationships" r:embed="rId1"/>
          <a:srcRect/>
          <a:stretch>
            <a:fillRect/>
          </a:stretch>
        </a:blipFill>
      </dgm:spPr>
    </dgm:pt>
    <dgm:pt modelId="{D2FC49F2-EDEF-438D-B8B4-BF0108C0F934}" type="pres">
      <dgm:prSet presAssocID="{1B39E9E2-B194-451F-B756-78A11C57A484}" presName="Child1" presStyleLbl="revTx" presStyleIdx="0" presStyleCnt="2">
        <dgm:presLayoutVars>
          <dgm:chMax val="0"/>
          <dgm:chPref val="0"/>
          <dgm:bulletEnabled val="1"/>
        </dgm:presLayoutVars>
      </dgm:prSet>
      <dgm:spPr/>
    </dgm:pt>
    <dgm:pt modelId="{7F5945B9-230A-4609-8C0A-243263997D48}" type="pres">
      <dgm:prSet presAssocID="{3E322723-FB0C-461C-AE2A-E7A6EA9B8723}" presName="Image2" presStyleCnt="0"/>
      <dgm:spPr/>
    </dgm:pt>
    <dgm:pt modelId="{ED313FCF-EB0E-4255-9FB8-8392252A8B4A}" type="pres">
      <dgm:prSet presAssocID="{3E322723-FB0C-461C-AE2A-E7A6EA9B8723}" presName="Image" presStyleLbl="fgImgPlace1" presStyleIdx="1" presStyleCnt="2"/>
      <dgm:spPr>
        <a:blipFill>
          <a:blip xmlns:r="http://schemas.openxmlformats.org/officeDocument/2006/relationships" r:embed="rId2"/>
          <a:srcRect/>
          <a:stretch>
            <a:fillRect/>
          </a:stretch>
        </a:blipFill>
      </dgm:spPr>
    </dgm:pt>
    <dgm:pt modelId="{A41A31C3-0D98-48B6-A3DF-54CDA2FD605A}" type="pres">
      <dgm:prSet presAssocID="{3E322723-FB0C-461C-AE2A-E7A6EA9B8723}" presName="Child2" presStyleLbl="revTx" presStyleIdx="1" presStyleCnt="2">
        <dgm:presLayoutVars>
          <dgm:chMax val="0"/>
          <dgm:chPref val="0"/>
          <dgm:bulletEnabled val="1"/>
        </dgm:presLayoutVars>
      </dgm:prSet>
      <dgm:spPr/>
    </dgm:pt>
  </dgm:ptLst>
  <dgm:cxnLst>
    <dgm:cxn modelId="{D53D3C1D-BD95-4913-B4D1-1CAED98B5E4E}" srcId="{4113219F-BDFF-4374-8F1D-B93BE6935478}" destId="{5EE43711-B84F-45AF-9123-10FEC75A4D66}" srcOrd="0" destOrd="0" parTransId="{2CB0F6B0-B26B-4C42-A043-CE90242C2D04}" sibTransId="{E45B0621-634B-4674-9FEB-4312AD08C494}"/>
    <dgm:cxn modelId="{984E5778-7513-48C9-A320-3F7C9E9ACB20}" type="presOf" srcId="{5EE43711-B84F-45AF-9123-10FEC75A4D66}" destId="{54A4B71E-863A-465A-B71B-5F7196906E37}" srcOrd="0" destOrd="0" presId="urn:microsoft.com/office/officeart/2011/layout/RadialPictureList"/>
    <dgm:cxn modelId="{88748C82-2F00-4D76-A89D-52BD0D3D258A}" type="presOf" srcId="{3E322723-FB0C-461C-AE2A-E7A6EA9B8723}" destId="{A41A31C3-0D98-48B6-A3DF-54CDA2FD605A}" srcOrd="0" destOrd="0" presId="urn:microsoft.com/office/officeart/2011/layout/RadialPictureList"/>
    <dgm:cxn modelId="{CF651FA8-B480-4C26-BCEB-89376B34F0A5}" type="presOf" srcId="{1B39E9E2-B194-451F-B756-78A11C57A484}" destId="{D2FC49F2-EDEF-438D-B8B4-BF0108C0F934}" srcOrd="0" destOrd="0" presId="urn:microsoft.com/office/officeart/2011/layout/RadialPictureList"/>
    <dgm:cxn modelId="{47DCC6AB-899A-4EB2-B813-60483FC05432}" type="presOf" srcId="{4113219F-BDFF-4374-8F1D-B93BE6935478}" destId="{EF9507AF-B22E-48FA-A561-45498DF8E83D}" srcOrd="0" destOrd="0" presId="urn:microsoft.com/office/officeart/2011/layout/RadialPictureList"/>
    <dgm:cxn modelId="{3CF228CB-577B-4CA0-BED1-29A31B0C14CE}" srcId="{5EE43711-B84F-45AF-9123-10FEC75A4D66}" destId="{3E322723-FB0C-461C-AE2A-E7A6EA9B8723}" srcOrd="1" destOrd="0" parTransId="{702BDA7D-D674-4419-B66C-07FA43B954EB}" sibTransId="{187F9A3C-D469-4CB3-B985-46FE1C26AC2F}"/>
    <dgm:cxn modelId="{B67CB6DF-DDB2-4C50-84DA-3D17BDFFB95D}" srcId="{5EE43711-B84F-45AF-9123-10FEC75A4D66}" destId="{1B39E9E2-B194-451F-B756-78A11C57A484}" srcOrd="0" destOrd="0" parTransId="{A274C066-A546-4240-B3B2-B6477E0E4BEE}" sibTransId="{9E67D900-2264-443C-9FA4-F4ACDCBDA472}"/>
    <dgm:cxn modelId="{B888A20F-BF3E-4E50-A359-DD85C8A88869}" type="presParOf" srcId="{EF9507AF-B22E-48FA-A561-45498DF8E83D}" destId="{54A4B71E-863A-465A-B71B-5F7196906E37}" srcOrd="0" destOrd="0" presId="urn:microsoft.com/office/officeart/2011/layout/RadialPictureList"/>
    <dgm:cxn modelId="{5195965D-AA15-425E-A93C-2819D7432450}" type="presParOf" srcId="{EF9507AF-B22E-48FA-A561-45498DF8E83D}" destId="{E62BD2B9-5856-4BAF-845A-9EC10C81ACA9}" srcOrd="1" destOrd="0" presId="urn:microsoft.com/office/officeart/2011/layout/RadialPictureList"/>
    <dgm:cxn modelId="{E69DE8D2-7817-4673-A4BD-F4B1E90756D6}" type="presParOf" srcId="{EF9507AF-B22E-48FA-A561-45498DF8E83D}" destId="{149BB9E0-9FA4-4AC1-A538-5F28BA3F7A1A}" srcOrd="2" destOrd="0" presId="urn:microsoft.com/office/officeart/2011/layout/RadialPictureList"/>
    <dgm:cxn modelId="{B658F8F3-D234-4C1E-8B62-96A6596C9D24}" type="presParOf" srcId="{EF9507AF-B22E-48FA-A561-45498DF8E83D}" destId="{D2FC49F2-EDEF-438D-B8B4-BF0108C0F934}" srcOrd="3" destOrd="0" presId="urn:microsoft.com/office/officeart/2011/layout/RadialPictureList"/>
    <dgm:cxn modelId="{28BF3205-D059-4CA1-8B30-0A21A4670274}" type="presParOf" srcId="{EF9507AF-B22E-48FA-A561-45498DF8E83D}" destId="{7F5945B9-230A-4609-8C0A-243263997D48}" srcOrd="4" destOrd="0" presId="urn:microsoft.com/office/officeart/2011/layout/RadialPictureList"/>
    <dgm:cxn modelId="{5C6E9800-A755-477A-B7BE-D67B295487EB}" type="presParOf" srcId="{7F5945B9-230A-4609-8C0A-243263997D48}" destId="{ED313FCF-EB0E-4255-9FB8-8392252A8B4A}" srcOrd="0" destOrd="0" presId="urn:microsoft.com/office/officeart/2011/layout/RadialPictureList"/>
    <dgm:cxn modelId="{4225F6FA-8A61-4191-B953-83F4C2FF76A6}" type="presParOf" srcId="{EF9507AF-B22E-48FA-A561-45498DF8E83D}" destId="{A41A31C3-0D98-48B6-A3DF-54CDA2FD605A}" srcOrd="5" destOrd="0" presId="urn:microsoft.com/office/officeart/2011/layout/RadialPictur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A7724D-8844-4D04-A0ED-7B59C50FFF79}"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E30D5E87-5628-4FA3-A484-F571D05CC63F}">
      <dgm:prSet phldrT="[Text]" phldr="0"/>
      <dgm:spPr/>
      <dgm:t>
        <a:bodyPr/>
        <a:lstStyle/>
        <a:p>
          <a:r>
            <a:rPr lang="fr-FR" noProof="0" dirty="0"/>
            <a:t>Captivea</a:t>
          </a:r>
        </a:p>
      </dgm:t>
    </dgm:pt>
    <dgm:pt modelId="{BBBDE2ED-F318-45D5-979F-CD2FB811C162}" type="parTrans" cxnId="{7EE4C703-118E-40E7-9936-7495F302FD8A}">
      <dgm:prSet/>
      <dgm:spPr/>
      <dgm:t>
        <a:bodyPr/>
        <a:lstStyle/>
        <a:p>
          <a:endParaRPr lang="en-US"/>
        </a:p>
      </dgm:t>
    </dgm:pt>
    <dgm:pt modelId="{C368D775-88A4-4151-BC32-580B1A9A6A03}" type="sibTrans" cxnId="{7EE4C703-118E-40E7-9936-7495F302FD8A}">
      <dgm:prSet/>
      <dgm:spPr/>
      <dgm:t>
        <a:bodyPr/>
        <a:lstStyle/>
        <a:p>
          <a:endParaRPr lang="en-US"/>
        </a:p>
      </dgm:t>
    </dgm:pt>
    <dgm:pt modelId="{55D48877-185E-48A1-A0A1-EFFE5FE0C656}">
      <dgm:prSet phldrT="[Text]" phldr="0" custT="1"/>
      <dgm:spPr/>
      <dgm:t>
        <a:bodyPr/>
        <a:lstStyle/>
        <a:p>
          <a:r>
            <a:rPr lang="fr-FR" sz="2000" b="1" noProof="0" dirty="0"/>
            <a:t>Votre Prénom</a:t>
          </a:r>
        </a:p>
        <a:p>
          <a:r>
            <a:rPr lang="fr-FR" sz="1200" noProof="0" dirty="0"/>
            <a:t>Commercial</a:t>
          </a:r>
        </a:p>
      </dgm:t>
    </dgm:pt>
    <dgm:pt modelId="{AE19EB03-C067-4788-9A2B-A9BE0505065D}" type="parTrans" cxnId="{01FEA5A6-13DC-4719-830D-C36F96C3CCA5}">
      <dgm:prSet/>
      <dgm:spPr/>
      <dgm:t>
        <a:bodyPr/>
        <a:lstStyle/>
        <a:p>
          <a:endParaRPr lang="en-US"/>
        </a:p>
      </dgm:t>
    </dgm:pt>
    <dgm:pt modelId="{4468760A-8197-4E0C-AD77-9EDFDD0A3D60}" type="sibTrans" cxnId="{01FEA5A6-13DC-4719-830D-C36F96C3CCA5}">
      <dgm:prSet/>
      <dgm:spPr/>
      <dgm:t>
        <a:bodyPr/>
        <a:lstStyle/>
        <a:p>
          <a:endParaRPr lang="en-US"/>
        </a:p>
      </dgm:t>
    </dgm:pt>
    <dgm:pt modelId="{2565C5D5-A39B-473C-8FFA-94A80D992A43}">
      <dgm:prSet phldrT="[Text]" phldr="1"/>
      <dgm:spPr/>
      <dgm:t>
        <a:bodyPr/>
        <a:lstStyle/>
        <a:p>
          <a:endParaRPr lang="en-US" dirty="0"/>
        </a:p>
      </dgm:t>
    </dgm:pt>
    <dgm:pt modelId="{66659DA0-5772-4AF2-A035-6678FEAA7F58}" type="parTrans" cxnId="{5F89C83D-666A-44B2-9511-A0754A1C2F78}">
      <dgm:prSet/>
      <dgm:spPr/>
      <dgm:t>
        <a:bodyPr/>
        <a:lstStyle/>
        <a:p>
          <a:endParaRPr lang="en-US"/>
        </a:p>
      </dgm:t>
    </dgm:pt>
    <dgm:pt modelId="{BB756A08-1AB9-475C-AB2D-43B413475AEA}" type="sibTrans" cxnId="{5F89C83D-666A-44B2-9511-A0754A1C2F78}">
      <dgm:prSet/>
      <dgm:spPr/>
      <dgm:t>
        <a:bodyPr/>
        <a:lstStyle/>
        <a:p>
          <a:endParaRPr lang="en-US"/>
        </a:p>
      </dgm:t>
    </dgm:pt>
    <dgm:pt modelId="{31A3BFB6-BED3-4BC2-9CBE-114F2FB1CA89}">
      <dgm:prSet phldrT="[Text]" phldr="0"/>
      <dgm:spPr/>
      <dgm:t>
        <a:bodyPr/>
        <a:lstStyle/>
        <a:p>
          <a:endParaRPr lang="en-US" dirty="0"/>
        </a:p>
      </dgm:t>
    </dgm:pt>
    <dgm:pt modelId="{6DA29F7A-A306-49E4-9134-4B524B38CD92}" type="parTrans" cxnId="{CDC9C06B-8D6A-4BED-9295-A59C8197273C}">
      <dgm:prSet/>
      <dgm:spPr/>
      <dgm:t>
        <a:bodyPr/>
        <a:lstStyle/>
        <a:p>
          <a:endParaRPr lang="en-US"/>
        </a:p>
      </dgm:t>
    </dgm:pt>
    <dgm:pt modelId="{5ADDD4EB-480C-4A19-8088-37EC50CECF88}" type="sibTrans" cxnId="{CDC9C06B-8D6A-4BED-9295-A59C8197273C}">
      <dgm:prSet/>
      <dgm:spPr/>
      <dgm:t>
        <a:bodyPr/>
        <a:lstStyle/>
        <a:p>
          <a:endParaRPr lang="en-US"/>
        </a:p>
      </dgm:t>
    </dgm:pt>
    <dgm:pt modelId="{3703C401-E995-4109-92DF-4E8038C656BE}">
      <dgm:prSet phldrT="[Text]" phldr="0" custT="1"/>
      <dgm:spPr/>
      <dgm:t>
        <a:bodyPr/>
        <a:lstStyle/>
        <a:p>
          <a:r>
            <a:rPr lang="fr-FR" sz="2000" b="1" noProof="0" dirty="0"/>
            <a:t>Côme</a:t>
          </a:r>
          <a:endParaRPr lang="fr-FR" sz="1400" b="1" noProof="0" dirty="0"/>
        </a:p>
        <a:p>
          <a:r>
            <a:rPr lang="fr-FR" sz="1200" b="0" noProof="0" dirty="0"/>
            <a:t>Directeur des opérations</a:t>
          </a:r>
          <a:endParaRPr lang="fr-FR" sz="1400" b="1" noProof="0" dirty="0"/>
        </a:p>
      </dgm:t>
    </dgm:pt>
    <dgm:pt modelId="{E3353FC6-6E6B-44C4-A143-89B301ED7B20}" type="parTrans" cxnId="{2BC19ECE-1546-48CC-9438-5C1EFA6DE629}">
      <dgm:prSet/>
      <dgm:spPr/>
      <dgm:t>
        <a:bodyPr/>
        <a:lstStyle/>
        <a:p>
          <a:endParaRPr lang="en-US"/>
        </a:p>
      </dgm:t>
    </dgm:pt>
    <dgm:pt modelId="{871EE6DC-C3B7-4677-8729-9546FF422078}" type="sibTrans" cxnId="{2BC19ECE-1546-48CC-9438-5C1EFA6DE629}">
      <dgm:prSet/>
      <dgm:spPr/>
      <dgm:t>
        <a:bodyPr/>
        <a:lstStyle/>
        <a:p>
          <a:endParaRPr lang="en-US"/>
        </a:p>
      </dgm:t>
    </dgm:pt>
    <dgm:pt modelId="{9881EEC6-8DED-425E-879F-B9EF0064935F}" type="pres">
      <dgm:prSet presAssocID="{5EA7724D-8844-4D04-A0ED-7B59C50FFF79}" presName="Name0" presStyleCnt="0">
        <dgm:presLayoutVars>
          <dgm:chMax val="1"/>
          <dgm:chPref val="1"/>
          <dgm:dir/>
          <dgm:resizeHandles/>
        </dgm:presLayoutVars>
      </dgm:prSet>
      <dgm:spPr/>
    </dgm:pt>
    <dgm:pt modelId="{350BC28E-FA45-4BD0-93E8-205E283B2BB5}" type="pres">
      <dgm:prSet presAssocID="{E30D5E87-5628-4FA3-A484-F571D05CC63F}" presName="Parent" presStyleLbl="node1" presStyleIdx="0" presStyleCnt="2">
        <dgm:presLayoutVars>
          <dgm:chMax val="4"/>
          <dgm:chPref val="3"/>
        </dgm:presLayoutVars>
      </dgm:prSet>
      <dgm:spPr/>
    </dgm:pt>
    <dgm:pt modelId="{4DF949E9-EB2B-4F47-9BE8-188AE4683DA9}" type="pres">
      <dgm:prSet presAssocID="{55D48877-185E-48A1-A0A1-EFFE5FE0C656}" presName="Accent" presStyleLbl="node1" presStyleIdx="1" presStyleCnt="2"/>
      <dgm:spPr/>
    </dgm:pt>
    <dgm:pt modelId="{63354E55-B73C-447C-8076-E1E08F4C2FA2}" type="pres">
      <dgm:prSet presAssocID="{55D48877-185E-48A1-A0A1-EFFE5FE0C656}" presName="Image1" presStyleLbl="fgImgPlace1" presStyleIdx="0" presStyleCnt="2"/>
      <dgm:spPr>
        <a:blipFill>
          <a:blip xmlns:r="http://schemas.openxmlformats.org/officeDocument/2006/relationships" r:embed="rId1"/>
          <a:srcRect/>
          <a:stretch>
            <a:fillRect/>
          </a:stretch>
        </a:blipFill>
      </dgm:spPr>
    </dgm:pt>
    <dgm:pt modelId="{9EC13C32-E82B-47F6-83B1-5746D7E26055}" type="pres">
      <dgm:prSet presAssocID="{55D48877-185E-48A1-A0A1-EFFE5FE0C656}" presName="Child1" presStyleLbl="revTx" presStyleIdx="0" presStyleCnt="2">
        <dgm:presLayoutVars>
          <dgm:chMax val="0"/>
          <dgm:chPref val="0"/>
          <dgm:bulletEnabled val="1"/>
        </dgm:presLayoutVars>
      </dgm:prSet>
      <dgm:spPr/>
    </dgm:pt>
    <dgm:pt modelId="{C3899911-9E1E-45F5-AB1D-F1AB27B0C7EE}" type="pres">
      <dgm:prSet presAssocID="{3703C401-E995-4109-92DF-4E8038C656BE}" presName="Image2" presStyleCnt="0"/>
      <dgm:spPr/>
    </dgm:pt>
    <dgm:pt modelId="{E0ACA9AC-6F82-4A43-B50C-6FCB2589168A}" type="pres">
      <dgm:prSet presAssocID="{3703C401-E995-4109-92DF-4E8038C656BE}" presName="Image" presStyleLbl="fgImgPlace1" presStyleIdx="1" presStyleCnt="2"/>
      <dgm:spPr>
        <a:blipFill>
          <a:blip xmlns:r="http://schemas.openxmlformats.org/officeDocument/2006/relationships" r:embed="rId2"/>
          <a:srcRect/>
          <a:stretch>
            <a:fillRect/>
          </a:stretch>
        </a:blipFill>
      </dgm:spPr>
    </dgm:pt>
    <dgm:pt modelId="{4502A018-D2BC-4C9E-948B-9882F3D03A2D}" type="pres">
      <dgm:prSet presAssocID="{3703C401-E995-4109-92DF-4E8038C656BE}" presName="Child2" presStyleLbl="revTx" presStyleIdx="1" presStyleCnt="2">
        <dgm:presLayoutVars>
          <dgm:chMax val="0"/>
          <dgm:chPref val="0"/>
          <dgm:bulletEnabled val="1"/>
        </dgm:presLayoutVars>
      </dgm:prSet>
      <dgm:spPr/>
    </dgm:pt>
  </dgm:ptLst>
  <dgm:cxnLst>
    <dgm:cxn modelId="{7EE4C703-118E-40E7-9936-7495F302FD8A}" srcId="{5EA7724D-8844-4D04-A0ED-7B59C50FFF79}" destId="{E30D5E87-5628-4FA3-A484-F571D05CC63F}" srcOrd="0" destOrd="0" parTransId="{BBBDE2ED-F318-45D5-979F-CD2FB811C162}" sibTransId="{C368D775-88A4-4151-BC32-580B1A9A6A03}"/>
    <dgm:cxn modelId="{5F89C83D-666A-44B2-9511-A0754A1C2F78}" srcId="{5EA7724D-8844-4D04-A0ED-7B59C50FFF79}" destId="{2565C5D5-A39B-473C-8FFA-94A80D992A43}" srcOrd="1" destOrd="0" parTransId="{66659DA0-5772-4AF2-A035-6678FEAA7F58}" sibTransId="{BB756A08-1AB9-475C-AB2D-43B413475AEA}"/>
    <dgm:cxn modelId="{DA180A62-1288-4DA1-8C7D-BB8884D2BAF6}" type="presOf" srcId="{3703C401-E995-4109-92DF-4E8038C656BE}" destId="{4502A018-D2BC-4C9E-948B-9882F3D03A2D}" srcOrd="0" destOrd="0" presId="urn:microsoft.com/office/officeart/2011/layout/RadialPictureList"/>
    <dgm:cxn modelId="{F95D936A-2707-4D64-A8E4-EA232341BA6A}" type="presOf" srcId="{E30D5E87-5628-4FA3-A484-F571D05CC63F}" destId="{350BC28E-FA45-4BD0-93E8-205E283B2BB5}" srcOrd="0" destOrd="0" presId="urn:microsoft.com/office/officeart/2011/layout/RadialPictureList"/>
    <dgm:cxn modelId="{CDC9C06B-8D6A-4BED-9295-A59C8197273C}" srcId="{2565C5D5-A39B-473C-8FFA-94A80D992A43}" destId="{31A3BFB6-BED3-4BC2-9CBE-114F2FB1CA89}" srcOrd="0" destOrd="0" parTransId="{6DA29F7A-A306-49E4-9134-4B524B38CD92}" sibTransId="{5ADDD4EB-480C-4A19-8088-37EC50CECF88}"/>
    <dgm:cxn modelId="{01FEA5A6-13DC-4719-830D-C36F96C3CCA5}" srcId="{E30D5E87-5628-4FA3-A484-F571D05CC63F}" destId="{55D48877-185E-48A1-A0A1-EFFE5FE0C656}" srcOrd="0" destOrd="0" parTransId="{AE19EB03-C067-4788-9A2B-A9BE0505065D}" sibTransId="{4468760A-8197-4E0C-AD77-9EDFDD0A3D60}"/>
    <dgm:cxn modelId="{2BC19ECE-1546-48CC-9438-5C1EFA6DE629}" srcId="{E30D5E87-5628-4FA3-A484-F571D05CC63F}" destId="{3703C401-E995-4109-92DF-4E8038C656BE}" srcOrd="1" destOrd="0" parTransId="{E3353FC6-6E6B-44C4-A143-89B301ED7B20}" sibTransId="{871EE6DC-C3B7-4677-8729-9546FF422078}"/>
    <dgm:cxn modelId="{F4BFFED8-AF19-4338-8BEA-454B7F0F2295}" type="presOf" srcId="{55D48877-185E-48A1-A0A1-EFFE5FE0C656}" destId="{9EC13C32-E82B-47F6-83B1-5746D7E26055}" srcOrd="0" destOrd="0" presId="urn:microsoft.com/office/officeart/2011/layout/RadialPictureList"/>
    <dgm:cxn modelId="{E19446F1-DE86-4A4F-BB2E-CA497858FF80}" type="presOf" srcId="{5EA7724D-8844-4D04-A0ED-7B59C50FFF79}" destId="{9881EEC6-8DED-425E-879F-B9EF0064935F}" srcOrd="0" destOrd="0" presId="urn:microsoft.com/office/officeart/2011/layout/RadialPictureList"/>
    <dgm:cxn modelId="{2F029C0F-559C-488D-978C-C7B0C5D306B0}" type="presParOf" srcId="{9881EEC6-8DED-425E-879F-B9EF0064935F}" destId="{350BC28E-FA45-4BD0-93E8-205E283B2BB5}" srcOrd="0" destOrd="0" presId="urn:microsoft.com/office/officeart/2011/layout/RadialPictureList"/>
    <dgm:cxn modelId="{AB95DAB6-31E1-42CB-A782-8E3AEEE80057}" type="presParOf" srcId="{9881EEC6-8DED-425E-879F-B9EF0064935F}" destId="{4DF949E9-EB2B-4F47-9BE8-188AE4683DA9}" srcOrd="1" destOrd="0" presId="urn:microsoft.com/office/officeart/2011/layout/RadialPictureList"/>
    <dgm:cxn modelId="{7524E6AA-B2FA-4B5C-A4B3-D13DE2879651}" type="presParOf" srcId="{9881EEC6-8DED-425E-879F-B9EF0064935F}" destId="{63354E55-B73C-447C-8076-E1E08F4C2FA2}" srcOrd="2" destOrd="0" presId="urn:microsoft.com/office/officeart/2011/layout/RadialPictureList"/>
    <dgm:cxn modelId="{8A99C756-0035-45FE-8CEF-59752226B34D}" type="presParOf" srcId="{9881EEC6-8DED-425E-879F-B9EF0064935F}" destId="{9EC13C32-E82B-47F6-83B1-5746D7E26055}" srcOrd="3" destOrd="0" presId="urn:microsoft.com/office/officeart/2011/layout/RadialPictureList"/>
    <dgm:cxn modelId="{7CF2B5CF-2C1F-4C63-8273-E14DF6C4B27C}" type="presParOf" srcId="{9881EEC6-8DED-425E-879F-B9EF0064935F}" destId="{C3899911-9E1E-45F5-AB1D-F1AB27B0C7EE}" srcOrd="4" destOrd="0" presId="urn:microsoft.com/office/officeart/2011/layout/RadialPictureList"/>
    <dgm:cxn modelId="{E643946C-8A56-4932-B46C-63498A50BD0E}" type="presParOf" srcId="{C3899911-9E1E-45F5-AB1D-F1AB27B0C7EE}" destId="{E0ACA9AC-6F82-4A43-B50C-6FCB2589168A}" srcOrd="0" destOrd="0" presId="urn:microsoft.com/office/officeart/2011/layout/RadialPictureList"/>
    <dgm:cxn modelId="{AF2E3B66-CF9D-4338-ABFB-2AE9BC25773C}" type="presParOf" srcId="{9881EEC6-8DED-425E-879F-B9EF0064935F}" destId="{4502A018-D2BC-4C9E-948B-9882F3D03A2D}" srcOrd="5" destOrd="0" presId="urn:microsoft.com/office/officeart/2011/layout/RadialPictur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13219F-BDFF-4374-8F1D-B93BE6935478}"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5EE43711-B84F-45AF-9123-10FEC75A4D66}">
      <dgm:prSet phldrT="[Text]" phldr="0"/>
      <dgm:spPr>
        <a:solidFill>
          <a:schemeClr val="accent2"/>
        </a:solidFill>
      </dgm:spPr>
      <dgm:t>
        <a:bodyPr/>
        <a:lstStyle/>
        <a:p>
          <a:r>
            <a:rPr lang="fr-FR" noProof="0" dirty="0"/>
            <a:t>Odoo</a:t>
          </a:r>
        </a:p>
      </dgm:t>
    </dgm:pt>
    <dgm:pt modelId="{2CB0F6B0-B26B-4C42-A043-CE90242C2D04}" type="parTrans" cxnId="{D53D3C1D-BD95-4913-B4D1-1CAED98B5E4E}">
      <dgm:prSet/>
      <dgm:spPr/>
      <dgm:t>
        <a:bodyPr/>
        <a:lstStyle/>
        <a:p>
          <a:endParaRPr lang="en-US"/>
        </a:p>
      </dgm:t>
    </dgm:pt>
    <dgm:pt modelId="{E45B0621-634B-4674-9FEB-4312AD08C494}" type="sibTrans" cxnId="{D53D3C1D-BD95-4913-B4D1-1CAED98B5E4E}">
      <dgm:prSet/>
      <dgm:spPr/>
      <dgm:t>
        <a:bodyPr/>
        <a:lstStyle/>
        <a:p>
          <a:endParaRPr lang="en-US"/>
        </a:p>
      </dgm:t>
    </dgm:pt>
    <dgm:pt modelId="{1B39E9E2-B194-451F-B756-78A11C57A484}">
      <dgm:prSet phldrT="[Text]" phldr="0" custT="1"/>
      <dgm:spPr/>
      <dgm:t>
        <a:bodyPr/>
        <a:lstStyle/>
        <a:p>
          <a:r>
            <a:rPr lang="fr-FR" sz="2100" b="1" noProof="0" dirty="0"/>
            <a:t>Robin</a:t>
          </a:r>
        </a:p>
        <a:p>
          <a:r>
            <a:rPr lang="fr-FR" sz="1200" noProof="0" dirty="0"/>
            <a:t>Partner Manager</a:t>
          </a:r>
        </a:p>
      </dgm:t>
    </dgm:pt>
    <dgm:pt modelId="{A274C066-A546-4240-B3B2-B6477E0E4BEE}" type="parTrans" cxnId="{B67CB6DF-DDB2-4C50-84DA-3D17BDFFB95D}">
      <dgm:prSet/>
      <dgm:spPr/>
      <dgm:t>
        <a:bodyPr/>
        <a:lstStyle/>
        <a:p>
          <a:endParaRPr lang="en-US"/>
        </a:p>
      </dgm:t>
    </dgm:pt>
    <dgm:pt modelId="{9E67D900-2264-443C-9FA4-F4ACDCBDA472}" type="sibTrans" cxnId="{B67CB6DF-DDB2-4C50-84DA-3D17BDFFB95D}">
      <dgm:prSet/>
      <dgm:spPr/>
      <dgm:t>
        <a:bodyPr/>
        <a:lstStyle/>
        <a:p>
          <a:endParaRPr lang="en-US"/>
        </a:p>
      </dgm:t>
    </dgm:pt>
    <dgm:pt modelId="{3E322723-FB0C-461C-AE2A-E7A6EA9B8723}">
      <dgm:prSet phldrT="[Text]" phldr="0" custT="1"/>
      <dgm:spPr/>
      <dgm:t>
        <a:bodyPr/>
        <a:lstStyle/>
        <a:p>
          <a:r>
            <a:rPr lang="fr-FR" sz="2100" b="1" noProof="0" dirty="0"/>
            <a:t>Quentin</a:t>
          </a:r>
        </a:p>
        <a:p>
          <a:r>
            <a:rPr lang="fr-FR" sz="1200" noProof="0" dirty="0" err="1"/>
            <a:t>Account</a:t>
          </a:r>
          <a:r>
            <a:rPr lang="fr-FR" sz="1200" noProof="0" dirty="0"/>
            <a:t> Manager</a:t>
          </a:r>
        </a:p>
      </dgm:t>
    </dgm:pt>
    <dgm:pt modelId="{702BDA7D-D674-4419-B66C-07FA43B954EB}" type="parTrans" cxnId="{3CF228CB-577B-4CA0-BED1-29A31B0C14CE}">
      <dgm:prSet/>
      <dgm:spPr/>
      <dgm:t>
        <a:bodyPr/>
        <a:lstStyle/>
        <a:p>
          <a:endParaRPr lang="en-US"/>
        </a:p>
      </dgm:t>
    </dgm:pt>
    <dgm:pt modelId="{187F9A3C-D469-4CB3-B985-46FE1C26AC2F}" type="sibTrans" cxnId="{3CF228CB-577B-4CA0-BED1-29A31B0C14CE}">
      <dgm:prSet/>
      <dgm:spPr/>
      <dgm:t>
        <a:bodyPr/>
        <a:lstStyle/>
        <a:p>
          <a:endParaRPr lang="en-US"/>
        </a:p>
      </dgm:t>
    </dgm:pt>
    <dgm:pt modelId="{EF9507AF-B22E-48FA-A561-45498DF8E83D}" type="pres">
      <dgm:prSet presAssocID="{4113219F-BDFF-4374-8F1D-B93BE6935478}" presName="Name0" presStyleCnt="0">
        <dgm:presLayoutVars>
          <dgm:chMax val="1"/>
          <dgm:chPref val="1"/>
          <dgm:dir/>
          <dgm:resizeHandles/>
        </dgm:presLayoutVars>
      </dgm:prSet>
      <dgm:spPr/>
    </dgm:pt>
    <dgm:pt modelId="{54A4B71E-863A-465A-B71B-5F7196906E37}" type="pres">
      <dgm:prSet presAssocID="{5EE43711-B84F-45AF-9123-10FEC75A4D66}" presName="Parent" presStyleLbl="node1" presStyleIdx="0" presStyleCnt="2">
        <dgm:presLayoutVars>
          <dgm:chMax val="4"/>
          <dgm:chPref val="3"/>
        </dgm:presLayoutVars>
      </dgm:prSet>
      <dgm:spPr/>
    </dgm:pt>
    <dgm:pt modelId="{E62BD2B9-5856-4BAF-845A-9EC10C81ACA9}" type="pres">
      <dgm:prSet presAssocID="{1B39E9E2-B194-451F-B756-78A11C57A484}" presName="Accent" presStyleLbl="node1" presStyleIdx="1" presStyleCnt="2"/>
      <dgm:spPr>
        <a:solidFill>
          <a:schemeClr val="accent2"/>
        </a:solidFill>
      </dgm:spPr>
    </dgm:pt>
    <dgm:pt modelId="{149BB9E0-9FA4-4AC1-A538-5F28BA3F7A1A}" type="pres">
      <dgm:prSet presAssocID="{1B39E9E2-B194-451F-B756-78A11C57A484}" presName="Image1" presStyleLbl="fgImgPlace1" presStyleIdx="0" presStyleCnt="2"/>
      <dgm:spPr>
        <a:blipFill>
          <a:blip xmlns:r="http://schemas.openxmlformats.org/officeDocument/2006/relationships" r:embed="rId1"/>
          <a:srcRect/>
          <a:stretch>
            <a:fillRect/>
          </a:stretch>
        </a:blipFill>
      </dgm:spPr>
    </dgm:pt>
    <dgm:pt modelId="{D2FC49F2-EDEF-438D-B8B4-BF0108C0F934}" type="pres">
      <dgm:prSet presAssocID="{1B39E9E2-B194-451F-B756-78A11C57A484}" presName="Child1" presStyleLbl="revTx" presStyleIdx="0" presStyleCnt="2">
        <dgm:presLayoutVars>
          <dgm:chMax val="0"/>
          <dgm:chPref val="0"/>
          <dgm:bulletEnabled val="1"/>
        </dgm:presLayoutVars>
      </dgm:prSet>
      <dgm:spPr/>
    </dgm:pt>
    <dgm:pt modelId="{7F5945B9-230A-4609-8C0A-243263997D48}" type="pres">
      <dgm:prSet presAssocID="{3E322723-FB0C-461C-AE2A-E7A6EA9B8723}" presName="Image2" presStyleCnt="0"/>
      <dgm:spPr/>
    </dgm:pt>
    <dgm:pt modelId="{ED313FCF-EB0E-4255-9FB8-8392252A8B4A}" type="pres">
      <dgm:prSet presAssocID="{3E322723-FB0C-461C-AE2A-E7A6EA9B8723}" presName="Image" presStyleLbl="fgImgPlace1" presStyleIdx="1" presStyleCnt="2"/>
      <dgm:spPr>
        <a:blipFill>
          <a:blip xmlns:r="http://schemas.openxmlformats.org/officeDocument/2006/relationships" r:embed="rId2"/>
          <a:srcRect/>
          <a:stretch>
            <a:fillRect/>
          </a:stretch>
        </a:blipFill>
      </dgm:spPr>
    </dgm:pt>
    <dgm:pt modelId="{A41A31C3-0D98-48B6-A3DF-54CDA2FD605A}" type="pres">
      <dgm:prSet presAssocID="{3E322723-FB0C-461C-AE2A-E7A6EA9B8723}" presName="Child2" presStyleLbl="revTx" presStyleIdx="1" presStyleCnt="2">
        <dgm:presLayoutVars>
          <dgm:chMax val="0"/>
          <dgm:chPref val="0"/>
          <dgm:bulletEnabled val="1"/>
        </dgm:presLayoutVars>
      </dgm:prSet>
      <dgm:spPr/>
    </dgm:pt>
  </dgm:ptLst>
  <dgm:cxnLst>
    <dgm:cxn modelId="{D53D3C1D-BD95-4913-B4D1-1CAED98B5E4E}" srcId="{4113219F-BDFF-4374-8F1D-B93BE6935478}" destId="{5EE43711-B84F-45AF-9123-10FEC75A4D66}" srcOrd="0" destOrd="0" parTransId="{2CB0F6B0-B26B-4C42-A043-CE90242C2D04}" sibTransId="{E45B0621-634B-4674-9FEB-4312AD08C494}"/>
    <dgm:cxn modelId="{984E5778-7513-48C9-A320-3F7C9E9ACB20}" type="presOf" srcId="{5EE43711-B84F-45AF-9123-10FEC75A4D66}" destId="{54A4B71E-863A-465A-B71B-5F7196906E37}" srcOrd="0" destOrd="0" presId="urn:microsoft.com/office/officeart/2011/layout/RadialPictureList"/>
    <dgm:cxn modelId="{88748C82-2F00-4D76-A89D-52BD0D3D258A}" type="presOf" srcId="{3E322723-FB0C-461C-AE2A-E7A6EA9B8723}" destId="{A41A31C3-0D98-48B6-A3DF-54CDA2FD605A}" srcOrd="0" destOrd="0" presId="urn:microsoft.com/office/officeart/2011/layout/RadialPictureList"/>
    <dgm:cxn modelId="{CF651FA8-B480-4C26-BCEB-89376B34F0A5}" type="presOf" srcId="{1B39E9E2-B194-451F-B756-78A11C57A484}" destId="{D2FC49F2-EDEF-438D-B8B4-BF0108C0F934}" srcOrd="0" destOrd="0" presId="urn:microsoft.com/office/officeart/2011/layout/RadialPictureList"/>
    <dgm:cxn modelId="{47DCC6AB-899A-4EB2-B813-60483FC05432}" type="presOf" srcId="{4113219F-BDFF-4374-8F1D-B93BE6935478}" destId="{EF9507AF-B22E-48FA-A561-45498DF8E83D}" srcOrd="0" destOrd="0" presId="urn:microsoft.com/office/officeart/2011/layout/RadialPictureList"/>
    <dgm:cxn modelId="{3CF228CB-577B-4CA0-BED1-29A31B0C14CE}" srcId="{5EE43711-B84F-45AF-9123-10FEC75A4D66}" destId="{3E322723-FB0C-461C-AE2A-E7A6EA9B8723}" srcOrd="1" destOrd="0" parTransId="{702BDA7D-D674-4419-B66C-07FA43B954EB}" sibTransId="{187F9A3C-D469-4CB3-B985-46FE1C26AC2F}"/>
    <dgm:cxn modelId="{B67CB6DF-DDB2-4C50-84DA-3D17BDFFB95D}" srcId="{5EE43711-B84F-45AF-9123-10FEC75A4D66}" destId="{1B39E9E2-B194-451F-B756-78A11C57A484}" srcOrd="0" destOrd="0" parTransId="{A274C066-A546-4240-B3B2-B6477E0E4BEE}" sibTransId="{9E67D900-2264-443C-9FA4-F4ACDCBDA472}"/>
    <dgm:cxn modelId="{B888A20F-BF3E-4E50-A359-DD85C8A88869}" type="presParOf" srcId="{EF9507AF-B22E-48FA-A561-45498DF8E83D}" destId="{54A4B71E-863A-465A-B71B-5F7196906E37}" srcOrd="0" destOrd="0" presId="urn:microsoft.com/office/officeart/2011/layout/RadialPictureList"/>
    <dgm:cxn modelId="{5195965D-AA15-425E-A93C-2819D7432450}" type="presParOf" srcId="{EF9507AF-B22E-48FA-A561-45498DF8E83D}" destId="{E62BD2B9-5856-4BAF-845A-9EC10C81ACA9}" srcOrd="1" destOrd="0" presId="urn:microsoft.com/office/officeart/2011/layout/RadialPictureList"/>
    <dgm:cxn modelId="{E69DE8D2-7817-4673-A4BD-F4B1E90756D6}" type="presParOf" srcId="{EF9507AF-B22E-48FA-A561-45498DF8E83D}" destId="{149BB9E0-9FA4-4AC1-A538-5F28BA3F7A1A}" srcOrd="2" destOrd="0" presId="urn:microsoft.com/office/officeart/2011/layout/RadialPictureList"/>
    <dgm:cxn modelId="{B658F8F3-D234-4C1E-8B62-96A6596C9D24}" type="presParOf" srcId="{EF9507AF-B22E-48FA-A561-45498DF8E83D}" destId="{D2FC49F2-EDEF-438D-B8B4-BF0108C0F934}" srcOrd="3" destOrd="0" presId="urn:microsoft.com/office/officeart/2011/layout/RadialPictureList"/>
    <dgm:cxn modelId="{28BF3205-D059-4CA1-8B30-0A21A4670274}" type="presParOf" srcId="{EF9507AF-B22E-48FA-A561-45498DF8E83D}" destId="{7F5945B9-230A-4609-8C0A-243263997D48}" srcOrd="4" destOrd="0" presId="urn:microsoft.com/office/officeart/2011/layout/RadialPictureList"/>
    <dgm:cxn modelId="{5C6E9800-A755-477A-B7BE-D67B295487EB}" type="presParOf" srcId="{7F5945B9-230A-4609-8C0A-243263997D48}" destId="{ED313FCF-EB0E-4255-9FB8-8392252A8B4A}" srcOrd="0" destOrd="0" presId="urn:microsoft.com/office/officeart/2011/layout/RadialPictureList"/>
    <dgm:cxn modelId="{4225F6FA-8A61-4191-B953-83F4C2FF76A6}" type="presParOf" srcId="{EF9507AF-B22E-48FA-A561-45498DF8E83D}" destId="{A41A31C3-0D98-48B6-A3DF-54CDA2FD605A}" srcOrd="5" destOrd="0" presId="urn:microsoft.com/office/officeart/2011/layout/RadialPicture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EA7724D-8844-4D04-A0ED-7B59C50FFF79}"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E30D5E87-5628-4FA3-A484-F571D05CC63F}">
      <dgm:prSet phldrT="[Text]" phldr="0"/>
      <dgm:spPr/>
      <dgm:t>
        <a:bodyPr/>
        <a:lstStyle/>
        <a:p>
          <a:r>
            <a:rPr lang="fr-FR" noProof="0" dirty="0"/>
            <a:t>Captivea</a:t>
          </a:r>
        </a:p>
      </dgm:t>
    </dgm:pt>
    <dgm:pt modelId="{BBBDE2ED-F318-45D5-979F-CD2FB811C162}" type="parTrans" cxnId="{7EE4C703-118E-40E7-9936-7495F302FD8A}">
      <dgm:prSet/>
      <dgm:spPr/>
      <dgm:t>
        <a:bodyPr/>
        <a:lstStyle/>
        <a:p>
          <a:endParaRPr lang="en-US"/>
        </a:p>
      </dgm:t>
    </dgm:pt>
    <dgm:pt modelId="{C368D775-88A4-4151-BC32-580B1A9A6A03}" type="sibTrans" cxnId="{7EE4C703-118E-40E7-9936-7495F302FD8A}">
      <dgm:prSet/>
      <dgm:spPr/>
      <dgm:t>
        <a:bodyPr/>
        <a:lstStyle/>
        <a:p>
          <a:endParaRPr lang="en-US"/>
        </a:p>
      </dgm:t>
    </dgm:pt>
    <dgm:pt modelId="{55D48877-185E-48A1-A0A1-EFFE5FE0C656}">
      <dgm:prSet phldrT="[Text]" phldr="0" custT="1"/>
      <dgm:spPr/>
      <dgm:t>
        <a:bodyPr/>
        <a:lstStyle/>
        <a:p>
          <a:r>
            <a:rPr lang="fr-FR" sz="2000" b="1" noProof="0" dirty="0"/>
            <a:t>Olivier</a:t>
          </a:r>
        </a:p>
        <a:p>
          <a:r>
            <a:rPr lang="fr-FR" sz="1200" noProof="0" dirty="0"/>
            <a:t>Commercial</a:t>
          </a:r>
        </a:p>
      </dgm:t>
    </dgm:pt>
    <dgm:pt modelId="{AE19EB03-C067-4788-9A2B-A9BE0505065D}" type="parTrans" cxnId="{01FEA5A6-13DC-4719-830D-C36F96C3CCA5}">
      <dgm:prSet/>
      <dgm:spPr/>
      <dgm:t>
        <a:bodyPr/>
        <a:lstStyle/>
        <a:p>
          <a:endParaRPr lang="en-US"/>
        </a:p>
      </dgm:t>
    </dgm:pt>
    <dgm:pt modelId="{4468760A-8197-4E0C-AD77-9EDFDD0A3D60}" type="sibTrans" cxnId="{01FEA5A6-13DC-4719-830D-C36F96C3CCA5}">
      <dgm:prSet/>
      <dgm:spPr/>
      <dgm:t>
        <a:bodyPr/>
        <a:lstStyle/>
        <a:p>
          <a:endParaRPr lang="en-US"/>
        </a:p>
      </dgm:t>
    </dgm:pt>
    <dgm:pt modelId="{2565C5D5-A39B-473C-8FFA-94A80D992A43}">
      <dgm:prSet phldrT="[Text]" phldr="1"/>
      <dgm:spPr/>
      <dgm:t>
        <a:bodyPr/>
        <a:lstStyle/>
        <a:p>
          <a:endParaRPr lang="en-US" dirty="0"/>
        </a:p>
      </dgm:t>
    </dgm:pt>
    <dgm:pt modelId="{66659DA0-5772-4AF2-A035-6678FEAA7F58}" type="parTrans" cxnId="{5F89C83D-666A-44B2-9511-A0754A1C2F78}">
      <dgm:prSet/>
      <dgm:spPr/>
      <dgm:t>
        <a:bodyPr/>
        <a:lstStyle/>
        <a:p>
          <a:endParaRPr lang="en-US"/>
        </a:p>
      </dgm:t>
    </dgm:pt>
    <dgm:pt modelId="{BB756A08-1AB9-475C-AB2D-43B413475AEA}" type="sibTrans" cxnId="{5F89C83D-666A-44B2-9511-A0754A1C2F78}">
      <dgm:prSet/>
      <dgm:spPr/>
      <dgm:t>
        <a:bodyPr/>
        <a:lstStyle/>
        <a:p>
          <a:endParaRPr lang="en-US"/>
        </a:p>
      </dgm:t>
    </dgm:pt>
    <dgm:pt modelId="{31A3BFB6-BED3-4BC2-9CBE-114F2FB1CA89}">
      <dgm:prSet phldrT="[Text]" phldr="0"/>
      <dgm:spPr/>
      <dgm:t>
        <a:bodyPr/>
        <a:lstStyle/>
        <a:p>
          <a:endParaRPr lang="en-US" dirty="0"/>
        </a:p>
      </dgm:t>
    </dgm:pt>
    <dgm:pt modelId="{6DA29F7A-A306-49E4-9134-4B524B38CD92}" type="parTrans" cxnId="{CDC9C06B-8D6A-4BED-9295-A59C8197273C}">
      <dgm:prSet/>
      <dgm:spPr/>
      <dgm:t>
        <a:bodyPr/>
        <a:lstStyle/>
        <a:p>
          <a:endParaRPr lang="en-US"/>
        </a:p>
      </dgm:t>
    </dgm:pt>
    <dgm:pt modelId="{5ADDD4EB-480C-4A19-8088-37EC50CECF88}" type="sibTrans" cxnId="{CDC9C06B-8D6A-4BED-9295-A59C8197273C}">
      <dgm:prSet/>
      <dgm:spPr/>
      <dgm:t>
        <a:bodyPr/>
        <a:lstStyle/>
        <a:p>
          <a:endParaRPr lang="en-US"/>
        </a:p>
      </dgm:t>
    </dgm:pt>
    <dgm:pt modelId="{3703C401-E995-4109-92DF-4E8038C656BE}">
      <dgm:prSet phldrT="[Text]" phldr="0" custT="1"/>
      <dgm:spPr/>
      <dgm:t>
        <a:bodyPr/>
        <a:lstStyle/>
        <a:p>
          <a:r>
            <a:rPr lang="fr-FR" sz="2000" b="1" noProof="0" dirty="0"/>
            <a:t>Khalid</a:t>
          </a:r>
          <a:endParaRPr lang="fr-FR" sz="1400" b="1" noProof="0" dirty="0"/>
        </a:p>
        <a:p>
          <a:r>
            <a:rPr lang="fr-FR" sz="1200" b="0" noProof="0" dirty="0"/>
            <a:t>CEO</a:t>
          </a:r>
          <a:endParaRPr lang="fr-FR" sz="1400" b="1" noProof="0" dirty="0"/>
        </a:p>
      </dgm:t>
    </dgm:pt>
    <dgm:pt modelId="{E3353FC6-6E6B-44C4-A143-89B301ED7B20}" type="parTrans" cxnId="{2BC19ECE-1546-48CC-9438-5C1EFA6DE629}">
      <dgm:prSet/>
      <dgm:spPr/>
      <dgm:t>
        <a:bodyPr/>
        <a:lstStyle/>
        <a:p>
          <a:endParaRPr lang="en-US"/>
        </a:p>
      </dgm:t>
    </dgm:pt>
    <dgm:pt modelId="{871EE6DC-C3B7-4677-8729-9546FF422078}" type="sibTrans" cxnId="{2BC19ECE-1546-48CC-9438-5C1EFA6DE629}">
      <dgm:prSet/>
      <dgm:spPr/>
      <dgm:t>
        <a:bodyPr/>
        <a:lstStyle/>
        <a:p>
          <a:endParaRPr lang="en-US"/>
        </a:p>
      </dgm:t>
    </dgm:pt>
    <dgm:pt modelId="{9881EEC6-8DED-425E-879F-B9EF0064935F}" type="pres">
      <dgm:prSet presAssocID="{5EA7724D-8844-4D04-A0ED-7B59C50FFF79}" presName="Name0" presStyleCnt="0">
        <dgm:presLayoutVars>
          <dgm:chMax val="1"/>
          <dgm:chPref val="1"/>
          <dgm:dir/>
          <dgm:resizeHandles/>
        </dgm:presLayoutVars>
      </dgm:prSet>
      <dgm:spPr/>
    </dgm:pt>
    <dgm:pt modelId="{350BC28E-FA45-4BD0-93E8-205E283B2BB5}" type="pres">
      <dgm:prSet presAssocID="{E30D5E87-5628-4FA3-A484-F571D05CC63F}" presName="Parent" presStyleLbl="node1" presStyleIdx="0" presStyleCnt="2">
        <dgm:presLayoutVars>
          <dgm:chMax val="4"/>
          <dgm:chPref val="3"/>
        </dgm:presLayoutVars>
      </dgm:prSet>
      <dgm:spPr/>
    </dgm:pt>
    <dgm:pt modelId="{4DF949E9-EB2B-4F47-9BE8-188AE4683DA9}" type="pres">
      <dgm:prSet presAssocID="{55D48877-185E-48A1-A0A1-EFFE5FE0C656}" presName="Accent" presStyleLbl="node1" presStyleIdx="1" presStyleCnt="2"/>
      <dgm:spPr/>
    </dgm:pt>
    <dgm:pt modelId="{63354E55-B73C-447C-8076-E1E08F4C2FA2}" type="pres">
      <dgm:prSet presAssocID="{55D48877-185E-48A1-A0A1-EFFE5FE0C656}" presName="Image1" presStyleLbl="fgImgPlace1" presStyleIdx="0" presStyleCnt="2"/>
      <dgm:spPr>
        <a:blipFill>
          <a:blip xmlns:r="http://schemas.openxmlformats.org/officeDocument/2006/relationships" r:embed="rId1"/>
          <a:srcRect/>
          <a:stretch>
            <a:fillRect/>
          </a:stretch>
        </a:blipFill>
      </dgm:spPr>
    </dgm:pt>
    <dgm:pt modelId="{9EC13C32-E82B-47F6-83B1-5746D7E26055}" type="pres">
      <dgm:prSet presAssocID="{55D48877-185E-48A1-A0A1-EFFE5FE0C656}" presName="Child1" presStyleLbl="revTx" presStyleIdx="0" presStyleCnt="2">
        <dgm:presLayoutVars>
          <dgm:chMax val="0"/>
          <dgm:chPref val="0"/>
          <dgm:bulletEnabled val="1"/>
        </dgm:presLayoutVars>
      </dgm:prSet>
      <dgm:spPr/>
    </dgm:pt>
    <dgm:pt modelId="{C3899911-9E1E-45F5-AB1D-F1AB27B0C7EE}" type="pres">
      <dgm:prSet presAssocID="{3703C401-E995-4109-92DF-4E8038C656BE}" presName="Image2" presStyleCnt="0"/>
      <dgm:spPr/>
    </dgm:pt>
    <dgm:pt modelId="{E0ACA9AC-6F82-4A43-B50C-6FCB2589168A}" type="pres">
      <dgm:prSet presAssocID="{3703C401-E995-4109-92DF-4E8038C656BE}" presName="Image" presStyleLbl="fgImgPlace1" presStyleIdx="1" presStyleCnt="2"/>
      <dgm:spPr>
        <a:blipFill>
          <a:blip xmlns:r="http://schemas.openxmlformats.org/officeDocument/2006/relationships" r:embed="rId2"/>
          <a:srcRect/>
          <a:stretch>
            <a:fillRect/>
          </a:stretch>
        </a:blipFill>
      </dgm:spPr>
    </dgm:pt>
    <dgm:pt modelId="{4502A018-D2BC-4C9E-948B-9882F3D03A2D}" type="pres">
      <dgm:prSet presAssocID="{3703C401-E995-4109-92DF-4E8038C656BE}" presName="Child2" presStyleLbl="revTx" presStyleIdx="1" presStyleCnt="2">
        <dgm:presLayoutVars>
          <dgm:chMax val="0"/>
          <dgm:chPref val="0"/>
          <dgm:bulletEnabled val="1"/>
        </dgm:presLayoutVars>
      </dgm:prSet>
      <dgm:spPr/>
    </dgm:pt>
  </dgm:ptLst>
  <dgm:cxnLst>
    <dgm:cxn modelId="{7EE4C703-118E-40E7-9936-7495F302FD8A}" srcId="{5EA7724D-8844-4D04-A0ED-7B59C50FFF79}" destId="{E30D5E87-5628-4FA3-A484-F571D05CC63F}" srcOrd="0" destOrd="0" parTransId="{BBBDE2ED-F318-45D5-979F-CD2FB811C162}" sibTransId="{C368D775-88A4-4151-BC32-580B1A9A6A03}"/>
    <dgm:cxn modelId="{5F89C83D-666A-44B2-9511-A0754A1C2F78}" srcId="{5EA7724D-8844-4D04-A0ED-7B59C50FFF79}" destId="{2565C5D5-A39B-473C-8FFA-94A80D992A43}" srcOrd="1" destOrd="0" parTransId="{66659DA0-5772-4AF2-A035-6678FEAA7F58}" sibTransId="{BB756A08-1AB9-475C-AB2D-43B413475AEA}"/>
    <dgm:cxn modelId="{DA180A62-1288-4DA1-8C7D-BB8884D2BAF6}" type="presOf" srcId="{3703C401-E995-4109-92DF-4E8038C656BE}" destId="{4502A018-D2BC-4C9E-948B-9882F3D03A2D}" srcOrd="0" destOrd="0" presId="urn:microsoft.com/office/officeart/2011/layout/RadialPictureList"/>
    <dgm:cxn modelId="{F95D936A-2707-4D64-A8E4-EA232341BA6A}" type="presOf" srcId="{E30D5E87-5628-4FA3-A484-F571D05CC63F}" destId="{350BC28E-FA45-4BD0-93E8-205E283B2BB5}" srcOrd="0" destOrd="0" presId="urn:microsoft.com/office/officeart/2011/layout/RadialPictureList"/>
    <dgm:cxn modelId="{CDC9C06B-8D6A-4BED-9295-A59C8197273C}" srcId="{2565C5D5-A39B-473C-8FFA-94A80D992A43}" destId="{31A3BFB6-BED3-4BC2-9CBE-114F2FB1CA89}" srcOrd="0" destOrd="0" parTransId="{6DA29F7A-A306-49E4-9134-4B524B38CD92}" sibTransId="{5ADDD4EB-480C-4A19-8088-37EC50CECF88}"/>
    <dgm:cxn modelId="{01FEA5A6-13DC-4719-830D-C36F96C3CCA5}" srcId="{E30D5E87-5628-4FA3-A484-F571D05CC63F}" destId="{55D48877-185E-48A1-A0A1-EFFE5FE0C656}" srcOrd="0" destOrd="0" parTransId="{AE19EB03-C067-4788-9A2B-A9BE0505065D}" sibTransId="{4468760A-8197-4E0C-AD77-9EDFDD0A3D60}"/>
    <dgm:cxn modelId="{2BC19ECE-1546-48CC-9438-5C1EFA6DE629}" srcId="{E30D5E87-5628-4FA3-A484-F571D05CC63F}" destId="{3703C401-E995-4109-92DF-4E8038C656BE}" srcOrd="1" destOrd="0" parTransId="{E3353FC6-6E6B-44C4-A143-89B301ED7B20}" sibTransId="{871EE6DC-C3B7-4677-8729-9546FF422078}"/>
    <dgm:cxn modelId="{F4BFFED8-AF19-4338-8BEA-454B7F0F2295}" type="presOf" srcId="{55D48877-185E-48A1-A0A1-EFFE5FE0C656}" destId="{9EC13C32-E82B-47F6-83B1-5746D7E26055}" srcOrd="0" destOrd="0" presId="urn:microsoft.com/office/officeart/2011/layout/RadialPictureList"/>
    <dgm:cxn modelId="{E19446F1-DE86-4A4F-BB2E-CA497858FF80}" type="presOf" srcId="{5EA7724D-8844-4D04-A0ED-7B59C50FFF79}" destId="{9881EEC6-8DED-425E-879F-B9EF0064935F}" srcOrd="0" destOrd="0" presId="urn:microsoft.com/office/officeart/2011/layout/RadialPictureList"/>
    <dgm:cxn modelId="{2F029C0F-559C-488D-978C-C7B0C5D306B0}" type="presParOf" srcId="{9881EEC6-8DED-425E-879F-B9EF0064935F}" destId="{350BC28E-FA45-4BD0-93E8-205E283B2BB5}" srcOrd="0" destOrd="0" presId="urn:microsoft.com/office/officeart/2011/layout/RadialPictureList"/>
    <dgm:cxn modelId="{AB95DAB6-31E1-42CB-A782-8E3AEEE80057}" type="presParOf" srcId="{9881EEC6-8DED-425E-879F-B9EF0064935F}" destId="{4DF949E9-EB2B-4F47-9BE8-188AE4683DA9}" srcOrd="1" destOrd="0" presId="urn:microsoft.com/office/officeart/2011/layout/RadialPictureList"/>
    <dgm:cxn modelId="{7524E6AA-B2FA-4B5C-A4B3-D13DE2879651}" type="presParOf" srcId="{9881EEC6-8DED-425E-879F-B9EF0064935F}" destId="{63354E55-B73C-447C-8076-E1E08F4C2FA2}" srcOrd="2" destOrd="0" presId="urn:microsoft.com/office/officeart/2011/layout/RadialPictureList"/>
    <dgm:cxn modelId="{8A99C756-0035-45FE-8CEF-59752226B34D}" type="presParOf" srcId="{9881EEC6-8DED-425E-879F-B9EF0064935F}" destId="{9EC13C32-E82B-47F6-83B1-5746D7E26055}" srcOrd="3" destOrd="0" presId="urn:microsoft.com/office/officeart/2011/layout/RadialPictureList"/>
    <dgm:cxn modelId="{7CF2B5CF-2C1F-4C63-8273-E14DF6C4B27C}" type="presParOf" srcId="{9881EEC6-8DED-425E-879F-B9EF0064935F}" destId="{C3899911-9E1E-45F5-AB1D-F1AB27B0C7EE}" srcOrd="4" destOrd="0" presId="urn:microsoft.com/office/officeart/2011/layout/RadialPictureList"/>
    <dgm:cxn modelId="{1F484964-6145-4153-94CF-26C551EAF10A}" type="presParOf" srcId="{C3899911-9E1E-45F5-AB1D-F1AB27B0C7EE}" destId="{E0ACA9AC-6F82-4A43-B50C-6FCB2589168A}" srcOrd="0" destOrd="0" presId="urn:microsoft.com/office/officeart/2011/layout/RadialPictureList"/>
    <dgm:cxn modelId="{AF2E3B66-CF9D-4338-ABFB-2AE9BC25773C}" type="presParOf" srcId="{9881EEC6-8DED-425E-879F-B9EF0064935F}" destId="{4502A018-D2BC-4C9E-948B-9882F3D03A2D}" srcOrd="5" destOrd="0" presId="urn:microsoft.com/office/officeart/2011/layout/Radial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113219F-BDFF-4374-8F1D-B93BE6935478}"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5EE43711-B84F-45AF-9123-10FEC75A4D66}">
      <dgm:prSet phldrT="[Text]" phldr="0"/>
      <dgm:spPr>
        <a:solidFill>
          <a:schemeClr val="accent2"/>
        </a:solidFill>
      </dgm:spPr>
      <dgm:t>
        <a:bodyPr/>
        <a:lstStyle/>
        <a:p>
          <a:r>
            <a:rPr lang="fr-FR" noProof="0" dirty="0"/>
            <a:t>Odoo</a:t>
          </a:r>
        </a:p>
      </dgm:t>
    </dgm:pt>
    <dgm:pt modelId="{2CB0F6B0-B26B-4C42-A043-CE90242C2D04}" type="parTrans" cxnId="{D53D3C1D-BD95-4913-B4D1-1CAED98B5E4E}">
      <dgm:prSet/>
      <dgm:spPr/>
      <dgm:t>
        <a:bodyPr/>
        <a:lstStyle/>
        <a:p>
          <a:endParaRPr lang="en-US"/>
        </a:p>
      </dgm:t>
    </dgm:pt>
    <dgm:pt modelId="{E45B0621-634B-4674-9FEB-4312AD08C494}" type="sibTrans" cxnId="{D53D3C1D-BD95-4913-B4D1-1CAED98B5E4E}">
      <dgm:prSet/>
      <dgm:spPr/>
      <dgm:t>
        <a:bodyPr/>
        <a:lstStyle/>
        <a:p>
          <a:endParaRPr lang="en-US"/>
        </a:p>
      </dgm:t>
    </dgm:pt>
    <dgm:pt modelId="{1B39E9E2-B194-451F-B756-78A11C57A484}">
      <dgm:prSet phldrT="[Text]" phldr="0" custT="1"/>
      <dgm:spPr/>
      <dgm:t>
        <a:bodyPr/>
        <a:lstStyle/>
        <a:p>
          <a:r>
            <a:rPr lang="fr-FR" sz="2100" b="1" noProof="0" dirty="0"/>
            <a:t>Juliette</a:t>
          </a:r>
        </a:p>
        <a:p>
          <a:r>
            <a:rPr lang="fr-FR" sz="1200" noProof="0" dirty="0"/>
            <a:t>Partner Manager</a:t>
          </a:r>
        </a:p>
      </dgm:t>
    </dgm:pt>
    <dgm:pt modelId="{A274C066-A546-4240-B3B2-B6477E0E4BEE}" type="parTrans" cxnId="{B67CB6DF-DDB2-4C50-84DA-3D17BDFFB95D}">
      <dgm:prSet/>
      <dgm:spPr/>
      <dgm:t>
        <a:bodyPr/>
        <a:lstStyle/>
        <a:p>
          <a:endParaRPr lang="en-US"/>
        </a:p>
      </dgm:t>
    </dgm:pt>
    <dgm:pt modelId="{9E67D900-2264-443C-9FA4-F4ACDCBDA472}" type="sibTrans" cxnId="{B67CB6DF-DDB2-4C50-84DA-3D17BDFFB95D}">
      <dgm:prSet/>
      <dgm:spPr/>
      <dgm:t>
        <a:bodyPr/>
        <a:lstStyle/>
        <a:p>
          <a:endParaRPr lang="en-US"/>
        </a:p>
      </dgm:t>
    </dgm:pt>
    <dgm:pt modelId="{3E322723-FB0C-461C-AE2A-E7A6EA9B8723}">
      <dgm:prSet phldrT="[Text]" phldr="0" custT="1"/>
      <dgm:spPr/>
      <dgm:t>
        <a:bodyPr/>
        <a:lstStyle/>
        <a:p>
          <a:r>
            <a:rPr lang="fr-FR" sz="2100" b="1" noProof="0"/>
            <a:t>Akem</a:t>
          </a:r>
          <a:endParaRPr lang="fr-FR" sz="2100" b="1" noProof="0" dirty="0"/>
        </a:p>
        <a:p>
          <a:r>
            <a:rPr lang="fr-FR" sz="1200" noProof="0" dirty="0" err="1"/>
            <a:t>Account</a:t>
          </a:r>
          <a:r>
            <a:rPr lang="fr-FR" sz="1200" noProof="0" dirty="0"/>
            <a:t> Manager</a:t>
          </a:r>
        </a:p>
      </dgm:t>
    </dgm:pt>
    <dgm:pt modelId="{702BDA7D-D674-4419-B66C-07FA43B954EB}" type="parTrans" cxnId="{3CF228CB-577B-4CA0-BED1-29A31B0C14CE}">
      <dgm:prSet/>
      <dgm:spPr/>
      <dgm:t>
        <a:bodyPr/>
        <a:lstStyle/>
        <a:p>
          <a:endParaRPr lang="en-US"/>
        </a:p>
      </dgm:t>
    </dgm:pt>
    <dgm:pt modelId="{187F9A3C-D469-4CB3-B985-46FE1C26AC2F}" type="sibTrans" cxnId="{3CF228CB-577B-4CA0-BED1-29A31B0C14CE}">
      <dgm:prSet/>
      <dgm:spPr/>
      <dgm:t>
        <a:bodyPr/>
        <a:lstStyle/>
        <a:p>
          <a:endParaRPr lang="en-US"/>
        </a:p>
      </dgm:t>
    </dgm:pt>
    <dgm:pt modelId="{EF9507AF-B22E-48FA-A561-45498DF8E83D}" type="pres">
      <dgm:prSet presAssocID="{4113219F-BDFF-4374-8F1D-B93BE6935478}" presName="Name0" presStyleCnt="0">
        <dgm:presLayoutVars>
          <dgm:chMax val="1"/>
          <dgm:chPref val="1"/>
          <dgm:dir/>
          <dgm:resizeHandles/>
        </dgm:presLayoutVars>
      </dgm:prSet>
      <dgm:spPr/>
    </dgm:pt>
    <dgm:pt modelId="{54A4B71E-863A-465A-B71B-5F7196906E37}" type="pres">
      <dgm:prSet presAssocID="{5EE43711-B84F-45AF-9123-10FEC75A4D66}" presName="Parent" presStyleLbl="node1" presStyleIdx="0" presStyleCnt="2">
        <dgm:presLayoutVars>
          <dgm:chMax val="4"/>
          <dgm:chPref val="3"/>
        </dgm:presLayoutVars>
      </dgm:prSet>
      <dgm:spPr/>
    </dgm:pt>
    <dgm:pt modelId="{E62BD2B9-5856-4BAF-845A-9EC10C81ACA9}" type="pres">
      <dgm:prSet presAssocID="{1B39E9E2-B194-451F-B756-78A11C57A484}" presName="Accent" presStyleLbl="node1" presStyleIdx="1" presStyleCnt="2"/>
      <dgm:spPr>
        <a:solidFill>
          <a:schemeClr val="accent2"/>
        </a:solidFill>
      </dgm:spPr>
    </dgm:pt>
    <dgm:pt modelId="{149BB9E0-9FA4-4AC1-A538-5F28BA3F7A1A}" type="pres">
      <dgm:prSet presAssocID="{1B39E9E2-B194-451F-B756-78A11C57A484}" presName="Image1" presStyleLbl="fgImgPlace1" presStyleIdx="0" presStyleCnt="2"/>
      <dgm:spPr>
        <a:blipFill>
          <a:blip xmlns:r="http://schemas.openxmlformats.org/officeDocument/2006/relationships" r:embed="rId1"/>
          <a:srcRect/>
          <a:stretch>
            <a:fillRect/>
          </a:stretch>
        </a:blipFill>
      </dgm:spPr>
    </dgm:pt>
    <dgm:pt modelId="{D2FC49F2-EDEF-438D-B8B4-BF0108C0F934}" type="pres">
      <dgm:prSet presAssocID="{1B39E9E2-B194-451F-B756-78A11C57A484}" presName="Child1" presStyleLbl="revTx" presStyleIdx="0" presStyleCnt="2">
        <dgm:presLayoutVars>
          <dgm:chMax val="0"/>
          <dgm:chPref val="0"/>
          <dgm:bulletEnabled val="1"/>
        </dgm:presLayoutVars>
      </dgm:prSet>
      <dgm:spPr/>
    </dgm:pt>
    <dgm:pt modelId="{7F5945B9-230A-4609-8C0A-243263997D48}" type="pres">
      <dgm:prSet presAssocID="{3E322723-FB0C-461C-AE2A-E7A6EA9B8723}" presName="Image2" presStyleCnt="0"/>
      <dgm:spPr/>
    </dgm:pt>
    <dgm:pt modelId="{ED313FCF-EB0E-4255-9FB8-8392252A8B4A}" type="pres">
      <dgm:prSet presAssocID="{3E322723-FB0C-461C-AE2A-E7A6EA9B8723}" presName="Image" presStyleLbl="fgImgPlace1" presStyleIdx="1" presStyleCnt="2"/>
      <dgm:spPr>
        <a:blipFill>
          <a:blip xmlns:r="http://schemas.openxmlformats.org/officeDocument/2006/relationships" r:embed="rId2"/>
          <a:srcRect/>
          <a:stretch>
            <a:fillRect/>
          </a:stretch>
        </a:blipFill>
      </dgm:spPr>
    </dgm:pt>
    <dgm:pt modelId="{A41A31C3-0D98-48B6-A3DF-54CDA2FD605A}" type="pres">
      <dgm:prSet presAssocID="{3E322723-FB0C-461C-AE2A-E7A6EA9B8723}" presName="Child2" presStyleLbl="revTx" presStyleIdx="1" presStyleCnt="2">
        <dgm:presLayoutVars>
          <dgm:chMax val="0"/>
          <dgm:chPref val="0"/>
          <dgm:bulletEnabled val="1"/>
        </dgm:presLayoutVars>
      </dgm:prSet>
      <dgm:spPr/>
    </dgm:pt>
  </dgm:ptLst>
  <dgm:cxnLst>
    <dgm:cxn modelId="{D53D3C1D-BD95-4913-B4D1-1CAED98B5E4E}" srcId="{4113219F-BDFF-4374-8F1D-B93BE6935478}" destId="{5EE43711-B84F-45AF-9123-10FEC75A4D66}" srcOrd="0" destOrd="0" parTransId="{2CB0F6B0-B26B-4C42-A043-CE90242C2D04}" sibTransId="{E45B0621-634B-4674-9FEB-4312AD08C494}"/>
    <dgm:cxn modelId="{984E5778-7513-48C9-A320-3F7C9E9ACB20}" type="presOf" srcId="{5EE43711-B84F-45AF-9123-10FEC75A4D66}" destId="{54A4B71E-863A-465A-B71B-5F7196906E37}" srcOrd="0" destOrd="0" presId="urn:microsoft.com/office/officeart/2011/layout/RadialPictureList"/>
    <dgm:cxn modelId="{88748C82-2F00-4D76-A89D-52BD0D3D258A}" type="presOf" srcId="{3E322723-FB0C-461C-AE2A-E7A6EA9B8723}" destId="{A41A31C3-0D98-48B6-A3DF-54CDA2FD605A}" srcOrd="0" destOrd="0" presId="urn:microsoft.com/office/officeart/2011/layout/RadialPictureList"/>
    <dgm:cxn modelId="{CF651FA8-B480-4C26-BCEB-89376B34F0A5}" type="presOf" srcId="{1B39E9E2-B194-451F-B756-78A11C57A484}" destId="{D2FC49F2-EDEF-438D-B8B4-BF0108C0F934}" srcOrd="0" destOrd="0" presId="urn:microsoft.com/office/officeart/2011/layout/RadialPictureList"/>
    <dgm:cxn modelId="{47DCC6AB-899A-4EB2-B813-60483FC05432}" type="presOf" srcId="{4113219F-BDFF-4374-8F1D-B93BE6935478}" destId="{EF9507AF-B22E-48FA-A561-45498DF8E83D}" srcOrd="0" destOrd="0" presId="urn:microsoft.com/office/officeart/2011/layout/RadialPictureList"/>
    <dgm:cxn modelId="{3CF228CB-577B-4CA0-BED1-29A31B0C14CE}" srcId="{5EE43711-B84F-45AF-9123-10FEC75A4D66}" destId="{3E322723-FB0C-461C-AE2A-E7A6EA9B8723}" srcOrd="1" destOrd="0" parTransId="{702BDA7D-D674-4419-B66C-07FA43B954EB}" sibTransId="{187F9A3C-D469-4CB3-B985-46FE1C26AC2F}"/>
    <dgm:cxn modelId="{B67CB6DF-DDB2-4C50-84DA-3D17BDFFB95D}" srcId="{5EE43711-B84F-45AF-9123-10FEC75A4D66}" destId="{1B39E9E2-B194-451F-B756-78A11C57A484}" srcOrd="0" destOrd="0" parTransId="{A274C066-A546-4240-B3B2-B6477E0E4BEE}" sibTransId="{9E67D900-2264-443C-9FA4-F4ACDCBDA472}"/>
    <dgm:cxn modelId="{B888A20F-BF3E-4E50-A359-DD85C8A88869}" type="presParOf" srcId="{EF9507AF-B22E-48FA-A561-45498DF8E83D}" destId="{54A4B71E-863A-465A-B71B-5F7196906E37}" srcOrd="0" destOrd="0" presId="urn:microsoft.com/office/officeart/2011/layout/RadialPictureList"/>
    <dgm:cxn modelId="{5195965D-AA15-425E-A93C-2819D7432450}" type="presParOf" srcId="{EF9507AF-B22E-48FA-A561-45498DF8E83D}" destId="{E62BD2B9-5856-4BAF-845A-9EC10C81ACA9}" srcOrd="1" destOrd="0" presId="urn:microsoft.com/office/officeart/2011/layout/RadialPictureList"/>
    <dgm:cxn modelId="{E69DE8D2-7817-4673-A4BD-F4B1E90756D6}" type="presParOf" srcId="{EF9507AF-B22E-48FA-A561-45498DF8E83D}" destId="{149BB9E0-9FA4-4AC1-A538-5F28BA3F7A1A}" srcOrd="2" destOrd="0" presId="urn:microsoft.com/office/officeart/2011/layout/RadialPictureList"/>
    <dgm:cxn modelId="{B658F8F3-D234-4C1E-8B62-96A6596C9D24}" type="presParOf" srcId="{EF9507AF-B22E-48FA-A561-45498DF8E83D}" destId="{D2FC49F2-EDEF-438D-B8B4-BF0108C0F934}" srcOrd="3" destOrd="0" presId="urn:microsoft.com/office/officeart/2011/layout/RadialPictureList"/>
    <dgm:cxn modelId="{28BF3205-D059-4CA1-8B30-0A21A4670274}" type="presParOf" srcId="{EF9507AF-B22E-48FA-A561-45498DF8E83D}" destId="{7F5945B9-230A-4609-8C0A-243263997D48}" srcOrd="4" destOrd="0" presId="urn:microsoft.com/office/officeart/2011/layout/RadialPictureList"/>
    <dgm:cxn modelId="{5C6E9800-A755-477A-B7BE-D67B295487EB}" type="presParOf" srcId="{7F5945B9-230A-4609-8C0A-243263997D48}" destId="{ED313FCF-EB0E-4255-9FB8-8392252A8B4A}" srcOrd="0" destOrd="0" presId="urn:microsoft.com/office/officeart/2011/layout/RadialPictureList"/>
    <dgm:cxn modelId="{4225F6FA-8A61-4191-B953-83F4C2FF76A6}" type="presParOf" srcId="{EF9507AF-B22E-48FA-A561-45498DF8E83D}" destId="{A41A31C3-0D98-48B6-A3DF-54CDA2FD605A}" srcOrd="5" destOrd="0" presId="urn:microsoft.com/office/officeart/2011/layout/RadialPictur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EA7724D-8844-4D04-A0ED-7B59C50FFF79}"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E30D5E87-5628-4FA3-A484-F571D05CC63F}">
      <dgm:prSet phldrT="[Text]" phldr="0"/>
      <dgm:spPr/>
      <dgm:t>
        <a:bodyPr/>
        <a:lstStyle/>
        <a:p>
          <a:r>
            <a:rPr lang="fr-FR" noProof="0" dirty="0"/>
            <a:t>Captivea</a:t>
          </a:r>
        </a:p>
      </dgm:t>
    </dgm:pt>
    <dgm:pt modelId="{BBBDE2ED-F318-45D5-979F-CD2FB811C162}" type="parTrans" cxnId="{7EE4C703-118E-40E7-9936-7495F302FD8A}">
      <dgm:prSet/>
      <dgm:spPr/>
      <dgm:t>
        <a:bodyPr/>
        <a:lstStyle/>
        <a:p>
          <a:endParaRPr lang="en-US"/>
        </a:p>
      </dgm:t>
    </dgm:pt>
    <dgm:pt modelId="{C368D775-88A4-4151-BC32-580B1A9A6A03}" type="sibTrans" cxnId="{7EE4C703-118E-40E7-9936-7495F302FD8A}">
      <dgm:prSet/>
      <dgm:spPr/>
      <dgm:t>
        <a:bodyPr/>
        <a:lstStyle/>
        <a:p>
          <a:endParaRPr lang="en-US"/>
        </a:p>
      </dgm:t>
    </dgm:pt>
    <dgm:pt modelId="{55D48877-185E-48A1-A0A1-EFFE5FE0C656}">
      <dgm:prSet phldrT="[Text]" phldr="0" custT="1"/>
      <dgm:spPr/>
      <dgm:t>
        <a:bodyPr/>
        <a:lstStyle/>
        <a:p>
          <a:r>
            <a:rPr lang="fr-FR" sz="2000" b="1" noProof="0" dirty="0"/>
            <a:t>Votre Prénom</a:t>
          </a:r>
        </a:p>
        <a:p>
          <a:r>
            <a:rPr lang="fr-FR" sz="1200" noProof="0" dirty="0"/>
            <a:t>Commercial</a:t>
          </a:r>
        </a:p>
      </dgm:t>
    </dgm:pt>
    <dgm:pt modelId="{AE19EB03-C067-4788-9A2B-A9BE0505065D}" type="parTrans" cxnId="{01FEA5A6-13DC-4719-830D-C36F96C3CCA5}">
      <dgm:prSet/>
      <dgm:spPr/>
      <dgm:t>
        <a:bodyPr/>
        <a:lstStyle/>
        <a:p>
          <a:endParaRPr lang="en-US"/>
        </a:p>
      </dgm:t>
    </dgm:pt>
    <dgm:pt modelId="{4468760A-8197-4E0C-AD77-9EDFDD0A3D60}" type="sibTrans" cxnId="{01FEA5A6-13DC-4719-830D-C36F96C3CCA5}">
      <dgm:prSet/>
      <dgm:spPr/>
      <dgm:t>
        <a:bodyPr/>
        <a:lstStyle/>
        <a:p>
          <a:endParaRPr lang="en-US"/>
        </a:p>
      </dgm:t>
    </dgm:pt>
    <dgm:pt modelId="{2565C5D5-A39B-473C-8FFA-94A80D992A43}">
      <dgm:prSet phldrT="[Text]" phldr="1"/>
      <dgm:spPr/>
      <dgm:t>
        <a:bodyPr/>
        <a:lstStyle/>
        <a:p>
          <a:endParaRPr lang="en-US" dirty="0"/>
        </a:p>
      </dgm:t>
    </dgm:pt>
    <dgm:pt modelId="{66659DA0-5772-4AF2-A035-6678FEAA7F58}" type="parTrans" cxnId="{5F89C83D-666A-44B2-9511-A0754A1C2F78}">
      <dgm:prSet/>
      <dgm:spPr/>
      <dgm:t>
        <a:bodyPr/>
        <a:lstStyle/>
        <a:p>
          <a:endParaRPr lang="en-US"/>
        </a:p>
      </dgm:t>
    </dgm:pt>
    <dgm:pt modelId="{BB756A08-1AB9-475C-AB2D-43B413475AEA}" type="sibTrans" cxnId="{5F89C83D-666A-44B2-9511-A0754A1C2F78}">
      <dgm:prSet/>
      <dgm:spPr/>
      <dgm:t>
        <a:bodyPr/>
        <a:lstStyle/>
        <a:p>
          <a:endParaRPr lang="en-US"/>
        </a:p>
      </dgm:t>
    </dgm:pt>
    <dgm:pt modelId="{31A3BFB6-BED3-4BC2-9CBE-114F2FB1CA89}">
      <dgm:prSet phldrT="[Text]" phldr="0"/>
      <dgm:spPr/>
      <dgm:t>
        <a:bodyPr/>
        <a:lstStyle/>
        <a:p>
          <a:endParaRPr lang="en-US" dirty="0"/>
        </a:p>
      </dgm:t>
    </dgm:pt>
    <dgm:pt modelId="{6DA29F7A-A306-49E4-9134-4B524B38CD92}" type="parTrans" cxnId="{CDC9C06B-8D6A-4BED-9295-A59C8197273C}">
      <dgm:prSet/>
      <dgm:spPr/>
      <dgm:t>
        <a:bodyPr/>
        <a:lstStyle/>
        <a:p>
          <a:endParaRPr lang="en-US"/>
        </a:p>
      </dgm:t>
    </dgm:pt>
    <dgm:pt modelId="{5ADDD4EB-480C-4A19-8088-37EC50CECF88}" type="sibTrans" cxnId="{CDC9C06B-8D6A-4BED-9295-A59C8197273C}">
      <dgm:prSet/>
      <dgm:spPr/>
      <dgm:t>
        <a:bodyPr/>
        <a:lstStyle/>
        <a:p>
          <a:endParaRPr lang="en-US"/>
        </a:p>
      </dgm:t>
    </dgm:pt>
    <dgm:pt modelId="{3703C401-E995-4109-92DF-4E8038C656BE}">
      <dgm:prSet phldrT="[Text]" phldr="0" custT="1"/>
      <dgm:spPr/>
      <dgm:t>
        <a:bodyPr/>
        <a:lstStyle/>
        <a:p>
          <a:r>
            <a:rPr lang="fr-FR" sz="2000" b="1" noProof="0" dirty="0"/>
            <a:t>Brinda</a:t>
          </a:r>
          <a:endParaRPr lang="fr-FR" sz="1400" b="1" noProof="0" dirty="0"/>
        </a:p>
        <a:p>
          <a:r>
            <a:rPr lang="fr-FR" sz="1200" b="0" noProof="0" dirty="0"/>
            <a:t>Responsable des opérations</a:t>
          </a:r>
          <a:endParaRPr lang="fr-FR" sz="1400" b="1" noProof="0" dirty="0"/>
        </a:p>
      </dgm:t>
    </dgm:pt>
    <dgm:pt modelId="{E3353FC6-6E6B-44C4-A143-89B301ED7B20}" type="parTrans" cxnId="{2BC19ECE-1546-48CC-9438-5C1EFA6DE629}">
      <dgm:prSet/>
      <dgm:spPr/>
      <dgm:t>
        <a:bodyPr/>
        <a:lstStyle/>
        <a:p>
          <a:endParaRPr lang="en-US"/>
        </a:p>
      </dgm:t>
    </dgm:pt>
    <dgm:pt modelId="{871EE6DC-C3B7-4677-8729-9546FF422078}" type="sibTrans" cxnId="{2BC19ECE-1546-48CC-9438-5C1EFA6DE629}">
      <dgm:prSet/>
      <dgm:spPr/>
      <dgm:t>
        <a:bodyPr/>
        <a:lstStyle/>
        <a:p>
          <a:endParaRPr lang="en-US"/>
        </a:p>
      </dgm:t>
    </dgm:pt>
    <dgm:pt modelId="{9881EEC6-8DED-425E-879F-B9EF0064935F}" type="pres">
      <dgm:prSet presAssocID="{5EA7724D-8844-4D04-A0ED-7B59C50FFF79}" presName="Name0" presStyleCnt="0">
        <dgm:presLayoutVars>
          <dgm:chMax val="1"/>
          <dgm:chPref val="1"/>
          <dgm:dir/>
          <dgm:resizeHandles/>
        </dgm:presLayoutVars>
      </dgm:prSet>
      <dgm:spPr/>
    </dgm:pt>
    <dgm:pt modelId="{350BC28E-FA45-4BD0-93E8-205E283B2BB5}" type="pres">
      <dgm:prSet presAssocID="{E30D5E87-5628-4FA3-A484-F571D05CC63F}" presName="Parent" presStyleLbl="node1" presStyleIdx="0" presStyleCnt="2">
        <dgm:presLayoutVars>
          <dgm:chMax val="4"/>
          <dgm:chPref val="3"/>
        </dgm:presLayoutVars>
      </dgm:prSet>
      <dgm:spPr/>
    </dgm:pt>
    <dgm:pt modelId="{4DF949E9-EB2B-4F47-9BE8-188AE4683DA9}" type="pres">
      <dgm:prSet presAssocID="{55D48877-185E-48A1-A0A1-EFFE5FE0C656}" presName="Accent" presStyleLbl="node1" presStyleIdx="1" presStyleCnt="2"/>
      <dgm:spPr/>
    </dgm:pt>
    <dgm:pt modelId="{63354E55-B73C-447C-8076-E1E08F4C2FA2}" type="pres">
      <dgm:prSet presAssocID="{55D48877-185E-48A1-A0A1-EFFE5FE0C656}" presName="Image1" presStyleLbl="fgImgPlace1" presStyleIdx="0" presStyleCnt="2"/>
      <dgm:spPr>
        <a:blipFill>
          <a:blip xmlns:r="http://schemas.openxmlformats.org/officeDocument/2006/relationships" r:embed="rId1"/>
          <a:srcRect/>
          <a:stretch>
            <a:fillRect/>
          </a:stretch>
        </a:blipFill>
      </dgm:spPr>
    </dgm:pt>
    <dgm:pt modelId="{9EC13C32-E82B-47F6-83B1-5746D7E26055}" type="pres">
      <dgm:prSet presAssocID="{55D48877-185E-48A1-A0A1-EFFE5FE0C656}" presName="Child1" presStyleLbl="revTx" presStyleIdx="0" presStyleCnt="2">
        <dgm:presLayoutVars>
          <dgm:chMax val="0"/>
          <dgm:chPref val="0"/>
          <dgm:bulletEnabled val="1"/>
        </dgm:presLayoutVars>
      </dgm:prSet>
      <dgm:spPr/>
    </dgm:pt>
    <dgm:pt modelId="{C3899911-9E1E-45F5-AB1D-F1AB27B0C7EE}" type="pres">
      <dgm:prSet presAssocID="{3703C401-E995-4109-92DF-4E8038C656BE}" presName="Image2" presStyleCnt="0"/>
      <dgm:spPr/>
    </dgm:pt>
    <dgm:pt modelId="{E0ACA9AC-6F82-4A43-B50C-6FCB2589168A}" type="pres">
      <dgm:prSet presAssocID="{3703C401-E995-4109-92DF-4E8038C656BE}" presName="Image" presStyleLbl="fgImgPlace1" presStyleIdx="1" presStyleCnt="2"/>
      <dgm:spPr>
        <a:blipFill>
          <a:blip xmlns:r="http://schemas.openxmlformats.org/officeDocument/2006/relationships" r:embed="rId2"/>
          <a:srcRect/>
          <a:stretch>
            <a:fillRect/>
          </a:stretch>
        </a:blipFill>
      </dgm:spPr>
    </dgm:pt>
    <dgm:pt modelId="{4502A018-D2BC-4C9E-948B-9882F3D03A2D}" type="pres">
      <dgm:prSet presAssocID="{3703C401-E995-4109-92DF-4E8038C656BE}" presName="Child2" presStyleLbl="revTx" presStyleIdx="1" presStyleCnt="2">
        <dgm:presLayoutVars>
          <dgm:chMax val="0"/>
          <dgm:chPref val="0"/>
          <dgm:bulletEnabled val="1"/>
        </dgm:presLayoutVars>
      </dgm:prSet>
      <dgm:spPr/>
    </dgm:pt>
  </dgm:ptLst>
  <dgm:cxnLst>
    <dgm:cxn modelId="{7EE4C703-118E-40E7-9936-7495F302FD8A}" srcId="{5EA7724D-8844-4D04-A0ED-7B59C50FFF79}" destId="{E30D5E87-5628-4FA3-A484-F571D05CC63F}" srcOrd="0" destOrd="0" parTransId="{BBBDE2ED-F318-45D5-979F-CD2FB811C162}" sibTransId="{C368D775-88A4-4151-BC32-580B1A9A6A03}"/>
    <dgm:cxn modelId="{5F89C83D-666A-44B2-9511-A0754A1C2F78}" srcId="{5EA7724D-8844-4D04-A0ED-7B59C50FFF79}" destId="{2565C5D5-A39B-473C-8FFA-94A80D992A43}" srcOrd="1" destOrd="0" parTransId="{66659DA0-5772-4AF2-A035-6678FEAA7F58}" sibTransId="{BB756A08-1AB9-475C-AB2D-43B413475AEA}"/>
    <dgm:cxn modelId="{DA180A62-1288-4DA1-8C7D-BB8884D2BAF6}" type="presOf" srcId="{3703C401-E995-4109-92DF-4E8038C656BE}" destId="{4502A018-D2BC-4C9E-948B-9882F3D03A2D}" srcOrd="0" destOrd="0" presId="urn:microsoft.com/office/officeart/2011/layout/RadialPictureList"/>
    <dgm:cxn modelId="{F95D936A-2707-4D64-A8E4-EA232341BA6A}" type="presOf" srcId="{E30D5E87-5628-4FA3-A484-F571D05CC63F}" destId="{350BC28E-FA45-4BD0-93E8-205E283B2BB5}" srcOrd="0" destOrd="0" presId="urn:microsoft.com/office/officeart/2011/layout/RadialPictureList"/>
    <dgm:cxn modelId="{CDC9C06B-8D6A-4BED-9295-A59C8197273C}" srcId="{2565C5D5-A39B-473C-8FFA-94A80D992A43}" destId="{31A3BFB6-BED3-4BC2-9CBE-114F2FB1CA89}" srcOrd="0" destOrd="0" parTransId="{6DA29F7A-A306-49E4-9134-4B524B38CD92}" sibTransId="{5ADDD4EB-480C-4A19-8088-37EC50CECF88}"/>
    <dgm:cxn modelId="{01FEA5A6-13DC-4719-830D-C36F96C3CCA5}" srcId="{E30D5E87-5628-4FA3-A484-F571D05CC63F}" destId="{55D48877-185E-48A1-A0A1-EFFE5FE0C656}" srcOrd="0" destOrd="0" parTransId="{AE19EB03-C067-4788-9A2B-A9BE0505065D}" sibTransId="{4468760A-8197-4E0C-AD77-9EDFDD0A3D60}"/>
    <dgm:cxn modelId="{2BC19ECE-1546-48CC-9438-5C1EFA6DE629}" srcId="{E30D5E87-5628-4FA3-A484-F571D05CC63F}" destId="{3703C401-E995-4109-92DF-4E8038C656BE}" srcOrd="1" destOrd="0" parTransId="{E3353FC6-6E6B-44C4-A143-89B301ED7B20}" sibTransId="{871EE6DC-C3B7-4677-8729-9546FF422078}"/>
    <dgm:cxn modelId="{F4BFFED8-AF19-4338-8BEA-454B7F0F2295}" type="presOf" srcId="{55D48877-185E-48A1-A0A1-EFFE5FE0C656}" destId="{9EC13C32-E82B-47F6-83B1-5746D7E26055}" srcOrd="0" destOrd="0" presId="urn:microsoft.com/office/officeart/2011/layout/RadialPictureList"/>
    <dgm:cxn modelId="{E19446F1-DE86-4A4F-BB2E-CA497858FF80}" type="presOf" srcId="{5EA7724D-8844-4D04-A0ED-7B59C50FFF79}" destId="{9881EEC6-8DED-425E-879F-B9EF0064935F}" srcOrd="0" destOrd="0" presId="urn:microsoft.com/office/officeart/2011/layout/RadialPictureList"/>
    <dgm:cxn modelId="{2F029C0F-559C-488D-978C-C7B0C5D306B0}" type="presParOf" srcId="{9881EEC6-8DED-425E-879F-B9EF0064935F}" destId="{350BC28E-FA45-4BD0-93E8-205E283B2BB5}" srcOrd="0" destOrd="0" presId="urn:microsoft.com/office/officeart/2011/layout/RadialPictureList"/>
    <dgm:cxn modelId="{AB95DAB6-31E1-42CB-A782-8E3AEEE80057}" type="presParOf" srcId="{9881EEC6-8DED-425E-879F-B9EF0064935F}" destId="{4DF949E9-EB2B-4F47-9BE8-188AE4683DA9}" srcOrd="1" destOrd="0" presId="urn:microsoft.com/office/officeart/2011/layout/RadialPictureList"/>
    <dgm:cxn modelId="{7524E6AA-B2FA-4B5C-A4B3-D13DE2879651}" type="presParOf" srcId="{9881EEC6-8DED-425E-879F-B9EF0064935F}" destId="{63354E55-B73C-447C-8076-E1E08F4C2FA2}" srcOrd="2" destOrd="0" presId="urn:microsoft.com/office/officeart/2011/layout/RadialPictureList"/>
    <dgm:cxn modelId="{8A99C756-0035-45FE-8CEF-59752226B34D}" type="presParOf" srcId="{9881EEC6-8DED-425E-879F-B9EF0064935F}" destId="{9EC13C32-E82B-47F6-83B1-5746D7E26055}" srcOrd="3" destOrd="0" presId="urn:microsoft.com/office/officeart/2011/layout/RadialPictureList"/>
    <dgm:cxn modelId="{7CF2B5CF-2C1F-4C63-8273-E14DF6C4B27C}" type="presParOf" srcId="{9881EEC6-8DED-425E-879F-B9EF0064935F}" destId="{C3899911-9E1E-45F5-AB1D-F1AB27B0C7EE}" srcOrd="4" destOrd="0" presId="urn:microsoft.com/office/officeart/2011/layout/RadialPictureList"/>
    <dgm:cxn modelId="{E643946C-8A56-4932-B46C-63498A50BD0E}" type="presParOf" srcId="{C3899911-9E1E-45F5-AB1D-F1AB27B0C7EE}" destId="{E0ACA9AC-6F82-4A43-B50C-6FCB2589168A}" srcOrd="0" destOrd="0" presId="urn:microsoft.com/office/officeart/2011/layout/RadialPictureList"/>
    <dgm:cxn modelId="{AF2E3B66-CF9D-4338-ABFB-2AE9BC25773C}" type="presParOf" srcId="{9881EEC6-8DED-425E-879F-B9EF0064935F}" destId="{4502A018-D2BC-4C9E-948B-9882F3D03A2D}" srcOrd="5" destOrd="0" presId="urn:microsoft.com/office/officeart/2011/layout/RadialPictur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113219F-BDFF-4374-8F1D-B93BE6935478}"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5EE43711-B84F-45AF-9123-10FEC75A4D66}">
      <dgm:prSet phldrT="[Text]" phldr="0"/>
      <dgm:spPr>
        <a:solidFill>
          <a:schemeClr val="accent2"/>
        </a:solidFill>
      </dgm:spPr>
      <dgm:t>
        <a:bodyPr/>
        <a:lstStyle/>
        <a:p>
          <a:r>
            <a:rPr lang="fr-FR" noProof="0" dirty="0"/>
            <a:t>Odoo</a:t>
          </a:r>
        </a:p>
      </dgm:t>
    </dgm:pt>
    <dgm:pt modelId="{2CB0F6B0-B26B-4C42-A043-CE90242C2D04}" type="parTrans" cxnId="{D53D3C1D-BD95-4913-B4D1-1CAED98B5E4E}">
      <dgm:prSet/>
      <dgm:spPr/>
      <dgm:t>
        <a:bodyPr/>
        <a:lstStyle/>
        <a:p>
          <a:endParaRPr lang="en-US"/>
        </a:p>
      </dgm:t>
    </dgm:pt>
    <dgm:pt modelId="{E45B0621-634B-4674-9FEB-4312AD08C494}" type="sibTrans" cxnId="{D53D3C1D-BD95-4913-B4D1-1CAED98B5E4E}">
      <dgm:prSet/>
      <dgm:spPr/>
      <dgm:t>
        <a:bodyPr/>
        <a:lstStyle/>
        <a:p>
          <a:endParaRPr lang="en-US"/>
        </a:p>
      </dgm:t>
    </dgm:pt>
    <dgm:pt modelId="{1B39E9E2-B194-451F-B756-78A11C57A484}">
      <dgm:prSet phldrT="[Text]" phldr="0" custT="1"/>
      <dgm:spPr/>
      <dgm:t>
        <a:bodyPr/>
        <a:lstStyle/>
        <a:p>
          <a:r>
            <a:rPr lang="fr-FR" sz="2100" b="1" noProof="0" dirty="0"/>
            <a:t>Robin</a:t>
          </a:r>
        </a:p>
        <a:p>
          <a:r>
            <a:rPr lang="fr-FR" sz="1200" noProof="0" dirty="0"/>
            <a:t>Partner Manager</a:t>
          </a:r>
        </a:p>
      </dgm:t>
    </dgm:pt>
    <dgm:pt modelId="{A274C066-A546-4240-B3B2-B6477E0E4BEE}" type="parTrans" cxnId="{B67CB6DF-DDB2-4C50-84DA-3D17BDFFB95D}">
      <dgm:prSet/>
      <dgm:spPr/>
      <dgm:t>
        <a:bodyPr/>
        <a:lstStyle/>
        <a:p>
          <a:endParaRPr lang="en-US"/>
        </a:p>
      </dgm:t>
    </dgm:pt>
    <dgm:pt modelId="{9E67D900-2264-443C-9FA4-F4ACDCBDA472}" type="sibTrans" cxnId="{B67CB6DF-DDB2-4C50-84DA-3D17BDFFB95D}">
      <dgm:prSet/>
      <dgm:spPr/>
      <dgm:t>
        <a:bodyPr/>
        <a:lstStyle/>
        <a:p>
          <a:endParaRPr lang="en-US"/>
        </a:p>
      </dgm:t>
    </dgm:pt>
    <dgm:pt modelId="{3E322723-FB0C-461C-AE2A-E7A6EA9B8723}">
      <dgm:prSet phldrT="[Text]" phldr="0" custT="1"/>
      <dgm:spPr/>
      <dgm:t>
        <a:bodyPr/>
        <a:lstStyle/>
        <a:p>
          <a:r>
            <a:rPr lang="fr-FR" sz="2100" b="1" noProof="0" dirty="0"/>
            <a:t>Quentin</a:t>
          </a:r>
        </a:p>
        <a:p>
          <a:r>
            <a:rPr lang="fr-FR" sz="1200" noProof="0" dirty="0" err="1"/>
            <a:t>Account</a:t>
          </a:r>
          <a:r>
            <a:rPr lang="fr-FR" sz="1200" noProof="0" dirty="0"/>
            <a:t> Manager</a:t>
          </a:r>
        </a:p>
      </dgm:t>
    </dgm:pt>
    <dgm:pt modelId="{702BDA7D-D674-4419-B66C-07FA43B954EB}" type="parTrans" cxnId="{3CF228CB-577B-4CA0-BED1-29A31B0C14CE}">
      <dgm:prSet/>
      <dgm:spPr/>
      <dgm:t>
        <a:bodyPr/>
        <a:lstStyle/>
        <a:p>
          <a:endParaRPr lang="en-US"/>
        </a:p>
      </dgm:t>
    </dgm:pt>
    <dgm:pt modelId="{187F9A3C-D469-4CB3-B985-46FE1C26AC2F}" type="sibTrans" cxnId="{3CF228CB-577B-4CA0-BED1-29A31B0C14CE}">
      <dgm:prSet/>
      <dgm:spPr/>
      <dgm:t>
        <a:bodyPr/>
        <a:lstStyle/>
        <a:p>
          <a:endParaRPr lang="en-US"/>
        </a:p>
      </dgm:t>
    </dgm:pt>
    <dgm:pt modelId="{EF9507AF-B22E-48FA-A561-45498DF8E83D}" type="pres">
      <dgm:prSet presAssocID="{4113219F-BDFF-4374-8F1D-B93BE6935478}" presName="Name0" presStyleCnt="0">
        <dgm:presLayoutVars>
          <dgm:chMax val="1"/>
          <dgm:chPref val="1"/>
          <dgm:dir/>
          <dgm:resizeHandles/>
        </dgm:presLayoutVars>
      </dgm:prSet>
      <dgm:spPr/>
    </dgm:pt>
    <dgm:pt modelId="{54A4B71E-863A-465A-B71B-5F7196906E37}" type="pres">
      <dgm:prSet presAssocID="{5EE43711-B84F-45AF-9123-10FEC75A4D66}" presName="Parent" presStyleLbl="node1" presStyleIdx="0" presStyleCnt="2">
        <dgm:presLayoutVars>
          <dgm:chMax val="4"/>
          <dgm:chPref val="3"/>
        </dgm:presLayoutVars>
      </dgm:prSet>
      <dgm:spPr/>
    </dgm:pt>
    <dgm:pt modelId="{E62BD2B9-5856-4BAF-845A-9EC10C81ACA9}" type="pres">
      <dgm:prSet presAssocID="{1B39E9E2-B194-451F-B756-78A11C57A484}" presName="Accent" presStyleLbl="node1" presStyleIdx="1" presStyleCnt="2"/>
      <dgm:spPr>
        <a:solidFill>
          <a:schemeClr val="accent2"/>
        </a:solidFill>
      </dgm:spPr>
    </dgm:pt>
    <dgm:pt modelId="{149BB9E0-9FA4-4AC1-A538-5F28BA3F7A1A}" type="pres">
      <dgm:prSet presAssocID="{1B39E9E2-B194-451F-B756-78A11C57A484}" presName="Image1" presStyleLbl="fgImgPlace1" presStyleIdx="0" presStyleCnt="2"/>
      <dgm:spPr>
        <a:blipFill>
          <a:blip xmlns:r="http://schemas.openxmlformats.org/officeDocument/2006/relationships" r:embed="rId1"/>
          <a:srcRect/>
          <a:stretch>
            <a:fillRect/>
          </a:stretch>
        </a:blipFill>
      </dgm:spPr>
    </dgm:pt>
    <dgm:pt modelId="{D2FC49F2-EDEF-438D-B8B4-BF0108C0F934}" type="pres">
      <dgm:prSet presAssocID="{1B39E9E2-B194-451F-B756-78A11C57A484}" presName="Child1" presStyleLbl="revTx" presStyleIdx="0" presStyleCnt="2">
        <dgm:presLayoutVars>
          <dgm:chMax val="0"/>
          <dgm:chPref val="0"/>
          <dgm:bulletEnabled val="1"/>
        </dgm:presLayoutVars>
      </dgm:prSet>
      <dgm:spPr/>
    </dgm:pt>
    <dgm:pt modelId="{7F5945B9-230A-4609-8C0A-243263997D48}" type="pres">
      <dgm:prSet presAssocID="{3E322723-FB0C-461C-AE2A-E7A6EA9B8723}" presName="Image2" presStyleCnt="0"/>
      <dgm:spPr/>
    </dgm:pt>
    <dgm:pt modelId="{ED313FCF-EB0E-4255-9FB8-8392252A8B4A}" type="pres">
      <dgm:prSet presAssocID="{3E322723-FB0C-461C-AE2A-E7A6EA9B8723}" presName="Image" presStyleLbl="fgImgPlace1" presStyleIdx="1" presStyleCnt="2"/>
      <dgm:spPr>
        <a:blipFill>
          <a:blip xmlns:r="http://schemas.openxmlformats.org/officeDocument/2006/relationships" r:embed="rId2"/>
          <a:srcRect/>
          <a:stretch>
            <a:fillRect/>
          </a:stretch>
        </a:blipFill>
      </dgm:spPr>
    </dgm:pt>
    <dgm:pt modelId="{A41A31C3-0D98-48B6-A3DF-54CDA2FD605A}" type="pres">
      <dgm:prSet presAssocID="{3E322723-FB0C-461C-AE2A-E7A6EA9B8723}" presName="Child2" presStyleLbl="revTx" presStyleIdx="1" presStyleCnt="2">
        <dgm:presLayoutVars>
          <dgm:chMax val="0"/>
          <dgm:chPref val="0"/>
          <dgm:bulletEnabled val="1"/>
        </dgm:presLayoutVars>
      </dgm:prSet>
      <dgm:spPr/>
    </dgm:pt>
  </dgm:ptLst>
  <dgm:cxnLst>
    <dgm:cxn modelId="{D53D3C1D-BD95-4913-B4D1-1CAED98B5E4E}" srcId="{4113219F-BDFF-4374-8F1D-B93BE6935478}" destId="{5EE43711-B84F-45AF-9123-10FEC75A4D66}" srcOrd="0" destOrd="0" parTransId="{2CB0F6B0-B26B-4C42-A043-CE90242C2D04}" sibTransId="{E45B0621-634B-4674-9FEB-4312AD08C494}"/>
    <dgm:cxn modelId="{984E5778-7513-48C9-A320-3F7C9E9ACB20}" type="presOf" srcId="{5EE43711-B84F-45AF-9123-10FEC75A4D66}" destId="{54A4B71E-863A-465A-B71B-5F7196906E37}" srcOrd="0" destOrd="0" presId="urn:microsoft.com/office/officeart/2011/layout/RadialPictureList"/>
    <dgm:cxn modelId="{88748C82-2F00-4D76-A89D-52BD0D3D258A}" type="presOf" srcId="{3E322723-FB0C-461C-AE2A-E7A6EA9B8723}" destId="{A41A31C3-0D98-48B6-A3DF-54CDA2FD605A}" srcOrd="0" destOrd="0" presId="urn:microsoft.com/office/officeart/2011/layout/RadialPictureList"/>
    <dgm:cxn modelId="{CF651FA8-B480-4C26-BCEB-89376B34F0A5}" type="presOf" srcId="{1B39E9E2-B194-451F-B756-78A11C57A484}" destId="{D2FC49F2-EDEF-438D-B8B4-BF0108C0F934}" srcOrd="0" destOrd="0" presId="urn:microsoft.com/office/officeart/2011/layout/RadialPictureList"/>
    <dgm:cxn modelId="{47DCC6AB-899A-4EB2-B813-60483FC05432}" type="presOf" srcId="{4113219F-BDFF-4374-8F1D-B93BE6935478}" destId="{EF9507AF-B22E-48FA-A561-45498DF8E83D}" srcOrd="0" destOrd="0" presId="urn:microsoft.com/office/officeart/2011/layout/RadialPictureList"/>
    <dgm:cxn modelId="{3CF228CB-577B-4CA0-BED1-29A31B0C14CE}" srcId="{5EE43711-B84F-45AF-9123-10FEC75A4D66}" destId="{3E322723-FB0C-461C-AE2A-E7A6EA9B8723}" srcOrd="1" destOrd="0" parTransId="{702BDA7D-D674-4419-B66C-07FA43B954EB}" sibTransId="{187F9A3C-D469-4CB3-B985-46FE1C26AC2F}"/>
    <dgm:cxn modelId="{B67CB6DF-DDB2-4C50-84DA-3D17BDFFB95D}" srcId="{5EE43711-B84F-45AF-9123-10FEC75A4D66}" destId="{1B39E9E2-B194-451F-B756-78A11C57A484}" srcOrd="0" destOrd="0" parTransId="{A274C066-A546-4240-B3B2-B6477E0E4BEE}" sibTransId="{9E67D900-2264-443C-9FA4-F4ACDCBDA472}"/>
    <dgm:cxn modelId="{B888A20F-BF3E-4E50-A359-DD85C8A88869}" type="presParOf" srcId="{EF9507AF-B22E-48FA-A561-45498DF8E83D}" destId="{54A4B71E-863A-465A-B71B-5F7196906E37}" srcOrd="0" destOrd="0" presId="urn:microsoft.com/office/officeart/2011/layout/RadialPictureList"/>
    <dgm:cxn modelId="{5195965D-AA15-425E-A93C-2819D7432450}" type="presParOf" srcId="{EF9507AF-B22E-48FA-A561-45498DF8E83D}" destId="{E62BD2B9-5856-4BAF-845A-9EC10C81ACA9}" srcOrd="1" destOrd="0" presId="urn:microsoft.com/office/officeart/2011/layout/RadialPictureList"/>
    <dgm:cxn modelId="{E69DE8D2-7817-4673-A4BD-F4B1E90756D6}" type="presParOf" srcId="{EF9507AF-B22E-48FA-A561-45498DF8E83D}" destId="{149BB9E0-9FA4-4AC1-A538-5F28BA3F7A1A}" srcOrd="2" destOrd="0" presId="urn:microsoft.com/office/officeart/2011/layout/RadialPictureList"/>
    <dgm:cxn modelId="{B658F8F3-D234-4C1E-8B62-96A6596C9D24}" type="presParOf" srcId="{EF9507AF-B22E-48FA-A561-45498DF8E83D}" destId="{D2FC49F2-EDEF-438D-B8B4-BF0108C0F934}" srcOrd="3" destOrd="0" presId="urn:microsoft.com/office/officeart/2011/layout/RadialPictureList"/>
    <dgm:cxn modelId="{28BF3205-D059-4CA1-8B30-0A21A4670274}" type="presParOf" srcId="{EF9507AF-B22E-48FA-A561-45498DF8E83D}" destId="{7F5945B9-230A-4609-8C0A-243263997D48}" srcOrd="4" destOrd="0" presId="urn:microsoft.com/office/officeart/2011/layout/RadialPictureList"/>
    <dgm:cxn modelId="{5C6E9800-A755-477A-B7BE-D67B295487EB}" type="presParOf" srcId="{7F5945B9-230A-4609-8C0A-243263997D48}" destId="{ED313FCF-EB0E-4255-9FB8-8392252A8B4A}" srcOrd="0" destOrd="0" presId="urn:microsoft.com/office/officeart/2011/layout/RadialPictureList"/>
    <dgm:cxn modelId="{4225F6FA-8A61-4191-B953-83F4C2FF76A6}" type="presParOf" srcId="{EF9507AF-B22E-48FA-A561-45498DF8E83D}" destId="{A41A31C3-0D98-48B6-A3DF-54CDA2FD605A}" srcOrd="5" destOrd="0" presId="urn:microsoft.com/office/officeart/2011/layout/RadialPicture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BC28E-FA45-4BD0-93E8-205E283B2BB5}">
      <dsp:nvSpPr>
        <dsp:cNvPr id="0" name=""/>
        <dsp:cNvSpPr/>
      </dsp:nvSpPr>
      <dsp:spPr>
        <a:xfrm>
          <a:off x="1071411" y="1424026"/>
          <a:ext cx="2077705" cy="207773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fr-FR" sz="2800" kern="1200" noProof="0" dirty="0"/>
            <a:t>Captivea</a:t>
          </a:r>
        </a:p>
      </dsp:txBody>
      <dsp:txXfrm>
        <a:off x="1375684" y="1728304"/>
        <a:ext cx="1469159" cy="1469181"/>
      </dsp:txXfrm>
    </dsp:sp>
    <dsp:sp modelId="{4DF949E9-EB2B-4F47-9BE8-188AE4683DA9}">
      <dsp:nvSpPr>
        <dsp:cNvPr id="0" name=""/>
        <dsp:cNvSpPr/>
      </dsp:nvSpPr>
      <dsp:spPr>
        <a:xfrm>
          <a:off x="0" y="268805"/>
          <a:ext cx="4187969" cy="4365912"/>
        </a:xfrm>
        <a:prstGeom prst="blockArc">
          <a:avLst>
            <a:gd name="adj1" fmla="val 17747832"/>
            <a:gd name="adj2" fmla="val 3872736"/>
            <a:gd name="adj3" fmla="val 558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354E55-B73C-447C-8076-E1E08F4C2FA2}">
      <dsp:nvSpPr>
        <dsp:cNvPr id="0" name=""/>
        <dsp:cNvSpPr/>
      </dsp:nvSpPr>
      <dsp:spPr>
        <a:xfrm>
          <a:off x="3334819" y="960802"/>
          <a:ext cx="1113013" cy="1113307"/>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C13C32-E82B-47F6-83B1-5746D7E26055}">
      <dsp:nvSpPr>
        <dsp:cNvPr id="0" name=""/>
        <dsp:cNvSpPr/>
      </dsp:nvSpPr>
      <dsp:spPr>
        <a:xfrm>
          <a:off x="4539478" y="975210"/>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Votre Prénom</a:t>
          </a:r>
        </a:p>
        <a:p>
          <a:pPr marL="0" lvl="0" indent="0" algn="l" defTabSz="889000">
            <a:lnSpc>
              <a:spcPct val="90000"/>
            </a:lnSpc>
            <a:spcBef>
              <a:spcPct val="0"/>
            </a:spcBef>
            <a:spcAft>
              <a:spcPct val="10000"/>
            </a:spcAft>
            <a:buNone/>
          </a:pPr>
          <a:r>
            <a:rPr lang="fr-FR" sz="1200" kern="1200" noProof="0" dirty="0"/>
            <a:t>Commercial</a:t>
          </a:r>
        </a:p>
      </dsp:txBody>
      <dsp:txXfrm>
        <a:off x="4539478" y="975210"/>
        <a:ext cx="1489846" cy="1077507"/>
      </dsp:txXfrm>
    </dsp:sp>
    <dsp:sp modelId="{E0ACA9AC-6F82-4A43-B50C-6FCB2589168A}">
      <dsp:nvSpPr>
        <dsp:cNvPr id="0" name=""/>
        <dsp:cNvSpPr/>
      </dsp:nvSpPr>
      <dsp:spPr>
        <a:xfrm>
          <a:off x="3334819" y="2724194"/>
          <a:ext cx="1113013" cy="1113307"/>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02A018-D2BC-4C9E-948B-9882F3D03A2D}">
      <dsp:nvSpPr>
        <dsp:cNvPr id="0" name=""/>
        <dsp:cNvSpPr/>
      </dsp:nvSpPr>
      <dsp:spPr>
        <a:xfrm>
          <a:off x="4539478" y="2738602"/>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Côme</a:t>
          </a:r>
          <a:endParaRPr lang="fr-FR" sz="1400" b="1" kern="1200" noProof="0" dirty="0"/>
        </a:p>
        <a:p>
          <a:pPr marL="0" lvl="0" indent="0" algn="l" defTabSz="889000">
            <a:lnSpc>
              <a:spcPct val="90000"/>
            </a:lnSpc>
            <a:spcBef>
              <a:spcPct val="0"/>
            </a:spcBef>
            <a:spcAft>
              <a:spcPct val="10000"/>
            </a:spcAft>
            <a:buNone/>
          </a:pPr>
          <a:r>
            <a:rPr lang="fr-FR" sz="1200" b="0" kern="1200" noProof="0" dirty="0"/>
            <a:t>Directeur des opérations</a:t>
          </a:r>
          <a:endParaRPr lang="fr-FR" sz="1400" b="1" kern="1200" noProof="0" dirty="0"/>
        </a:p>
      </dsp:txBody>
      <dsp:txXfrm>
        <a:off x="4539478" y="2738602"/>
        <a:ext cx="1489846" cy="1077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A4B71E-863A-465A-B71B-5F7196906E37}">
      <dsp:nvSpPr>
        <dsp:cNvPr id="0" name=""/>
        <dsp:cNvSpPr/>
      </dsp:nvSpPr>
      <dsp:spPr>
        <a:xfrm>
          <a:off x="1069718" y="1357461"/>
          <a:ext cx="2074423" cy="2074455"/>
        </a:xfrm>
        <a:prstGeom prst="ellipse">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r>
            <a:rPr lang="fr-FR" sz="4600" kern="1200" noProof="0" dirty="0"/>
            <a:t>Odoo</a:t>
          </a:r>
        </a:p>
      </dsp:txBody>
      <dsp:txXfrm>
        <a:off x="1373510" y="1661258"/>
        <a:ext cx="1466839" cy="1466861"/>
      </dsp:txXfrm>
    </dsp:sp>
    <dsp:sp modelId="{E62BD2B9-5856-4BAF-845A-9EC10C81ACA9}">
      <dsp:nvSpPr>
        <dsp:cNvPr id="0" name=""/>
        <dsp:cNvSpPr/>
      </dsp:nvSpPr>
      <dsp:spPr>
        <a:xfrm>
          <a:off x="0" y="204066"/>
          <a:ext cx="4181353" cy="4359015"/>
        </a:xfrm>
        <a:prstGeom prst="blockArc">
          <a:avLst>
            <a:gd name="adj1" fmla="val 17747832"/>
            <a:gd name="adj2" fmla="val 3872736"/>
            <a:gd name="adj3" fmla="val 558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9BB9E0-9FA4-4AC1-A538-5F28BA3F7A1A}">
      <dsp:nvSpPr>
        <dsp:cNvPr id="0" name=""/>
        <dsp:cNvSpPr/>
      </dsp:nvSpPr>
      <dsp:spPr>
        <a:xfrm>
          <a:off x="3329551" y="894970"/>
          <a:ext cx="1111255" cy="1111549"/>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FC49F2-EDEF-438D-B8B4-BF0108C0F934}">
      <dsp:nvSpPr>
        <dsp:cNvPr id="0" name=""/>
        <dsp:cNvSpPr/>
      </dsp:nvSpPr>
      <dsp:spPr>
        <a:xfrm>
          <a:off x="4532308" y="909354"/>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dirty="0"/>
            <a:t>Robin</a:t>
          </a:r>
        </a:p>
        <a:p>
          <a:pPr marL="0" lvl="0" indent="0" algn="l" defTabSz="933450">
            <a:lnSpc>
              <a:spcPct val="90000"/>
            </a:lnSpc>
            <a:spcBef>
              <a:spcPct val="0"/>
            </a:spcBef>
            <a:spcAft>
              <a:spcPct val="10000"/>
            </a:spcAft>
            <a:buNone/>
          </a:pPr>
          <a:r>
            <a:rPr lang="fr-FR" sz="1200" kern="1200" noProof="0" dirty="0"/>
            <a:t>Partner Manager</a:t>
          </a:r>
        </a:p>
      </dsp:txBody>
      <dsp:txXfrm>
        <a:off x="4532308" y="909354"/>
        <a:ext cx="1487492" cy="1075805"/>
      </dsp:txXfrm>
    </dsp:sp>
    <dsp:sp modelId="{ED313FCF-EB0E-4255-9FB8-8392252A8B4A}">
      <dsp:nvSpPr>
        <dsp:cNvPr id="0" name=""/>
        <dsp:cNvSpPr/>
      </dsp:nvSpPr>
      <dsp:spPr>
        <a:xfrm>
          <a:off x="3329551" y="2655576"/>
          <a:ext cx="1111255" cy="1111549"/>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1A31C3-0D98-48B6-A3DF-54CDA2FD605A}">
      <dsp:nvSpPr>
        <dsp:cNvPr id="0" name=""/>
        <dsp:cNvSpPr/>
      </dsp:nvSpPr>
      <dsp:spPr>
        <a:xfrm>
          <a:off x="4532308" y="2669961"/>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dirty="0"/>
            <a:t>Quentin</a:t>
          </a:r>
        </a:p>
        <a:p>
          <a:pPr marL="0" lvl="0" indent="0" algn="l" defTabSz="933450">
            <a:lnSpc>
              <a:spcPct val="90000"/>
            </a:lnSpc>
            <a:spcBef>
              <a:spcPct val="0"/>
            </a:spcBef>
            <a:spcAft>
              <a:spcPct val="10000"/>
            </a:spcAft>
            <a:buNone/>
          </a:pPr>
          <a:r>
            <a:rPr lang="fr-FR" sz="1200" kern="1200" noProof="0" dirty="0" err="1"/>
            <a:t>Account</a:t>
          </a:r>
          <a:r>
            <a:rPr lang="fr-FR" sz="1200" kern="1200" noProof="0" dirty="0"/>
            <a:t> Manager</a:t>
          </a:r>
        </a:p>
      </dsp:txBody>
      <dsp:txXfrm>
        <a:off x="4532308" y="2669961"/>
        <a:ext cx="1487492" cy="10758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BC28E-FA45-4BD0-93E8-205E283B2BB5}">
      <dsp:nvSpPr>
        <dsp:cNvPr id="0" name=""/>
        <dsp:cNvSpPr/>
      </dsp:nvSpPr>
      <dsp:spPr>
        <a:xfrm>
          <a:off x="1071411" y="1424026"/>
          <a:ext cx="2077705" cy="207773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fr-FR" sz="2800" kern="1200" noProof="0" dirty="0"/>
            <a:t>Captivea</a:t>
          </a:r>
        </a:p>
      </dsp:txBody>
      <dsp:txXfrm>
        <a:off x="1375684" y="1728304"/>
        <a:ext cx="1469159" cy="1469181"/>
      </dsp:txXfrm>
    </dsp:sp>
    <dsp:sp modelId="{4DF949E9-EB2B-4F47-9BE8-188AE4683DA9}">
      <dsp:nvSpPr>
        <dsp:cNvPr id="0" name=""/>
        <dsp:cNvSpPr/>
      </dsp:nvSpPr>
      <dsp:spPr>
        <a:xfrm>
          <a:off x="0" y="268805"/>
          <a:ext cx="4187969" cy="4365912"/>
        </a:xfrm>
        <a:prstGeom prst="blockArc">
          <a:avLst>
            <a:gd name="adj1" fmla="val 17747832"/>
            <a:gd name="adj2" fmla="val 3872736"/>
            <a:gd name="adj3" fmla="val 558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354E55-B73C-447C-8076-E1E08F4C2FA2}">
      <dsp:nvSpPr>
        <dsp:cNvPr id="0" name=""/>
        <dsp:cNvSpPr/>
      </dsp:nvSpPr>
      <dsp:spPr>
        <a:xfrm>
          <a:off x="3334819" y="960802"/>
          <a:ext cx="1113013" cy="1113307"/>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C13C32-E82B-47F6-83B1-5746D7E26055}">
      <dsp:nvSpPr>
        <dsp:cNvPr id="0" name=""/>
        <dsp:cNvSpPr/>
      </dsp:nvSpPr>
      <dsp:spPr>
        <a:xfrm>
          <a:off x="4539478" y="975210"/>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Votre Prénom</a:t>
          </a:r>
        </a:p>
        <a:p>
          <a:pPr marL="0" lvl="0" indent="0" algn="l" defTabSz="889000">
            <a:lnSpc>
              <a:spcPct val="90000"/>
            </a:lnSpc>
            <a:spcBef>
              <a:spcPct val="0"/>
            </a:spcBef>
            <a:spcAft>
              <a:spcPct val="10000"/>
            </a:spcAft>
            <a:buNone/>
          </a:pPr>
          <a:r>
            <a:rPr lang="fr-FR" sz="1200" kern="1200" noProof="0" dirty="0"/>
            <a:t>Commercial</a:t>
          </a:r>
        </a:p>
      </dsp:txBody>
      <dsp:txXfrm>
        <a:off x="4539478" y="975210"/>
        <a:ext cx="1489846" cy="1077507"/>
      </dsp:txXfrm>
    </dsp:sp>
    <dsp:sp modelId="{E0ACA9AC-6F82-4A43-B50C-6FCB2589168A}">
      <dsp:nvSpPr>
        <dsp:cNvPr id="0" name=""/>
        <dsp:cNvSpPr/>
      </dsp:nvSpPr>
      <dsp:spPr>
        <a:xfrm>
          <a:off x="3334819" y="2724194"/>
          <a:ext cx="1113013" cy="1113307"/>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02A018-D2BC-4C9E-948B-9882F3D03A2D}">
      <dsp:nvSpPr>
        <dsp:cNvPr id="0" name=""/>
        <dsp:cNvSpPr/>
      </dsp:nvSpPr>
      <dsp:spPr>
        <a:xfrm>
          <a:off x="4539478" y="2738602"/>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Côme</a:t>
          </a:r>
          <a:endParaRPr lang="fr-FR" sz="1400" b="1" kern="1200" noProof="0" dirty="0"/>
        </a:p>
        <a:p>
          <a:pPr marL="0" lvl="0" indent="0" algn="l" defTabSz="889000">
            <a:lnSpc>
              <a:spcPct val="90000"/>
            </a:lnSpc>
            <a:spcBef>
              <a:spcPct val="0"/>
            </a:spcBef>
            <a:spcAft>
              <a:spcPct val="10000"/>
            </a:spcAft>
            <a:buNone/>
          </a:pPr>
          <a:r>
            <a:rPr lang="fr-FR" sz="1200" b="0" kern="1200" noProof="0" dirty="0"/>
            <a:t>Directeur des opérations</a:t>
          </a:r>
          <a:endParaRPr lang="fr-FR" sz="1400" b="1" kern="1200" noProof="0" dirty="0"/>
        </a:p>
      </dsp:txBody>
      <dsp:txXfrm>
        <a:off x="4539478" y="2738602"/>
        <a:ext cx="1489846" cy="10775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A4B71E-863A-465A-B71B-5F7196906E37}">
      <dsp:nvSpPr>
        <dsp:cNvPr id="0" name=""/>
        <dsp:cNvSpPr/>
      </dsp:nvSpPr>
      <dsp:spPr>
        <a:xfrm>
          <a:off x="1069718" y="1357461"/>
          <a:ext cx="2074423" cy="2074455"/>
        </a:xfrm>
        <a:prstGeom prst="ellipse">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r>
            <a:rPr lang="fr-FR" sz="4600" kern="1200" noProof="0" dirty="0"/>
            <a:t>Odoo</a:t>
          </a:r>
        </a:p>
      </dsp:txBody>
      <dsp:txXfrm>
        <a:off x="1373510" y="1661258"/>
        <a:ext cx="1466839" cy="1466861"/>
      </dsp:txXfrm>
    </dsp:sp>
    <dsp:sp modelId="{E62BD2B9-5856-4BAF-845A-9EC10C81ACA9}">
      <dsp:nvSpPr>
        <dsp:cNvPr id="0" name=""/>
        <dsp:cNvSpPr/>
      </dsp:nvSpPr>
      <dsp:spPr>
        <a:xfrm>
          <a:off x="0" y="204066"/>
          <a:ext cx="4181353" cy="4359015"/>
        </a:xfrm>
        <a:prstGeom prst="blockArc">
          <a:avLst>
            <a:gd name="adj1" fmla="val 17747832"/>
            <a:gd name="adj2" fmla="val 3872736"/>
            <a:gd name="adj3" fmla="val 558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9BB9E0-9FA4-4AC1-A538-5F28BA3F7A1A}">
      <dsp:nvSpPr>
        <dsp:cNvPr id="0" name=""/>
        <dsp:cNvSpPr/>
      </dsp:nvSpPr>
      <dsp:spPr>
        <a:xfrm>
          <a:off x="3329551" y="894970"/>
          <a:ext cx="1111255" cy="1111549"/>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FC49F2-EDEF-438D-B8B4-BF0108C0F934}">
      <dsp:nvSpPr>
        <dsp:cNvPr id="0" name=""/>
        <dsp:cNvSpPr/>
      </dsp:nvSpPr>
      <dsp:spPr>
        <a:xfrm>
          <a:off x="4532308" y="909354"/>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dirty="0"/>
            <a:t>Robin</a:t>
          </a:r>
        </a:p>
        <a:p>
          <a:pPr marL="0" lvl="0" indent="0" algn="l" defTabSz="933450">
            <a:lnSpc>
              <a:spcPct val="90000"/>
            </a:lnSpc>
            <a:spcBef>
              <a:spcPct val="0"/>
            </a:spcBef>
            <a:spcAft>
              <a:spcPct val="10000"/>
            </a:spcAft>
            <a:buNone/>
          </a:pPr>
          <a:r>
            <a:rPr lang="fr-FR" sz="1200" kern="1200" noProof="0" dirty="0"/>
            <a:t>Partner Manager</a:t>
          </a:r>
        </a:p>
      </dsp:txBody>
      <dsp:txXfrm>
        <a:off x="4532308" y="909354"/>
        <a:ext cx="1487492" cy="1075805"/>
      </dsp:txXfrm>
    </dsp:sp>
    <dsp:sp modelId="{ED313FCF-EB0E-4255-9FB8-8392252A8B4A}">
      <dsp:nvSpPr>
        <dsp:cNvPr id="0" name=""/>
        <dsp:cNvSpPr/>
      </dsp:nvSpPr>
      <dsp:spPr>
        <a:xfrm>
          <a:off x="3329551" y="2655576"/>
          <a:ext cx="1111255" cy="1111549"/>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1A31C3-0D98-48B6-A3DF-54CDA2FD605A}">
      <dsp:nvSpPr>
        <dsp:cNvPr id="0" name=""/>
        <dsp:cNvSpPr/>
      </dsp:nvSpPr>
      <dsp:spPr>
        <a:xfrm>
          <a:off x="4532308" y="2669961"/>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dirty="0"/>
            <a:t>Quentin</a:t>
          </a:r>
        </a:p>
        <a:p>
          <a:pPr marL="0" lvl="0" indent="0" algn="l" defTabSz="933450">
            <a:lnSpc>
              <a:spcPct val="90000"/>
            </a:lnSpc>
            <a:spcBef>
              <a:spcPct val="0"/>
            </a:spcBef>
            <a:spcAft>
              <a:spcPct val="10000"/>
            </a:spcAft>
            <a:buNone/>
          </a:pPr>
          <a:r>
            <a:rPr lang="fr-FR" sz="1200" kern="1200" noProof="0" dirty="0" err="1"/>
            <a:t>Account</a:t>
          </a:r>
          <a:r>
            <a:rPr lang="fr-FR" sz="1200" kern="1200" noProof="0" dirty="0"/>
            <a:t> Manager</a:t>
          </a:r>
        </a:p>
      </dsp:txBody>
      <dsp:txXfrm>
        <a:off x="4532308" y="2669961"/>
        <a:ext cx="1487492" cy="10758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BC28E-FA45-4BD0-93E8-205E283B2BB5}">
      <dsp:nvSpPr>
        <dsp:cNvPr id="0" name=""/>
        <dsp:cNvSpPr/>
      </dsp:nvSpPr>
      <dsp:spPr>
        <a:xfrm>
          <a:off x="1071411" y="1424026"/>
          <a:ext cx="2077705" cy="207773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fr-FR" sz="2800" kern="1200" noProof="0" dirty="0"/>
            <a:t>Captivea</a:t>
          </a:r>
        </a:p>
      </dsp:txBody>
      <dsp:txXfrm>
        <a:off x="1375684" y="1728304"/>
        <a:ext cx="1469159" cy="1469181"/>
      </dsp:txXfrm>
    </dsp:sp>
    <dsp:sp modelId="{4DF949E9-EB2B-4F47-9BE8-188AE4683DA9}">
      <dsp:nvSpPr>
        <dsp:cNvPr id="0" name=""/>
        <dsp:cNvSpPr/>
      </dsp:nvSpPr>
      <dsp:spPr>
        <a:xfrm>
          <a:off x="0" y="268805"/>
          <a:ext cx="4187969" cy="4365912"/>
        </a:xfrm>
        <a:prstGeom prst="blockArc">
          <a:avLst>
            <a:gd name="adj1" fmla="val 17747832"/>
            <a:gd name="adj2" fmla="val 3872736"/>
            <a:gd name="adj3" fmla="val 558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354E55-B73C-447C-8076-E1E08F4C2FA2}">
      <dsp:nvSpPr>
        <dsp:cNvPr id="0" name=""/>
        <dsp:cNvSpPr/>
      </dsp:nvSpPr>
      <dsp:spPr>
        <a:xfrm>
          <a:off x="3334819" y="960802"/>
          <a:ext cx="1113013" cy="1113307"/>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C13C32-E82B-47F6-83B1-5746D7E26055}">
      <dsp:nvSpPr>
        <dsp:cNvPr id="0" name=""/>
        <dsp:cNvSpPr/>
      </dsp:nvSpPr>
      <dsp:spPr>
        <a:xfrm>
          <a:off x="4539478" y="975210"/>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Olivier</a:t>
          </a:r>
        </a:p>
        <a:p>
          <a:pPr marL="0" lvl="0" indent="0" algn="l" defTabSz="889000">
            <a:lnSpc>
              <a:spcPct val="90000"/>
            </a:lnSpc>
            <a:spcBef>
              <a:spcPct val="0"/>
            </a:spcBef>
            <a:spcAft>
              <a:spcPct val="10000"/>
            </a:spcAft>
            <a:buNone/>
          </a:pPr>
          <a:r>
            <a:rPr lang="fr-FR" sz="1200" kern="1200" noProof="0" dirty="0"/>
            <a:t>Commercial</a:t>
          </a:r>
        </a:p>
      </dsp:txBody>
      <dsp:txXfrm>
        <a:off x="4539478" y="975210"/>
        <a:ext cx="1489846" cy="1077507"/>
      </dsp:txXfrm>
    </dsp:sp>
    <dsp:sp modelId="{E0ACA9AC-6F82-4A43-B50C-6FCB2589168A}">
      <dsp:nvSpPr>
        <dsp:cNvPr id="0" name=""/>
        <dsp:cNvSpPr/>
      </dsp:nvSpPr>
      <dsp:spPr>
        <a:xfrm>
          <a:off x="3334819" y="2724194"/>
          <a:ext cx="1113013" cy="1113307"/>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02A018-D2BC-4C9E-948B-9882F3D03A2D}">
      <dsp:nvSpPr>
        <dsp:cNvPr id="0" name=""/>
        <dsp:cNvSpPr/>
      </dsp:nvSpPr>
      <dsp:spPr>
        <a:xfrm>
          <a:off x="4539478" y="2738602"/>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Khalid</a:t>
          </a:r>
          <a:endParaRPr lang="fr-FR" sz="1400" b="1" kern="1200" noProof="0" dirty="0"/>
        </a:p>
        <a:p>
          <a:pPr marL="0" lvl="0" indent="0" algn="l" defTabSz="889000">
            <a:lnSpc>
              <a:spcPct val="90000"/>
            </a:lnSpc>
            <a:spcBef>
              <a:spcPct val="0"/>
            </a:spcBef>
            <a:spcAft>
              <a:spcPct val="10000"/>
            </a:spcAft>
            <a:buNone/>
          </a:pPr>
          <a:r>
            <a:rPr lang="fr-FR" sz="1200" b="0" kern="1200" noProof="0" dirty="0"/>
            <a:t>CEO</a:t>
          </a:r>
          <a:endParaRPr lang="fr-FR" sz="1400" b="1" kern="1200" noProof="0" dirty="0"/>
        </a:p>
      </dsp:txBody>
      <dsp:txXfrm>
        <a:off x="4539478" y="2738602"/>
        <a:ext cx="1489846" cy="10775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A4B71E-863A-465A-B71B-5F7196906E37}">
      <dsp:nvSpPr>
        <dsp:cNvPr id="0" name=""/>
        <dsp:cNvSpPr/>
      </dsp:nvSpPr>
      <dsp:spPr>
        <a:xfrm>
          <a:off x="1069718" y="1357461"/>
          <a:ext cx="2074423" cy="2074455"/>
        </a:xfrm>
        <a:prstGeom prst="ellipse">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r>
            <a:rPr lang="fr-FR" sz="4600" kern="1200" noProof="0" dirty="0"/>
            <a:t>Odoo</a:t>
          </a:r>
        </a:p>
      </dsp:txBody>
      <dsp:txXfrm>
        <a:off x="1373510" y="1661258"/>
        <a:ext cx="1466839" cy="1466861"/>
      </dsp:txXfrm>
    </dsp:sp>
    <dsp:sp modelId="{E62BD2B9-5856-4BAF-845A-9EC10C81ACA9}">
      <dsp:nvSpPr>
        <dsp:cNvPr id="0" name=""/>
        <dsp:cNvSpPr/>
      </dsp:nvSpPr>
      <dsp:spPr>
        <a:xfrm>
          <a:off x="0" y="204066"/>
          <a:ext cx="4181353" cy="4359015"/>
        </a:xfrm>
        <a:prstGeom prst="blockArc">
          <a:avLst>
            <a:gd name="adj1" fmla="val 17747832"/>
            <a:gd name="adj2" fmla="val 3872736"/>
            <a:gd name="adj3" fmla="val 558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9BB9E0-9FA4-4AC1-A538-5F28BA3F7A1A}">
      <dsp:nvSpPr>
        <dsp:cNvPr id="0" name=""/>
        <dsp:cNvSpPr/>
      </dsp:nvSpPr>
      <dsp:spPr>
        <a:xfrm>
          <a:off x="3329551" y="894970"/>
          <a:ext cx="1111255" cy="1111549"/>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FC49F2-EDEF-438D-B8B4-BF0108C0F934}">
      <dsp:nvSpPr>
        <dsp:cNvPr id="0" name=""/>
        <dsp:cNvSpPr/>
      </dsp:nvSpPr>
      <dsp:spPr>
        <a:xfrm>
          <a:off x="4532308" y="909354"/>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dirty="0"/>
            <a:t>Juliette</a:t>
          </a:r>
        </a:p>
        <a:p>
          <a:pPr marL="0" lvl="0" indent="0" algn="l" defTabSz="933450">
            <a:lnSpc>
              <a:spcPct val="90000"/>
            </a:lnSpc>
            <a:spcBef>
              <a:spcPct val="0"/>
            </a:spcBef>
            <a:spcAft>
              <a:spcPct val="10000"/>
            </a:spcAft>
            <a:buNone/>
          </a:pPr>
          <a:r>
            <a:rPr lang="fr-FR" sz="1200" kern="1200" noProof="0" dirty="0"/>
            <a:t>Partner Manager</a:t>
          </a:r>
        </a:p>
      </dsp:txBody>
      <dsp:txXfrm>
        <a:off x="4532308" y="909354"/>
        <a:ext cx="1487492" cy="1075805"/>
      </dsp:txXfrm>
    </dsp:sp>
    <dsp:sp modelId="{ED313FCF-EB0E-4255-9FB8-8392252A8B4A}">
      <dsp:nvSpPr>
        <dsp:cNvPr id="0" name=""/>
        <dsp:cNvSpPr/>
      </dsp:nvSpPr>
      <dsp:spPr>
        <a:xfrm>
          <a:off x="3329551" y="2655576"/>
          <a:ext cx="1111255" cy="1111549"/>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1A31C3-0D98-48B6-A3DF-54CDA2FD605A}">
      <dsp:nvSpPr>
        <dsp:cNvPr id="0" name=""/>
        <dsp:cNvSpPr/>
      </dsp:nvSpPr>
      <dsp:spPr>
        <a:xfrm>
          <a:off x="4532308" y="2669961"/>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a:t>Akem</a:t>
          </a:r>
          <a:endParaRPr lang="fr-FR" sz="2100" b="1" kern="1200" noProof="0" dirty="0"/>
        </a:p>
        <a:p>
          <a:pPr marL="0" lvl="0" indent="0" algn="l" defTabSz="933450">
            <a:lnSpc>
              <a:spcPct val="90000"/>
            </a:lnSpc>
            <a:spcBef>
              <a:spcPct val="0"/>
            </a:spcBef>
            <a:spcAft>
              <a:spcPct val="10000"/>
            </a:spcAft>
            <a:buNone/>
          </a:pPr>
          <a:r>
            <a:rPr lang="fr-FR" sz="1200" kern="1200" noProof="0" dirty="0" err="1"/>
            <a:t>Account</a:t>
          </a:r>
          <a:r>
            <a:rPr lang="fr-FR" sz="1200" kern="1200" noProof="0" dirty="0"/>
            <a:t> Manager</a:t>
          </a:r>
        </a:p>
      </dsp:txBody>
      <dsp:txXfrm>
        <a:off x="4532308" y="2669961"/>
        <a:ext cx="1487492" cy="10758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BC28E-FA45-4BD0-93E8-205E283B2BB5}">
      <dsp:nvSpPr>
        <dsp:cNvPr id="0" name=""/>
        <dsp:cNvSpPr/>
      </dsp:nvSpPr>
      <dsp:spPr>
        <a:xfrm>
          <a:off x="1071411" y="1424026"/>
          <a:ext cx="2077705" cy="207773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fr-FR" sz="2800" kern="1200" noProof="0" dirty="0"/>
            <a:t>Captivea</a:t>
          </a:r>
        </a:p>
      </dsp:txBody>
      <dsp:txXfrm>
        <a:off x="1375684" y="1728304"/>
        <a:ext cx="1469159" cy="1469181"/>
      </dsp:txXfrm>
    </dsp:sp>
    <dsp:sp modelId="{4DF949E9-EB2B-4F47-9BE8-188AE4683DA9}">
      <dsp:nvSpPr>
        <dsp:cNvPr id="0" name=""/>
        <dsp:cNvSpPr/>
      </dsp:nvSpPr>
      <dsp:spPr>
        <a:xfrm>
          <a:off x="0" y="268805"/>
          <a:ext cx="4187969" cy="4365912"/>
        </a:xfrm>
        <a:prstGeom prst="blockArc">
          <a:avLst>
            <a:gd name="adj1" fmla="val 17747832"/>
            <a:gd name="adj2" fmla="val 3872736"/>
            <a:gd name="adj3" fmla="val 558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354E55-B73C-447C-8076-E1E08F4C2FA2}">
      <dsp:nvSpPr>
        <dsp:cNvPr id="0" name=""/>
        <dsp:cNvSpPr/>
      </dsp:nvSpPr>
      <dsp:spPr>
        <a:xfrm>
          <a:off x="3334819" y="960802"/>
          <a:ext cx="1113013" cy="1113307"/>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C13C32-E82B-47F6-83B1-5746D7E26055}">
      <dsp:nvSpPr>
        <dsp:cNvPr id="0" name=""/>
        <dsp:cNvSpPr/>
      </dsp:nvSpPr>
      <dsp:spPr>
        <a:xfrm>
          <a:off x="4539478" y="975210"/>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Votre Prénom</a:t>
          </a:r>
        </a:p>
        <a:p>
          <a:pPr marL="0" lvl="0" indent="0" algn="l" defTabSz="889000">
            <a:lnSpc>
              <a:spcPct val="90000"/>
            </a:lnSpc>
            <a:spcBef>
              <a:spcPct val="0"/>
            </a:spcBef>
            <a:spcAft>
              <a:spcPct val="10000"/>
            </a:spcAft>
            <a:buNone/>
          </a:pPr>
          <a:r>
            <a:rPr lang="fr-FR" sz="1200" kern="1200" noProof="0" dirty="0"/>
            <a:t>Commercial</a:t>
          </a:r>
        </a:p>
      </dsp:txBody>
      <dsp:txXfrm>
        <a:off x="4539478" y="975210"/>
        <a:ext cx="1489846" cy="1077507"/>
      </dsp:txXfrm>
    </dsp:sp>
    <dsp:sp modelId="{E0ACA9AC-6F82-4A43-B50C-6FCB2589168A}">
      <dsp:nvSpPr>
        <dsp:cNvPr id="0" name=""/>
        <dsp:cNvSpPr/>
      </dsp:nvSpPr>
      <dsp:spPr>
        <a:xfrm>
          <a:off x="3334819" y="2724194"/>
          <a:ext cx="1113013" cy="1113307"/>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02A018-D2BC-4C9E-948B-9882F3D03A2D}">
      <dsp:nvSpPr>
        <dsp:cNvPr id="0" name=""/>
        <dsp:cNvSpPr/>
      </dsp:nvSpPr>
      <dsp:spPr>
        <a:xfrm>
          <a:off x="4539478" y="2738602"/>
          <a:ext cx="1489846" cy="1077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l" defTabSz="889000">
            <a:lnSpc>
              <a:spcPct val="90000"/>
            </a:lnSpc>
            <a:spcBef>
              <a:spcPct val="0"/>
            </a:spcBef>
            <a:spcAft>
              <a:spcPct val="10000"/>
            </a:spcAft>
            <a:buNone/>
          </a:pPr>
          <a:r>
            <a:rPr lang="fr-FR" sz="2000" b="1" kern="1200" noProof="0" dirty="0"/>
            <a:t>Brinda</a:t>
          </a:r>
          <a:endParaRPr lang="fr-FR" sz="1400" b="1" kern="1200" noProof="0" dirty="0"/>
        </a:p>
        <a:p>
          <a:pPr marL="0" lvl="0" indent="0" algn="l" defTabSz="889000">
            <a:lnSpc>
              <a:spcPct val="90000"/>
            </a:lnSpc>
            <a:spcBef>
              <a:spcPct val="0"/>
            </a:spcBef>
            <a:spcAft>
              <a:spcPct val="10000"/>
            </a:spcAft>
            <a:buNone/>
          </a:pPr>
          <a:r>
            <a:rPr lang="fr-FR" sz="1200" b="0" kern="1200" noProof="0" dirty="0"/>
            <a:t>Responsable des opérations</a:t>
          </a:r>
          <a:endParaRPr lang="fr-FR" sz="1400" b="1" kern="1200" noProof="0" dirty="0"/>
        </a:p>
      </dsp:txBody>
      <dsp:txXfrm>
        <a:off x="4539478" y="2738602"/>
        <a:ext cx="1489846" cy="10775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A4B71E-863A-465A-B71B-5F7196906E37}">
      <dsp:nvSpPr>
        <dsp:cNvPr id="0" name=""/>
        <dsp:cNvSpPr/>
      </dsp:nvSpPr>
      <dsp:spPr>
        <a:xfrm>
          <a:off x="1069718" y="1357461"/>
          <a:ext cx="2074423" cy="2074455"/>
        </a:xfrm>
        <a:prstGeom prst="ellipse">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r>
            <a:rPr lang="fr-FR" sz="4600" kern="1200" noProof="0" dirty="0"/>
            <a:t>Odoo</a:t>
          </a:r>
        </a:p>
      </dsp:txBody>
      <dsp:txXfrm>
        <a:off x="1373510" y="1661258"/>
        <a:ext cx="1466839" cy="1466861"/>
      </dsp:txXfrm>
    </dsp:sp>
    <dsp:sp modelId="{E62BD2B9-5856-4BAF-845A-9EC10C81ACA9}">
      <dsp:nvSpPr>
        <dsp:cNvPr id="0" name=""/>
        <dsp:cNvSpPr/>
      </dsp:nvSpPr>
      <dsp:spPr>
        <a:xfrm>
          <a:off x="0" y="204066"/>
          <a:ext cx="4181353" cy="4359015"/>
        </a:xfrm>
        <a:prstGeom prst="blockArc">
          <a:avLst>
            <a:gd name="adj1" fmla="val 17747832"/>
            <a:gd name="adj2" fmla="val 3872736"/>
            <a:gd name="adj3" fmla="val 558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9BB9E0-9FA4-4AC1-A538-5F28BA3F7A1A}">
      <dsp:nvSpPr>
        <dsp:cNvPr id="0" name=""/>
        <dsp:cNvSpPr/>
      </dsp:nvSpPr>
      <dsp:spPr>
        <a:xfrm>
          <a:off x="3329551" y="894970"/>
          <a:ext cx="1111255" cy="1111549"/>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FC49F2-EDEF-438D-B8B4-BF0108C0F934}">
      <dsp:nvSpPr>
        <dsp:cNvPr id="0" name=""/>
        <dsp:cNvSpPr/>
      </dsp:nvSpPr>
      <dsp:spPr>
        <a:xfrm>
          <a:off x="4532308" y="909354"/>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dirty="0"/>
            <a:t>Robin</a:t>
          </a:r>
        </a:p>
        <a:p>
          <a:pPr marL="0" lvl="0" indent="0" algn="l" defTabSz="933450">
            <a:lnSpc>
              <a:spcPct val="90000"/>
            </a:lnSpc>
            <a:spcBef>
              <a:spcPct val="0"/>
            </a:spcBef>
            <a:spcAft>
              <a:spcPct val="10000"/>
            </a:spcAft>
            <a:buNone/>
          </a:pPr>
          <a:r>
            <a:rPr lang="fr-FR" sz="1200" kern="1200" noProof="0" dirty="0"/>
            <a:t>Partner Manager</a:t>
          </a:r>
        </a:p>
      </dsp:txBody>
      <dsp:txXfrm>
        <a:off x="4532308" y="909354"/>
        <a:ext cx="1487492" cy="1075805"/>
      </dsp:txXfrm>
    </dsp:sp>
    <dsp:sp modelId="{ED313FCF-EB0E-4255-9FB8-8392252A8B4A}">
      <dsp:nvSpPr>
        <dsp:cNvPr id="0" name=""/>
        <dsp:cNvSpPr/>
      </dsp:nvSpPr>
      <dsp:spPr>
        <a:xfrm>
          <a:off x="3329551" y="2655576"/>
          <a:ext cx="1111255" cy="1111549"/>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1A31C3-0D98-48B6-A3DF-54CDA2FD605A}">
      <dsp:nvSpPr>
        <dsp:cNvPr id="0" name=""/>
        <dsp:cNvSpPr/>
      </dsp:nvSpPr>
      <dsp:spPr>
        <a:xfrm>
          <a:off x="4532308" y="2669961"/>
          <a:ext cx="1487492" cy="107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10000"/>
            </a:spcAft>
            <a:buNone/>
          </a:pPr>
          <a:r>
            <a:rPr lang="fr-FR" sz="2100" b="1" kern="1200" noProof="0" dirty="0"/>
            <a:t>Quentin</a:t>
          </a:r>
        </a:p>
        <a:p>
          <a:pPr marL="0" lvl="0" indent="0" algn="l" defTabSz="933450">
            <a:lnSpc>
              <a:spcPct val="90000"/>
            </a:lnSpc>
            <a:spcBef>
              <a:spcPct val="0"/>
            </a:spcBef>
            <a:spcAft>
              <a:spcPct val="10000"/>
            </a:spcAft>
            <a:buNone/>
          </a:pPr>
          <a:r>
            <a:rPr lang="fr-FR" sz="1200" kern="1200" noProof="0" dirty="0" err="1"/>
            <a:t>Account</a:t>
          </a:r>
          <a:r>
            <a:rPr lang="fr-FR" sz="1200" kern="1200" noProof="0" dirty="0"/>
            <a:t> Manager</a:t>
          </a:r>
        </a:p>
      </dsp:txBody>
      <dsp:txXfrm>
        <a:off x="4532308" y="2669961"/>
        <a:ext cx="1487492" cy="1075805"/>
      </dsp:txXfrm>
    </dsp:sp>
  </dsp:spTree>
</dsp:drawing>
</file>

<file path=ppt/diagrams/layout1.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rebuchet MS" panose="020B0603020202020204" pitchFamily="34" charset="0"/>
              </a:defRPr>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rebuchet MS" panose="020B0603020202020204" pitchFamily="34" charset="0"/>
              </a:defRPr>
            </a:lvl1pPr>
          </a:lstStyle>
          <a:p>
            <a:fld id="{587B8CF8-7954-43EB-9C48-8768247D6AC7}" type="datetimeFigureOut">
              <a:rPr lang="en-US" smtClean="0"/>
              <a:pPr/>
              <a:t>6/12/2026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rebuchet MS" panose="020B0603020202020204" pitchFamily="34" charset="0"/>
              </a:defRPr>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rebuchet MS" panose="020B0603020202020204" pitchFamily="34" charset="0"/>
              </a:defRPr>
            </a:lvl1pPr>
          </a:lstStyle>
          <a:p>
            <a:fld id="{497E3E45-7047-42CC-A74F-EAAC0C8DB2CB}" type="slidenum">
              <a:rPr lang="en-US" smtClean="0"/>
              <a:pPr/>
              <a:t>‹#›</a:t>
            </a:fld>
            <a:endParaRPr lang="en-US"/>
          </a:p>
        </p:txBody>
      </p:sp>
    </p:spTree>
    <p:extLst>
      <p:ext uri="{BB962C8B-B14F-4D97-AF65-F5344CB8AC3E}">
        <p14:creationId xmlns:p14="http://schemas.microsoft.com/office/powerpoint/2010/main" val="3886116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rebuchet MS" panose="020B0603020202020204" pitchFamily="34" charset="0"/>
        <a:ea typeface="+mn-ea"/>
        <a:cs typeface="+mn-cs"/>
      </a:defRPr>
    </a:lvl1pPr>
    <a:lvl2pPr marL="457200" algn="l" defTabSz="914400" rtl="0" eaLnBrk="1" latinLnBrk="0" hangingPunct="1">
      <a:defRPr sz="1200" kern="1200">
        <a:solidFill>
          <a:schemeClr val="tx1"/>
        </a:solidFill>
        <a:latin typeface="Trebuchet MS" panose="020B0603020202020204" pitchFamily="34" charset="0"/>
        <a:ea typeface="+mn-ea"/>
        <a:cs typeface="+mn-cs"/>
      </a:defRPr>
    </a:lvl2pPr>
    <a:lvl3pPr marL="914400" algn="l" defTabSz="914400" rtl="0" eaLnBrk="1" latinLnBrk="0" hangingPunct="1">
      <a:defRPr sz="1200" kern="1200">
        <a:solidFill>
          <a:schemeClr val="tx1"/>
        </a:solidFill>
        <a:latin typeface="Trebuchet MS" panose="020B0603020202020204" pitchFamily="34" charset="0"/>
        <a:ea typeface="+mn-ea"/>
        <a:cs typeface="+mn-cs"/>
      </a:defRPr>
    </a:lvl3pPr>
    <a:lvl4pPr marL="1371600" algn="l" defTabSz="914400" rtl="0" eaLnBrk="1" latinLnBrk="0" hangingPunct="1">
      <a:defRPr sz="1200" kern="1200">
        <a:solidFill>
          <a:schemeClr val="tx1"/>
        </a:solidFill>
        <a:latin typeface="Trebuchet MS" panose="020B0603020202020204" pitchFamily="34" charset="0"/>
        <a:ea typeface="+mn-ea"/>
        <a:cs typeface="+mn-cs"/>
      </a:defRPr>
    </a:lvl4pPr>
    <a:lvl5pPr marL="1828800" algn="l" defTabSz="914400" rtl="0" eaLnBrk="1" latinLnBrk="0" hangingPunct="1">
      <a:defRPr sz="1200" kern="1200">
        <a:solidFill>
          <a:schemeClr val="tx1"/>
        </a:solidFill>
        <a:latin typeface="Trebuchet MS" panose="020B0603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Je suis ravi d'avoir l'opportunité de vous rencontrer aujourd'hui pour la démonstration et la présentation de notre offre.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Avant de commencer, j'aimerais savoir comment les choses se sont passées de votre côté depuis notre dernière conversation ?</a:t>
            </a:r>
            <a:endParaRPr lang="en-US" dirty="0"/>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1</a:t>
            </a:fld>
            <a:endParaRPr lang="en-US"/>
          </a:p>
        </p:txBody>
      </p:sp>
    </p:spTree>
    <p:extLst>
      <p:ext uri="{BB962C8B-B14F-4D97-AF65-F5344CB8AC3E}">
        <p14:creationId xmlns:p14="http://schemas.microsoft.com/office/powerpoint/2010/main" val="4153360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Découvrez Odoo, un logiciel de gestion global complet conçu pour rationaliser toutes vos opérations au sein d'une plateforme centralisée.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Avec Odoo, vous gagnez en flexibilité en commençant par quelques modules essentiels et en intégrant de manière transparente des fonctionnalités supplémentaires au fur et à mesure que votre entreprise se développe.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Cette solution évolutive grandit avec vous, garantissant que les capacités de votre logiciel s'étendent avec les besoins de votre entreprise.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L'une des caractéristiques phares d'Odoo est sa conception centrée sur l'utilisateur. Odoo accorde la priorité à l'expérience utilisateur, offrant une interface intuitive et conviviale qui rend la navigation et l'opération un jeu d'enfant.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Odoo est plus qu'un simple logiciel ; c'est un outil conçu en pensant à l'utilisateur, permettant à votre équipe de travailler de manière plus efficace et efficiente.</a:t>
            </a:r>
          </a:p>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a:t>
            </a:fld>
            <a:endParaRPr lang="en-US"/>
          </a:p>
        </p:txBody>
      </p:sp>
    </p:spTree>
    <p:extLst>
      <p:ext uri="{BB962C8B-B14F-4D97-AF65-F5344CB8AC3E}">
        <p14:creationId xmlns:p14="http://schemas.microsoft.com/office/powerpoint/2010/main" val="4023602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spcAft>
                <a:spcPts val="750"/>
              </a:spcAft>
              <a:buNone/>
            </a:pPr>
            <a:r>
              <a:rPr lang="fr-FR" sz="1200" b="0" i="0" kern="1200" dirty="0">
                <a:solidFill>
                  <a:schemeClr val="tx1"/>
                </a:solidFill>
                <a:effectLst/>
                <a:latin typeface="Trebuchet MS" panose="020B0603020202020204" pitchFamily="34" charset="0"/>
                <a:ea typeface="+mn-ea"/>
                <a:cs typeface="+mn-cs"/>
              </a:rPr>
              <a:t>Odoo compte plus de 15 millions d'utilisateurs et emploie plus de 6 000 employées. </a:t>
            </a:r>
          </a:p>
          <a:p>
            <a:pPr algn="l">
              <a:spcAft>
                <a:spcPts val="750"/>
              </a:spcAft>
              <a:buNone/>
            </a:pPr>
            <a:endParaRPr lang="fr-FR" sz="1200" b="0" i="0" kern="1200" dirty="0">
              <a:solidFill>
                <a:schemeClr val="tx1"/>
              </a:solidFill>
              <a:effectLst/>
              <a:latin typeface="Trebuchet MS" panose="020B0603020202020204" pitchFamily="34" charset="0"/>
              <a:ea typeface="+mn-ea"/>
              <a:cs typeface="+mn-cs"/>
            </a:endParaRPr>
          </a:p>
          <a:p>
            <a:pPr algn="l">
              <a:spcAft>
                <a:spcPts val="750"/>
              </a:spcAft>
              <a:buNone/>
            </a:pPr>
            <a:r>
              <a:rPr lang="fr-FR" sz="1200" b="0" i="0" kern="1200" dirty="0">
                <a:solidFill>
                  <a:schemeClr val="tx1"/>
                </a:solidFill>
                <a:effectLst/>
                <a:latin typeface="Trebuchet MS" panose="020B0603020202020204" pitchFamily="34" charset="0"/>
                <a:ea typeface="+mn-ea"/>
                <a:cs typeface="+mn-cs"/>
              </a:rPr>
              <a:t>L'un des plus grands atouts d'Odoo est sa flexibilité. En plus de la large gamme de modules standards, Odoo offre l'accès à une marketplace proposant plus de 50 000 modules supplémentaires. Cela vous permet d'adapter le logiciel précisément à vos besoins spécifiques.</a:t>
            </a:r>
            <a:endParaRPr lang="en-US" dirty="0"/>
          </a:p>
          <a:p>
            <a:endParaRPr lang="fr-FR" dirty="0"/>
          </a:p>
          <a:p>
            <a:pPr algn="l">
              <a:spcAft>
                <a:spcPts val="750"/>
              </a:spcAft>
              <a:buNone/>
            </a:pPr>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3</a:t>
            </a:fld>
            <a:endParaRPr lang="en-US"/>
          </a:p>
        </p:txBody>
      </p:sp>
    </p:spTree>
    <p:extLst>
      <p:ext uri="{BB962C8B-B14F-4D97-AF65-F5344CB8AC3E}">
        <p14:creationId xmlns:p14="http://schemas.microsoft.com/office/powerpoint/2010/main" val="1486010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Captivea dispose de multiples expertises pour soutenir vos besoins.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Nos services incluent l'intégration ERP pour rationaliser vos opérations.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De plus, notre département d'agence web est dédié à la construction et à l'amélioration de votre présence en ligne et de vos stratégies de communication.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sommes également spécialisés dans l'utilisation de l'IA pour améliorer vos processus, et notre département Business Intelligence est équipé pour fournir des analyses de données perspicaces afin de faire avancer votre entreprise.</a:t>
            </a:r>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4</a:t>
            </a:fld>
            <a:endParaRPr lang="en-US"/>
          </a:p>
        </p:txBody>
      </p:sp>
    </p:spTree>
    <p:extLst>
      <p:ext uri="{BB962C8B-B14F-4D97-AF65-F5344CB8AC3E}">
        <p14:creationId xmlns:p14="http://schemas.microsoft.com/office/powerpoint/2010/main" val="1811638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spcAft>
                <a:spcPts val="750"/>
              </a:spcAft>
            </a:pPr>
            <a:r>
              <a:rPr lang="fr-FR" dirty="0"/>
              <a:t>Nous sommes le leader mondial de l'intégration Odoo, avec 18 ans d'expérience. Nous avons une méthode éprouvée avec laquelle nous avons accompagné plus de 800 entreprises vers le succès.</a:t>
            </a:r>
            <a:endParaRPr lang="en-US" dirty="0">
              <a:solidFill>
                <a:srgbClr val="444444"/>
              </a:solidFill>
            </a:endParaRPr>
          </a:p>
          <a:p>
            <a:pPr>
              <a:spcAft>
                <a:spcPts val="750"/>
              </a:spcAft>
            </a:pPr>
            <a:endParaRPr lang="fr-FR" dirty="0">
              <a:solidFill>
                <a:srgbClr val="444444"/>
              </a:solidFill>
            </a:endParaRPr>
          </a:p>
          <a:p>
            <a:pPr>
              <a:spcAft>
                <a:spcPts val="750"/>
              </a:spcAft>
            </a:pPr>
            <a:r>
              <a:rPr lang="fr-FR" dirty="0"/>
              <a:t>Nous sommes une équipe </a:t>
            </a:r>
            <a:r>
              <a:rPr lang="fr-FR"/>
              <a:t>de 200 collaborateurs </a:t>
            </a:r>
            <a:r>
              <a:rPr lang="fr-FR" dirty="0"/>
              <a:t>pour vous guider à chaque étape et vous assurer une intégration fluide.</a:t>
            </a:r>
            <a:endParaRPr lang="en-US" dirty="0">
              <a:solidFill>
                <a:srgbClr val="444444"/>
              </a:solidFill>
            </a:endParaRPr>
          </a:p>
          <a:p>
            <a:endParaRPr lang="en-US" dirty="0">
              <a:solidFill>
                <a:srgbClr val="444444"/>
              </a:solidFill>
            </a:endParaRPr>
          </a:p>
          <a:p>
            <a:endParaRPr lang="en-US" dirty="0">
              <a:solidFill>
                <a:srgbClr val="444444"/>
              </a:solidFill>
            </a:endParaRPr>
          </a:p>
          <a:p>
            <a:endParaRPr lang="fr-FR" dirty="0">
              <a:solidFill>
                <a:srgbClr val="444444"/>
              </a:solidFill>
            </a:endParaRPr>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5</a:t>
            </a:fld>
            <a:endParaRPr lang="en-US"/>
          </a:p>
        </p:txBody>
      </p:sp>
    </p:spTree>
    <p:extLst>
      <p:ext uri="{BB962C8B-B14F-4D97-AF65-F5344CB8AC3E}">
        <p14:creationId xmlns:p14="http://schemas.microsoft.com/office/powerpoint/2010/main" val="3274317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7</a:t>
            </a:fld>
            <a:endParaRPr lang="en-US"/>
          </a:p>
        </p:txBody>
      </p:sp>
    </p:spTree>
    <p:extLst>
      <p:ext uri="{BB962C8B-B14F-4D97-AF65-F5344CB8AC3E}">
        <p14:creationId xmlns:p14="http://schemas.microsoft.com/office/powerpoint/2010/main" val="3146986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9</a:t>
            </a:fld>
            <a:endParaRPr lang="en-US"/>
          </a:p>
        </p:txBody>
      </p:sp>
    </p:spTree>
    <p:extLst>
      <p:ext uri="{BB962C8B-B14F-4D97-AF65-F5344CB8AC3E}">
        <p14:creationId xmlns:p14="http://schemas.microsoft.com/office/powerpoint/2010/main" val="1254547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fr-FR" dirty="0"/>
              <a:t>Voici quelque une </a:t>
            </a:r>
            <a:r>
              <a:rPr lang="fr-FR" dirty="0" err="1"/>
              <a:t>une</a:t>
            </a:r>
            <a:r>
              <a:rPr lang="fr-FR" dirty="0"/>
              <a:t> de nos références et sachez que vous retrouverez sur notre site internet plus </a:t>
            </a:r>
            <a:r>
              <a:rPr lang="fr-FR"/>
              <a:t>de 300 </a:t>
            </a:r>
            <a:r>
              <a:rPr lang="fr-FR" dirty="0"/>
              <a:t>présentations de projets que nous avons faits. Il y a la description du besoin, l’accompagnement fourni et les résultats</a:t>
            </a:r>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10</a:t>
            </a:fld>
            <a:endParaRPr lang="en-US"/>
          </a:p>
        </p:txBody>
      </p:sp>
    </p:spTree>
    <p:extLst>
      <p:ext uri="{BB962C8B-B14F-4D97-AF65-F5344CB8AC3E}">
        <p14:creationId xmlns:p14="http://schemas.microsoft.com/office/powerpoint/2010/main" val="1860806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Je vais vous expliquer comment se déroule un projet chez Captivea.</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Actuellement, nous sommes dans la phase de consultation gratuite et d'estimation globale. Nous avons préparé une estimation initiale pour votre projet, que nous aborderons plus tard.</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La première étape de notre collaboration est une phase d'analyse. Durant cette phase, nous organiserons des ateliers de travail avec vos utilisateurs clés pour bien comprendre vos besoins et voir comment les intégrer avec Odoo. C'est un moment d'échange pour identifier comment vous pouvez vous adapter à Odoo et comment Odoo peut s'adapter à vous.</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À l'issue de cette phase d'analyse, nous vous fournirons une estimation détaillée de votre projet, incluant tout ce qu'il faut pour mettre en place le logiciel. Si vous validez cette estimation, nous démarrerons la phase de mise en œuvre.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Lors de la phase de mise en œuvre, nous installerons le logiciel, effectuerons les adaptations et configurations nécessaires, puis nous passerons en production. </a:t>
            </a:r>
          </a:p>
          <a:p>
            <a:pPr algn="l">
              <a:spcAft>
                <a:spcPts val="750"/>
              </a:spcAft>
              <a:buNone/>
            </a:pPr>
            <a:endParaRPr lang="fr-FR" b="0" i="0" dirty="0">
              <a:effectLst/>
            </a:endParaRPr>
          </a:p>
          <a:p>
            <a:endParaRPr lang="fr-FR" dirty="0"/>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12</a:t>
            </a:fld>
            <a:endParaRPr lang="en-US"/>
          </a:p>
        </p:txBody>
      </p:sp>
    </p:spTree>
    <p:extLst>
      <p:ext uri="{BB962C8B-B14F-4D97-AF65-F5344CB8AC3E}">
        <p14:creationId xmlns:p14="http://schemas.microsoft.com/office/powerpoint/2010/main" val="4081222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Après la mise en production, nous resterons très réactifs pour ajuster le système et répondre rapidement à vos attentes.</a:t>
            </a:r>
          </a:p>
          <a:p>
            <a:r>
              <a:rPr lang="fr-FR" sz="1200" b="0" i="0" kern="1200" dirty="0">
                <a:solidFill>
                  <a:schemeClr val="tx1"/>
                </a:solidFill>
                <a:effectLst/>
                <a:latin typeface="Trebuchet MS" panose="020B0603020202020204" pitchFamily="34" charset="0"/>
                <a:ea typeface="+mn-ea"/>
                <a:cs typeface="+mn-cs"/>
              </a:rPr>
              <a:t>Par la suite, nous évaluerons le projet et définirons les prochaines étapes pour construire une version 2, puis une version 3.</a:t>
            </a:r>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13</a:t>
            </a:fld>
            <a:endParaRPr lang="en-US"/>
          </a:p>
        </p:txBody>
      </p:sp>
    </p:spTree>
    <p:extLst>
      <p:ext uri="{BB962C8B-B14F-4D97-AF65-F5344CB8AC3E}">
        <p14:creationId xmlns:p14="http://schemas.microsoft.com/office/powerpoint/2010/main" val="2244881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14</a:t>
            </a:fld>
            <a:endParaRPr lang="en-US"/>
          </a:p>
        </p:txBody>
      </p:sp>
    </p:spTree>
    <p:extLst>
      <p:ext uri="{BB962C8B-B14F-4D97-AF65-F5344CB8AC3E}">
        <p14:creationId xmlns:p14="http://schemas.microsoft.com/office/powerpoint/2010/main" val="2602556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spcAft>
                <a:spcPts val="750"/>
              </a:spcAft>
              <a:buNone/>
            </a:pPr>
            <a:r>
              <a:rPr lang="fr-FR" b="0" i="0">
                <a:effectLst/>
              </a:rPr>
              <a:t>Tout au long du projet, plusieurs réunions de suivi seront organisées :</a:t>
            </a:r>
          </a:p>
          <a:p>
            <a:pPr algn="l">
              <a:buFont typeface="+mj-lt"/>
              <a:buAutoNum type="arabicPeriod"/>
            </a:pPr>
            <a:r>
              <a:rPr lang="fr-FR" b="1" i="0">
                <a:effectLst/>
              </a:rPr>
              <a:t>Réunion hebdomadaire de démonstration</a:t>
            </a:r>
            <a:r>
              <a:rPr lang="fr-FR" b="0" i="0">
                <a:effectLst/>
              </a:rPr>
              <a:t> : Nous vous montrerons les avancées du projet, les configurations et personnalisations réalisées. L'objectif est de recueillir vos retours le plus tôt possible.</a:t>
            </a:r>
          </a:p>
          <a:p>
            <a:pPr algn="l">
              <a:buFont typeface="+mj-lt"/>
              <a:buAutoNum type="arabicPeriod"/>
            </a:pPr>
            <a:r>
              <a:rPr lang="fr-FR" b="1" i="0">
                <a:effectLst/>
              </a:rPr>
              <a:t>Réunion de gestion de projet</a:t>
            </a:r>
            <a:r>
              <a:rPr lang="fr-FR" b="0" i="0">
                <a:effectLst/>
              </a:rPr>
              <a:t> : Avec le chef de projet et le décideur chez vous, nous discuterons de la consommation du temps et vérifierons que nous sommes toujours dans les délais, en toute transparence.</a:t>
            </a:r>
          </a:p>
          <a:p>
            <a:pPr algn="l">
              <a:buFont typeface="+mj-lt"/>
              <a:buAutoNum type="arabicPeriod"/>
            </a:pPr>
            <a:r>
              <a:rPr lang="fr-FR" b="1" i="0">
                <a:effectLst/>
              </a:rPr>
              <a:t>Comité de pilotage</a:t>
            </a:r>
            <a:r>
              <a:rPr lang="fr-FR" b="0" i="0">
                <a:effectLst/>
              </a:rPr>
              <a:t> : Cette réunion, souvent mensuelle, rassemble toutes les parties prenantes pour faire un point global sur le projet, discuter des améliorations possibles et vérifier la tenue du planning et des fonctionnalités demandées.</a:t>
            </a:r>
          </a:p>
          <a:p>
            <a:endParaRPr lang="en-US"/>
          </a:p>
          <a:p>
            <a:endParaRPr lang="fr-F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15</a:t>
            </a:fld>
            <a:endParaRPr lang="en-US"/>
          </a:p>
        </p:txBody>
      </p:sp>
    </p:spTree>
    <p:extLst>
      <p:ext uri="{BB962C8B-B14F-4D97-AF65-F5344CB8AC3E}">
        <p14:creationId xmlns:p14="http://schemas.microsoft.com/office/powerpoint/2010/main" val="577835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16</a:t>
            </a:fld>
            <a:endParaRPr lang="fr-FR"/>
          </a:p>
        </p:txBody>
      </p:sp>
    </p:spTree>
    <p:extLst>
      <p:ext uri="{BB962C8B-B14F-4D97-AF65-F5344CB8AC3E}">
        <p14:creationId xmlns:p14="http://schemas.microsoft.com/office/powerpoint/2010/main" val="3770395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17</a:t>
            </a:fld>
            <a:endParaRPr lang="en-US"/>
          </a:p>
        </p:txBody>
      </p:sp>
    </p:spTree>
    <p:extLst>
      <p:ext uri="{BB962C8B-B14F-4D97-AF65-F5344CB8AC3E}">
        <p14:creationId xmlns:p14="http://schemas.microsoft.com/office/powerpoint/2010/main" val="350770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E1FA-0550-7AF7-0FFB-676E0AB24B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E2CFFC-6160-44C4-8CE5-E38A98C1066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16F54E-D55C-7CC7-47D6-744AECCD70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C’est parti pour la démonstration. {Consultant} va prendre la main et faire la démonstration. {Consultant}, tu as jusqu’à ..h..</a:t>
            </a:r>
          </a:p>
          <a:p>
            <a:endParaRPr lang="fr-FR" dirty="0"/>
          </a:p>
          <a:p>
            <a:r>
              <a:rPr lang="fr-FR" dirty="0"/>
              <a:t>Merci {Consultant} pour la démonstration. Qu’est-ce que vous en pensez? Etes-vous convaincus?</a:t>
            </a:r>
          </a:p>
        </p:txBody>
      </p:sp>
      <p:sp>
        <p:nvSpPr>
          <p:cNvPr id="4" name="Espace réservé du numéro de diapositive 3">
            <a:extLst>
              <a:ext uri="{FF2B5EF4-FFF2-40B4-BE49-F238E27FC236}">
                <a16:creationId xmlns:a16="http://schemas.microsoft.com/office/drawing/2014/main" id="{508DC305-52FA-8AAC-3787-A8DED692E2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40760692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Parlons désormais de notre vision d’un projet réussi</a:t>
            </a:r>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19</a:t>
            </a:fld>
            <a:endParaRPr lang="en-US"/>
          </a:p>
        </p:txBody>
      </p:sp>
    </p:spTree>
    <p:extLst>
      <p:ext uri="{BB962C8B-B14F-4D97-AF65-F5344CB8AC3E}">
        <p14:creationId xmlns:p14="http://schemas.microsoft.com/office/powerpoint/2010/main" val="1611344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Notre objectif principal est de lancer le produit aussi rapidement que possible.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Pour y parvenir, nous allons rester proche du standard.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Comme expliqué précédemment, nous effectuerons une analyse d’implémentation pour définir collaborativement le Produit Minimum Viable (MVP). Lors de cette analyse, nous explorerons comment intégrer vos processus actuels dans le cadre standard d'Odoo de la manière la plus fluide possible.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reporterons les améliorations et évolutions supplémentaires aux versions futures, telles que les versions 2 ou 3.</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La logique derrière cette approche est que vos retours seront plus précieux et pertinents une fois que vous utiliserez activement le logiciel, plutôt que d'anticiper comment vous pourriez l'utiliser.</a:t>
            </a:r>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20</a:t>
            </a:fld>
            <a:endParaRPr lang="en-US"/>
          </a:p>
        </p:txBody>
      </p:sp>
    </p:spTree>
    <p:extLst>
      <p:ext uri="{BB962C8B-B14F-4D97-AF65-F5344CB8AC3E}">
        <p14:creationId xmlns:p14="http://schemas.microsoft.com/office/powerpoint/2010/main" val="1410661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Nous sommes enthousiastes à l'idée d'entreprendre ce projet avec vous et nous croyons fermement que travailler ensemble en tant qu'équipe soudée sera la clé de sa réussite.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Tout au long du projet, nous fournirons une formation continue aux utilisateurs clés afin de nous assurer qu'ils s’approprient le logiciel.</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nous engageons à maintenir une communication étroite et à effectuer des suivis hebdomadaires avec vous.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Notre objectif est de valider ensemble chaque étape du processus de mise en œuvre, garantissant ainsi que nous atteignons nos objectifs de manière efficace et efficiente.</a:t>
            </a:r>
          </a:p>
          <a:p>
            <a:endParaRPr lang="en-US" dirty="0"/>
          </a:p>
          <a:p>
            <a:endParaRPr lang="en-US" dirty="0"/>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21</a:t>
            </a:fld>
            <a:endParaRPr lang="fr-FR"/>
          </a:p>
        </p:txBody>
      </p:sp>
    </p:spTree>
    <p:extLst>
      <p:ext uri="{BB962C8B-B14F-4D97-AF65-F5344CB8AC3E}">
        <p14:creationId xmlns:p14="http://schemas.microsoft.com/office/powerpoint/2010/main" val="426394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Tout au long du projet, vous avez la liberté de changer d'avis selon vos besoins. Nous conservons une flexibilité maximale, vous permettant d'ajouter ou de supprimer des fonctionnalités et d'ajuster le calendrier en fonction de votre disponibilité.</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Notre rôle est de vous guider à travers ces changements et de vous expliquer leur impact sur le calendrier et la livraison du projet.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De plus, nous adapterons notre niveau de service en fonction de votre implication dans le projet. Par exemple, si des données doivent être importées, nous pouvons soit vous former pour gérer le processus d'importation dans Odoo, soit vous pouvez nous fournir les fichiers de données brutes, et nous nous chargerons de nettoyer et d'importer les données pour vous.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a:solidFill>
                  <a:schemeClr val="tx1"/>
                </a:solidFill>
                <a:effectLst/>
                <a:latin typeface="Trebuchet MS" panose="020B0603020202020204" pitchFamily="34" charset="0"/>
                <a:ea typeface="+mn-ea"/>
                <a:cs typeface="+mn-cs"/>
              </a:rPr>
              <a:t>Les deux options sont réalisables, mais le temps et les efforts nécessaires varieront en conséquence.</a:t>
            </a:r>
          </a:p>
          <a:p>
            <a:endParaRPr lang="en-US" dirty="0"/>
          </a:p>
          <a:p>
            <a:endParaRPr lang="en-US" dirty="0"/>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22</a:t>
            </a:fld>
            <a:endParaRPr lang="fr-FR"/>
          </a:p>
        </p:txBody>
      </p:sp>
    </p:spTree>
    <p:extLst>
      <p:ext uri="{BB962C8B-B14F-4D97-AF65-F5344CB8AC3E}">
        <p14:creationId xmlns:p14="http://schemas.microsoft.com/office/powerpoint/2010/main" val="6311979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200" b="0" i="0" kern="1200" dirty="0">
                <a:solidFill>
                  <a:schemeClr val="tx1"/>
                </a:solidFill>
                <a:effectLst/>
                <a:latin typeface="Trebuchet MS" panose="020B0603020202020204" pitchFamily="34" charset="0"/>
                <a:ea typeface="+mn-ea"/>
                <a:cs typeface="+mn-cs"/>
              </a:rPr>
              <a:t>Chez Captivea, nous sommes une équipe de consultants hautement expérimentés. Nous collaborons étroitement et pouvons déployer un consultant avec une expertise spécifique sur n'importe quel projet selon les besoins.</a:t>
            </a:r>
            <a:endParaRPr lang="en-US" dirty="0"/>
          </a:p>
          <a:p>
            <a:pPr algn="l"/>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23</a:t>
            </a:fld>
            <a:endParaRPr lang="en-US"/>
          </a:p>
        </p:txBody>
      </p:sp>
    </p:spTree>
    <p:extLst>
      <p:ext uri="{BB962C8B-B14F-4D97-AF65-F5344CB8AC3E}">
        <p14:creationId xmlns:p14="http://schemas.microsoft.com/office/powerpoint/2010/main" val="4089566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 </a:t>
            </a:r>
            <a:r>
              <a:rPr lang="en-US" i="1" dirty="0" err="1"/>
              <a:t>Délais</a:t>
            </a:r>
            <a:r>
              <a:rPr lang="en-US" i="1" dirty="0"/>
              <a:t> </a:t>
            </a:r>
            <a:r>
              <a:rPr lang="en-US" i="1" dirty="0" err="1"/>
              <a:t>comptés</a:t>
            </a:r>
            <a:r>
              <a:rPr lang="en-US" i="1" dirty="0"/>
              <a:t> </a:t>
            </a:r>
            <a:r>
              <a:rPr lang="en-US" i="1" dirty="0" err="1"/>
              <a:t>en</a:t>
            </a:r>
            <a:r>
              <a:rPr lang="en-US" i="1" dirty="0"/>
              <a:t> </a:t>
            </a:r>
            <a:r>
              <a:rPr lang="en-US" i="1" dirty="0" err="1"/>
              <a:t>périodes</a:t>
            </a:r>
            <a:r>
              <a:rPr lang="en-US" i="1" dirty="0"/>
              <a:t> </a:t>
            </a:r>
            <a:r>
              <a:rPr lang="en-US" i="1" dirty="0" err="1"/>
              <a:t>ouvrées</a:t>
            </a:r>
            <a:r>
              <a:rPr lang="en-US" i="1" dirty="0"/>
              <a:t> (</a:t>
            </a:r>
            <a:r>
              <a:rPr lang="en-US" i="1" dirty="0" err="1"/>
              <a:t>lundi</a:t>
            </a:r>
            <a:r>
              <a:rPr lang="en-US" i="1" dirty="0"/>
              <a:t> au </a:t>
            </a:r>
            <a:r>
              <a:rPr lang="en-US" i="1" dirty="0" err="1"/>
              <a:t>vendredi</a:t>
            </a:r>
            <a:r>
              <a:rPr lang="en-US" i="1" dirty="0"/>
              <a:t>, 9h à 12h30 et 14h à 18h, hors </a:t>
            </a:r>
            <a:r>
              <a:rPr lang="en-US" i="1" dirty="0" err="1"/>
              <a:t>jours</a:t>
            </a:r>
            <a:r>
              <a:rPr lang="en-US" i="1" dirty="0"/>
              <a:t> </a:t>
            </a:r>
            <a:r>
              <a:rPr lang="en-US" i="1" dirty="0" err="1"/>
              <a:t>fériés</a:t>
            </a:r>
            <a:r>
              <a:rPr lang="en-US" i="1" dirty="0"/>
              <a:t> et fermeture).</a:t>
            </a:r>
            <a:endParaRPr lang="en-US" dirty="0"/>
          </a:p>
          <a:p>
            <a:endParaRPr lang="en-US"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24</a:t>
            </a:fld>
            <a:endParaRPr lang="en-US"/>
          </a:p>
        </p:txBody>
      </p:sp>
    </p:spTree>
    <p:extLst>
      <p:ext uri="{BB962C8B-B14F-4D97-AF65-F5344CB8AC3E}">
        <p14:creationId xmlns:p14="http://schemas.microsoft.com/office/powerpoint/2010/main" val="14247718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Regardons maintenant en détail comment se déroule une phase d’analyse</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26</a:t>
            </a:fld>
            <a:endParaRPr lang="en-US"/>
          </a:p>
        </p:txBody>
      </p:sp>
    </p:spTree>
    <p:extLst>
      <p:ext uri="{BB962C8B-B14F-4D97-AF65-F5344CB8AC3E}">
        <p14:creationId xmlns:p14="http://schemas.microsoft.com/office/powerpoint/2010/main" val="1056702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Notre objectif principal est de définir et concevoir ensemble la portée de votre projet.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Voici comment nous allons procéder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commencerons par une réunion de lancement où nous définirons le périmètre de votre projet et identifierons les membres de l'équipe qui travailleront avec vous. Lors de cette phase, nous établirons également les flux de travail qui nous guideront tout au long du projet.</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Ensuite, nous effectuerons une découverte approfondie de votre entreprise. Cela implique de comprendre en détail votre entreprise, vos objectifs et vos défis. Nous examinerons également vos systèmes actuels pour voir ce qui fonctionne bien et où des améliorations peuvent être apportées.</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Par la suite, nous organiserons des ateliers axés sur différents domaines fonctionnels. Ces ateliers visent à approfondir vos besoins spécifiques et à identifier les meilleures façons de mettre en œuvre Odoo pour répondre à ces besoins. Nous déterminerons quels aspects peuvent être couverts par les fonctionnalités standard du logiciel et quels domaines pourraient nécessiter une personnalisation.</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Enfin, nous vous présenterons notre analyse et recueillerons vos commentaires. Nous ferons plusieurs allers-retours d'ajustements pour nous assurer que tout est parfaitement aligné avec vos attentes. Une fois que nous aurons intégré vos retours, nous validerons le plan final avec vous.</a:t>
            </a:r>
          </a:p>
          <a:p>
            <a:endParaRPr lang="en-US" dirty="0"/>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27</a:t>
            </a:fld>
            <a:endParaRPr lang="fr-FR"/>
          </a:p>
        </p:txBody>
      </p:sp>
    </p:spTree>
    <p:extLst>
      <p:ext uri="{BB962C8B-B14F-4D97-AF65-F5344CB8AC3E}">
        <p14:creationId xmlns:p14="http://schemas.microsoft.com/office/powerpoint/2010/main" val="2625811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Vous recevrez deux livrables clés de notre part.</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Le premier est une présentation PowerPoint, conçue avec des diagrammes clairs et des explications simples. Ce document est élaboré pour être facilement compréhensible et vous fournira une vue d'ensemble complète de votre projet. Il inclut l'estimation, le calendrier et le budget pour vous donner une image claire de ce à quoi vous attendre.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Le second livrable est une liste détaillée des exigences, fournie sous forme de fichier Excel. Ce fichier décrit toutes les tâches nécessaires à votre projet, couvrant des domaines tels que la configuration, le développement, la formation et la gestion de projet. Bien qu'il soit très détaillé et peut-être moins facile à lire que la présentation, il est crucial pour s'assurer que tous les besoins de votre projet sont bien couverts. Nous vous encourageons à le revoir attentivement pour confirmer que nous avons pris en compte chaque aspect de vos exigences.</a:t>
            </a:r>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28</a:t>
            </a:fld>
            <a:endParaRPr lang="en-US"/>
          </a:p>
        </p:txBody>
      </p:sp>
    </p:spTree>
    <p:extLst>
      <p:ext uri="{BB962C8B-B14F-4D97-AF65-F5344CB8AC3E}">
        <p14:creationId xmlns:p14="http://schemas.microsoft.com/office/powerpoint/2010/main" val="4249954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E567-3F7B-DCD5-E16D-AD3DE71847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E0DC21-7285-1272-C95E-1FD245380E4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75BC2AD-7E24-2BC5-A800-E090B431FEF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FC3F99D6-47EA-D256-47BF-F6F448254E15}"/>
              </a:ext>
            </a:extLst>
          </p:cNvPr>
          <p:cNvSpPr>
            <a:spLocks noGrp="1"/>
          </p:cNvSpPr>
          <p:nvPr>
            <p:ph type="sldNum" sz="quarter" idx="5"/>
          </p:nvPr>
        </p:nvSpPr>
        <p:spPr/>
        <p:txBody>
          <a:bodyPr/>
          <a:lstStyle/>
          <a:p>
            <a:fld id="{497E3E45-7047-42CC-A74F-EAAC0C8DB2CB}" type="slidenum">
              <a:rPr lang="en-US" smtClean="0"/>
              <a:pPr/>
              <a:t>29</a:t>
            </a:fld>
            <a:endParaRPr lang="en-US"/>
          </a:p>
        </p:txBody>
      </p:sp>
    </p:spTree>
    <p:extLst>
      <p:ext uri="{BB962C8B-B14F-4D97-AF65-F5344CB8AC3E}">
        <p14:creationId xmlns:p14="http://schemas.microsoft.com/office/powerpoint/2010/main" val="42636304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Avant de passer à la partie budgétaire, Que pensez-vous de la méthode? </a:t>
            </a:r>
            <a:r>
              <a:rPr lang="fr-FR"/>
              <a:t>Êtes-vous convaincu?</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33</a:t>
            </a:fld>
            <a:endParaRPr lang="en-US"/>
          </a:p>
        </p:txBody>
      </p:sp>
    </p:spTree>
    <p:extLst>
      <p:ext uri="{BB962C8B-B14F-4D97-AF65-F5344CB8AC3E}">
        <p14:creationId xmlns:p14="http://schemas.microsoft.com/office/powerpoint/2010/main" val="32203940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spcBef>
                <a:spcPts val="600"/>
              </a:spcBef>
            </a:pPr>
            <a:r>
              <a:rPr lang="en-US" sz="800" b="1" kern="1200">
                <a:solidFill>
                  <a:srgbClr val="223843"/>
                </a:solidFill>
                <a:latin typeface="Trebuchet MS" panose="020B0603020202020204" pitchFamily="34" charset="0"/>
                <a:ea typeface="+mn-ea"/>
                <a:cs typeface="+mn-cs"/>
              </a:rPr>
              <a:t>Local</a:t>
            </a:r>
          </a:p>
          <a:p>
            <a:pPr marL="285750" indent="-285750">
              <a:spcBef>
                <a:spcPts val="600"/>
              </a:spcBef>
              <a:buFont typeface="Arial" panose="020B0604020202020204" pitchFamily="34" charset="0"/>
              <a:buChar char="•"/>
            </a:pPr>
            <a:r>
              <a:rPr lang="fr-FR" sz="800"/>
              <a:t>L'intégralité de l'équipe projet et commerciale est basée localement, c'est-à-dire dans le même pays ou la même région que votre entreprise. Les échanges et interactions se font en personne ou via des outils de communication, et des ressources peuvent être déployées sur place</a:t>
            </a:r>
            <a:endParaRPr lang="en-US" sz="800">
              <a:effectLst/>
            </a:endParaRPr>
          </a:p>
          <a:p>
            <a:pPr>
              <a:spcBef>
                <a:spcPts val="600"/>
              </a:spcBef>
            </a:pPr>
            <a:r>
              <a:rPr lang="en-US" sz="800" b="1" kern="1200" err="1">
                <a:solidFill>
                  <a:srgbClr val="223843"/>
                </a:solidFill>
                <a:latin typeface="Trebuchet MS" panose="020B0603020202020204" pitchFamily="34" charset="0"/>
                <a:ea typeface="+mn-ea"/>
                <a:cs typeface="+mn-cs"/>
              </a:rPr>
              <a:t>Hybride</a:t>
            </a:r>
            <a:endParaRPr lang="en-US" sz="800" b="1" kern="1200">
              <a:solidFill>
                <a:srgbClr val="223843"/>
              </a:solidFill>
              <a:latin typeface="Trebuchet MS" panose="020B0603020202020204" pitchFamily="34" charset="0"/>
              <a:ea typeface="+mn-ea"/>
              <a:cs typeface="+mn-cs"/>
            </a:endParaRPr>
          </a:p>
          <a:p>
            <a:pPr marL="285750" indent="-285750">
              <a:buClr>
                <a:srgbClr val="223843"/>
              </a:buClr>
              <a:buFont typeface="Arial" panose="020B0604020202020204" pitchFamily="34" charset="0"/>
              <a:buChar char="•"/>
            </a:pPr>
            <a:r>
              <a:rPr lang="fr-FR" sz="800" b="0" i="0" kern="1200">
                <a:solidFill>
                  <a:srgbClr val="223843"/>
                </a:solidFill>
                <a:effectLst/>
                <a:latin typeface="Trebuchet MS" panose="020B0603020202020204" pitchFamily="34" charset="0"/>
                <a:ea typeface="+mn-ea"/>
                <a:cs typeface="+mn-cs"/>
              </a:rPr>
              <a:t>Une combinaison de ressources locales (sur place) et distantes (à distance). Les rôles clés tels que chef de projet et analyste d'affaires sont basés localement, tandis que le développement et les tests sont effectués à distance</a:t>
            </a:r>
          </a:p>
          <a:p>
            <a:pPr marL="285750" indent="-285750">
              <a:buClr>
                <a:srgbClr val="223843"/>
              </a:buClr>
              <a:buFont typeface="Arial" panose="020B0604020202020204" pitchFamily="34" charset="0"/>
              <a:buChar char="•"/>
            </a:pPr>
            <a:r>
              <a:rPr lang="fr-FR" sz="800" kern="1200">
                <a:solidFill>
                  <a:srgbClr val="223843"/>
                </a:solidFill>
                <a:latin typeface="Trebuchet MS" panose="020B0603020202020204" pitchFamily="34" charset="0"/>
                <a:ea typeface="+mn-ea"/>
                <a:cs typeface="+mn-cs"/>
              </a:rPr>
              <a:t>La gestion de projet et l'analyse commerciale peuvent être effectuées sur site</a:t>
            </a:r>
          </a:p>
          <a:p>
            <a:pPr>
              <a:spcBef>
                <a:spcPts val="600"/>
              </a:spcBef>
            </a:pPr>
            <a:r>
              <a:rPr lang="en-US" sz="800" b="1" kern="1200">
                <a:solidFill>
                  <a:srgbClr val="223843"/>
                </a:solidFill>
                <a:latin typeface="Trebuchet MS" panose="020B0603020202020204" pitchFamily="34" charset="0"/>
                <a:ea typeface="+mn-ea"/>
                <a:cs typeface="+mn-cs"/>
              </a:rPr>
              <a:t>Offshore</a:t>
            </a:r>
          </a:p>
          <a:p>
            <a:pPr marL="285750" indent="-285750">
              <a:buFont typeface="Arial" panose="020B0604020202020204" pitchFamily="34" charset="0"/>
              <a:buChar char="•"/>
            </a:pPr>
            <a:r>
              <a:rPr lang="fr-FR" sz="800" b="0" i="0" kern="1200">
                <a:solidFill>
                  <a:srgbClr val="223843"/>
                </a:solidFill>
                <a:effectLst/>
                <a:latin typeface="Trebuchet MS" panose="020B0603020202020204" pitchFamily="34" charset="0"/>
                <a:ea typeface="+mn-ea"/>
                <a:cs typeface="+mn-cs"/>
              </a:rPr>
              <a:t>L'ensemble de l'équipe de projet est basé à l'étranger, visant des ressources économiques</a:t>
            </a:r>
          </a:p>
          <a:p>
            <a:pPr marL="285750" indent="-285750">
              <a:buFont typeface="Arial" panose="020B0604020202020204" pitchFamily="34" charset="0"/>
              <a:buChar char="•"/>
            </a:pPr>
            <a:r>
              <a:rPr lang="fr-FR" sz="800"/>
              <a:t>Les communications sont uniquement menées via des conférences vidéo et des outils de gestion de projet en ligne</a:t>
            </a:r>
          </a:p>
          <a:p>
            <a:pPr marL="285750" indent="-285750">
              <a:buFont typeface="Arial" panose="020B0604020202020204" pitchFamily="34" charset="0"/>
              <a:buChar char="•"/>
            </a:pPr>
            <a:r>
              <a:rPr lang="en-US" sz="800" b="0" i="0" kern="1200">
                <a:solidFill>
                  <a:srgbClr val="223843"/>
                </a:solidFill>
                <a:effectLst/>
                <a:latin typeface="Trebuchet MS" panose="020B0603020202020204" pitchFamily="34" charset="0"/>
                <a:ea typeface="+mn-ea"/>
                <a:cs typeface="+mn-cs"/>
              </a:rPr>
              <a:t>Disponible </a:t>
            </a:r>
            <a:r>
              <a:rPr lang="en-US" sz="800" b="0" i="0" kern="1200" err="1">
                <a:solidFill>
                  <a:srgbClr val="223843"/>
                </a:solidFill>
                <a:effectLst/>
                <a:latin typeface="Trebuchet MS" panose="020B0603020202020204" pitchFamily="34" charset="0"/>
                <a:ea typeface="+mn-ea"/>
                <a:cs typeface="+mn-cs"/>
              </a:rPr>
              <a:t>uniquement</a:t>
            </a:r>
            <a:r>
              <a:rPr lang="en-US" sz="800" b="0" i="0" kern="1200">
                <a:solidFill>
                  <a:srgbClr val="223843"/>
                </a:solidFill>
                <a:effectLst/>
                <a:latin typeface="Trebuchet MS" panose="020B0603020202020204" pitchFamily="34" charset="0"/>
                <a:ea typeface="+mn-ea"/>
                <a:cs typeface="+mn-cs"/>
              </a:rPr>
              <a:t> </a:t>
            </a:r>
            <a:r>
              <a:rPr lang="en-US" sz="800" b="0" i="0" kern="1200" err="1">
                <a:solidFill>
                  <a:srgbClr val="223843"/>
                </a:solidFill>
                <a:effectLst/>
                <a:latin typeface="Trebuchet MS" panose="020B0603020202020204" pitchFamily="34" charset="0"/>
                <a:ea typeface="+mn-ea"/>
                <a:cs typeface="+mn-cs"/>
              </a:rPr>
              <a:t>en</a:t>
            </a:r>
            <a:r>
              <a:rPr lang="en-US" sz="800" b="0" i="0" kern="1200">
                <a:solidFill>
                  <a:srgbClr val="223843"/>
                </a:solidFill>
                <a:effectLst/>
                <a:latin typeface="Trebuchet MS" panose="020B0603020202020204" pitchFamily="34" charset="0"/>
                <a:ea typeface="+mn-ea"/>
                <a:cs typeface="+mn-cs"/>
              </a:rPr>
              <a:t> </a:t>
            </a:r>
            <a:r>
              <a:rPr lang="en-US" sz="800" b="0" i="0" kern="1200" err="1">
                <a:solidFill>
                  <a:srgbClr val="223843"/>
                </a:solidFill>
                <a:effectLst/>
                <a:latin typeface="Trebuchet MS" panose="020B0603020202020204" pitchFamily="34" charset="0"/>
                <a:ea typeface="+mn-ea"/>
                <a:cs typeface="+mn-cs"/>
              </a:rPr>
              <a:t>anglais</a:t>
            </a:r>
            <a:endParaRPr lang="en-US" sz="800" b="0" i="0" kern="1200">
              <a:solidFill>
                <a:srgbClr val="223843"/>
              </a:solidFill>
              <a:effectLst/>
              <a:latin typeface="Trebuchet MS" panose="020B0603020202020204" pitchFamily="34" charset="0"/>
              <a:ea typeface="+mn-ea"/>
              <a:cs typeface="+mn-cs"/>
            </a:endParaRPr>
          </a:p>
          <a:p>
            <a:endParaRPr lang="en-US"/>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34</a:t>
            </a:fld>
            <a:endParaRPr lang="fr-FR"/>
          </a:p>
        </p:txBody>
      </p:sp>
    </p:spTree>
    <p:extLst>
      <p:ext uri="{BB962C8B-B14F-4D97-AF65-F5344CB8AC3E}">
        <p14:creationId xmlns:p14="http://schemas.microsoft.com/office/powerpoint/2010/main" val="28891634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Dans cette section, nous allons détailler notre offre pour la phase d'analyse, fournir une estimation pour la mise en œuvre et détailler les tarifs pour les licences et l'hébergement.</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Je tiens à souligner que vous n'aurez besoin d'acquérir la licence qu'après la finalisation de l'analyse. Cela signifie qu'en commençant par l'analyse, vous ne vous engagez pas sur la licence dès le départ. Cette approche garantit que vous pouvez avancer avec la licence uniquement lorsque vous êtes convaincu que le système répond pleinement à vos besoins.</a:t>
            </a:r>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35</a:t>
            </a:fld>
            <a:endParaRPr lang="en-US"/>
          </a:p>
        </p:txBody>
      </p:sp>
    </p:spTree>
    <p:extLst>
      <p:ext uri="{BB962C8B-B14F-4D97-AF65-F5344CB8AC3E}">
        <p14:creationId xmlns:p14="http://schemas.microsoft.com/office/powerpoint/2010/main" val="8170302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A3738-13AB-E896-A44D-CB0989C546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D51117-5A32-8039-F8B6-AA585D5A18A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BBCDB31-5609-2101-8725-6F651206BA27}"/>
              </a:ext>
            </a:extLst>
          </p:cNvPr>
          <p:cNvSpPr>
            <a:spLocks noGrp="1"/>
          </p:cNvSpPr>
          <p:nvPr>
            <p:ph type="body" idx="1"/>
          </p:nvPr>
        </p:nvSpPr>
        <p:spPr/>
        <p:txBody>
          <a:bodyPr/>
          <a:lstStyle/>
          <a:p>
            <a:r>
              <a:rPr lang="fr-FR" dirty="0"/>
              <a:t>PRIX France EUR</a:t>
            </a:r>
          </a:p>
        </p:txBody>
      </p:sp>
      <p:sp>
        <p:nvSpPr>
          <p:cNvPr id="4" name="Espace réservé du numéro de diapositive 3">
            <a:extLst>
              <a:ext uri="{FF2B5EF4-FFF2-40B4-BE49-F238E27FC236}">
                <a16:creationId xmlns:a16="http://schemas.microsoft.com/office/drawing/2014/main" id="{741FE9F1-9D0F-41F0-995F-9802E9976589}"/>
              </a:ext>
            </a:extLst>
          </p:cNvPr>
          <p:cNvSpPr>
            <a:spLocks noGrp="1"/>
          </p:cNvSpPr>
          <p:nvPr>
            <p:ph type="sldNum" sz="quarter" idx="5"/>
          </p:nvPr>
        </p:nvSpPr>
        <p:spPr/>
        <p:txBody>
          <a:bodyPr/>
          <a:lstStyle/>
          <a:p>
            <a:fld id="{497E3E45-7047-42CC-A74F-EAAC0C8DB2CB}" type="slidenum">
              <a:rPr lang="en-US" smtClean="0"/>
              <a:pPr/>
              <a:t>39</a:t>
            </a:fld>
            <a:endParaRPr lang="en-US"/>
          </a:p>
        </p:txBody>
      </p:sp>
    </p:spTree>
    <p:extLst>
      <p:ext uri="{BB962C8B-B14F-4D97-AF65-F5344CB8AC3E}">
        <p14:creationId xmlns:p14="http://schemas.microsoft.com/office/powerpoint/2010/main" val="2983774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Prix LUXEMBOURG EUR</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40</a:t>
            </a:fld>
            <a:endParaRPr lang="en-US"/>
          </a:p>
        </p:txBody>
      </p:sp>
    </p:spTree>
    <p:extLst>
      <p:ext uri="{BB962C8B-B14F-4D97-AF65-F5344CB8AC3E}">
        <p14:creationId xmlns:p14="http://schemas.microsoft.com/office/powerpoint/2010/main" val="19624229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D1FB-9353-7247-4264-5959AF041E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A2195E-E01E-2DE8-82C9-47B20018082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3431742-2405-DA01-41E8-2F5E186539BC}"/>
              </a:ext>
            </a:extLst>
          </p:cNvPr>
          <p:cNvSpPr>
            <a:spLocks noGrp="1"/>
          </p:cNvSpPr>
          <p:nvPr>
            <p:ph type="body" idx="1"/>
          </p:nvPr>
        </p:nvSpPr>
        <p:spPr/>
        <p:txBody>
          <a:bodyPr/>
          <a:lstStyle/>
          <a:p>
            <a:r>
              <a:rPr lang="fr-FR" dirty="0"/>
              <a:t>PRIX MADAGASCAR EUR - MGA</a:t>
            </a:r>
          </a:p>
        </p:txBody>
      </p:sp>
      <p:sp>
        <p:nvSpPr>
          <p:cNvPr id="4" name="Espace réservé du numéro de diapositive 3">
            <a:extLst>
              <a:ext uri="{FF2B5EF4-FFF2-40B4-BE49-F238E27FC236}">
                <a16:creationId xmlns:a16="http://schemas.microsoft.com/office/drawing/2014/main" id="{4227968F-CDC8-0EB0-790E-1C1CB325EF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9875882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PRIX CANADA CAD</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42</a:t>
            </a:fld>
            <a:endParaRPr lang="en-US"/>
          </a:p>
        </p:txBody>
      </p:sp>
    </p:spTree>
    <p:extLst>
      <p:ext uri="{BB962C8B-B14F-4D97-AF65-F5344CB8AC3E}">
        <p14:creationId xmlns:p14="http://schemas.microsoft.com/office/powerpoint/2010/main" val="19728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ECDEC3-219E-216B-4076-2B3C622A0AB8}"/>
              </a:ext>
            </a:extLst>
          </p:cNvPr>
          <p:cNvSpPr>
            <a:spLocks noGrp="1"/>
          </p:cNvSpPr>
          <p:nvPr>
            <p:ph type="title" hasCustomPrompt="1"/>
          </p:nvPr>
        </p:nvSpPr>
        <p:spPr/>
        <p:txBody>
          <a:bodyPr/>
          <a:lstStyle/>
          <a:p>
            <a:r>
              <a:rPr lang="fr-FR"/>
              <a:t>MODIFIEZ LE STYLE DU TITRE</a:t>
            </a:r>
            <a:endParaRPr lang="en-US"/>
          </a:p>
        </p:txBody>
      </p:sp>
    </p:spTree>
    <p:extLst>
      <p:ext uri="{BB962C8B-B14F-4D97-AF65-F5344CB8AC3E}">
        <p14:creationId xmlns:p14="http://schemas.microsoft.com/office/powerpoint/2010/main" val="1803806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e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C5BC82E-ABAA-5BF1-53E7-1D3178BB27E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7386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DD0BB-EA2F-36A7-7FD3-C20348C0E5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BDE80E8C-5FA4-AA4A-6D35-C743CC52CD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5" name="Espace réservé du numéro de diapositive 4">
            <a:extLst>
              <a:ext uri="{FF2B5EF4-FFF2-40B4-BE49-F238E27FC236}">
                <a16:creationId xmlns:a16="http://schemas.microsoft.com/office/drawing/2014/main" id="{EA3A9B35-F77D-F695-3A75-447C3CC610A5}"/>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72161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431CC-972E-314C-31D8-39C61EC006E6}"/>
              </a:ext>
            </a:extLst>
          </p:cNvPr>
          <p:cNvSpPr>
            <a:spLocks noGrp="1"/>
          </p:cNvSpPr>
          <p:nvPr>
            <p:ph type="title"/>
          </p:nvPr>
        </p:nvSpPr>
        <p:spPr/>
        <p:txBody>
          <a:bodyPr/>
          <a:lstStyle>
            <a:lvl1pPr>
              <a:defRPr b="1"/>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3E013790-14F8-57E9-79D5-B786DE111A9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6EC2A175-D1C2-1190-3F57-7062E193A9D3}"/>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662739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4" name="Titre 19">
            <a:extLst>
              <a:ext uri="{FF2B5EF4-FFF2-40B4-BE49-F238E27FC236}">
                <a16:creationId xmlns:a16="http://schemas.microsoft.com/office/drawing/2014/main" id="{3DFBBBEF-C15A-A51B-087C-882A4261D38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7"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CAC0282-6A7E-3C43-CAC3-F8700A3FE426}"/>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355296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7E5790C1-BFF4-512C-7BCC-36285D348726}"/>
              </a:ext>
            </a:extLst>
          </p:cNvPr>
          <p:cNvSpPr/>
          <p:nvPr/>
        </p:nvSpPr>
        <p:spPr>
          <a:xfrm>
            <a:off x="8185266"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0" name="Ellipse 9">
            <a:extLst>
              <a:ext uri="{FF2B5EF4-FFF2-40B4-BE49-F238E27FC236}">
                <a16:creationId xmlns:a16="http://schemas.microsoft.com/office/drawing/2014/main" id="{FABCA34A-9E9A-CFA7-10CB-AB6CED1DCB7A}"/>
              </a:ext>
            </a:extLst>
          </p:cNvPr>
          <p:cNvSpPr/>
          <p:nvPr/>
        </p:nvSpPr>
        <p:spPr>
          <a:xfrm>
            <a:off x="5153654"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7" name="Ellipse 6">
            <a:extLst>
              <a:ext uri="{FF2B5EF4-FFF2-40B4-BE49-F238E27FC236}">
                <a16:creationId xmlns:a16="http://schemas.microsoft.com/office/drawing/2014/main" id="{C8201D78-B6D5-A1E0-A3EC-94725867D298}"/>
              </a:ext>
            </a:extLst>
          </p:cNvPr>
          <p:cNvSpPr/>
          <p:nvPr/>
        </p:nvSpPr>
        <p:spPr>
          <a:xfrm>
            <a:off x="2107069"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29694"/>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26315"/>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28129"/>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Titre 19">
            <a:extLst>
              <a:ext uri="{FF2B5EF4-FFF2-40B4-BE49-F238E27FC236}">
                <a16:creationId xmlns:a16="http://schemas.microsoft.com/office/drawing/2014/main" id="{99F6C8ED-FC1D-A1CA-9839-805AE101C3BB}"/>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09759"/>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06282"/>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06282"/>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6E21584-8852-2B2D-28B9-A82DC6E1F1C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968778382"/>
      </p:ext>
    </p:extLst>
  </p:cSld>
  <p:clrMapOvr>
    <a:masterClrMapping/>
  </p:clrMapOvr>
  <p:extLst>
    <p:ext uri="{DCECCB84-F9BA-43D5-87BE-67443E8EF086}">
      <p15:sldGuideLst xmlns:p15="http://schemas.microsoft.com/office/powerpoint/2012/main">
        <p15:guide id="1" orient="horz" pos="2160">
          <p15:clr>
            <a:srgbClr val="FBAE40"/>
          </p15:clr>
        </p15:guide>
        <p15:guide id="2" pos="1920">
          <p15:clr>
            <a:srgbClr val="FBAE40"/>
          </p15:clr>
        </p15:guide>
        <p15:guide id="3"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Dots - Gri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32FB882C-37D7-B7E3-0E12-CA1DA4C6E0E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Espace réservé du numéro de diapositive 8">
            <a:extLst>
              <a:ext uri="{FF2B5EF4-FFF2-40B4-BE49-F238E27FC236}">
                <a16:creationId xmlns:a16="http://schemas.microsoft.com/office/drawing/2014/main" id="{6931372D-7354-87DB-81D8-86A46CD064EE}"/>
              </a:ext>
            </a:extLst>
          </p:cNvPr>
          <p:cNvSpPr>
            <a:spLocks noGrp="1"/>
          </p:cNvSpPr>
          <p:nvPr>
            <p:ph type="sldNum" sz="quarter" idx="2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42015210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Dots - Aligne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Titre 19">
            <a:extLst>
              <a:ext uri="{FF2B5EF4-FFF2-40B4-BE49-F238E27FC236}">
                <a16:creationId xmlns:a16="http://schemas.microsoft.com/office/drawing/2014/main" id="{04B83D0E-956C-22C0-A28A-82581C3EE337}"/>
              </a:ext>
            </a:extLst>
          </p:cNvPr>
          <p:cNvSpPr>
            <a:spLocks noGrp="1"/>
          </p:cNvSpPr>
          <p:nvPr userDrawn="1">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 name="Espace réservé du numéro de diapositive 2">
            <a:extLst>
              <a:ext uri="{FF2B5EF4-FFF2-40B4-BE49-F238E27FC236}">
                <a16:creationId xmlns:a16="http://schemas.microsoft.com/office/drawing/2014/main" id="{7B60E07B-A379-7A53-D876-FAC8EADDE90F}"/>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76869782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307736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 name="Titre 19">
            <a:extLst>
              <a:ext uri="{FF2B5EF4-FFF2-40B4-BE49-F238E27FC236}">
                <a16:creationId xmlns:a16="http://schemas.microsoft.com/office/drawing/2014/main" id="{A3FF87D3-EC7C-D5F0-3924-B7D6FDACD500}"/>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AE1342AE-4FE7-5D34-3968-4B0D3E7559A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553762670"/>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1" name="Titre 19">
            <a:extLst>
              <a:ext uri="{FF2B5EF4-FFF2-40B4-BE49-F238E27FC236}">
                <a16:creationId xmlns:a16="http://schemas.microsoft.com/office/drawing/2014/main" id="{DB712FA0-4E27-20A9-87B0-35A0456570FF}"/>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Espace réservé du numéro de diapositive 3">
            <a:extLst>
              <a:ext uri="{FF2B5EF4-FFF2-40B4-BE49-F238E27FC236}">
                <a16:creationId xmlns:a16="http://schemas.microsoft.com/office/drawing/2014/main" id="{6705C13F-C021-767C-1766-D9438EC0AF5D}"/>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28461408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4E7D9CAD-F323-B665-7F40-33140BBCCB2C}"/>
              </a:ext>
            </a:extLst>
          </p:cNvPr>
          <p:cNvSpPr>
            <a:spLocks noGrp="1"/>
          </p:cNvSpPr>
          <p:nvPr>
            <p:ph type="sldNum" sz="quarter" idx="12"/>
          </p:nvPr>
        </p:nvSpPr>
        <p:spPr/>
        <p:txBody>
          <a:bodyPr/>
          <a:lstStyle/>
          <a:p>
            <a:fld id="{0C34F99C-3C47-4582-9518-8D365E9692AE}" type="slidenum">
              <a:rPr lang="en-US" smtClean="0"/>
              <a:pPr/>
              <a:t>‹#›</a:t>
            </a:fld>
            <a:endParaRPr lang="en-US"/>
          </a:p>
        </p:txBody>
      </p:sp>
      <p:pic>
        <p:nvPicPr>
          <p:cNvPr id="3" name="Image 2">
            <a:extLst>
              <a:ext uri="{FF2B5EF4-FFF2-40B4-BE49-F238E27FC236}">
                <a16:creationId xmlns:a16="http://schemas.microsoft.com/office/drawing/2014/main" id="{21B864D8-4D79-E952-D921-BD49E0CE45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1612449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rcle lef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tx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016AFA35-226C-CAB4-DEA5-91F4F57B0949}"/>
              </a:ext>
            </a:extLst>
          </p:cNvPr>
          <p:cNvSpPr>
            <a:spLocks noGrp="1"/>
          </p:cNvSpPr>
          <p:nvPr>
            <p:ph type="sldNum" sz="quarter" idx="12"/>
          </p:nvPr>
        </p:nvSpPr>
        <p:spPr/>
        <p:txBody>
          <a:bodyPr/>
          <a:lstStyle>
            <a:lvl1pPr>
              <a:defRPr>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3744320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rrow Top to Down">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4" name="Espace réservé du numéro de diapositive 3">
            <a:extLst>
              <a:ext uri="{FF2B5EF4-FFF2-40B4-BE49-F238E27FC236}">
                <a16:creationId xmlns:a16="http://schemas.microsoft.com/office/drawing/2014/main" id="{134D21F2-A2B0-2046-BDCD-DC144E8F14AC}"/>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305401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rrow Left to Righ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3" name="Espace réservé du numéro de diapositive 2">
            <a:extLst>
              <a:ext uri="{FF2B5EF4-FFF2-40B4-BE49-F238E27FC236}">
                <a16:creationId xmlns:a16="http://schemas.microsoft.com/office/drawing/2014/main" id="{31721A8C-A37D-8EBF-3268-144A3CEA1DDA}"/>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51556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93041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10039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8963609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945752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669864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000143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0486553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345813023"/>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272221780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7320246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9358740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19155813"/>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81685636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a:t>
            </a:fld>
            <a:endParaRPr lang="en-US"/>
          </a:p>
        </p:txBody>
      </p:sp>
      <p:pic>
        <p:nvPicPr>
          <p:cNvPr id="6" name="Image 5" descr="Une image contenant texte, clipart">
            <a:extLst>
              <a:ext uri="{FF2B5EF4-FFF2-40B4-BE49-F238E27FC236}">
                <a16:creationId xmlns:a16="http://schemas.microsoft.com/office/drawing/2014/main" id="{5871B689-B73C-FA32-0D01-36B9921553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33061"/>
            <a:ext cx="991873" cy="216000"/>
          </a:xfrm>
          <a:prstGeom prst="rect">
            <a:avLst/>
          </a:prstGeom>
        </p:spPr>
      </p:pic>
    </p:spTree>
    <p:extLst>
      <p:ext uri="{BB962C8B-B14F-4D97-AF65-F5344CB8AC3E}">
        <p14:creationId xmlns:p14="http://schemas.microsoft.com/office/powerpoint/2010/main" val="19615020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7100994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824767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41762606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5927547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277239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5" name="Image 4">
            <a:extLst>
              <a:ext uri="{FF2B5EF4-FFF2-40B4-BE49-F238E27FC236}">
                <a16:creationId xmlns:a16="http://schemas.microsoft.com/office/drawing/2014/main" id="{3A60A342-E0B1-16E7-D2FD-EDFD3D90B1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21745431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0" name="Espace réservé du numéro de diapositive 5">
            <a:extLst>
              <a:ext uri="{FF2B5EF4-FFF2-40B4-BE49-F238E27FC236}">
                <a16:creationId xmlns:a16="http://schemas.microsoft.com/office/drawing/2014/main" id="{D4327D9C-5A0D-B8A2-8DDD-1241E193B4F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tx1"/>
                </a:solidFill>
                <a:latin typeface="+mn-lt"/>
              </a:defRPr>
            </a:lvl1pPr>
          </a:lstStyle>
          <a:p>
            <a:pPr defTabSz="914400">
              <a:defRPr/>
            </a:pPr>
            <a:fld id="{11061685-6496-4975-B02C-C44B14DBF38E}" type="slidenum">
              <a:rPr lang="fr-FR" smtClean="0"/>
              <a:pPr defTabSz="914400">
                <a:defRPr/>
              </a:pPr>
              <a:t>‹#›</a:t>
            </a:fld>
            <a:endParaRPr lang="fr-FR"/>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latin typeface="+mj-lt"/>
              </a:defRPr>
            </a:lvl1pPr>
          </a:lstStyle>
          <a:p>
            <a:r>
              <a:rPr lang="fr-FR"/>
              <a:t>Modifiez le style du titre</a:t>
            </a:r>
          </a:p>
        </p:txBody>
      </p:sp>
    </p:spTree>
    <p:extLst>
      <p:ext uri="{BB962C8B-B14F-4D97-AF65-F5344CB8AC3E}">
        <p14:creationId xmlns:p14="http://schemas.microsoft.com/office/powerpoint/2010/main" val="81356459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amp; content - Basic">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E8C88A-C2E6-92EB-C0D0-6BD18C6DD07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E8BDE46-CE1C-9B28-D7F5-11ABCD755DEE}"/>
              </a:ext>
            </a:extLst>
          </p:cNvPr>
          <p:cNvSpPr>
            <a:spLocks noGrp="1"/>
          </p:cNvSpPr>
          <p:nvPr>
            <p:ph idx="1"/>
          </p:nvPr>
        </p:nvSpPr>
        <p:spPr>
          <a:xfrm>
            <a:off x="838200" y="2505075"/>
            <a:ext cx="10515600" cy="398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5">
            <a:extLst>
              <a:ext uri="{FF2B5EF4-FFF2-40B4-BE49-F238E27FC236}">
                <a16:creationId xmlns:a16="http://schemas.microsoft.com/office/drawing/2014/main" id="{DCF318ED-6B34-9F02-C24C-BD5B7E85F2D1}"/>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1">
                <a:solidFill>
                  <a:schemeClr val="accent1"/>
                </a:solidFill>
              </a:defRPr>
            </a:lvl1pPr>
          </a:lstStyle>
          <a:p>
            <a:fld id="{11061685-6496-4975-B02C-C44B14DBF38E}" type="slidenum">
              <a:rPr lang="fr-FR" smtClean="0"/>
              <a:pPr/>
              <a:t>‹#›</a:t>
            </a:fld>
            <a:endParaRPr lang="fr-FR"/>
          </a:p>
        </p:txBody>
      </p:sp>
      <p:sp>
        <p:nvSpPr>
          <p:cNvPr id="5" name="Espace réservé du texte 2">
            <a:extLst>
              <a:ext uri="{FF2B5EF4-FFF2-40B4-BE49-F238E27FC236}">
                <a16:creationId xmlns:a16="http://schemas.microsoft.com/office/drawing/2014/main" id="{E5D3EE22-2BDD-5CFC-DEC3-D78787153588}"/>
              </a:ext>
            </a:extLst>
          </p:cNvPr>
          <p:cNvSpPr>
            <a:spLocks noGrp="1"/>
          </p:cNvSpPr>
          <p:nvPr>
            <p:ph type="body" idx="10"/>
          </p:nvPr>
        </p:nvSpPr>
        <p:spPr>
          <a:xfrm>
            <a:off x="839788" y="1681163"/>
            <a:ext cx="10514012" cy="823912"/>
          </a:xfrm>
        </p:spPr>
        <p:txBody>
          <a:bodyPr anchor="b">
            <a:noAutofit/>
          </a:bodyPr>
          <a:lstStyle>
            <a:lvl1pPr marL="0" indent="0">
              <a:buNone/>
              <a:defRPr sz="3200" b="1">
                <a:solidFill>
                  <a:srgbClr val="BA131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Tree>
    <p:extLst>
      <p:ext uri="{BB962C8B-B14F-4D97-AF65-F5344CB8AC3E}">
        <p14:creationId xmlns:p14="http://schemas.microsoft.com/office/powerpoint/2010/main" val="415062515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mp; Contents - 2 columns">
    <p:bg>
      <p:bgRef idx="1001">
        <a:schemeClr val="bg1"/>
      </p:bgRef>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C6DE961-BF8C-1E9A-A514-E0F7CFB000C5}"/>
              </a:ext>
            </a:extLst>
          </p:cNvPr>
          <p:cNvSpPr>
            <a:spLocks noGrp="1"/>
          </p:cNvSpPr>
          <p:nvPr>
            <p:ph type="body" idx="1"/>
          </p:nvPr>
        </p:nvSpPr>
        <p:spPr>
          <a:xfrm>
            <a:off x="839788" y="1681163"/>
            <a:ext cx="5157787" cy="823912"/>
          </a:xfrm>
        </p:spPr>
        <p:txBody>
          <a:bodyPr anchor="b"/>
          <a:lstStyle>
            <a:lvl1pPr marL="0" indent="0">
              <a:buNone/>
              <a:defRPr sz="2400" b="1">
                <a:solidFill>
                  <a:srgbClr val="BA131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76C7283-6747-9F0B-02AF-7DB52BCEC24E}"/>
              </a:ext>
            </a:extLst>
          </p:cNvPr>
          <p:cNvSpPr>
            <a:spLocks noGrp="1"/>
          </p:cNvSpPr>
          <p:nvPr>
            <p:ph sz="half" idx="2"/>
          </p:nvPr>
        </p:nvSpPr>
        <p:spPr>
          <a:xfrm>
            <a:off x="839788" y="2505074"/>
            <a:ext cx="5157787" cy="3921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1A3C140-0531-1383-CE56-C2DB009B1D41}"/>
              </a:ext>
            </a:extLst>
          </p:cNvPr>
          <p:cNvSpPr>
            <a:spLocks noGrp="1"/>
          </p:cNvSpPr>
          <p:nvPr>
            <p:ph type="body" sz="quarter" idx="3"/>
          </p:nvPr>
        </p:nvSpPr>
        <p:spPr>
          <a:xfrm>
            <a:off x="6172200" y="1681163"/>
            <a:ext cx="5183188" cy="823912"/>
          </a:xfrm>
        </p:spPr>
        <p:txBody>
          <a:bodyPr anchor="b"/>
          <a:lstStyle>
            <a:lvl1pPr marL="0" indent="0">
              <a:buNone/>
              <a:defRPr sz="2400" b="1">
                <a:solidFill>
                  <a:srgbClr val="BA131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05A58CF-090A-D533-2B2A-CA939B838915}"/>
              </a:ext>
            </a:extLst>
          </p:cNvPr>
          <p:cNvSpPr>
            <a:spLocks noGrp="1"/>
          </p:cNvSpPr>
          <p:nvPr>
            <p:ph sz="quarter" idx="4"/>
          </p:nvPr>
        </p:nvSpPr>
        <p:spPr>
          <a:xfrm>
            <a:off x="6172200" y="2505074"/>
            <a:ext cx="5183188" cy="3921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Titre 6">
            <a:extLst>
              <a:ext uri="{FF2B5EF4-FFF2-40B4-BE49-F238E27FC236}">
                <a16:creationId xmlns:a16="http://schemas.microsoft.com/office/drawing/2014/main" id="{79B515B9-1C2F-D0EA-1EB8-0B598603D29A}"/>
              </a:ext>
            </a:extLst>
          </p:cNvPr>
          <p:cNvSpPr>
            <a:spLocks noGrp="1"/>
          </p:cNvSpPr>
          <p:nvPr>
            <p:ph type="title"/>
          </p:nvPr>
        </p:nvSpPr>
        <p:spPr/>
        <p:txBody>
          <a:bodyPr/>
          <a:lstStyle/>
          <a:p>
            <a:r>
              <a:rPr lang="fr-FR"/>
              <a:t>Modifiez le style du titre</a:t>
            </a:r>
          </a:p>
        </p:txBody>
      </p:sp>
      <p:sp>
        <p:nvSpPr>
          <p:cNvPr id="2" name="Espace réservé du numéro de diapositive 5">
            <a:extLst>
              <a:ext uri="{FF2B5EF4-FFF2-40B4-BE49-F238E27FC236}">
                <a16:creationId xmlns:a16="http://schemas.microsoft.com/office/drawing/2014/main" id="{FF8A7F2D-E3C5-01CB-300D-97817BD3C8A5}"/>
              </a:ext>
            </a:extLst>
          </p:cNvPr>
          <p:cNvSpPr>
            <a:spLocks noGrp="1"/>
          </p:cNvSpPr>
          <p:nvPr>
            <p:ph type="sldNum" sz="quarter" idx="10"/>
          </p:nvPr>
        </p:nvSpPr>
        <p:spPr>
          <a:xfrm>
            <a:off x="0" y="6492875"/>
            <a:ext cx="543464" cy="365125"/>
          </a:xfrm>
          <a:prstGeom prst="rect">
            <a:avLst/>
          </a:prstGeom>
        </p:spPr>
        <p:txBody>
          <a:bodyPr vert="horz" lIns="91440" tIns="45720" rIns="91440" bIns="45720" rtlCol="0" anchor="ctr"/>
          <a:lstStyle>
            <a:lvl1pPr algn="l">
              <a:defRPr sz="1200" b="1">
                <a:solidFill>
                  <a:schemeClr val="accent1"/>
                </a:solidFill>
              </a:defRPr>
            </a:lvl1pPr>
          </a:lstStyle>
          <a:p>
            <a:fld id="{11061685-6496-4975-B02C-C44B14DBF38E}" type="slidenum">
              <a:rPr lang="fr-FR" smtClean="0"/>
              <a:pPr/>
              <a:t>‹#›</a:t>
            </a:fld>
            <a:endParaRPr lang="fr-FR"/>
          </a:p>
        </p:txBody>
      </p:sp>
    </p:spTree>
    <p:extLst>
      <p:ext uri="{BB962C8B-B14F-4D97-AF65-F5344CB8AC3E}">
        <p14:creationId xmlns:p14="http://schemas.microsoft.com/office/powerpoint/2010/main" val="26049536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6865441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ptivea VS Odo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C740888-3B94-E6EB-C2EE-73A2187D57E1}"/>
              </a:ext>
            </a:extLst>
          </p:cNvPr>
          <p:cNvSpPr>
            <a:spLocks noGrp="1"/>
          </p:cNvSpPr>
          <p:nvPr>
            <p:ph type="sldNum" sz="quarter" idx="10"/>
          </p:nvPr>
        </p:nvSpPr>
        <p:spPr/>
        <p:txBody>
          <a:bodyPr/>
          <a:lstStyle>
            <a:lvl1pPr>
              <a:defRPr>
                <a:solidFill>
                  <a:schemeClr val="bg1"/>
                </a:solidFill>
              </a:defRPr>
            </a:lvl1pPr>
          </a:lstStyle>
          <a:p>
            <a:fld id="{0C34F99C-3C47-4582-9518-8D365E9692AE}" type="slidenum">
              <a:rPr lang="en-US" smtClean="0"/>
              <a:pPr/>
              <a:t>‹#›</a:t>
            </a:fld>
            <a:endParaRPr lang="en-US"/>
          </a:p>
        </p:txBody>
      </p:sp>
      <p:pic>
        <p:nvPicPr>
          <p:cNvPr id="3" name="Image 2" descr="Une image contenant texte, clipart">
            <a:extLst>
              <a:ext uri="{FF2B5EF4-FFF2-40B4-BE49-F238E27FC236}">
                <a16:creationId xmlns:a16="http://schemas.microsoft.com/office/drawing/2014/main" id="{73770B4B-0393-2241-D122-ABE2A09601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Tree>
    <p:extLst>
      <p:ext uri="{BB962C8B-B14F-4D97-AF65-F5344CB8AC3E}">
        <p14:creationId xmlns:p14="http://schemas.microsoft.com/office/powerpoint/2010/main" val="24553488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8581675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9706868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4133757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6145373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7113928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1029554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1964835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5758458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9023056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731460000"/>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232678397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950058814"/>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5755936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28070341"/>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5798101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23582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346619688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559590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8908445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9529485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746184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7" name="Image 6">
            <a:extLst>
              <a:ext uri="{FF2B5EF4-FFF2-40B4-BE49-F238E27FC236}">
                <a16:creationId xmlns:a16="http://schemas.microsoft.com/office/drawing/2014/main" id="{F3DA616C-E0D8-B3E5-D937-05B86367D5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Tree>
    <p:extLst>
      <p:ext uri="{BB962C8B-B14F-4D97-AF65-F5344CB8AC3E}">
        <p14:creationId xmlns:p14="http://schemas.microsoft.com/office/powerpoint/2010/main" val="9232412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_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0" name="Espace réservé du numéro de diapositive 5">
            <a:extLst>
              <a:ext uri="{FF2B5EF4-FFF2-40B4-BE49-F238E27FC236}">
                <a16:creationId xmlns:a16="http://schemas.microsoft.com/office/drawing/2014/main" id="{D4327D9C-5A0D-B8A2-8DDD-1241E193B4F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tx1"/>
                </a:solidFill>
                <a:latin typeface="+mn-lt"/>
              </a:defRPr>
            </a:lvl1pPr>
          </a:lstStyle>
          <a:p>
            <a:pPr defTabSz="914400">
              <a:defRPr/>
            </a:pPr>
            <a:fld id="{11061685-6496-4975-B02C-C44B14DBF38E}" type="slidenum">
              <a:rPr lang="fr-FR" smtClean="0"/>
              <a:pPr defTabSz="914400">
                <a:defRPr/>
              </a:pPr>
              <a:t>‹#›</a:t>
            </a:fld>
            <a:endParaRPr lang="fr-FR"/>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latin typeface="+mj-lt"/>
              </a:defRPr>
            </a:lvl1pPr>
          </a:lstStyle>
          <a:p>
            <a:r>
              <a:rPr lang="fr-FR"/>
              <a:t>Modifiez le style du titre</a:t>
            </a:r>
          </a:p>
        </p:txBody>
      </p:sp>
    </p:spTree>
    <p:extLst>
      <p:ext uri="{BB962C8B-B14F-4D97-AF65-F5344CB8AC3E}">
        <p14:creationId xmlns:p14="http://schemas.microsoft.com/office/powerpoint/2010/main" val="51586490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512932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image" Target="../media/image4.png"/><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theme" Target="../theme/theme3.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image" Target="../media/image4.png"/><Relationship Id="rId5" Type="http://schemas.openxmlformats.org/officeDocument/2006/relationships/theme" Target="../theme/theme4.xml"/><Relationship Id="rId4"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3" Type="http://schemas.openxmlformats.org/officeDocument/2006/relationships/slideLayout" Target="../slideLayouts/slideLayout45.xml"/><Relationship Id="rId21" Type="http://schemas.openxmlformats.org/officeDocument/2006/relationships/slideLayout" Target="../slideLayouts/slideLayout63.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image" Target="../media/image4.png"/><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theme" Target="../theme/theme5.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22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A8EEA29-EC33-E36C-B107-C064A9080A85}"/>
              </a:ext>
            </a:extLst>
          </p:cNvPr>
          <p:cNvSpPr>
            <a:spLocks noGrp="1"/>
          </p:cNvSpPr>
          <p:nvPr>
            <p:ph type="title"/>
          </p:nvPr>
        </p:nvSpPr>
        <p:spPr>
          <a:xfrm>
            <a:off x="838200" y="3429000"/>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pic>
        <p:nvPicPr>
          <p:cNvPr id="7" name="Graphique 6">
            <a:extLst>
              <a:ext uri="{FF2B5EF4-FFF2-40B4-BE49-F238E27FC236}">
                <a16:creationId xmlns:a16="http://schemas.microsoft.com/office/drawing/2014/main" id="{5A29C14F-5FFB-DE9B-2044-1D5C33CA66C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409870" y="2229000"/>
            <a:ext cx="5372260" cy="895377"/>
          </a:xfrm>
          <a:prstGeom prst="rect">
            <a:avLst/>
          </a:prstGeom>
        </p:spPr>
      </p:pic>
    </p:spTree>
    <p:extLst>
      <p:ext uri="{BB962C8B-B14F-4D97-AF65-F5344CB8AC3E}">
        <p14:creationId xmlns:p14="http://schemas.microsoft.com/office/powerpoint/2010/main" val="1494106921"/>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ctr" defTabSz="914400" rtl="0" eaLnBrk="1" latinLnBrk="0" hangingPunct="1">
        <a:lnSpc>
          <a:spcPct val="90000"/>
        </a:lnSpc>
        <a:spcBef>
          <a:spcPct val="0"/>
        </a:spcBef>
        <a:buNone/>
        <a:defRPr sz="4400" kern="1200" spc="3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BED0072-E027-08DF-76D9-B4F08E13B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FEB9DAEB-28EA-395A-FB92-5E0C1A6B4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7" name="Image 6" descr="Une image contenant texte, clipart">
            <a:extLst>
              <a:ext uri="{FF2B5EF4-FFF2-40B4-BE49-F238E27FC236}">
                <a16:creationId xmlns:a16="http://schemas.microsoft.com/office/drawing/2014/main" id="{D7601D00-6815-198A-5985-25582EE1C7B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
        <p:nvSpPr>
          <p:cNvPr id="5" name="Espace réservé du numéro de diapositive 4">
            <a:extLst>
              <a:ext uri="{FF2B5EF4-FFF2-40B4-BE49-F238E27FC236}">
                <a16:creationId xmlns:a16="http://schemas.microsoft.com/office/drawing/2014/main" id="{DD67FB33-B7F0-A9F8-2B1E-488BEA6D6676}"/>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bg1"/>
                </a:solidFill>
                <a:latin typeface="+mj-lt"/>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118317803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pic>
        <p:nvPicPr>
          <p:cNvPr id="5" name="Image 4">
            <a:extLst>
              <a:ext uri="{FF2B5EF4-FFF2-40B4-BE49-F238E27FC236}">
                <a16:creationId xmlns:a16="http://schemas.microsoft.com/office/drawing/2014/main" id="{3AC64E90-F7E6-A95D-A3F0-B7FE3797D799}"/>
              </a:ext>
            </a:extLst>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Tree>
    <p:extLst>
      <p:ext uri="{BB962C8B-B14F-4D97-AF65-F5344CB8AC3E}">
        <p14:creationId xmlns:p14="http://schemas.microsoft.com/office/powerpoint/2010/main" val="7903275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9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703" r:id="rId21"/>
    <p:sldLayoutId id="2147483729" r:id="rId22"/>
    <p:sldLayoutId id="2147483730" r:id="rId23"/>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F5C57CC-B3BC-43F6-D7AE-AF3859A4BE1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
        <p:nvSpPr>
          <p:cNvPr id="3" name="Espace réservé du numéro de diapositive 4">
            <a:extLst>
              <a:ext uri="{FF2B5EF4-FFF2-40B4-BE49-F238E27FC236}">
                <a16:creationId xmlns:a16="http://schemas.microsoft.com/office/drawing/2014/main" id="{A138721D-F502-0334-DC34-04EB3E3047CB}"/>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121448776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27" r:id="rId3"/>
    <p:sldLayoutId id="214748372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4" name="Image 3">
            <a:extLst>
              <a:ext uri="{FF2B5EF4-FFF2-40B4-BE49-F238E27FC236}">
                <a16:creationId xmlns:a16="http://schemas.microsoft.com/office/drawing/2014/main" id="{4E235616-4349-C970-2C97-2D68E9FCDB7C}"/>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567662448"/>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9.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35.svg"/></Relationships>
</file>

<file path=ppt/slides/_rels/slide1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image" Target="../media/image41.sv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28.xml"/><Relationship Id="rId1" Type="http://schemas.openxmlformats.org/officeDocument/2006/relationships/slideLayout" Target="../slideLayouts/slideLayout25.xml"/><Relationship Id="rId4" Type="http://schemas.openxmlformats.org/officeDocument/2006/relationships/image" Target="../media/image9.svg"/></Relationships>
</file>

<file path=ppt/slides/_rels/slide3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slideLayout" Target="../slideLayouts/slideLayout16.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29.xml"/><Relationship Id="rId1" Type="http://schemas.openxmlformats.org/officeDocument/2006/relationships/slideLayout" Target="../slideLayouts/slideLayout16.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4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30.xml"/><Relationship Id="rId1" Type="http://schemas.openxmlformats.org/officeDocument/2006/relationships/slideLayout" Target="../slideLayouts/slideLayout16.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41.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31.xml"/><Relationship Id="rId1" Type="http://schemas.openxmlformats.org/officeDocument/2006/relationships/slideLayout" Target="../slideLayouts/slideLayout16.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42.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image" Target="../media/image61.svg"/><Relationship Id="rId5" Type="http://schemas.openxmlformats.org/officeDocument/2006/relationships/image" Target="../media/image64.svg"/><Relationship Id="rId4" Type="http://schemas.openxmlformats.org/officeDocument/2006/relationships/image" Target="../media/image63.svg"/></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3" Type="http://schemas.openxmlformats.org/officeDocument/2006/relationships/hyperlink" Target="https://forms.office.com/e/Ed7gHar4WL" TargetMode="External"/><Relationship Id="rId2" Type="http://schemas.openxmlformats.org/officeDocument/2006/relationships/image" Target="../media/image65.png"/><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0.xml"/><Relationship Id="rId6" Type="http://schemas.openxmlformats.org/officeDocument/2006/relationships/image" Target="../media/image69.svg"/><Relationship Id="rId5" Type="http://schemas.openxmlformats.org/officeDocument/2006/relationships/image" Target="../media/image11.sv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E73B51-BBAF-F66B-8D9C-878DE27FEE45}"/>
              </a:ext>
            </a:extLst>
          </p:cNvPr>
          <p:cNvSpPr>
            <a:spLocks noGrp="1"/>
          </p:cNvSpPr>
          <p:nvPr>
            <p:ph type="title"/>
          </p:nvPr>
        </p:nvSpPr>
        <p:spPr/>
        <p:txBody>
          <a:bodyPr/>
          <a:lstStyle/>
          <a:p>
            <a:r>
              <a:rPr lang="fr-FR" b="1" noProof="0" dirty="0"/>
              <a:t>IMPLÉMENTATION DE L’ERP ODOO</a:t>
            </a:r>
          </a:p>
        </p:txBody>
      </p:sp>
      <p:sp>
        <p:nvSpPr>
          <p:cNvPr id="3" name="Freeform 10">
            <a:extLst>
              <a:ext uri="{FF2B5EF4-FFF2-40B4-BE49-F238E27FC236}">
                <a16:creationId xmlns:a16="http://schemas.microsoft.com/office/drawing/2014/main" id="{8F3ED9D8-DB55-CF2F-43FB-32A3CBD5501C}"/>
              </a:ext>
            </a:extLst>
          </p:cNvPr>
          <p:cNvSpPr/>
          <p:nvPr/>
        </p:nvSpPr>
        <p:spPr>
          <a:xfrm>
            <a:off x="10255122" y="6079373"/>
            <a:ext cx="1583685" cy="498861"/>
          </a:xfrm>
          <a:custGeom>
            <a:avLst/>
            <a:gdLst/>
            <a:ahLst/>
            <a:cxnLst/>
            <a:rect l="l" t="t" r="r" b="b"/>
            <a:pathLst>
              <a:path w="2375528" h="748291">
                <a:moveTo>
                  <a:pt x="0" y="0"/>
                </a:moveTo>
                <a:lnTo>
                  <a:pt x="2375528" y="0"/>
                </a:lnTo>
                <a:lnTo>
                  <a:pt x="2375528" y="748291"/>
                </a:lnTo>
                <a:lnTo>
                  <a:pt x="0" y="748291"/>
                </a:lnTo>
                <a:lnTo>
                  <a:pt x="0" y="0"/>
                </a:lnTo>
                <a:close/>
              </a:path>
            </a:pathLst>
          </a:custGeom>
          <a:blipFill>
            <a:blip r:embed="rId3"/>
            <a:stretch>
              <a:fillRect/>
            </a:stretch>
          </a:blipFill>
        </p:spPr>
        <p:txBody>
          <a:bodyPr/>
          <a:lstStyle/>
          <a:p>
            <a:endParaRPr lang="fr-FR" sz="800" noProof="0" dirty="0">
              <a:latin typeface="+mj-lt"/>
            </a:endParaRPr>
          </a:p>
        </p:txBody>
      </p:sp>
    </p:spTree>
    <p:extLst>
      <p:ext uri="{BB962C8B-B14F-4D97-AF65-F5344CB8AC3E}">
        <p14:creationId xmlns:p14="http://schemas.microsoft.com/office/powerpoint/2010/main" val="245670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3" name="Freeform 6">
            <a:extLst>
              <a:ext uri="{FF2B5EF4-FFF2-40B4-BE49-F238E27FC236}">
                <a16:creationId xmlns:a16="http://schemas.microsoft.com/office/drawing/2014/main" id="{037529B4-401D-1113-6703-6C94164F2DEA}"/>
              </a:ext>
            </a:extLst>
          </p:cNvPr>
          <p:cNvSpPr/>
          <p:nvPr/>
        </p:nvSpPr>
        <p:spPr>
          <a:xfrm>
            <a:off x="7212728" y="685800"/>
            <a:ext cx="4293472" cy="4293472"/>
          </a:xfrm>
          <a:custGeom>
            <a:avLst/>
            <a:gdLst/>
            <a:ahLst/>
            <a:cxnLst/>
            <a:rect l="l" t="t" r="r" b="b"/>
            <a:pathLst>
              <a:path w="6350000" h="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gradFill rotWithShape="1">
            <a:gsLst>
              <a:gs pos="0">
                <a:srgbClr val="BA131A">
                  <a:alpha val="100000"/>
                </a:srgbClr>
              </a:gs>
              <a:gs pos="100000">
                <a:srgbClr val="724D67">
                  <a:alpha val="100000"/>
                </a:srgbClr>
              </a:gs>
            </a:gsLst>
            <a:lin ang="0"/>
          </a:gradFill>
        </p:spPr>
        <p:txBody>
          <a:bodyPr/>
          <a:lstStyle/>
          <a:p>
            <a:endParaRPr lang="fr-FR" sz="800" noProof="0" dirty="0"/>
          </a:p>
        </p:txBody>
      </p:sp>
      <p:pic>
        <p:nvPicPr>
          <p:cNvPr id="4" name="Image 3" descr="Une image contenant texte, capture d’écran, diagramme, conception&#10;&#10;Le contenu généré par l’IA peut être incorrect.">
            <a:extLst>
              <a:ext uri="{FF2B5EF4-FFF2-40B4-BE49-F238E27FC236}">
                <a16:creationId xmlns:a16="http://schemas.microsoft.com/office/drawing/2014/main" id="{5A2C15F1-9DCE-0119-F87F-CD06E8CFFA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6000" y="909000"/>
            <a:ext cx="5219700" cy="3873997"/>
          </a:xfrm>
          <a:prstGeom prst="rect">
            <a:avLst/>
          </a:prstGeom>
        </p:spPr>
      </p:pic>
      <p:pic>
        <p:nvPicPr>
          <p:cNvPr id="5" name="Graphique 4">
            <a:extLst>
              <a:ext uri="{FF2B5EF4-FFF2-40B4-BE49-F238E27FC236}">
                <a16:creationId xmlns:a16="http://schemas.microsoft.com/office/drawing/2014/main" id="{46B982C4-6660-6818-42EE-E7C67F4513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560" y="-171000"/>
            <a:ext cx="5835650" cy="3143250"/>
          </a:xfrm>
          <a:prstGeom prst="rect">
            <a:avLst/>
          </a:prstGeom>
        </p:spPr>
      </p:pic>
      <p:sp>
        <p:nvSpPr>
          <p:cNvPr id="6" name="Freeform 4">
            <a:extLst>
              <a:ext uri="{FF2B5EF4-FFF2-40B4-BE49-F238E27FC236}">
                <a16:creationId xmlns:a16="http://schemas.microsoft.com/office/drawing/2014/main" id="{1B9E2EF4-29D6-41F2-C36D-AC4314A7C944}"/>
              </a:ext>
            </a:extLst>
          </p:cNvPr>
          <p:cNvSpPr/>
          <p:nvPr/>
        </p:nvSpPr>
        <p:spPr>
          <a:xfrm>
            <a:off x="2072945" y="2638425"/>
            <a:ext cx="70180" cy="2572672"/>
          </a:xfrm>
          <a:custGeom>
            <a:avLst/>
            <a:gdLst/>
            <a:ahLst/>
            <a:cxnLst/>
            <a:rect l="l" t="t" r="r" b="b"/>
            <a:pathLst>
              <a:path w="113021" h="4260613">
                <a:moveTo>
                  <a:pt x="0" y="0"/>
                </a:moveTo>
                <a:lnTo>
                  <a:pt x="113022" y="0"/>
                </a:lnTo>
                <a:lnTo>
                  <a:pt x="113022" y="4260613"/>
                </a:lnTo>
                <a:lnTo>
                  <a:pt x="0" y="4260613"/>
                </a:lnTo>
                <a:lnTo>
                  <a:pt x="0" y="0"/>
                </a:lnTo>
                <a:close/>
              </a:path>
            </a:pathLst>
          </a:custGeom>
          <a:blipFill>
            <a:blip>
              <a:extLst>
                <a:ext uri="{96DAC541-7B7A-43D3-8B79-37D633B846F1}">
                  <asvg:svgBlip xmlns:asvg="http://schemas.microsoft.com/office/drawing/2016/SVG/main" r:embed="rId6"/>
                </a:ext>
              </a:extLst>
            </a:blip>
            <a:stretch>
              <a:fillRect b="-32634"/>
            </a:stretch>
          </a:blipFill>
        </p:spPr>
        <p:txBody>
          <a:bodyPr/>
          <a:lstStyle/>
          <a:p>
            <a:endParaRPr lang="fr-FR" sz="800" noProof="0" dirty="0"/>
          </a:p>
        </p:txBody>
      </p:sp>
      <p:sp>
        <p:nvSpPr>
          <p:cNvPr id="7" name="TextBox 8">
            <a:extLst>
              <a:ext uri="{FF2B5EF4-FFF2-40B4-BE49-F238E27FC236}">
                <a16:creationId xmlns:a16="http://schemas.microsoft.com/office/drawing/2014/main" id="{93E3D36F-FC58-3EB3-D89D-77046F81D7B9}"/>
              </a:ext>
            </a:extLst>
          </p:cNvPr>
          <p:cNvSpPr txBox="1"/>
          <p:nvPr/>
        </p:nvSpPr>
        <p:spPr>
          <a:xfrm>
            <a:off x="2383854" y="2152638"/>
            <a:ext cx="3712146" cy="3173305"/>
          </a:xfrm>
          <a:prstGeom prst="rect">
            <a:avLst/>
          </a:prstGeom>
        </p:spPr>
        <p:txBody>
          <a:bodyPr lIns="0" tIns="0" rIns="0" bIns="0" rtlCol="0" anchor="t">
            <a:spAutoFit/>
          </a:bodyPr>
          <a:lstStyle/>
          <a:p>
            <a:pPr algn="just">
              <a:lnSpc>
                <a:spcPct val="300000"/>
              </a:lnSpc>
            </a:pPr>
            <a:r>
              <a:rPr lang="fr-FR" sz="1792" noProof="0" dirty="0">
                <a:solidFill>
                  <a:srgbClr val="FFFFFF"/>
                </a:solidFill>
                <a:ea typeface="Trebuchet MS"/>
                <a:cs typeface="Trebuchet MS"/>
                <a:sym typeface="Trebuchet MS"/>
              </a:rPr>
              <a:t>Logiciel de gestion tout-en-un</a:t>
            </a:r>
          </a:p>
          <a:p>
            <a:pPr algn="just">
              <a:lnSpc>
                <a:spcPct val="300000"/>
              </a:lnSpc>
            </a:pPr>
            <a:r>
              <a:rPr lang="fr-FR" sz="1792" noProof="0" dirty="0">
                <a:solidFill>
                  <a:srgbClr val="FFFFFF"/>
                </a:solidFill>
                <a:ea typeface="Trebuchet MS"/>
                <a:cs typeface="Trebuchet MS"/>
                <a:sym typeface="Trebuchet MS"/>
              </a:rPr>
              <a:t>Évolutif et modulable</a:t>
            </a:r>
          </a:p>
          <a:p>
            <a:pPr algn="just">
              <a:lnSpc>
                <a:spcPct val="300000"/>
              </a:lnSpc>
            </a:pPr>
            <a:r>
              <a:rPr lang="fr-FR" sz="1792" noProof="0" dirty="0">
                <a:solidFill>
                  <a:srgbClr val="FFFFFF"/>
                </a:solidFill>
                <a:ea typeface="Trebuchet MS"/>
                <a:cs typeface="Trebuchet MS"/>
                <a:sym typeface="Trebuchet MS"/>
              </a:rPr>
              <a:t>Facile à utiliser</a:t>
            </a:r>
          </a:p>
          <a:p>
            <a:pPr algn="just">
              <a:lnSpc>
                <a:spcPct val="300000"/>
              </a:lnSpc>
            </a:pPr>
            <a:r>
              <a:rPr lang="fr-FR" sz="1840" noProof="0" dirty="0">
                <a:solidFill>
                  <a:srgbClr val="FFFFFF"/>
                </a:solidFill>
                <a:ea typeface="Trebuchet MS"/>
                <a:cs typeface="Trebuchet MS"/>
                <a:sym typeface="Trebuchet MS"/>
              </a:rPr>
              <a:t>Entièrement intégré</a:t>
            </a:r>
          </a:p>
        </p:txBody>
      </p:sp>
      <p:sp>
        <p:nvSpPr>
          <p:cNvPr id="2" name="Espace réservé du numéro de diapositive 3">
            <a:extLst>
              <a:ext uri="{FF2B5EF4-FFF2-40B4-BE49-F238E27FC236}">
                <a16:creationId xmlns:a16="http://schemas.microsoft.com/office/drawing/2014/main" id="{BE782248-FB62-B1B8-F813-DD2D486AFE22}"/>
              </a:ext>
            </a:extLst>
          </p:cNvPr>
          <p:cNvSpPr txBox="1">
            <a:spLocks/>
          </p:cNvSpPr>
          <p:nvPr/>
        </p:nvSpPr>
        <p:spPr>
          <a:xfrm>
            <a:off x="0" y="6490909"/>
            <a:ext cx="48451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34F99C-3C47-4582-9518-8D365E9692AE}" type="slidenum">
              <a:rPr lang="fr-FR" sz="1200" noProof="0" smtClean="0">
                <a:solidFill>
                  <a:schemeClr val="bg1"/>
                </a:solidFill>
              </a:rPr>
              <a:pPr/>
              <a:t>2</a:t>
            </a:fld>
            <a:endParaRPr lang="fr-FR" sz="1200" noProof="0" dirty="0">
              <a:solidFill>
                <a:schemeClr val="bg1"/>
              </a:solidFill>
            </a:endParaRPr>
          </a:p>
        </p:txBody>
      </p:sp>
    </p:spTree>
    <p:extLst>
      <p:ext uri="{BB962C8B-B14F-4D97-AF65-F5344CB8AC3E}">
        <p14:creationId xmlns:p14="http://schemas.microsoft.com/office/powerpoint/2010/main" val="1752783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E564C59-3529-E35C-6B4D-935DA510EF37}"/>
              </a:ext>
            </a:extLst>
          </p:cNvPr>
          <p:cNvSpPr>
            <a:spLocks noGrp="1"/>
          </p:cNvSpPr>
          <p:nvPr>
            <p:ph type="body" sz="quarter" idx="10"/>
          </p:nvPr>
        </p:nvSpPr>
        <p:spPr/>
        <p:txBody>
          <a:bodyPr/>
          <a:lstStyle/>
          <a:p>
            <a:r>
              <a:rPr lang="fr-FR" sz="4000" noProof="0" dirty="0">
                <a:solidFill>
                  <a:schemeClr val="accent1"/>
                </a:solidFill>
              </a:rPr>
              <a:t>+16M</a:t>
            </a:r>
          </a:p>
          <a:p>
            <a:r>
              <a:rPr lang="fr-FR" sz="1600" noProof="0" dirty="0"/>
              <a:t>D’UTILISATEURS</a:t>
            </a:r>
          </a:p>
        </p:txBody>
      </p:sp>
      <p:sp>
        <p:nvSpPr>
          <p:cNvPr id="5" name="Titre 4">
            <a:extLst>
              <a:ext uri="{FF2B5EF4-FFF2-40B4-BE49-F238E27FC236}">
                <a16:creationId xmlns:a16="http://schemas.microsoft.com/office/drawing/2014/main" id="{7B58A9FF-D9E2-441E-20C9-5C34E50F90A5}"/>
              </a:ext>
            </a:extLst>
          </p:cNvPr>
          <p:cNvSpPr>
            <a:spLocks noGrp="1"/>
          </p:cNvSpPr>
          <p:nvPr>
            <p:ph type="title"/>
          </p:nvPr>
        </p:nvSpPr>
        <p:spPr>
          <a:xfrm>
            <a:off x="838200" y="1403602"/>
            <a:ext cx="10515600" cy="1326091"/>
          </a:xfrm>
        </p:spPr>
        <p:txBody>
          <a:bodyPr>
            <a:normAutofit/>
          </a:bodyPr>
          <a:lstStyle/>
          <a:p>
            <a:r>
              <a:rPr lang="fr-FR" sz="2000" noProof="0" dirty="0"/>
              <a:t>UN LOGICIEL, UNE SUCCESS STORY</a:t>
            </a:r>
          </a:p>
        </p:txBody>
      </p:sp>
      <p:sp>
        <p:nvSpPr>
          <p:cNvPr id="4" name="Espace réservé du numéro de diapositive 3">
            <a:extLst>
              <a:ext uri="{FF2B5EF4-FFF2-40B4-BE49-F238E27FC236}">
                <a16:creationId xmlns:a16="http://schemas.microsoft.com/office/drawing/2014/main" id="{C9F4F9FC-4DDC-4EB8-3B62-FA1BEF6E1F33}"/>
              </a:ext>
            </a:extLst>
          </p:cNvPr>
          <p:cNvSpPr>
            <a:spLocks noGrp="1"/>
          </p:cNvSpPr>
          <p:nvPr>
            <p:ph type="sldNum" sz="quarter" idx="16"/>
          </p:nvPr>
        </p:nvSpPr>
        <p:spPr/>
        <p:txBody>
          <a:bodyPr/>
          <a:lstStyle/>
          <a:p>
            <a:fld id="{0C34F99C-3C47-4582-9518-8D365E9692AE}" type="slidenum">
              <a:rPr lang="fr-FR" noProof="0" smtClean="0"/>
              <a:pPr/>
              <a:t>3</a:t>
            </a:fld>
            <a:endParaRPr lang="fr-FR" noProof="0" dirty="0"/>
          </a:p>
        </p:txBody>
      </p:sp>
      <p:sp>
        <p:nvSpPr>
          <p:cNvPr id="14" name="Espace réservé du texte 5">
            <a:extLst>
              <a:ext uri="{FF2B5EF4-FFF2-40B4-BE49-F238E27FC236}">
                <a16:creationId xmlns:a16="http://schemas.microsoft.com/office/drawing/2014/main" id="{8AFA15F6-09CF-C9BA-55C2-31FAEE39C444}"/>
              </a:ext>
            </a:extLst>
          </p:cNvPr>
          <p:cNvSpPr txBox="1">
            <a:spLocks/>
          </p:cNvSpPr>
          <p:nvPr/>
        </p:nvSpPr>
        <p:spPr>
          <a:xfrm>
            <a:off x="5155070" y="2729694"/>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4000" noProof="0" dirty="0">
                <a:solidFill>
                  <a:schemeClr val="accent1"/>
                </a:solidFill>
              </a:rPr>
              <a:t>+7K</a:t>
            </a:r>
          </a:p>
          <a:p>
            <a:r>
              <a:rPr lang="fr-FR" sz="1600" noProof="0" dirty="0"/>
              <a:t>EMPLOYÉS</a:t>
            </a:r>
          </a:p>
        </p:txBody>
      </p:sp>
      <p:sp>
        <p:nvSpPr>
          <p:cNvPr id="15" name="Espace réservé du texte 5">
            <a:extLst>
              <a:ext uri="{FF2B5EF4-FFF2-40B4-BE49-F238E27FC236}">
                <a16:creationId xmlns:a16="http://schemas.microsoft.com/office/drawing/2014/main" id="{F68A0E7B-1820-7DF3-7F84-5D23AEF8E944}"/>
              </a:ext>
            </a:extLst>
          </p:cNvPr>
          <p:cNvSpPr txBox="1">
            <a:spLocks/>
          </p:cNvSpPr>
          <p:nvPr/>
        </p:nvSpPr>
        <p:spPr>
          <a:xfrm>
            <a:off x="8203070" y="2729693"/>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4000" noProof="0">
                <a:solidFill>
                  <a:schemeClr val="accent1"/>
                </a:solidFill>
              </a:rPr>
              <a:t>+70K</a:t>
            </a:r>
            <a:endParaRPr lang="fr-FR" sz="4000" noProof="0" dirty="0">
              <a:solidFill>
                <a:schemeClr val="accent1"/>
              </a:solidFill>
            </a:endParaRPr>
          </a:p>
          <a:p>
            <a:r>
              <a:rPr lang="fr-FR" sz="1600" noProof="0" dirty="0"/>
              <a:t>MODULES</a:t>
            </a:r>
          </a:p>
        </p:txBody>
      </p:sp>
      <p:pic>
        <p:nvPicPr>
          <p:cNvPr id="17" name="Graphique 16">
            <a:extLst>
              <a:ext uri="{FF2B5EF4-FFF2-40B4-BE49-F238E27FC236}">
                <a16:creationId xmlns:a16="http://schemas.microsoft.com/office/drawing/2014/main" id="{042DE3AD-24EA-8FBD-46F8-63DD255B79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8175" y="-519848"/>
            <a:ext cx="5835650" cy="3143250"/>
          </a:xfrm>
          <a:prstGeom prst="rect">
            <a:avLst/>
          </a:prstGeom>
        </p:spPr>
      </p:pic>
    </p:spTree>
    <p:extLst>
      <p:ext uri="{BB962C8B-B14F-4D97-AF65-F5344CB8AC3E}">
        <p14:creationId xmlns:p14="http://schemas.microsoft.com/office/powerpoint/2010/main" val="2697624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10F126C9-6491-CBC1-6A94-A4265483429F}"/>
              </a:ext>
            </a:extLst>
          </p:cNvPr>
          <p:cNvSpPr>
            <a:spLocks noGrp="1"/>
          </p:cNvSpPr>
          <p:nvPr>
            <p:ph type="body" sz="quarter" idx="11"/>
          </p:nvPr>
        </p:nvSpPr>
        <p:spPr/>
        <p:txBody>
          <a:bodyPr/>
          <a:lstStyle/>
          <a:p>
            <a:r>
              <a:rPr lang="fr-FR" noProof="0" dirty="0">
                <a:solidFill>
                  <a:schemeClr val="accent1"/>
                </a:solidFill>
              </a:rPr>
              <a:t>ERP</a:t>
            </a:r>
          </a:p>
        </p:txBody>
      </p:sp>
      <p:sp>
        <p:nvSpPr>
          <p:cNvPr id="12" name="Espace réservé du texte 11">
            <a:extLst>
              <a:ext uri="{FF2B5EF4-FFF2-40B4-BE49-F238E27FC236}">
                <a16:creationId xmlns:a16="http://schemas.microsoft.com/office/drawing/2014/main" id="{173A2776-33AC-45EE-8D81-33FDD0469069}"/>
              </a:ext>
            </a:extLst>
          </p:cNvPr>
          <p:cNvSpPr>
            <a:spLocks noGrp="1"/>
          </p:cNvSpPr>
          <p:nvPr>
            <p:ph type="body" sz="quarter" idx="12"/>
          </p:nvPr>
        </p:nvSpPr>
        <p:spPr/>
        <p:txBody>
          <a:bodyPr/>
          <a:lstStyle/>
          <a:p>
            <a:r>
              <a:rPr lang="fr-FR" noProof="0" dirty="0">
                <a:solidFill>
                  <a:schemeClr val="accent1"/>
                </a:solidFill>
              </a:rPr>
              <a:t>WEB</a:t>
            </a:r>
          </a:p>
        </p:txBody>
      </p:sp>
      <p:sp>
        <p:nvSpPr>
          <p:cNvPr id="13" name="Espace réservé du texte 12">
            <a:extLst>
              <a:ext uri="{FF2B5EF4-FFF2-40B4-BE49-F238E27FC236}">
                <a16:creationId xmlns:a16="http://schemas.microsoft.com/office/drawing/2014/main" id="{5B29F179-051C-7262-690A-95F9E140DAE7}"/>
              </a:ext>
            </a:extLst>
          </p:cNvPr>
          <p:cNvSpPr>
            <a:spLocks noGrp="1"/>
          </p:cNvSpPr>
          <p:nvPr>
            <p:ph type="body" sz="quarter" idx="13"/>
          </p:nvPr>
        </p:nvSpPr>
        <p:spPr/>
        <p:txBody>
          <a:bodyPr/>
          <a:lstStyle/>
          <a:p>
            <a:r>
              <a:rPr lang="fr-FR" noProof="0" dirty="0">
                <a:solidFill>
                  <a:schemeClr val="accent1"/>
                </a:solidFill>
              </a:rPr>
              <a:t>BI</a:t>
            </a:r>
          </a:p>
        </p:txBody>
      </p:sp>
      <p:sp>
        <p:nvSpPr>
          <p:cNvPr id="17" name="Espace réservé du texte 16">
            <a:extLst>
              <a:ext uri="{FF2B5EF4-FFF2-40B4-BE49-F238E27FC236}">
                <a16:creationId xmlns:a16="http://schemas.microsoft.com/office/drawing/2014/main" id="{8DA0D198-7AF8-E6B2-E7C8-8AC890855366}"/>
              </a:ext>
            </a:extLst>
          </p:cNvPr>
          <p:cNvSpPr>
            <a:spLocks noGrp="1"/>
          </p:cNvSpPr>
          <p:nvPr>
            <p:ph type="body" sz="quarter" idx="17"/>
          </p:nvPr>
        </p:nvSpPr>
        <p:spPr/>
        <p:txBody>
          <a:bodyPr/>
          <a:lstStyle/>
          <a:p>
            <a:r>
              <a:rPr lang="fr-FR" noProof="0" dirty="0">
                <a:solidFill>
                  <a:schemeClr val="accent1"/>
                </a:solidFill>
              </a:rPr>
              <a:t>AI</a:t>
            </a:r>
          </a:p>
        </p:txBody>
      </p:sp>
      <p:sp>
        <p:nvSpPr>
          <p:cNvPr id="9" name="Espace réservé du numéro de diapositive 8">
            <a:extLst>
              <a:ext uri="{FF2B5EF4-FFF2-40B4-BE49-F238E27FC236}">
                <a16:creationId xmlns:a16="http://schemas.microsoft.com/office/drawing/2014/main" id="{55B39851-4F45-03F1-D0E9-814A6B1923AF}"/>
              </a:ext>
            </a:extLst>
          </p:cNvPr>
          <p:cNvSpPr>
            <a:spLocks noGrp="1"/>
          </p:cNvSpPr>
          <p:nvPr>
            <p:ph type="sldNum" sz="quarter" idx="19"/>
          </p:nvPr>
        </p:nvSpPr>
        <p:spPr/>
        <p:txBody>
          <a:bodyPr/>
          <a:lstStyle/>
          <a:p>
            <a:fld id="{0C34F99C-3C47-4582-9518-8D365E9692AE}" type="slidenum">
              <a:rPr lang="fr-FR" noProof="0" smtClean="0"/>
              <a:pPr/>
              <a:t>4</a:t>
            </a:fld>
            <a:endParaRPr lang="fr-FR" noProof="0" dirty="0"/>
          </a:p>
        </p:txBody>
      </p:sp>
      <p:pic>
        <p:nvPicPr>
          <p:cNvPr id="19" name="Graphique 18">
            <a:extLst>
              <a:ext uri="{FF2B5EF4-FFF2-40B4-BE49-F238E27FC236}">
                <a16:creationId xmlns:a16="http://schemas.microsoft.com/office/drawing/2014/main" id="{1524C9A2-EA54-1102-C30C-9C9B29B74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09870" y="594801"/>
            <a:ext cx="5372260" cy="895377"/>
          </a:xfrm>
          <a:prstGeom prst="rect">
            <a:avLst/>
          </a:prstGeom>
        </p:spPr>
      </p:pic>
    </p:spTree>
    <p:extLst>
      <p:ext uri="{BB962C8B-B14F-4D97-AF65-F5344CB8AC3E}">
        <p14:creationId xmlns:p14="http://schemas.microsoft.com/office/powerpoint/2010/main" val="323187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E76FCE8-0E40-DB1F-B455-DE4EB965E9AD}"/>
              </a:ext>
            </a:extLst>
          </p:cNvPr>
          <p:cNvSpPr>
            <a:spLocks noGrp="1"/>
          </p:cNvSpPr>
          <p:nvPr>
            <p:ph type="body" sz="quarter" idx="10"/>
          </p:nvPr>
        </p:nvSpPr>
        <p:spPr/>
        <p:txBody>
          <a:bodyPr>
            <a:normAutofit/>
          </a:bodyPr>
          <a:lstStyle/>
          <a:p>
            <a:r>
              <a:rPr lang="fr-FR" noProof="0" dirty="0">
                <a:solidFill>
                  <a:schemeClr val="accent1"/>
                </a:solidFill>
              </a:rPr>
              <a:t>+800</a:t>
            </a:r>
          </a:p>
          <a:p>
            <a:r>
              <a:rPr lang="fr-FR" sz="1200" noProof="0" dirty="0"/>
              <a:t>CLIENTS SATISFAITS</a:t>
            </a:r>
          </a:p>
        </p:txBody>
      </p:sp>
      <p:sp>
        <p:nvSpPr>
          <p:cNvPr id="11" name="Espace réservé du numéro de diapositive 10">
            <a:extLst>
              <a:ext uri="{FF2B5EF4-FFF2-40B4-BE49-F238E27FC236}">
                <a16:creationId xmlns:a16="http://schemas.microsoft.com/office/drawing/2014/main" id="{D7C651F8-9ADB-F8F1-881E-945BEFD3F149}"/>
              </a:ext>
            </a:extLst>
          </p:cNvPr>
          <p:cNvSpPr>
            <a:spLocks noGrp="1"/>
          </p:cNvSpPr>
          <p:nvPr>
            <p:ph type="sldNum" sz="quarter" idx="16"/>
          </p:nvPr>
        </p:nvSpPr>
        <p:spPr/>
        <p:txBody>
          <a:bodyPr/>
          <a:lstStyle/>
          <a:p>
            <a:fld id="{0C34F99C-3C47-4582-9518-8D365E9692AE}" type="slidenum">
              <a:rPr lang="fr-FR" noProof="0" smtClean="0"/>
              <a:pPr/>
              <a:t>5</a:t>
            </a:fld>
            <a:endParaRPr lang="fr-FR" noProof="0" dirty="0"/>
          </a:p>
        </p:txBody>
      </p:sp>
      <p:pic>
        <p:nvPicPr>
          <p:cNvPr id="12" name="Graphique 11">
            <a:extLst>
              <a:ext uri="{FF2B5EF4-FFF2-40B4-BE49-F238E27FC236}">
                <a16:creationId xmlns:a16="http://schemas.microsoft.com/office/drawing/2014/main" id="{3BBCFF26-8DDF-784A-961C-61249ED352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09870" y="594801"/>
            <a:ext cx="5372260" cy="895377"/>
          </a:xfrm>
          <a:prstGeom prst="rect">
            <a:avLst/>
          </a:prstGeom>
        </p:spPr>
      </p:pic>
      <p:sp>
        <p:nvSpPr>
          <p:cNvPr id="19" name="Espace réservé du texte 2">
            <a:extLst>
              <a:ext uri="{FF2B5EF4-FFF2-40B4-BE49-F238E27FC236}">
                <a16:creationId xmlns:a16="http://schemas.microsoft.com/office/drawing/2014/main" id="{C7124484-BDCA-718C-26E1-9C959DD1E75E}"/>
              </a:ext>
            </a:extLst>
          </p:cNvPr>
          <p:cNvSpPr txBox="1">
            <a:spLocks/>
          </p:cNvSpPr>
          <p:nvPr/>
        </p:nvSpPr>
        <p:spPr>
          <a:xfrm>
            <a:off x="5155070" y="2729694"/>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noProof="0" dirty="0">
                <a:solidFill>
                  <a:schemeClr val="accent1"/>
                </a:solidFill>
              </a:rPr>
              <a:t>+200</a:t>
            </a:r>
          </a:p>
          <a:p>
            <a:r>
              <a:rPr lang="fr-FR" sz="1200" noProof="0" dirty="0"/>
              <a:t>EMPLOYÉS HEUREUX</a:t>
            </a:r>
          </a:p>
        </p:txBody>
      </p:sp>
      <p:sp>
        <p:nvSpPr>
          <p:cNvPr id="20" name="Espace réservé du texte 2">
            <a:extLst>
              <a:ext uri="{FF2B5EF4-FFF2-40B4-BE49-F238E27FC236}">
                <a16:creationId xmlns:a16="http://schemas.microsoft.com/office/drawing/2014/main" id="{EED270A3-F44F-29CA-C4D2-9DDA95E2929F}"/>
              </a:ext>
            </a:extLst>
          </p:cNvPr>
          <p:cNvSpPr txBox="1">
            <a:spLocks/>
          </p:cNvSpPr>
          <p:nvPr/>
        </p:nvSpPr>
        <p:spPr>
          <a:xfrm>
            <a:off x="8203070" y="2746333"/>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noProof="0" dirty="0">
                <a:solidFill>
                  <a:schemeClr val="accent1"/>
                </a:solidFill>
              </a:rPr>
              <a:t>+18 ans</a:t>
            </a:r>
          </a:p>
          <a:p>
            <a:r>
              <a:rPr lang="fr-FR" sz="1200" noProof="0" dirty="0"/>
              <a:t>D’INTÉGRATION ERP</a:t>
            </a:r>
          </a:p>
        </p:txBody>
      </p:sp>
    </p:spTree>
    <p:extLst>
      <p:ext uri="{BB962C8B-B14F-4D97-AF65-F5344CB8AC3E}">
        <p14:creationId xmlns:p14="http://schemas.microsoft.com/office/powerpoint/2010/main" val="485529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A450D58-C39B-FC26-387F-7B4E6C4281D6}"/>
              </a:ext>
            </a:extLst>
          </p:cNvPr>
          <p:cNvSpPr>
            <a:spLocks noGrp="1"/>
          </p:cNvSpPr>
          <p:nvPr>
            <p:ph type="title"/>
          </p:nvPr>
        </p:nvSpPr>
        <p:spPr/>
        <p:txBody>
          <a:bodyPr/>
          <a:lstStyle/>
          <a:p>
            <a:r>
              <a:rPr lang="fr-FR" noProof="0" dirty="0"/>
              <a:t>Vos interlocuteurs France</a:t>
            </a:r>
          </a:p>
        </p:txBody>
      </p:sp>
      <p:graphicFrame>
        <p:nvGraphicFramePr>
          <p:cNvPr id="14" name="Content Placeholder 13">
            <a:extLst>
              <a:ext uri="{FF2B5EF4-FFF2-40B4-BE49-F238E27FC236}">
                <a16:creationId xmlns:a16="http://schemas.microsoft.com/office/drawing/2014/main" id="{5297F54A-B1C8-2AB4-FF05-35EF62B794B5}"/>
              </a:ext>
            </a:extLst>
          </p:cNvPr>
          <p:cNvGraphicFramePr>
            <a:graphicFrameLocks noGrp="1"/>
          </p:cNvGraphicFramePr>
          <p:nvPr>
            <p:ph sz="half" idx="1"/>
            <p:extLst>
              <p:ext uri="{D42A27DB-BD31-4B8C-83A1-F6EECF244321}">
                <p14:modId xmlns:p14="http://schemas.microsoft.com/office/powerpoint/2010/main" val="3018167961"/>
              </p:ext>
            </p:extLst>
          </p:nvPr>
        </p:nvGraphicFramePr>
        <p:xfrm>
          <a:off x="271463" y="1771650"/>
          <a:ext cx="6029325" cy="4903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6" name="Content Placeholder 15">
            <a:extLst>
              <a:ext uri="{FF2B5EF4-FFF2-40B4-BE49-F238E27FC236}">
                <a16:creationId xmlns:a16="http://schemas.microsoft.com/office/drawing/2014/main" id="{E8A8D610-396A-5443-040C-E8B2F2A8D05C}"/>
              </a:ext>
            </a:extLst>
          </p:cNvPr>
          <p:cNvGraphicFramePr>
            <a:graphicFrameLocks noGrp="1"/>
          </p:cNvGraphicFramePr>
          <p:nvPr>
            <p:ph sz="half" idx="2"/>
            <p:extLst>
              <p:ext uri="{D42A27DB-BD31-4B8C-83A1-F6EECF244321}">
                <p14:modId xmlns:p14="http://schemas.microsoft.com/office/powerpoint/2010/main" val="2434570304"/>
              </p:ext>
            </p:extLst>
          </p:nvPr>
        </p:nvGraphicFramePr>
        <p:xfrm>
          <a:off x="6172199" y="1839838"/>
          <a:ext cx="6019801" cy="47671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Slide Number Placeholder 8">
            <a:extLst>
              <a:ext uri="{FF2B5EF4-FFF2-40B4-BE49-F238E27FC236}">
                <a16:creationId xmlns:a16="http://schemas.microsoft.com/office/drawing/2014/main" id="{355E4D2D-7820-2635-AC5C-FC01C038A99A}"/>
              </a:ext>
            </a:extLst>
          </p:cNvPr>
          <p:cNvSpPr>
            <a:spLocks noGrp="1"/>
          </p:cNvSpPr>
          <p:nvPr>
            <p:ph type="sldNum" sz="quarter" idx="10"/>
          </p:nvPr>
        </p:nvSpPr>
        <p:spPr/>
        <p:txBody>
          <a:bodyPr/>
          <a:lstStyle/>
          <a:p>
            <a:fld id="{0C34F99C-3C47-4582-9518-8D365E9692AE}" type="slidenum">
              <a:rPr lang="fr-FR" noProof="0" smtClean="0"/>
              <a:pPr/>
              <a:t>6</a:t>
            </a:fld>
            <a:endParaRPr lang="fr-FR" noProof="0" dirty="0"/>
          </a:p>
        </p:txBody>
      </p:sp>
    </p:spTree>
    <p:extLst>
      <p:ext uri="{BB962C8B-B14F-4D97-AF65-F5344CB8AC3E}">
        <p14:creationId xmlns:p14="http://schemas.microsoft.com/office/powerpoint/2010/main" val="923236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EAC57B-DF05-C4C8-B271-CD5140E5559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8FBC75E-9E8F-ACB9-F067-AC2609123702}"/>
              </a:ext>
            </a:extLst>
          </p:cNvPr>
          <p:cNvSpPr>
            <a:spLocks noGrp="1"/>
          </p:cNvSpPr>
          <p:nvPr>
            <p:ph type="title"/>
          </p:nvPr>
        </p:nvSpPr>
        <p:spPr/>
        <p:txBody>
          <a:bodyPr/>
          <a:lstStyle/>
          <a:p>
            <a:r>
              <a:rPr lang="fr-FR" noProof="0" dirty="0"/>
              <a:t>Vos interlocuteurs Luxembourg</a:t>
            </a:r>
          </a:p>
        </p:txBody>
      </p:sp>
      <p:graphicFrame>
        <p:nvGraphicFramePr>
          <p:cNvPr id="14" name="Content Placeholder 13">
            <a:extLst>
              <a:ext uri="{FF2B5EF4-FFF2-40B4-BE49-F238E27FC236}">
                <a16:creationId xmlns:a16="http://schemas.microsoft.com/office/drawing/2014/main" id="{BD10B280-3441-17ED-4D0B-89733E897421}"/>
              </a:ext>
            </a:extLst>
          </p:cNvPr>
          <p:cNvGraphicFramePr>
            <a:graphicFrameLocks noGrp="1"/>
          </p:cNvGraphicFramePr>
          <p:nvPr>
            <p:ph sz="half" idx="1"/>
          </p:nvPr>
        </p:nvGraphicFramePr>
        <p:xfrm>
          <a:off x="271463" y="1771650"/>
          <a:ext cx="6029325" cy="4903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6" name="Content Placeholder 15">
            <a:extLst>
              <a:ext uri="{FF2B5EF4-FFF2-40B4-BE49-F238E27FC236}">
                <a16:creationId xmlns:a16="http://schemas.microsoft.com/office/drawing/2014/main" id="{AEB920A1-E97A-B7C4-EC5A-8184314A3AD3}"/>
              </a:ext>
            </a:extLst>
          </p:cNvPr>
          <p:cNvGraphicFramePr>
            <a:graphicFrameLocks noGrp="1"/>
          </p:cNvGraphicFramePr>
          <p:nvPr>
            <p:ph sz="half" idx="2"/>
            <p:extLst>
              <p:ext uri="{D42A27DB-BD31-4B8C-83A1-F6EECF244321}">
                <p14:modId xmlns:p14="http://schemas.microsoft.com/office/powerpoint/2010/main" val="2682772695"/>
              </p:ext>
            </p:extLst>
          </p:nvPr>
        </p:nvGraphicFramePr>
        <p:xfrm>
          <a:off x="6172199" y="1839838"/>
          <a:ext cx="6019801" cy="476714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Slide Number Placeholder 8">
            <a:extLst>
              <a:ext uri="{FF2B5EF4-FFF2-40B4-BE49-F238E27FC236}">
                <a16:creationId xmlns:a16="http://schemas.microsoft.com/office/drawing/2014/main" id="{DBE1B42A-AF59-3D05-D5A7-0A5DFC83EBF1}"/>
              </a:ext>
            </a:extLst>
          </p:cNvPr>
          <p:cNvSpPr>
            <a:spLocks noGrp="1"/>
          </p:cNvSpPr>
          <p:nvPr>
            <p:ph type="sldNum" sz="quarter" idx="10"/>
          </p:nvPr>
        </p:nvSpPr>
        <p:spPr/>
        <p:txBody>
          <a:bodyPr/>
          <a:lstStyle/>
          <a:p>
            <a:fld id="{0C34F99C-3C47-4582-9518-8D365E9692AE}" type="slidenum">
              <a:rPr lang="fr-FR" noProof="0" smtClean="0"/>
              <a:pPr/>
              <a:t>7</a:t>
            </a:fld>
            <a:endParaRPr lang="fr-FR" noProof="0" dirty="0"/>
          </a:p>
        </p:txBody>
      </p:sp>
    </p:spTree>
    <p:extLst>
      <p:ext uri="{BB962C8B-B14F-4D97-AF65-F5344CB8AC3E}">
        <p14:creationId xmlns:p14="http://schemas.microsoft.com/office/powerpoint/2010/main" val="1536776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2E82B4-ADB8-ABF5-42E6-0E58E10884C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99607C8-7296-7BE9-DD39-8F3006D642DD}"/>
              </a:ext>
            </a:extLst>
          </p:cNvPr>
          <p:cNvSpPr>
            <a:spLocks noGrp="1"/>
          </p:cNvSpPr>
          <p:nvPr>
            <p:ph type="title"/>
          </p:nvPr>
        </p:nvSpPr>
        <p:spPr/>
        <p:txBody>
          <a:bodyPr/>
          <a:lstStyle/>
          <a:p>
            <a:r>
              <a:rPr lang="fr-FR" noProof="0" dirty="0"/>
              <a:t>Vos interlocuteurs Canada</a:t>
            </a:r>
          </a:p>
        </p:txBody>
      </p:sp>
      <p:graphicFrame>
        <p:nvGraphicFramePr>
          <p:cNvPr id="14" name="Content Placeholder 13">
            <a:extLst>
              <a:ext uri="{FF2B5EF4-FFF2-40B4-BE49-F238E27FC236}">
                <a16:creationId xmlns:a16="http://schemas.microsoft.com/office/drawing/2014/main" id="{139C19F8-90FA-5BA2-3546-367E8F42B442}"/>
              </a:ext>
            </a:extLst>
          </p:cNvPr>
          <p:cNvGraphicFramePr>
            <a:graphicFrameLocks noGrp="1"/>
          </p:cNvGraphicFramePr>
          <p:nvPr>
            <p:ph sz="half" idx="1"/>
            <p:extLst>
              <p:ext uri="{D42A27DB-BD31-4B8C-83A1-F6EECF244321}">
                <p14:modId xmlns:p14="http://schemas.microsoft.com/office/powerpoint/2010/main" val="2612980712"/>
              </p:ext>
            </p:extLst>
          </p:nvPr>
        </p:nvGraphicFramePr>
        <p:xfrm>
          <a:off x="271463" y="1771650"/>
          <a:ext cx="6029325" cy="4903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6" name="Content Placeholder 15">
            <a:extLst>
              <a:ext uri="{FF2B5EF4-FFF2-40B4-BE49-F238E27FC236}">
                <a16:creationId xmlns:a16="http://schemas.microsoft.com/office/drawing/2014/main" id="{F3DB6082-D3DB-DEDE-0775-A3EB0C78E95F}"/>
              </a:ext>
            </a:extLst>
          </p:cNvPr>
          <p:cNvGraphicFramePr>
            <a:graphicFrameLocks noGrp="1"/>
          </p:cNvGraphicFramePr>
          <p:nvPr>
            <p:ph sz="half" idx="2"/>
            <p:extLst>
              <p:ext uri="{D42A27DB-BD31-4B8C-83A1-F6EECF244321}">
                <p14:modId xmlns:p14="http://schemas.microsoft.com/office/powerpoint/2010/main" val="2748306205"/>
              </p:ext>
            </p:extLst>
          </p:nvPr>
        </p:nvGraphicFramePr>
        <p:xfrm>
          <a:off x="6172199" y="1839838"/>
          <a:ext cx="6019801" cy="47671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Slide Number Placeholder 8">
            <a:extLst>
              <a:ext uri="{FF2B5EF4-FFF2-40B4-BE49-F238E27FC236}">
                <a16:creationId xmlns:a16="http://schemas.microsoft.com/office/drawing/2014/main" id="{333C9398-491C-73BC-2B33-7B2775C9057C}"/>
              </a:ext>
            </a:extLst>
          </p:cNvPr>
          <p:cNvSpPr>
            <a:spLocks noGrp="1"/>
          </p:cNvSpPr>
          <p:nvPr>
            <p:ph type="sldNum" sz="quarter" idx="10"/>
          </p:nvPr>
        </p:nvSpPr>
        <p:spPr/>
        <p:txBody>
          <a:bodyPr/>
          <a:lstStyle/>
          <a:p>
            <a:fld id="{0C34F99C-3C47-4582-9518-8D365E9692AE}" type="slidenum">
              <a:rPr lang="fr-FR" noProof="0" smtClean="0"/>
              <a:pPr/>
              <a:t>8</a:t>
            </a:fld>
            <a:endParaRPr lang="fr-FR" noProof="0" dirty="0"/>
          </a:p>
        </p:txBody>
      </p:sp>
    </p:spTree>
    <p:extLst>
      <p:ext uri="{BB962C8B-B14F-4D97-AF65-F5344CB8AC3E}">
        <p14:creationId xmlns:p14="http://schemas.microsoft.com/office/powerpoint/2010/main" val="4158675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82C15D-7AD9-AA2F-A787-8DE64B6736B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CD89B59-40B5-9A72-8528-B906E6EE2048}"/>
              </a:ext>
            </a:extLst>
          </p:cNvPr>
          <p:cNvSpPr>
            <a:spLocks noGrp="1"/>
          </p:cNvSpPr>
          <p:nvPr>
            <p:ph type="title"/>
          </p:nvPr>
        </p:nvSpPr>
        <p:spPr/>
        <p:txBody>
          <a:bodyPr/>
          <a:lstStyle/>
          <a:p>
            <a:r>
              <a:rPr lang="fr-FR" noProof="0" dirty="0"/>
              <a:t>Vos interlocuteurs Madagascar</a:t>
            </a:r>
          </a:p>
        </p:txBody>
      </p:sp>
      <p:graphicFrame>
        <p:nvGraphicFramePr>
          <p:cNvPr id="14" name="Content Placeholder 13">
            <a:extLst>
              <a:ext uri="{FF2B5EF4-FFF2-40B4-BE49-F238E27FC236}">
                <a16:creationId xmlns:a16="http://schemas.microsoft.com/office/drawing/2014/main" id="{5895B6FD-73FB-FE79-811F-47C364BC7F76}"/>
              </a:ext>
            </a:extLst>
          </p:cNvPr>
          <p:cNvGraphicFramePr>
            <a:graphicFrameLocks noGrp="1"/>
          </p:cNvGraphicFramePr>
          <p:nvPr>
            <p:ph sz="half" idx="1"/>
            <p:extLst>
              <p:ext uri="{D42A27DB-BD31-4B8C-83A1-F6EECF244321}">
                <p14:modId xmlns:p14="http://schemas.microsoft.com/office/powerpoint/2010/main" val="626929481"/>
              </p:ext>
            </p:extLst>
          </p:nvPr>
        </p:nvGraphicFramePr>
        <p:xfrm>
          <a:off x="271463" y="1771650"/>
          <a:ext cx="6029325" cy="4903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6" name="Content Placeholder 15">
            <a:extLst>
              <a:ext uri="{FF2B5EF4-FFF2-40B4-BE49-F238E27FC236}">
                <a16:creationId xmlns:a16="http://schemas.microsoft.com/office/drawing/2014/main" id="{DEAFD1B5-71FD-82D3-B74B-415227669055}"/>
              </a:ext>
            </a:extLst>
          </p:cNvPr>
          <p:cNvGraphicFramePr>
            <a:graphicFrameLocks noGrp="1"/>
          </p:cNvGraphicFramePr>
          <p:nvPr>
            <p:ph sz="half" idx="2"/>
          </p:nvPr>
        </p:nvGraphicFramePr>
        <p:xfrm>
          <a:off x="6172199" y="1839838"/>
          <a:ext cx="6019801" cy="476714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Slide Number Placeholder 8">
            <a:extLst>
              <a:ext uri="{FF2B5EF4-FFF2-40B4-BE49-F238E27FC236}">
                <a16:creationId xmlns:a16="http://schemas.microsoft.com/office/drawing/2014/main" id="{89B068A5-D1A8-88AE-8F3D-DA2B604DF01D}"/>
              </a:ext>
            </a:extLst>
          </p:cNvPr>
          <p:cNvSpPr>
            <a:spLocks noGrp="1"/>
          </p:cNvSpPr>
          <p:nvPr>
            <p:ph type="sldNum" sz="quarter" idx="10"/>
          </p:nvPr>
        </p:nvSpPr>
        <p:spPr/>
        <p:txBody>
          <a:bodyPr/>
          <a:lstStyle/>
          <a:p>
            <a:fld id="{0C34F99C-3C47-4582-9518-8D365E9692AE}" type="slidenum">
              <a:rPr lang="fr-FR" noProof="0" smtClean="0"/>
              <a:pPr/>
              <a:t>9</a:t>
            </a:fld>
            <a:endParaRPr lang="fr-FR" noProof="0" dirty="0"/>
          </a:p>
        </p:txBody>
      </p:sp>
    </p:spTree>
    <p:extLst>
      <p:ext uri="{BB962C8B-B14F-4D97-AF65-F5344CB8AC3E}">
        <p14:creationId xmlns:p14="http://schemas.microsoft.com/office/powerpoint/2010/main" val="22898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numéro de diapositive 8">
            <a:extLst>
              <a:ext uri="{FF2B5EF4-FFF2-40B4-BE49-F238E27FC236}">
                <a16:creationId xmlns:a16="http://schemas.microsoft.com/office/drawing/2014/main" id="{1CF44E23-D1B2-B7A2-B799-4D7EA9FEFB8C}"/>
              </a:ext>
            </a:extLst>
          </p:cNvPr>
          <p:cNvSpPr>
            <a:spLocks noGrp="1"/>
          </p:cNvSpPr>
          <p:nvPr>
            <p:ph type="sldNum" sz="quarter" idx="4"/>
          </p:nvPr>
        </p:nvSpPr>
        <p:spPr/>
        <p:txBody>
          <a:bodyPr/>
          <a:lstStyle/>
          <a:p>
            <a:fld id="{0C34F99C-3C47-4582-9518-8D365E9692AE}" type="slidenum">
              <a:rPr lang="fr-FR" noProof="0" smtClean="0"/>
              <a:pPr/>
              <a:t>10</a:t>
            </a:fld>
            <a:endParaRPr lang="fr-FR" noProof="0" dirty="0"/>
          </a:p>
        </p:txBody>
      </p:sp>
      <p:sp>
        <p:nvSpPr>
          <p:cNvPr id="10" name="Titre 9">
            <a:extLst>
              <a:ext uri="{FF2B5EF4-FFF2-40B4-BE49-F238E27FC236}">
                <a16:creationId xmlns:a16="http://schemas.microsoft.com/office/drawing/2014/main" id="{5A2B4955-7CE6-158C-6B0E-42F5417C7983}"/>
              </a:ext>
            </a:extLst>
          </p:cNvPr>
          <p:cNvSpPr>
            <a:spLocks noGrp="1"/>
          </p:cNvSpPr>
          <p:nvPr>
            <p:ph type="title"/>
          </p:nvPr>
        </p:nvSpPr>
        <p:spPr/>
        <p:txBody>
          <a:bodyPr/>
          <a:lstStyle/>
          <a:p>
            <a:r>
              <a:rPr lang="fr-FR" noProof="0" dirty="0"/>
              <a:t>NOS RÉFÉRENCES</a:t>
            </a:r>
          </a:p>
        </p:txBody>
      </p:sp>
      <p:pic>
        <p:nvPicPr>
          <p:cNvPr id="12" name="Espace réservé du contenu 10" descr="Une image contenant capture d’écran, carré, Caractère coloré, art&#10;&#10;Le contenu généré par l’IA peut être incorrect.">
            <a:extLst>
              <a:ext uri="{FF2B5EF4-FFF2-40B4-BE49-F238E27FC236}">
                <a16:creationId xmlns:a16="http://schemas.microsoft.com/office/drawing/2014/main" id="{4285A551-0031-7974-FAE8-5C3963D337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1797" y="193675"/>
            <a:ext cx="9197975" cy="6470650"/>
          </a:xfrm>
          <a:prstGeom prst="rect">
            <a:avLst/>
          </a:prstGeom>
        </p:spPr>
      </p:pic>
    </p:spTree>
    <p:extLst>
      <p:ext uri="{BB962C8B-B14F-4D97-AF65-F5344CB8AC3E}">
        <p14:creationId xmlns:p14="http://schemas.microsoft.com/office/powerpoint/2010/main" val="1594689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BEB641-17BC-8811-D643-55FC3E0BEE0C}"/>
              </a:ext>
            </a:extLst>
          </p:cNvPr>
          <p:cNvSpPr>
            <a:spLocks noGrp="1"/>
          </p:cNvSpPr>
          <p:nvPr>
            <p:ph type="ctrTitle"/>
          </p:nvPr>
        </p:nvSpPr>
        <p:spPr>
          <a:xfrm>
            <a:off x="215900" y="368300"/>
            <a:ext cx="4933616" cy="3060700"/>
          </a:xfrm>
        </p:spPr>
        <p:txBody>
          <a:bodyPr anchor="b">
            <a:normAutofit/>
          </a:bodyPr>
          <a:lstStyle/>
          <a:p>
            <a:r>
              <a:rPr lang="fr-FR" dirty="0"/>
              <a:t>Nos références au Luxembourg</a:t>
            </a:r>
            <a:endParaRPr lang="en-US" dirty="0"/>
          </a:p>
        </p:txBody>
      </p:sp>
      <p:sp>
        <p:nvSpPr>
          <p:cNvPr id="15" name="Subtitle 2">
            <a:extLst>
              <a:ext uri="{FF2B5EF4-FFF2-40B4-BE49-F238E27FC236}">
                <a16:creationId xmlns:a16="http://schemas.microsoft.com/office/drawing/2014/main" id="{0009601B-0C0D-1D76-CF70-F1519F7910BE}"/>
              </a:ext>
            </a:extLst>
          </p:cNvPr>
          <p:cNvSpPr>
            <a:spLocks noGrp="1"/>
          </p:cNvSpPr>
          <p:nvPr>
            <p:ph type="subTitle" idx="1"/>
          </p:nvPr>
        </p:nvSpPr>
        <p:spPr>
          <a:xfrm>
            <a:off x="215900" y="3429000"/>
            <a:ext cx="4933616" cy="3154608"/>
          </a:xfrm>
        </p:spPr>
        <p:txBody>
          <a:bodyPr/>
          <a:lstStyle/>
          <a:p>
            <a:endParaRPr lang="en-US"/>
          </a:p>
        </p:txBody>
      </p:sp>
      <p:pic>
        <p:nvPicPr>
          <p:cNvPr id="8" name="Picture 7">
            <a:extLst>
              <a:ext uri="{FF2B5EF4-FFF2-40B4-BE49-F238E27FC236}">
                <a16:creationId xmlns:a16="http://schemas.microsoft.com/office/drawing/2014/main" id="{2272800E-B189-E852-43A6-DF0A6918532D}"/>
              </a:ext>
            </a:extLst>
          </p:cNvPr>
          <p:cNvPicPr>
            <a:picLocks noChangeAspect="1"/>
          </p:cNvPicPr>
          <p:nvPr/>
        </p:nvPicPr>
        <p:blipFill>
          <a:blip r:embed="rId2"/>
          <a:stretch>
            <a:fillRect/>
          </a:stretch>
        </p:blipFill>
        <p:spPr>
          <a:xfrm>
            <a:off x="6096001" y="1731605"/>
            <a:ext cx="5903980" cy="3394788"/>
          </a:xfrm>
          <a:prstGeom prst="rect">
            <a:avLst/>
          </a:prstGeom>
          <a:noFill/>
        </p:spPr>
      </p:pic>
      <p:sp>
        <p:nvSpPr>
          <p:cNvPr id="3" name="Slide Number Placeholder 2">
            <a:extLst>
              <a:ext uri="{FF2B5EF4-FFF2-40B4-BE49-F238E27FC236}">
                <a16:creationId xmlns:a16="http://schemas.microsoft.com/office/drawing/2014/main" id="{FDC6220E-1F55-6832-9B5D-0543CA164968}"/>
              </a:ext>
            </a:extLst>
          </p:cNvPr>
          <p:cNvSpPr>
            <a:spLocks noGrp="1"/>
          </p:cNvSpPr>
          <p:nvPr>
            <p:ph type="sldNum" sz="quarter" idx="12"/>
          </p:nvPr>
        </p:nvSpPr>
        <p:spPr>
          <a:xfrm>
            <a:off x="0" y="6490909"/>
            <a:ext cx="484517" cy="365125"/>
          </a:xfrm>
        </p:spPr>
        <p:txBody>
          <a:bodyPr anchor="ctr">
            <a:normAutofit/>
          </a:bodyPr>
          <a:lstStyle/>
          <a:p>
            <a:pPr defTabSz="914400">
              <a:spcAft>
                <a:spcPts val="600"/>
              </a:spcAft>
              <a:defRPr/>
            </a:pPr>
            <a:fld id="{11061685-6496-4975-B02C-C44B14DBF38E}" type="slidenum">
              <a:rPr lang="fr-FR" smtClean="0"/>
              <a:pPr defTabSz="914400">
                <a:spcAft>
                  <a:spcPts val="600"/>
                </a:spcAft>
                <a:defRPr/>
              </a:pPr>
              <a:t>11</a:t>
            </a:fld>
            <a:endParaRPr lang="fr-FR"/>
          </a:p>
        </p:txBody>
      </p:sp>
    </p:spTree>
    <p:extLst>
      <p:ext uri="{BB962C8B-B14F-4D97-AF65-F5344CB8AC3E}">
        <p14:creationId xmlns:p14="http://schemas.microsoft.com/office/powerpoint/2010/main" val="2060258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4AA629C-AF3F-E701-E29D-476AD8005272}"/>
              </a:ext>
            </a:extLst>
          </p:cNvPr>
          <p:cNvSpPr>
            <a:spLocks noGrp="1"/>
          </p:cNvSpPr>
          <p:nvPr>
            <p:ph type="title"/>
          </p:nvPr>
        </p:nvSpPr>
        <p:spPr/>
        <p:txBody>
          <a:bodyPr/>
          <a:lstStyle/>
          <a:p>
            <a:r>
              <a:rPr lang="fr-FR" noProof="0" dirty="0"/>
              <a:t>CHRONOLOGIE DU PROJET CAPTIVEA</a:t>
            </a:r>
          </a:p>
        </p:txBody>
      </p:sp>
      <p:sp>
        <p:nvSpPr>
          <p:cNvPr id="3" name="Espace réservé du numéro de diapositive 2">
            <a:extLst>
              <a:ext uri="{FF2B5EF4-FFF2-40B4-BE49-F238E27FC236}">
                <a16:creationId xmlns:a16="http://schemas.microsoft.com/office/drawing/2014/main" id="{98713A22-5758-17F2-F916-379E77B4288E}"/>
              </a:ext>
            </a:extLst>
          </p:cNvPr>
          <p:cNvSpPr>
            <a:spLocks noGrp="1"/>
          </p:cNvSpPr>
          <p:nvPr>
            <p:ph type="sldNum" sz="quarter" idx="10"/>
          </p:nvPr>
        </p:nvSpPr>
        <p:spPr/>
        <p:txBody>
          <a:bodyPr/>
          <a:lstStyle/>
          <a:p>
            <a:pPr defTabSz="914400">
              <a:defRPr/>
            </a:pPr>
            <a:fld id="{11061685-6496-4975-B02C-C44B14DBF38E}" type="slidenum">
              <a:rPr lang="fr-FR" noProof="0" smtClean="0"/>
              <a:pPr defTabSz="914400">
                <a:defRPr/>
              </a:pPr>
              <a:t>12</a:t>
            </a:fld>
            <a:endParaRPr lang="fr-FR" noProof="0" dirty="0"/>
          </a:p>
        </p:txBody>
      </p:sp>
      <p:grpSp>
        <p:nvGrpSpPr>
          <p:cNvPr id="6" name="Groupe 5">
            <a:extLst>
              <a:ext uri="{FF2B5EF4-FFF2-40B4-BE49-F238E27FC236}">
                <a16:creationId xmlns:a16="http://schemas.microsoft.com/office/drawing/2014/main" id="{5F17D292-C4C2-A941-ABFE-FFDAC72CA839}"/>
              </a:ext>
            </a:extLst>
          </p:cNvPr>
          <p:cNvGrpSpPr/>
          <p:nvPr/>
        </p:nvGrpSpPr>
        <p:grpSpPr>
          <a:xfrm>
            <a:off x="7394850" y="4262110"/>
            <a:ext cx="461243" cy="559135"/>
            <a:chOff x="3418535" y="2309575"/>
            <a:chExt cx="461243" cy="559135"/>
          </a:xfrm>
        </p:grpSpPr>
        <p:grpSp>
          <p:nvGrpSpPr>
            <p:cNvPr id="7" name="Google Shape;1407;p36">
              <a:extLst>
                <a:ext uri="{FF2B5EF4-FFF2-40B4-BE49-F238E27FC236}">
                  <a16:creationId xmlns:a16="http://schemas.microsoft.com/office/drawing/2014/main" id="{6C3DF8FB-D452-B17E-35EC-18D34E68EACC}"/>
                </a:ext>
              </a:extLst>
            </p:cNvPr>
            <p:cNvGrpSpPr/>
            <p:nvPr/>
          </p:nvGrpSpPr>
          <p:grpSpPr>
            <a:xfrm rot="5400000">
              <a:off x="3369589" y="2358521"/>
              <a:ext cx="559135" cy="461243"/>
              <a:chOff x="4892107" y="893400"/>
              <a:chExt cx="610975" cy="504008"/>
            </a:xfrm>
          </p:grpSpPr>
          <p:sp>
            <p:nvSpPr>
              <p:cNvPr id="11" name="Google Shape;1408;p36">
                <a:extLst>
                  <a:ext uri="{FF2B5EF4-FFF2-40B4-BE49-F238E27FC236}">
                    <a16:creationId xmlns:a16="http://schemas.microsoft.com/office/drawing/2014/main" id="{95E707E0-1A05-892B-ADC3-3E77C0AF2A44}"/>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12" name="Google Shape;1409;p36">
                <a:extLst>
                  <a:ext uri="{FF2B5EF4-FFF2-40B4-BE49-F238E27FC236}">
                    <a16:creationId xmlns:a16="http://schemas.microsoft.com/office/drawing/2014/main" id="{C72838AC-357F-381C-FA07-A2F288050353}"/>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grpSp>
        <p:grpSp>
          <p:nvGrpSpPr>
            <p:cNvPr id="8" name="Groupe 7">
              <a:extLst>
                <a:ext uri="{FF2B5EF4-FFF2-40B4-BE49-F238E27FC236}">
                  <a16:creationId xmlns:a16="http://schemas.microsoft.com/office/drawing/2014/main" id="{4CA6D2F3-3FB1-7CB6-5D1C-7536A27174FD}"/>
                </a:ext>
              </a:extLst>
            </p:cNvPr>
            <p:cNvGrpSpPr/>
            <p:nvPr/>
          </p:nvGrpSpPr>
          <p:grpSpPr>
            <a:xfrm>
              <a:off x="3452841" y="2344375"/>
              <a:ext cx="392632" cy="393121"/>
              <a:chOff x="3249202" y="2135110"/>
              <a:chExt cx="506418" cy="507048"/>
            </a:xfrm>
          </p:grpSpPr>
          <p:sp>
            <p:nvSpPr>
              <p:cNvPr id="9" name="Google Shape;1409;p36">
                <a:extLst>
                  <a:ext uri="{FF2B5EF4-FFF2-40B4-BE49-F238E27FC236}">
                    <a16:creationId xmlns:a16="http://schemas.microsoft.com/office/drawing/2014/main" id="{B185E032-2DE6-21C4-E58E-E1DC3718789C}"/>
                  </a:ext>
                </a:extLst>
              </p:cNvPr>
              <p:cNvSpPr/>
              <p:nvPr/>
            </p:nvSpPr>
            <p:spPr>
              <a:xfrm rot="4375381">
                <a:off x="3248887" y="2135425"/>
                <a:ext cx="507048" cy="506418"/>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pic>
            <p:nvPicPr>
              <p:cNvPr id="10" name="Graphic 87">
                <a:extLst>
                  <a:ext uri="{FF2B5EF4-FFF2-40B4-BE49-F238E27FC236}">
                    <a16:creationId xmlns:a16="http://schemas.microsoft.com/office/drawing/2014/main" id="{F519DA44-46E3-493D-0F09-A1E9F943E2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321455" y="2203097"/>
                <a:ext cx="344844" cy="344845"/>
              </a:xfrm>
              <a:prstGeom prst="rect">
                <a:avLst/>
              </a:prstGeom>
            </p:spPr>
          </p:pic>
        </p:grpSp>
      </p:grpSp>
      <p:sp>
        <p:nvSpPr>
          <p:cNvPr id="13" name="ZoneTexte 12">
            <a:extLst>
              <a:ext uri="{FF2B5EF4-FFF2-40B4-BE49-F238E27FC236}">
                <a16:creationId xmlns:a16="http://schemas.microsoft.com/office/drawing/2014/main" id="{2B0C965B-5DA5-93C4-333C-EAC875F54416}"/>
              </a:ext>
            </a:extLst>
          </p:cNvPr>
          <p:cNvSpPr txBox="1"/>
          <p:nvPr/>
        </p:nvSpPr>
        <p:spPr>
          <a:xfrm>
            <a:off x="6935627" y="3515159"/>
            <a:ext cx="1366458" cy="646331"/>
          </a:xfrm>
          <a:prstGeom prst="rect">
            <a:avLst/>
          </a:prstGeom>
          <a:noFill/>
        </p:spPr>
        <p:txBody>
          <a:bodyPr wrap="square">
            <a:spAutoFit/>
          </a:bodyPr>
          <a:lstStyle/>
          <a:p>
            <a:pPr marL="0" marR="0" lvl="0" indent="0" algn="ctr" defTabSz="685800" rtl="0" eaLnBrk="1" fontAlgn="auto" latinLnBrk="0" hangingPunct="1">
              <a:lnSpc>
                <a:spcPct val="100000"/>
              </a:lnSpc>
              <a:spcBef>
                <a:spcPts val="45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PHASE D'ANALYSE</a:t>
            </a:r>
          </a:p>
        </p:txBody>
      </p:sp>
      <p:grpSp>
        <p:nvGrpSpPr>
          <p:cNvPr id="14" name="Groupe 13">
            <a:extLst>
              <a:ext uri="{FF2B5EF4-FFF2-40B4-BE49-F238E27FC236}">
                <a16:creationId xmlns:a16="http://schemas.microsoft.com/office/drawing/2014/main" id="{F8111309-31D4-E5AD-E496-36AC0A476D35}"/>
              </a:ext>
            </a:extLst>
          </p:cNvPr>
          <p:cNvGrpSpPr/>
          <p:nvPr/>
        </p:nvGrpSpPr>
        <p:grpSpPr>
          <a:xfrm>
            <a:off x="1449334" y="4262110"/>
            <a:ext cx="461243" cy="559135"/>
            <a:chOff x="1356788" y="2424605"/>
            <a:chExt cx="461243" cy="559135"/>
          </a:xfrm>
        </p:grpSpPr>
        <p:grpSp>
          <p:nvGrpSpPr>
            <p:cNvPr id="15" name="Google Shape;1407;p36">
              <a:extLst>
                <a:ext uri="{FF2B5EF4-FFF2-40B4-BE49-F238E27FC236}">
                  <a16:creationId xmlns:a16="http://schemas.microsoft.com/office/drawing/2014/main" id="{E3F452A6-97AD-66A6-6FC7-CED7873FB40E}"/>
                </a:ext>
              </a:extLst>
            </p:cNvPr>
            <p:cNvGrpSpPr/>
            <p:nvPr/>
          </p:nvGrpSpPr>
          <p:grpSpPr>
            <a:xfrm rot="5400000">
              <a:off x="1307842" y="2473551"/>
              <a:ext cx="559135" cy="461243"/>
              <a:chOff x="4892107" y="893400"/>
              <a:chExt cx="610975" cy="504008"/>
            </a:xfrm>
          </p:grpSpPr>
          <p:sp>
            <p:nvSpPr>
              <p:cNvPr id="17" name="Google Shape;1408;p36">
                <a:extLst>
                  <a:ext uri="{FF2B5EF4-FFF2-40B4-BE49-F238E27FC236}">
                    <a16:creationId xmlns:a16="http://schemas.microsoft.com/office/drawing/2014/main" id="{E4AA291C-0607-E85D-CB7A-151A1283A489}"/>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18" name="Google Shape;1409;p36">
                <a:extLst>
                  <a:ext uri="{FF2B5EF4-FFF2-40B4-BE49-F238E27FC236}">
                    <a16:creationId xmlns:a16="http://schemas.microsoft.com/office/drawing/2014/main" id="{87849615-90D0-743B-52ED-0A3218BA9590}"/>
                  </a:ext>
                </a:extLst>
              </p:cNvPr>
              <p:cNvSpPr/>
              <p:nvPr/>
            </p:nvSpPr>
            <p:spPr>
              <a:xfrm>
                <a:off x="4929524"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grpSp>
        <p:pic>
          <p:nvPicPr>
            <p:cNvPr id="16" name="Graphic 105">
              <a:extLst>
                <a:ext uri="{FF2B5EF4-FFF2-40B4-BE49-F238E27FC236}">
                  <a16:creationId xmlns:a16="http://schemas.microsoft.com/office/drawing/2014/main" id="{66D82719-CFF6-5BDF-887C-837082717F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1450693" y="2518692"/>
              <a:ext cx="273431" cy="273432"/>
            </a:xfrm>
            <a:prstGeom prst="rect">
              <a:avLst/>
            </a:prstGeom>
          </p:spPr>
        </p:pic>
      </p:grpSp>
      <p:sp>
        <p:nvSpPr>
          <p:cNvPr id="19" name="ZoneTexte 18">
            <a:extLst>
              <a:ext uri="{FF2B5EF4-FFF2-40B4-BE49-F238E27FC236}">
                <a16:creationId xmlns:a16="http://schemas.microsoft.com/office/drawing/2014/main" id="{A2ECFBD1-1C4E-CD7F-4DEF-2090459EF8E4}"/>
              </a:ext>
            </a:extLst>
          </p:cNvPr>
          <p:cNvSpPr txBox="1"/>
          <p:nvPr/>
        </p:nvSpPr>
        <p:spPr>
          <a:xfrm>
            <a:off x="772009" y="3515159"/>
            <a:ext cx="1815889"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CONSULTATION GRATUITE</a:t>
            </a:r>
          </a:p>
        </p:txBody>
      </p:sp>
      <p:grpSp>
        <p:nvGrpSpPr>
          <p:cNvPr id="20" name="Groupe 19">
            <a:extLst>
              <a:ext uri="{FF2B5EF4-FFF2-40B4-BE49-F238E27FC236}">
                <a16:creationId xmlns:a16="http://schemas.microsoft.com/office/drawing/2014/main" id="{85203607-BC1C-F9EB-BCDD-0DCBCB529161}"/>
              </a:ext>
            </a:extLst>
          </p:cNvPr>
          <p:cNvGrpSpPr/>
          <p:nvPr/>
        </p:nvGrpSpPr>
        <p:grpSpPr>
          <a:xfrm>
            <a:off x="4335907" y="4262110"/>
            <a:ext cx="461243" cy="559135"/>
            <a:chOff x="3449807" y="5794147"/>
            <a:chExt cx="461243" cy="559135"/>
          </a:xfrm>
        </p:grpSpPr>
        <p:grpSp>
          <p:nvGrpSpPr>
            <p:cNvPr id="21" name="Google Shape;1407;p36">
              <a:extLst>
                <a:ext uri="{FF2B5EF4-FFF2-40B4-BE49-F238E27FC236}">
                  <a16:creationId xmlns:a16="http://schemas.microsoft.com/office/drawing/2014/main" id="{ABE002A8-1EAD-8622-1771-5AFB40334444}"/>
                </a:ext>
              </a:extLst>
            </p:cNvPr>
            <p:cNvGrpSpPr/>
            <p:nvPr/>
          </p:nvGrpSpPr>
          <p:grpSpPr>
            <a:xfrm rot="16200000">
              <a:off x="3400861" y="5843093"/>
              <a:ext cx="559135" cy="461243"/>
              <a:chOff x="4779516" y="893399"/>
              <a:chExt cx="610975" cy="504008"/>
            </a:xfrm>
          </p:grpSpPr>
          <p:sp>
            <p:nvSpPr>
              <p:cNvPr id="23" name="Google Shape;1408;p36">
                <a:extLst>
                  <a:ext uri="{FF2B5EF4-FFF2-40B4-BE49-F238E27FC236}">
                    <a16:creationId xmlns:a16="http://schemas.microsoft.com/office/drawing/2014/main" id="{F07D1765-A5C9-057B-C123-44342355E1AF}"/>
                  </a:ext>
                </a:extLst>
              </p:cNvPr>
              <p:cNvSpPr/>
              <p:nvPr/>
            </p:nvSpPr>
            <p:spPr>
              <a:xfrm rot="10800000">
                <a:off x="4779516" y="893399"/>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24" name="Google Shape;1409;p36">
                <a:extLst>
                  <a:ext uri="{FF2B5EF4-FFF2-40B4-BE49-F238E27FC236}">
                    <a16:creationId xmlns:a16="http://schemas.microsoft.com/office/drawing/2014/main" id="{14B39955-B1D2-6637-707B-7E45AE2F4B0F}"/>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grpSp>
        <p:pic>
          <p:nvPicPr>
            <p:cNvPr id="22" name="Graphic 100">
              <a:extLst>
                <a:ext uri="{FF2B5EF4-FFF2-40B4-BE49-F238E27FC236}">
                  <a16:creationId xmlns:a16="http://schemas.microsoft.com/office/drawing/2014/main" id="{5C973197-8E63-0E1A-7412-58E1A4D398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17206" y="5856628"/>
              <a:ext cx="326443" cy="323888"/>
            </a:xfrm>
            <a:prstGeom prst="rect">
              <a:avLst/>
            </a:prstGeom>
          </p:spPr>
        </p:pic>
      </p:grpSp>
      <p:sp>
        <p:nvSpPr>
          <p:cNvPr id="25" name="ZoneTexte 24">
            <a:extLst>
              <a:ext uri="{FF2B5EF4-FFF2-40B4-BE49-F238E27FC236}">
                <a16:creationId xmlns:a16="http://schemas.microsoft.com/office/drawing/2014/main" id="{22DC999A-DDFC-211F-259D-4072C90DC003}"/>
              </a:ext>
            </a:extLst>
          </p:cNvPr>
          <p:cNvSpPr txBox="1"/>
          <p:nvPr/>
        </p:nvSpPr>
        <p:spPr>
          <a:xfrm>
            <a:off x="3811735" y="3515159"/>
            <a:ext cx="1509575" cy="646331"/>
          </a:xfrm>
          <a:prstGeom prst="rect">
            <a:avLst/>
          </a:prstGeom>
          <a:noFill/>
        </p:spPr>
        <p:txBody>
          <a:bodyPr wrap="square">
            <a:spAutoFit/>
          </a:bodyPr>
          <a:lstStyle/>
          <a:p>
            <a:pPr marL="0" marR="0" lvl="0" indent="0" algn="ctr" defTabSz="685800" rtl="0" eaLnBrk="1" fontAlgn="auto" latinLnBrk="0" hangingPunct="1">
              <a:lnSpc>
                <a:spcPct val="100000"/>
              </a:lnSpc>
              <a:spcBef>
                <a:spcPts val="45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ESTIMATION GLOBALE</a:t>
            </a:r>
          </a:p>
        </p:txBody>
      </p:sp>
      <p:grpSp>
        <p:nvGrpSpPr>
          <p:cNvPr id="26" name="Groupe 25">
            <a:extLst>
              <a:ext uri="{FF2B5EF4-FFF2-40B4-BE49-F238E27FC236}">
                <a16:creationId xmlns:a16="http://schemas.microsoft.com/office/drawing/2014/main" id="{EEB81F1E-51E4-61E4-B361-806DB588AE53}"/>
              </a:ext>
            </a:extLst>
          </p:cNvPr>
          <p:cNvGrpSpPr/>
          <p:nvPr/>
        </p:nvGrpSpPr>
        <p:grpSpPr>
          <a:xfrm>
            <a:off x="10281423" y="4262110"/>
            <a:ext cx="461243" cy="559135"/>
            <a:chOff x="7578887" y="4065604"/>
            <a:chExt cx="461243" cy="559135"/>
          </a:xfrm>
        </p:grpSpPr>
        <p:sp>
          <p:nvSpPr>
            <p:cNvPr id="27" name="Google Shape;1408;p36">
              <a:extLst>
                <a:ext uri="{FF2B5EF4-FFF2-40B4-BE49-F238E27FC236}">
                  <a16:creationId xmlns:a16="http://schemas.microsoft.com/office/drawing/2014/main" id="{8C516C1C-6CC6-BF7A-8F7A-98B81E181CF7}"/>
                </a:ext>
              </a:extLst>
            </p:cNvPr>
            <p:cNvSpPr/>
            <p:nvPr/>
          </p:nvSpPr>
          <p:spPr>
            <a:xfrm rot="5400000">
              <a:off x="7529941" y="4114550"/>
              <a:ext cx="559135" cy="461243"/>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a:gsLst>
                <a:gs pos="0">
                  <a:schemeClr val="accent1"/>
                </a:gs>
                <a:gs pos="65000">
                  <a:schemeClr val="accent2"/>
                </a:gs>
              </a:gsLst>
              <a:lin ang="13500000" scaled="1"/>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28" name="Google Shape;1409;p36">
              <a:extLst>
                <a:ext uri="{FF2B5EF4-FFF2-40B4-BE49-F238E27FC236}">
                  <a16:creationId xmlns:a16="http://schemas.microsoft.com/office/drawing/2014/main" id="{0B94D2AA-65E9-FFEF-4077-A859C54E75C1}"/>
                </a:ext>
              </a:extLst>
            </p:cNvPr>
            <p:cNvSpPr/>
            <p:nvPr/>
          </p:nvSpPr>
          <p:spPr>
            <a:xfrm rot="5400000">
              <a:off x="7612954" y="4100091"/>
              <a:ext cx="393121" cy="392632"/>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pic>
          <p:nvPicPr>
            <p:cNvPr id="29" name="Graphic 94">
              <a:extLst>
                <a:ext uri="{FF2B5EF4-FFF2-40B4-BE49-F238E27FC236}">
                  <a16:creationId xmlns:a16="http://schemas.microsoft.com/office/drawing/2014/main" id="{0D9B4E6B-B5A3-4C71-DC1E-237C2D9C45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7678447" y="4174333"/>
              <a:ext cx="251418" cy="251419"/>
            </a:xfrm>
            <a:prstGeom prst="rect">
              <a:avLst/>
            </a:prstGeom>
          </p:spPr>
        </p:pic>
      </p:grpSp>
      <p:sp>
        <p:nvSpPr>
          <p:cNvPr id="30" name="ZoneTexte 29">
            <a:extLst>
              <a:ext uri="{FF2B5EF4-FFF2-40B4-BE49-F238E27FC236}">
                <a16:creationId xmlns:a16="http://schemas.microsoft.com/office/drawing/2014/main" id="{6A1FDDBB-A17C-AFAA-D549-289E9CC6BE9C}"/>
              </a:ext>
            </a:extLst>
          </p:cNvPr>
          <p:cNvSpPr txBox="1"/>
          <p:nvPr/>
        </p:nvSpPr>
        <p:spPr>
          <a:xfrm>
            <a:off x="9367298" y="3515159"/>
            <a:ext cx="2278788"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PHASE D'IMPLÉMENTATION</a:t>
            </a:r>
          </a:p>
        </p:txBody>
      </p:sp>
      <p:sp>
        <p:nvSpPr>
          <p:cNvPr id="31" name="Rectangle 30">
            <a:extLst>
              <a:ext uri="{FF2B5EF4-FFF2-40B4-BE49-F238E27FC236}">
                <a16:creationId xmlns:a16="http://schemas.microsoft.com/office/drawing/2014/main" id="{DE455D74-F4A2-68D3-026C-3FF34BEF1E9A}"/>
              </a:ext>
            </a:extLst>
          </p:cNvPr>
          <p:cNvSpPr/>
          <p:nvPr/>
        </p:nvSpPr>
        <p:spPr>
          <a:xfrm>
            <a:off x="0" y="5024437"/>
            <a:ext cx="12192000" cy="86400"/>
          </a:xfrm>
          <a:prstGeom prst="rect">
            <a:avLst/>
          </a:prstGeom>
          <a:gradFill flip="none" rotWithShape="1">
            <a:gsLst>
              <a:gs pos="100000">
                <a:srgbClr val="714B67">
                  <a:lumMod val="100000"/>
                </a:srgbClr>
              </a:gs>
              <a:gs pos="72000">
                <a:srgbClr val="714B67"/>
              </a:gs>
              <a:gs pos="0">
                <a:srgbClr val="BA131A"/>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Tree>
    <p:extLst>
      <p:ext uri="{BB962C8B-B14F-4D97-AF65-F5344CB8AC3E}">
        <p14:creationId xmlns:p14="http://schemas.microsoft.com/office/powerpoint/2010/main" val="2901935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3CA9032B-A852-331B-E0BE-778A921BA552}"/>
              </a:ext>
            </a:extLst>
          </p:cNvPr>
          <p:cNvGrpSpPr/>
          <p:nvPr/>
        </p:nvGrpSpPr>
        <p:grpSpPr>
          <a:xfrm rot="5400000">
            <a:off x="6295391" y="4322196"/>
            <a:ext cx="768378" cy="102093"/>
            <a:chOff x="1370008" y="2240347"/>
            <a:chExt cx="1739858" cy="231172"/>
          </a:xfrm>
          <a:solidFill>
            <a:schemeClr val="accent2"/>
          </a:solidFill>
        </p:grpSpPr>
        <p:cxnSp>
          <p:nvCxnSpPr>
            <p:cNvPr id="7" name="Connecteur droit 6">
              <a:extLst>
                <a:ext uri="{FF2B5EF4-FFF2-40B4-BE49-F238E27FC236}">
                  <a16:creationId xmlns:a16="http://schemas.microsoft.com/office/drawing/2014/main" id="{6ECC5D81-89A6-A6E9-93F8-3EBB4D4DB389}"/>
                </a:ext>
              </a:extLst>
            </p:cNvPr>
            <p:cNvCxnSpPr>
              <a:cxnSpLocks/>
              <a:endCxn id="8"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8" name="Ellipse 7">
              <a:extLst>
                <a:ext uri="{FF2B5EF4-FFF2-40B4-BE49-F238E27FC236}">
                  <a16:creationId xmlns:a16="http://schemas.microsoft.com/office/drawing/2014/main" id="{208DEFFF-C255-096F-2BFB-F0B3142092BD}"/>
                </a:ext>
              </a:extLst>
            </p:cNvPr>
            <p:cNvSpPr/>
            <p:nvPr/>
          </p:nvSpPr>
          <p:spPr>
            <a:xfrm>
              <a:off x="2878694" y="2240347"/>
              <a:ext cx="231172" cy="23117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chemeClr val="accent2"/>
                </a:solidFill>
                <a:effectLst/>
                <a:uLnTx/>
                <a:uFillTx/>
                <a:ea typeface="+mn-ea"/>
                <a:cs typeface="+mn-cs"/>
              </a:endParaRPr>
            </a:p>
          </p:txBody>
        </p:sp>
      </p:grpSp>
      <p:grpSp>
        <p:nvGrpSpPr>
          <p:cNvPr id="10" name="Groupe 9">
            <a:extLst>
              <a:ext uri="{FF2B5EF4-FFF2-40B4-BE49-F238E27FC236}">
                <a16:creationId xmlns:a16="http://schemas.microsoft.com/office/drawing/2014/main" id="{D02BAC71-B1FD-2A88-1DE7-26B1978FBD0B}"/>
              </a:ext>
            </a:extLst>
          </p:cNvPr>
          <p:cNvGrpSpPr/>
          <p:nvPr/>
        </p:nvGrpSpPr>
        <p:grpSpPr>
          <a:xfrm rot="5400000">
            <a:off x="2803002" y="5417714"/>
            <a:ext cx="768378" cy="102093"/>
            <a:chOff x="1370008" y="2240349"/>
            <a:chExt cx="1739856" cy="231172"/>
          </a:xfrm>
          <a:solidFill>
            <a:schemeClr val="accent2"/>
          </a:solidFill>
        </p:grpSpPr>
        <p:cxnSp>
          <p:nvCxnSpPr>
            <p:cNvPr id="11" name="Connecteur droit 10">
              <a:extLst>
                <a:ext uri="{FF2B5EF4-FFF2-40B4-BE49-F238E27FC236}">
                  <a16:creationId xmlns:a16="http://schemas.microsoft.com/office/drawing/2014/main" id="{D64DFD22-2336-C48C-78EC-68236F7E60D0}"/>
                </a:ext>
              </a:extLst>
            </p:cNvPr>
            <p:cNvCxnSpPr>
              <a:cxnSpLocks/>
              <a:endCxn id="12" idx="2"/>
            </p:cNvCxnSpPr>
            <p:nvPr/>
          </p:nvCxnSpPr>
          <p:spPr>
            <a:xfrm>
              <a:off x="1370008" y="2355934"/>
              <a:ext cx="1508684" cy="0"/>
            </a:xfrm>
            <a:prstGeom prst="line">
              <a:avLst/>
            </a:prstGeom>
            <a:grpFill/>
            <a:ln w="28575">
              <a:solidFill>
                <a:schemeClr val="accent1"/>
              </a:solidFill>
            </a:ln>
          </p:spPr>
          <p:style>
            <a:lnRef idx="3">
              <a:schemeClr val="dk1"/>
            </a:lnRef>
            <a:fillRef idx="0">
              <a:schemeClr val="dk1"/>
            </a:fillRef>
            <a:effectRef idx="2">
              <a:schemeClr val="dk1"/>
            </a:effectRef>
            <a:fontRef idx="minor">
              <a:schemeClr val="tx1"/>
            </a:fontRef>
          </p:style>
        </p:cxnSp>
        <p:sp>
          <p:nvSpPr>
            <p:cNvPr id="12" name="Ellipse 11">
              <a:extLst>
                <a:ext uri="{FF2B5EF4-FFF2-40B4-BE49-F238E27FC236}">
                  <a16:creationId xmlns:a16="http://schemas.microsoft.com/office/drawing/2014/main" id="{79E16252-F23A-0246-5EC2-FFE3FB0C80AA}"/>
                </a:ext>
              </a:extLst>
            </p:cNvPr>
            <p:cNvSpPr/>
            <p:nvPr/>
          </p:nvSpPr>
          <p:spPr>
            <a:xfrm>
              <a:off x="2878692" y="2240349"/>
              <a:ext cx="231172" cy="231172"/>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C00000"/>
                </a:solidFill>
                <a:effectLst/>
                <a:uLnTx/>
                <a:uFillTx/>
                <a:ea typeface="+mn-ea"/>
                <a:cs typeface="+mn-cs"/>
              </a:endParaRPr>
            </a:p>
          </p:txBody>
        </p:sp>
      </p:grpSp>
      <p:grpSp>
        <p:nvGrpSpPr>
          <p:cNvPr id="19" name="Groupe 18">
            <a:extLst>
              <a:ext uri="{FF2B5EF4-FFF2-40B4-BE49-F238E27FC236}">
                <a16:creationId xmlns:a16="http://schemas.microsoft.com/office/drawing/2014/main" id="{0CD0B869-92CF-A689-FB67-2ACFA4811B6E}"/>
              </a:ext>
            </a:extLst>
          </p:cNvPr>
          <p:cNvGrpSpPr/>
          <p:nvPr/>
        </p:nvGrpSpPr>
        <p:grpSpPr>
          <a:xfrm rot="5400000">
            <a:off x="8618801" y="2377293"/>
            <a:ext cx="768378" cy="102093"/>
            <a:chOff x="1370008" y="2240347"/>
            <a:chExt cx="1739858" cy="231172"/>
          </a:xfrm>
          <a:solidFill>
            <a:schemeClr val="accent2"/>
          </a:solidFill>
        </p:grpSpPr>
        <p:cxnSp>
          <p:nvCxnSpPr>
            <p:cNvPr id="20" name="Connecteur droit 19">
              <a:extLst>
                <a:ext uri="{FF2B5EF4-FFF2-40B4-BE49-F238E27FC236}">
                  <a16:creationId xmlns:a16="http://schemas.microsoft.com/office/drawing/2014/main" id="{9DDD5099-1750-F1C0-940F-5907D9B7DACC}"/>
                </a:ext>
              </a:extLst>
            </p:cNvPr>
            <p:cNvCxnSpPr>
              <a:cxnSpLocks/>
              <a:endCxn id="21"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21" name="Ellipse 20">
              <a:extLst>
                <a:ext uri="{FF2B5EF4-FFF2-40B4-BE49-F238E27FC236}">
                  <a16:creationId xmlns:a16="http://schemas.microsoft.com/office/drawing/2014/main" id="{6EDD8610-3F8A-AB93-2285-E7B1B6D20D9F}"/>
                </a:ext>
              </a:extLst>
            </p:cNvPr>
            <p:cNvSpPr/>
            <p:nvPr/>
          </p:nvSpPr>
          <p:spPr>
            <a:xfrm>
              <a:off x="2878694" y="2240347"/>
              <a:ext cx="231172" cy="231172"/>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C00000"/>
                </a:solidFill>
                <a:effectLst/>
                <a:uLnTx/>
                <a:uFillTx/>
                <a:ea typeface="+mn-ea"/>
                <a:cs typeface="+mn-cs"/>
              </a:endParaRPr>
            </a:p>
          </p:txBody>
        </p:sp>
      </p:grpSp>
      <p:sp>
        <p:nvSpPr>
          <p:cNvPr id="38" name="Forme libre : forme 37">
            <a:extLst>
              <a:ext uri="{FF2B5EF4-FFF2-40B4-BE49-F238E27FC236}">
                <a16:creationId xmlns:a16="http://schemas.microsoft.com/office/drawing/2014/main" id="{6479923A-AB57-B1F3-D823-023A82C289DB}"/>
              </a:ext>
            </a:extLst>
          </p:cNvPr>
          <p:cNvSpPr/>
          <p:nvPr/>
        </p:nvSpPr>
        <p:spPr>
          <a:xfrm>
            <a:off x="-2" y="1476859"/>
            <a:ext cx="9457150" cy="3587792"/>
          </a:xfrm>
          <a:custGeom>
            <a:avLst/>
            <a:gdLst>
              <a:gd name="connsiteX0" fmla="*/ 0 w 9582411"/>
              <a:gd name="connsiteY0" fmla="*/ 2693096 h 2725571"/>
              <a:gd name="connsiteX1" fmla="*/ 4296427 w 9582411"/>
              <a:gd name="connsiteY1" fmla="*/ 2693096 h 2725571"/>
              <a:gd name="connsiteX2" fmla="*/ 4860099 w 9582411"/>
              <a:gd name="connsiteY2" fmla="*/ 2693096 h 2725571"/>
              <a:gd name="connsiteX3" fmla="*/ 6839211 w 9582411"/>
              <a:gd name="connsiteY3" fmla="*/ 2254685 h 2725571"/>
              <a:gd name="connsiteX4" fmla="*/ 9469677 w 9582411"/>
              <a:gd name="connsiteY4" fmla="*/ 112734 h 2725571"/>
              <a:gd name="connsiteX5" fmla="*/ 9469677 w 9582411"/>
              <a:gd name="connsiteY5" fmla="*/ 112734 h 2725571"/>
              <a:gd name="connsiteX6" fmla="*/ 9582411 w 9582411"/>
              <a:gd name="connsiteY6" fmla="*/ 0 h 2725571"/>
              <a:gd name="connsiteX0" fmla="*/ 0 w 9582411"/>
              <a:gd name="connsiteY0" fmla="*/ 2693096 h 2721693"/>
              <a:gd name="connsiteX1" fmla="*/ 313150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721693"/>
              <a:gd name="connsiteX1" fmla="*/ 316992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693096"/>
              <a:gd name="connsiteX1" fmla="*/ 3169927 w 9582411"/>
              <a:gd name="connsiteY1" fmla="*/ 2680570 h 2693096"/>
              <a:gd name="connsiteX2" fmla="*/ 6839211 w 9582411"/>
              <a:gd name="connsiteY2" fmla="*/ 225468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24058 w 9582411"/>
              <a:gd name="connsiteY2" fmla="*/ 1586174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469677"/>
              <a:gd name="connsiteY0" fmla="*/ 3361606 h 3361606"/>
              <a:gd name="connsiteX1" fmla="*/ 3169927 w 9469677"/>
              <a:gd name="connsiteY1" fmla="*/ 3349080 h 3361606"/>
              <a:gd name="connsiteX2" fmla="*/ 6631742 w 9469677"/>
              <a:gd name="connsiteY2" fmla="*/ 2293105 h 3361606"/>
              <a:gd name="connsiteX3" fmla="*/ 9469677 w 9469677"/>
              <a:gd name="connsiteY3" fmla="*/ 781244 h 3361606"/>
              <a:gd name="connsiteX4" fmla="*/ 9469677 w 9469677"/>
              <a:gd name="connsiteY4" fmla="*/ 781244 h 3361606"/>
              <a:gd name="connsiteX5" fmla="*/ 9275050 w 9469677"/>
              <a:gd name="connsiteY5" fmla="*/ 0 h 3361606"/>
              <a:gd name="connsiteX0" fmla="*/ 0 w 9469677"/>
              <a:gd name="connsiteY0" fmla="*/ 2580362 h 2580362"/>
              <a:gd name="connsiteX1" fmla="*/ 3169927 w 9469677"/>
              <a:gd name="connsiteY1" fmla="*/ 2567836 h 2580362"/>
              <a:gd name="connsiteX2" fmla="*/ 6631742 w 9469677"/>
              <a:gd name="connsiteY2" fmla="*/ 1511861 h 2580362"/>
              <a:gd name="connsiteX3" fmla="*/ 9469677 w 9469677"/>
              <a:gd name="connsiteY3" fmla="*/ 0 h 2580362"/>
              <a:gd name="connsiteX4" fmla="*/ 9469677 w 9469677"/>
              <a:gd name="connsiteY4" fmla="*/ 0 h 2580362"/>
              <a:gd name="connsiteX0" fmla="*/ 0 w 9469677"/>
              <a:gd name="connsiteY0" fmla="*/ 3225821 h 3225821"/>
              <a:gd name="connsiteX1" fmla="*/ 3169927 w 9469677"/>
              <a:gd name="connsiteY1" fmla="*/ 3213295 h 3225821"/>
              <a:gd name="connsiteX2" fmla="*/ 6631742 w 9469677"/>
              <a:gd name="connsiteY2" fmla="*/ 2157320 h 3225821"/>
              <a:gd name="connsiteX3" fmla="*/ 9469677 w 9469677"/>
              <a:gd name="connsiteY3" fmla="*/ 645459 h 3225821"/>
              <a:gd name="connsiteX4" fmla="*/ 9116212 w 9469677"/>
              <a:gd name="connsiteY4"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85530 w 9116212"/>
              <a:gd name="connsiteY2" fmla="*/ 2149635 h 3225821"/>
              <a:gd name="connsiteX3" fmla="*/ 9116212 w 9116212"/>
              <a:gd name="connsiteY3" fmla="*/ 0 h 3225821"/>
              <a:gd name="connsiteX0" fmla="*/ 0 w 9485046"/>
              <a:gd name="connsiteY0" fmla="*/ 3533182 h 3533182"/>
              <a:gd name="connsiteX1" fmla="*/ 3169927 w 9485046"/>
              <a:gd name="connsiteY1" fmla="*/ 3520656 h 3533182"/>
              <a:gd name="connsiteX2" fmla="*/ 6685530 w 9485046"/>
              <a:gd name="connsiteY2" fmla="*/ 2456996 h 3533182"/>
              <a:gd name="connsiteX3" fmla="*/ 9485046 w 9485046"/>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Lst>
            <a:ahLst/>
            <a:cxnLst>
              <a:cxn ang="0">
                <a:pos x="connsiteX0" y="connsiteY0"/>
              </a:cxn>
              <a:cxn ang="0">
                <a:pos x="connsiteX1" y="connsiteY1"/>
              </a:cxn>
              <a:cxn ang="0">
                <a:pos x="connsiteX2" y="connsiteY2"/>
              </a:cxn>
              <a:cxn ang="0">
                <a:pos x="connsiteX3" y="connsiteY3"/>
              </a:cxn>
            </a:cxnLst>
            <a:rect l="l" t="t" r="r" b="b"/>
            <a:pathLst>
              <a:path w="9400521" h="3533182">
                <a:moveTo>
                  <a:pt x="0" y="3533182"/>
                </a:moveTo>
                <a:lnTo>
                  <a:pt x="3169927" y="3520656"/>
                </a:lnTo>
                <a:cubicBezTo>
                  <a:pt x="4284182" y="3341292"/>
                  <a:pt x="5647098" y="3043772"/>
                  <a:pt x="6685530" y="2456996"/>
                </a:cubicBezTo>
                <a:cubicBezTo>
                  <a:pt x="7723962" y="1870220"/>
                  <a:pt x="9075024" y="557019"/>
                  <a:pt x="9400521" y="0"/>
                </a:cubicBezTo>
              </a:path>
            </a:pathLst>
          </a:custGeom>
          <a:noFill/>
          <a:ln w="88900">
            <a:gradFill>
              <a:gsLst>
                <a:gs pos="100000">
                  <a:schemeClr val="accent1"/>
                </a:gs>
                <a:gs pos="65000">
                  <a:schemeClr val="accent2"/>
                </a:gs>
                <a:gs pos="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9" name="Forme libre : forme 38">
            <a:extLst>
              <a:ext uri="{FF2B5EF4-FFF2-40B4-BE49-F238E27FC236}">
                <a16:creationId xmlns:a16="http://schemas.microsoft.com/office/drawing/2014/main" id="{4567E284-8F26-8702-C35A-ADF8DA84DE2D}"/>
              </a:ext>
            </a:extLst>
          </p:cNvPr>
          <p:cNvSpPr/>
          <p:nvPr/>
        </p:nvSpPr>
        <p:spPr>
          <a:xfrm>
            <a:off x="0" y="-18746"/>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39"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4" name="Espace réservé du numéro de diapositive 3">
            <a:extLst>
              <a:ext uri="{FF2B5EF4-FFF2-40B4-BE49-F238E27FC236}">
                <a16:creationId xmlns:a16="http://schemas.microsoft.com/office/drawing/2014/main" id="{28C19932-668B-C0D3-E504-B0B48675B1C8}"/>
              </a:ext>
            </a:extLst>
          </p:cNvPr>
          <p:cNvSpPr>
            <a:spLocks noGrp="1"/>
          </p:cNvSpPr>
          <p:nvPr>
            <p:ph type="sldNum" sz="quarter" idx="10"/>
          </p:nvPr>
        </p:nvSpPr>
        <p:spPr/>
        <p:txBody>
          <a:bodyPr/>
          <a:lstStyle/>
          <a:p>
            <a:fld id="{0C34F99C-3C47-4582-9518-8D365E9692AE}" type="slidenum">
              <a:rPr lang="fr-FR" noProof="0" smtClean="0"/>
              <a:pPr/>
              <a:t>13</a:t>
            </a:fld>
            <a:endParaRPr lang="fr-FR" noProof="0" dirty="0"/>
          </a:p>
        </p:txBody>
      </p:sp>
      <p:sp>
        <p:nvSpPr>
          <p:cNvPr id="13" name="ZoneTexte 12">
            <a:extLst>
              <a:ext uri="{FF2B5EF4-FFF2-40B4-BE49-F238E27FC236}">
                <a16:creationId xmlns:a16="http://schemas.microsoft.com/office/drawing/2014/main" id="{DA44DD5A-EFA2-BD58-68A9-7F5AD3DA8E3B}"/>
              </a:ext>
            </a:extLst>
          </p:cNvPr>
          <p:cNvSpPr txBox="1"/>
          <p:nvPr/>
        </p:nvSpPr>
        <p:spPr>
          <a:xfrm>
            <a:off x="1581864" y="2204183"/>
            <a:ext cx="26902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714B67"/>
                </a:solidFill>
                <a:effectLst/>
                <a:uLnTx/>
                <a:uFillTx/>
                <a:ea typeface="+mn-ea"/>
                <a:cs typeface="+mn-cs"/>
              </a:rPr>
              <a:t>CONFORT UTILISATEUR</a:t>
            </a:r>
          </a:p>
        </p:txBody>
      </p:sp>
      <p:sp>
        <p:nvSpPr>
          <p:cNvPr id="14" name="ZoneTexte 13">
            <a:extLst>
              <a:ext uri="{FF2B5EF4-FFF2-40B4-BE49-F238E27FC236}">
                <a16:creationId xmlns:a16="http://schemas.microsoft.com/office/drawing/2014/main" id="{5A5B68D6-0CBE-05C6-F336-BFCC094A62E9}"/>
              </a:ext>
            </a:extLst>
          </p:cNvPr>
          <p:cNvSpPr txBox="1"/>
          <p:nvPr/>
        </p:nvSpPr>
        <p:spPr>
          <a:xfrm>
            <a:off x="1581864" y="3155571"/>
            <a:ext cx="1771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714B67"/>
                </a:solidFill>
                <a:effectLst/>
                <a:uLnTx/>
                <a:uFillTx/>
                <a:ea typeface="+mn-ea"/>
                <a:cs typeface="+mn-cs"/>
              </a:rPr>
              <a:t>PRODUCTIVITÉ</a:t>
            </a:r>
          </a:p>
        </p:txBody>
      </p:sp>
      <p:sp>
        <p:nvSpPr>
          <p:cNvPr id="15" name="Forme libre : forme 14">
            <a:extLst>
              <a:ext uri="{FF2B5EF4-FFF2-40B4-BE49-F238E27FC236}">
                <a16:creationId xmlns:a16="http://schemas.microsoft.com/office/drawing/2014/main" id="{9360457A-7C9B-7C68-FE1D-8CBA5816A819}"/>
              </a:ext>
            </a:extLst>
          </p:cNvPr>
          <p:cNvSpPr/>
          <p:nvPr/>
        </p:nvSpPr>
        <p:spPr>
          <a:xfrm>
            <a:off x="1158367" y="2225974"/>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714B67">
                  <a:lumMod val="100000"/>
                </a:srgbClr>
              </a:gs>
              <a:gs pos="35000">
                <a:srgbClr val="714B67"/>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6" name="Forme libre : forme 15">
            <a:extLst>
              <a:ext uri="{FF2B5EF4-FFF2-40B4-BE49-F238E27FC236}">
                <a16:creationId xmlns:a16="http://schemas.microsoft.com/office/drawing/2014/main" id="{8511844E-8C93-2792-6D83-79FCC85569F5}"/>
              </a:ext>
            </a:extLst>
          </p:cNvPr>
          <p:cNvSpPr/>
          <p:nvPr/>
        </p:nvSpPr>
        <p:spPr>
          <a:xfrm>
            <a:off x="1162297" y="3175355"/>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714B67">
                  <a:lumMod val="100000"/>
                </a:srgbClr>
              </a:gs>
              <a:gs pos="35000">
                <a:srgbClr val="714B67"/>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8" name="ZoneTexte 17">
            <a:extLst>
              <a:ext uri="{FF2B5EF4-FFF2-40B4-BE49-F238E27FC236}">
                <a16:creationId xmlns:a16="http://schemas.microsoft.com/office/drawing/2014/main" id="{8DE25F7D-912C-08C9-6D31-14443B319159}"/>
              </a:ext>
            </a:extLst>
          </p:cNvPr>
          <p:cNvSpPr txBox="1"/>
          <p:nvPr/>
        </p:nvSpPr>
        <p:spPr>
          <a:xfrm>
            <a:off x="3224241" y="5625808"/>
            <a:ext cx="22213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1"/>
                </a:solidFill>
                <a:effectLst/>
                <a:uLnTx/>
                <a:uFillTx/>
                <a:ea typeface="+mn-ea"/>
                <a:cs typeface="+mn-cs"/>
              </a:rPr>
              <a:t>MISE EN PRODUCTION</a:t>
            </a:r>
            <a:br>
              <a:rPr kumimoji="0" lang="fr-FR" sz="1600" b="1" i="0" u="none" strike="noStrike" kern="1200" cap="none" spc="0" normalizeH="0" baseline="0" noProof="0" dirty="0">
                <a:ln>
                  <a:noFill/>
                </a:ln>
                <a:solidFill>
                  <a:schemeClr val="accent1"/>
                </a:solidFill>
                <a:effectLst/>
                <a:uLnTx/>
                <a:uFillTx/>
                <a:ea typeface="+mn-ea"/>
                <a:cs typeface="+mn-cs"/>
              </a:rPr>
            </a:br>
            <a:r>
              <a:rPr kumimoji="0" lang="fr-FR" sz="1600" b="1" i="0" u="none" strike="noStrike" kern="1200" cap="none" spc="0" normalizeH="0" baseline="0" noProof="0" dirty="0">
                <a:ln>
                  <a:noFill/>
                </a:ln>
                <a:solidFill>
                  <a:schemeClr val="accent1"/>
                </a:solidFill>
                <a:effectLst/>
                <a:uLnTx/>
                <a:uFillTx/>
                <a:ea typeface="+mn-ea"/>
                <a:cs typeface="+mn-cs"/>
              </a:rPr>
              <a:t>VERSION 1</a:t>
            </a:r>
            <a:endParaRPr kumimoji="0" lang="fr-FR" sz="2800" b="1" i="0" u="none" strike="noStrike" kern="1200" cap="none" spc="0" normalizeH="0" baseline="0" noProof="0" dirty="0">
              <a:ln>
                <a:noFill/>
              </a:ln>
              <a:solidFill>
                <a:schemeClr val="accent1"/>
              </a:solidFill>
              <a:effectLst/>
              <a:uLnTx/>
              <a:uFillTx/>
              <a:ea typeface="+mn-ea"/>
              <a:cs typeface="+mn-cs"/>
            </a:endParaRPr>
          </a:p>
        </p:txBody>
      </p:sp>
      <p:sp>
        <p:nvSpPr>
          <p:cNvPr id="22" name="ZoneTexte 21">
            <a:extLst>
              <a:ext uri="{FF2B5EF4-FFF2-40B4-BE49-F238E27FC236}">
                <a16:creationId xmlns:a16="http://schemas.microsoft.com/office/drawing/2014/main" id="{BEB8365B-FE4C-5DC8-C69F-ED533DC1A09E}"/>
              </a:ext>
            </a:extLst>
          </p:cNvPr>
          <p:cNvSpPr txBox="1"/>
          <p:nvPr/>
        </p:nvSpPr>
        <p:spPr>
          <a:xfrm>
            <a:off x="6730626" y="4512855"/>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2"/>
                </a:solidFill>
                <a:effectLst/>
                <a:uLnTx/>
                <a:uFillTx/>
                <a:ea typeface="+mn-ea"/>
                <a:cs typeface="+mn-cs"/>
              </a:rPr>
              <a:t>VERSION 2</a:t>
            </a:r>
            <a:endParaRPr kumimoji="0" lang="fr-FR" sz="2800" b="1" i="0" u="none" strike="noStrike" kern="1200" cap="none" spc="0" normalizeH="0" baseline="0" noProof="0" dirty="0">
              <a:ln>
                <a:noFill/>
              </a:ln>
              <a:solidFill>
                <a:schemeClr val="accent2"/>
              </a:solidFill>
              <a:effectLst/>
              <a:uLnTx/>
              <a:uFillTx/>
              <a:ea typeface="+mn-ea"/>
              <a:cs typeface="+mn-cs"/>
            </a:endParaRPr>
          </a:p>
        </p:txBody>
      </p:sp>
      <p:sp>
        <p:nvSpPr>
          <p:cNvPr id="23" name="ZoneTexte 22">
            <a:extLst>
              <a:ext uri="{FF2B5EF4-FFF2-40B4-BE49-F238E27FC236}">
                <a16:creationId xmlns:a16="http://schemas.microsoft.com/office/drawing/2014/main" id="{EACF84BE-131C-35DC-9C5F-71AE2259FDC6}"/>
              </a:ext>
            </a:extLst>
          </p:cNvPr>
          <p:cNvSpPr txBox="1"/>
          <p:nvPr/>
        </p:nvSpPr>
        <p:spPr>
          <a:xfrm>
            <a:off x="9054330" y="2574984"/>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2"/>
                </a:solidFill>
                <a:effectLst/>
                <a:uLnTx/>
                <a:uFillTx/>
                <a:ea typeface="+mn-ea"/>
                <a:cs typeface="+mn-cs"/>
              </a:rPr>
              <a:t>VERSION 3</a:t>
            </a:r>
            <a:endParaRPr kumimoji="0" lang="fr-FR" sz="2800" b="1" i="0" u="none" strike="noStrike" kern="1200" cap="none" spc="0" normalizeH="0" baseline="0" noProof="0" dirty="0">
              <a:ln>
                <a:noFill/>
              </a:ln>
              <a:solidFill>
                <a:schemeClr val="accent2"/>
              </a:solidFill>
              <a:effectLst/>
              <a:uLnTx/>
              <a:uFillTx/>
              <a:ea typeface="+mn-ea"/>
              <a:cs typeface="+mn-cs"/>
            </a:endParaRPr>
          </a:p>
        </p:txBody>
      </p:sp>
      <p:sp>
        <p:nvSpPr>
          <p:cNvPr id="2" name="Titre 4">
            <a:extLst>
              <a:ext uri="{FF2B5EF4-FFF2-40B4-BE49-F238E27FC236}">
                <a16:creationId xmlns:a16="http://schemas.microsoft.com/office/drawing/2014/main" id="{7809A5ED-8C95-75F7-55C1-8F3535EFCF3E}"/>
              </a:ext>
            </a:extLst>
          </p:cNvPr>
          <p:cNvSpPr txBox="1">
            <a:spLocks/>
          </p:cNvSpPr>
          <p:nvPr/>
        </p:nvSpPr>
        <p:spPr>
          <a:xfrm>
            <a:off x="838200" y="182826"/>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noProof="0" dirty="0">
                <a:solidFill>
                  <a:schemeClr val="bg1"/>
                </a:solidFill>
              </a:rPr>
              <a:t>EVOLUEZ AVEC ODOO</a:t>
            </a:r>
          </a:p>
        </p:txBody>
      </p:sp>
    </p:spTree>
    <p:extLst>
      <p:ext uri="{BB962C8B-B14F-4D97-AF65-F5344CB8AC3E}">
        <p14:creationId xmlns:p14="http://schemas.microsoft.com/office/powerpoint/2010/main" val="3561037633"/>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9074736-CA7E-2FF8-18E4-82B8F0ACD2DA}"/>
              </a:ext>
            </a:extLst>
          </p:cNvPr>
          <p:cNvSpPr/>
          <p:nvPr/>
        </p:nvSpPr>
        <p:spPr>
          <a:xfrm rot="10800000">
            <a:off x="-3" y="5776920"/>
            <a:ext cx="12191993" cy="1082711"/>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27" name="Rectangle 26">
            <a:extLst>
              <a:ext uri="{FF2B5EF4-FFF2-40B4-BE49-F238E27FC236}">
                <a16:creationId xmlns:a16="http://schemas.microsoft.com/office/drawing/2014/main" id="{B0D883B0-BB87-3867-92C4-13FF810843E5}"/>
              </a:ext>
            </a:extLst>
          </p:cNvPr>
          <p:cNvSpPr/>
          <p:nvPr/>
        </p:nvSpPr>
        <p:spPr>
          <a:xfrm rot="10800000">
            <a:off x="0" y="2130051"/>
            <a:ext cx="12191999" cy="1832580"/>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27" name="Titre 126">
            <a:extLst>
              <a:ext uri="{FF2B5EF4-FFF2-40B4-BE49-F238E27FC236}">
                <a16:creationId xmlns:a16="http://schemas.microsoft.com/office/drawing/2014/main" id="{86562610-282A-4AE5-1B80-931630A35000}"/>
              </a:ext>
            </a:extLst>
          </p:cNvPr>
          <p:cNvSpPr>
            <a:spLocks noGrp="1"/>
          </p:cNvSpPr>
          <p:nvPr>
            <p:ph type="title"/>
          </p:nvPr>
        </p:nvSpPr>
        <p:spPr/>
        <p:txBody>
          <a:bodyPr/>
          <a:lstStyle/>
          <a:p>
            <a:r>
              <a:rPr lang="fr-FR" noProof="0" dirty="0"/>
              <a:t>Vos interlocuteurs</a:t>
            </a:r>
            <a:endParaRPr lang="fr-FR" b="0" noProof="0" dirty="0"/>
          </a:p>
        </p:txBody>
      </p:sp>
      <p:sp>
        <p:nvSpPr>
          <p:cNvPr id="4" name="Espace réservé du numéro de diapositive 3">
            <a:extLst>
              <a:ext uri="{FF2B5EF4-FFF2-40B4-BE49-F238E27FC236}">
                <a16:creationId xmlns:a16="http://schemas.microsoft.com/office/drawing/2014/main" id="{227CF30D-1873-8F69-7F0A-E055BBB0B76E}"/>
              </a:ext>
            </a:extLst>
          </p:cNvPr>
          <p:cNvSpPr>
            <a:spLocks noGrp="1"/>
          </p:cNvSpPr>
          <p:nvPr>
            <p:ph type="sldNum" sz="quarter" idx="10"/>
          </p:nvPr>
        </p:nvSpPr>
        <p:spPr/>
        <p:txBody>
          <a:bodyPr/>
          <a:lstStyle/>
          <a:p>
            <a:fld id="{0C34F99C-3C47-4582-9518-8D365E9692AE}" type="slidenum">
              <a:rPr lang="fr-FR" noProof="0" smtClean="0"/>
              <a:pPr/>
              <a:t>14</a:t>
            </a:fld>
            <a:endParaRPr lang="fr-FR" noProof="0" dirty="0"/>
          </a:p>
        </p:txBody>
      </p:sp>
      <p:pic>
        <p:nvPicPr>
          <p:cNvPr id="10" name="Graphique 9">
            <a:extLst>
              <a:ext uri="{FF2B5EF4-FFF2-40B4-BE49-F238E27FC236}">
                <a16:creationId xmlns:a16="http://schemas.microsoft.com/office/drawing/2014/main" id="{3B50CEE6-9828-F5AC-BE53-8A59D4F3FF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666" y="2160052"/>
            <a:ext cx="2712824" cy="797590"/>
          </a:xfrm>
          <a:prstGeom prst="rect">
            <a:avLst/>
          </a:prstGeom>
        </p:spPr>
      </p:pic>
      <p:pic>
        <p:nvPicPr>
          <p:cNvPr id="16" name="Graphique 15">
            <a:extLst>
              <a:ext uri="{FF2B5EF4-FFF2-40B4-BE49-F238E27FC236}">
                <a16:creationId xmlns:a16="http://schemas.microsoft.com/office/drawing/2014/main" id="{81EBA3B8-B467-4806-A869-7D3E3B8AC8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754" y="5911861"/>
            <a:ext cx="1158284" cy="812831"/>
          </a:xfrm>
          <a:prstGeom prst="rect">
            <a:avLst/>
          </a:prstGeom>
        </p:spPr>
      </p:pic>
      <p:pic>
        <p:nvPicPr>
          <p:cNvPr id="20" name="Graphique 19">
            <a:extLst>
              <a:ext uri="{FF2B5EF4-FFF2-40B4-BE49-F238E27FC236}">
                <a16:creationId xmlns:a16="http://schemas.microsoft.com/office/drawing/2014/main" id="{EDDA54FA-B9C4-BB8C-F059-F2E8CACC2A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5754" y="4012531"/>
            <a:ext cx="1158284" cy="812831"/>
          </a:xfrm>
          <a:prstGeom prst="rect">
            <a:avLst/>
          </a:prstGeom>
        </p:spPr>
      </p:pic>
      <p:sp>
        <p:nvSpPr>
          <p:cNvPr id="26" name="ZoneTexte 25">
            <a:extLst>
              <a:ext uri="{FF2B5EF4-FFF2-40B4-BE49-F238E27FC236}">
                <a16:creationId xmlns:a16="http://schemas.microsoft.com/office/drawing/2014/main" id="{CBB1B394-9483-7751-001C-8DC3E19925B4}"/>
              </a:ext>
            </a:extLst>
          </p:cNvPr>
          <p:cNvSpPr txBox="1"/>
          <p:nvPr/>
        </p:nvSpPr>
        <p:spPr>
          <a:xfrm rot="16200000">
            <a:off x="-463547" y="2896885"/>
            <a:ext cx="1810664" cy="276999"/>
          </a:xfrm>
          <a:prstGeom prst="rect">
            <a:avLst/>
          </a:prstGeom>
          <a:noFill/>
        </p:spPr>
        <p:txBody>
          <a:bodyPr wrap="square" rtlCol="0">
            <a:spAutoFit/>
          </a:bodyPr>
          <a:lstStyle/>
          <a:p>
            <a:pPr algn="ctr"/>
            <a:r>
              <a:rPr lang="fr-FR" sz="1200" b="1" noProof="0" dirty="0">
                <a:solidFill>
                  <a:schemeClr val="accent1"/>
                </a:solidFill>
                <a:latin typeface="+mj-lt"/>
              </a:rPr>
              <a:t>OPERATIONS</a:t>
            </a:r>
          </a:p>
        </p:txBody>
      </p:sp>
      <p:sp>
        <p:nvSpPr>
          <p:cNvPr id="34" name="ZoneTexte 33">
            <a:extLst>
              <a:ext uri="{FF2B5EF4-FFF2-40B4-BE49-F238E27FC236}">
                <a16:creationId xmlns:a16="http://schemas.microsoft.com/office/drawing/2014/main" id="{23DEFDCA-45A2-4B1E-BDC7-58E062FA9F0F}"/>
              </a:ext>
            </a:extLst>
          </p:cNvPr>
          <p:cNvSpPr txBox="1"/>
          <p:nvPr/>
        </p:nvSpPr>
        <p:spPr>
          <a:xfrm rot="16200000">
            <a:off x="-515821" y="4729463"/>
            <a:ext cx="1810664" cy="276999"/>
          </a:xfrm>
          <a:prstGeom prst="rect">
            <a:avLst/>
          </a:prstGeom>
          <a:noFill/>
        </p:spPr>
        <p:txBody>
          <a:bodyPr wrap="square" rtlCol="0">
            <a:spAutoFit/>
          </a:bodyPr>
          <a:lstStyle/>
          <a:p>
            <a:pPr algn="ctr"/>
            <a:r>
              <a:rPr lang="fr-FR" sz="1200" b="1" noProof="0" dirty="0">
                <a:solidFill>
                  <a:schemeClr val="accent2"/>
                </a:solidFill>
                <a:latin typeface="+mj-lt"/>
              </a:rPr>
              <a:t>SALES</a:t>
            </a:r>
          </a:p>
        </p:txBody>
      </p:sp>
      <p:pic>
        <p:nvPicPr>
          <p:cNvPr id="36" name="Graphique 35">
            <a:extLst>
              <a:ext uri="{FF2B5EF4-FFF2-40B4-BE49-F238E27FC236}">
                <a16:creationId xmlns:a16="http://schemas.microsoft.com/office/drawing/2014/main" id="{0E81F360-B1E3-E09C-C6F1-EA9C53EC5DA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2666" y="3048812"/>
            <a:ext cx="2724180" cy="872549"/>
          </a:xfrm>
          <a:prstGeom prst="rect">
            <a:avLst/>
          </a:prstGeom>
        </p:spPr>
      </p:pic>
      <p:pic>
        <p:nvPicPr>
          <p:cNvPr id="38" name="Graphique 37">
            <a:extLst>
              <a:ext uri="{FF2B5EF4-FFF2-40B4-BE49-F238E27FC236}">
                <a16:creationId xmlns:a16="http://schemas.microsoft.com/office/drawing/2014/main" id="{9EE50CFA-BCE2-E7D3-463C-5924004F3F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5754" y="4916532"/>
            <a:ext cx="1158521" cy="807916"/>
          </a:xfrm>
          <a:prstGeom prst="rect">
            <a:avLst/>
          </a:prstGeom>
        </p:spPr>
      </p:pic>
      <p:sp>
        <p:nvSpPr>
          <p:cNvPr id="101" name="ZoneTexte 100">
            <a:extLst>
              <a:ext uri="{FF2B5EF4-FFF2-40B4-BE49-F238E27FC236}">
                <a16:creationId xmlns:a16="http://schemas.microsoft.com/office/drawing/2014/main" id="{8E777381-D376-CF0A-6D83-1C052025FD73}"/>
              </a:ext>
            </a:extLst>
          </p:cNvPr>
          <p:cNvSpPr txBox="1"/>
          <p:nvPr/>
        </p:nvSpPr>
        <p:spPr>
          <a:xfrm>
            <a:off x="3933902" y="1807298"/>
            <a:ext cx="760029" cy="276999"/>
          </a:xfrm>
          <a:prstGeom prst="rect">
            <a:avLst/>
          </a:prstGeom>
          <a:noFill/>
        </p:spPr>
        <p:txBody>
          <a:bodyPr wrap="square" rtlCol="0">
            <a:spAutoFit/>
          </a:bodyPr>
          <a:lstStyle/>
          <a:p>
            <a:pPr algn="ctr"/>
            <a:r>
              <a:rPr lang="fr-FR" sz="1200" b="1" noProof="0" dirty="0">
                <a:latin typeface="+mj-lt"/>
              </a:rPr>
              <a:t>Kick off</a:t>
            </a:r>
          </a:p>
        </p:txBody>
      </p:sp>
      <p:grpSp>
        <p:nvGrpSpPr>
          <p:cNvPr id="102" name="Groupe 101">
            <a:extLst>
              <a:ext uri="{FF2B5EF4-FFF2-40B4-BE49-F238E27FC236}">
                <a16:creationId xmlns:a16="http://schemas.microsoft.com/office/drawing/2014/main" id="{A991A30B-432E-39D6-E184-BBA60B2185DC}"/>
              </a:ext>
            </a:extLst>
          </p:cNvPr>
          <p:cNvGrpSpPr/>
          <p:nvPr/>
        </p:nvGrpSpPr>
        <p:grpSpPr>
          <a:xfrm>
            <a:off x="3665725" y="1783797"/>
            <a:ext cx="324000" cy="324000"/>
            <a:chOff x="2745040" y="2428028"/>
            <a:chExt cx="425863" cy="432188"/>
          </a:xfrm>
        </p:grpSpPr>
        <p:sp>
          <p:nvSpPr>
            <p:cNvPr id="103" name="Ellipse 102">
              <a:extLst>
                <a:ext uri="{FF2B5EF4-FFF2-40B4-BE49-F238E27FC236}">
                  <a16:creationId xmlns:a16="http://schemas.microsoft.com/office/drawing/2014/main" id="{920F5C5A-6104-09C1-DD83-B80CB8708E3A}"/>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tx1"/>
                </a:solidFill>
              </a:endParaRPr>
            </a:p>
          </p:txBody>
        </p:sp>
        <p:grpSp>
          <p:nvGrpSpPr>
            <p:cNvPr id="104" name="Google Shape;11660;p77">
              <a:extLst>
                <a:ext uri="{FF2B5EF4-FFF2-40B4-BE49-F238E27FC236}">
                  <a16:creationId xmlns:a16="http://schemas.microsoft.com/office/drawing/2014/main" id="{533582CA-BC43-31BA-CFF0-A7953B89DF5D}"/>
                </a:ext>
              </a:extLst>
            </p:cNvPr>
            <p:cNvGrpSpPr/>
            <p:nvPr/>
          </p:nvGrpSpPr>
          <p:grpSpPr>
            <a:xfrm>
              <a:off x="2836084" y="2523531"/>
              <a:ext cx="243774" cy="241182"/>
              <a:chOff x="4263657" y="3963700"/>
              <a:chExt cx="298551" cy="295375"/>
            </a:xfrm>
            <a:solidFill>
              <a:schemeClr val="bg1"/>
            </a:solidFill>
          </p:grpSpPr>
          <p:sp>
            <p:nvSpPr>
              <p:cNvPr id="105" name="Google Shape;11661;p77">
                <a:extLst>
                  <a:ext uri="{FF2B5EF4-FFF2-40B4-BE49-F238E27FC236}">
                    <a16:creationId xmlns:a16="http://schemas.microsoft.com/office/drawing/2014/main" id="{20987676-ABBF-BEC3-B7A3-CAB940C2490E}"/>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06" name="Google Shape;11662;p77">
                <a:extLst>
                  <a:ext uri="{FF2B5EF4-FFF2-40B4-BE49-F238E27FC236}">
                    <a16:creationId xmlns:a16="http://schemas.microsoft.com/office/drawing/2014/main" id="{756519DC-FFE2-C0FA-D06C-A021ACD9302E}"/>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07" name="Google Shape;11663;p77">
                <a:extLst>
                  <a:ext uri="{FF2B5EF4-FFF2-40B4-BE49-F238E27FC236}">
                    <a16:creationId xmlns:a16="http://schemas.microsoft.com/office/drawing/2014/main" id="{3F70BBB1-C6BE-74FA-3EFE-3B5F96598CF9}"/>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08" name="Google Shape;11664;p77">
                <a:extLst>
                  <a:ext uri="{FF2B5EF4-FFF2-40B4-BE49-F238E27FC236}">
                    <a16:creationId xmlns:a16="http://schemas.microsoft.com/office/drawing/2014/main" id="{58F5C720-6721-656A-0FC2-68EE5D6F23B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09" name="Google Shape;11665;p77">
                <a:extLst>
                  <a:ext uri="{FF2B5EF4-FFF2-40B4-BE49-F238E27FC236}">
                    <a16:creationId xmlns:a16="http://schemas.microsoft.com/office/drawing/2014/main" id="{6EEB1524-2E12-BDE1-3025-AA07AD441FE2}"/>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10" name="Google Shape;11666;p77">
                <a:extLst>
                  <a:ext uri="{FF2B5EF4-FFF2-40B4-BE49-F238E27FC236}">
                    <a16:creationId xmlns:a16="http://schemas.microsoft.com/office/drawing/2014/main" id="{75F704E9-E541-4282-3DD6-5F1573CE922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11" name="Google Shape;11667;p77">
                <a:extLst>
                  <a:ext uri="{FF2B5EF4-FFF2-40B4-BE49-F238E27FC236}">
                    <a16:creationId xmlns:a16="http://schemas.microsoft.com/office/drawing/2014/main" id="{8A9E1EFA-A1C6-A963-2B39-CEBAA962D5D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grpSp>
      </p:grpSp>
      <p:sp>
        <p:nvSpPr>
          <p:cNvPr id="116" name="ZoneTexte 115">
            <a:extLst>
              <a:ext uri="{FF2B5EF4-FFF2-40B4-BE49-F238E27FC236}">
                <a16:creationId xmlns:a16="http://schemas.microsoft.com/office/drawing/2014/main" id="{EDFA8827-7F85-7DE3-A433-755745465D0B}"/>
              </a:ext>
            </a:extLst>
          </p:cNvPr>
          <p:cNvSpPr txBox="1"/>
          <p:nvPr/>
        </p:nvSpPr>
        <p:spPr>
          <a:xfrm>
            <a:off x="5161097" y="1807298"/>
            <a:ext cx="1636660" cy="276999"/>
          </a:xfrm>
          <a:prstGeom prst="rect">
            <a:avLst/>
          </a:prstGeom>
          <a:noFill/>
        </p:spPr>
        <p:txBody>
          <a:bodyPr wrap="square" rtlCol="0">
            <a:spAutoFit/>
          </a:bodyPr>
          <a:lstStyle/>
          <a:p>
            <a:pPr algn="ctr"/>
            <a:r>
              <a:rPr lang="fr-FR" sz="1200" b="1" noProof="0" dirty="0" err="1">
                <a:latin typeface="+mj-lt"/>
              </a:rPr>
              <a:t>Analysis</a:t>
            </a:r>
            <a:r>
              <a:rPr lang="fr-FR" sz="1200" b="1" noProof="0" dirty="0">
                <a:latin typeface="+mj-lt"/>
              </a:rPr>
              <a:t> Restitution</a:t>
            </a:r>
          </a:p>
        </p:txBody>
      </p:sp>
      <p:sp>
        <p:nvSpPr>
          <p:cNvPr id="129" name="ZoneTexte 128">
            <a:extLst>
              <a:ext uri="{FF2B5EF4-FFF2-40B4-BE49-F238E27FC236}">
                <a16:creationId xmlns:a16="http://schemas.microsoft.com/office/drawing/2014/main" id="{8EB5A14B-4B0A-33D6-EBD9-776ED5332B49}"/>
              </a:ext>
            </a:extLst>
          </p:cNvPr>
          <p:cNvSpPr txBox="1"/>
          <p:nvPr/>
        </p:nvSpPr>
        <p:spPr>
          <a:xfrm rot="16200000">
            <a:off x="-16722" y="6087444"/>
            <a:ext cx="997130" cy="461665"/>
          </a:xfrm>
          <a:prstGeom prst="rect">
            <a:avLst/>
          </a:prstGeom>
          <a:noFill/>
        </p:spPr>
        <p:txBody>
          <a:bodyPr wrap="square" rtlCol="0">
            <a:spAutoFit/>
          </a:bodyPr>
          <a:lstStyle/>
          <a:p>
            <a:pPr algn="ctr"/>
            <a:r>
              <a:rPr lang="fr-FR" sz="1200" b="1" noProof="0" dirty="0">
                <a:solidFill>
                  <a:schemeClr val="tx2"/>
                </a:solidFill>
                <a:latin typeface="+mj-lt"/>
              </a:rPr>
              <a:t>CUSTOMER SUCCESS</a:t>
            </a:r>
          </a:p>
        </p:txBody>
      </p:sp>
      <p:sp>
        <p:nvSpPr>
          <p:cNvPr id="130" name="ZoneTexte 129">
            <a:extLst>
              <a:ext uri="{FF2B5EF4-FFF2-40B4-BE49-F238E27FC236}">
                <a16:creationId xmlns:a16="http://schemas.microsoft.com/office/drawing/2014/main" id="{38A4A9A4-828D-D57C-3F33-A95B13B2A8DF}"/>
              </a:ext>
            </a:extLst>
          </p:cNvPr>
          <p:cNvSpPr txBox="1"/>
          <p:nvPr/>
        </p:nvSpPr>
        <p:spPr>
          <a:xfrm>
            <a:off x="7210586" y="1807298"/>
            <a:ext cx="1074617" cy="276999"/>
          </a:xfrm>
          <a:prstGeom prst="rect">
            <a:avLst/>
          </a:prstGeom>
          <a:noFill/>
        </p:spPr>
        <p:txBody>
          <a:bodyPr wrap="square" rtlCol="0">
            <a:spAutoFit/>
          </a:bodyPr>
          <a:lstStyle/>
          <a:p>
            <a:pPr algn="ctr"/>
            <a:r>
              <a:rPr lang="fr-FR" sz="1200" b="1" noProof="0" dirty="0">
                <a:latin typeface="+mj-lt"/>
              </a:rPr>
              <a:t>Pre Go Live</a:t>
            </a:r>
          </a:p>
        </p:txBody>
      </p:sp>
      <p:sp>
        <p:nvSpPr>
          <p:cNvPr id="131" name="ZoneTexte 130">
            <a:extLst>
              <a:ext uri="{FF2B5EF4-FFF2-40B4-BE49-F238E27FC236}">
                <a16:creationId xmlns:a16="http://schemas.microsoft.com/office/drawing/2014/main" id="{BEA26D4A-69B6-7ACF-B7FA-87601B30BFD4}"/>
              </a:ext>
            </a:extLst>
          </p:cNvPr>
          <p:cNvSpPr txBox="1"/>
          <p:nvPr/>
        </p:nvSpPr>
        <p:spPr>
          <a:xfrm>
            <a:off x="8698033" y="1807298"/>
            <a:ext cx="1074617" cy="276999"/>
          </a:xfrm>
          <a:prstGeom prst="rect">
            <a:avLst/>
          </a:prstGeom>
          <a:noFill/>
        </p:spPr>
        <p:txBody>
          <a:bodyPr wrap="square" rtlCol="0">
            <a:spAutoFit/>
          </a:bodyPr>
          <a:lstStyle/>
          <a:p>
            <a:pPr algn="ctr"/>
            <a:r>
              <a:rPr lang="fr-FR" sz="1200" b="1" noProof="0" dirty="0">
                <a:latin typeface="+mj-lt"/>
              </a:rPr>
              <a:t>Post Go Live</a:t>
            </a:r>
          </a:p>
        </p:txBody>
      </p:sp>
      <p:grpSp>
        <p:nvGrpSpPr>
          <p:cNvPr id="132" name="Groupe 131">
            <a:extLst>
              <a:ext uri="{FF2B5EF4-FFF2-40B4-BE49-F238E27FC236}">
                <a16:creationId xmlns:a16="http://schemas.microsoft.com/office/drawing/2014/main" id="{B67C8BCE-9ECD-35B0-FBEF-B43D04629296}"/>
              </a:ext>
            </a:extLst>
          </p:cNvPr>
          <p:cNvGrpSpPr/>
          <p:nvPr/>
        </p:nvGrpSpPr>
        <p:grpSpPr>
          <a:xfrm>
            <a:off x="4920761" y="1783797"/>
            <a:ext cx="324000" cy="324000"/>
            <a:chOff x="2745040" y="2428028"/>
            <a:chExt cx="425863" cy="432188"/>
          </a:xfrm>
        </p:grpSpPr>
        <p:sp>
          <p:nvSpPr>
            <p:cNvPr id="133" name="Ellipse 132">
              <a:extLst>
                <a:ext uri="{FF2B5EF4-FFF2-40B4-BE49-F238E27FC236}">
                  <a16:creationId xmlns:a16="http://schemas.microsoft.com/office/drawing/2014/main" id="{5B6AB38D-9325-3094-D533-DAE67D4FF7C3}"/>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tx1"/>
                </a:solidFill>
              </a:endParaRPr>
            </a:p>
          </p:txBody>
        </p:sp>
        <p:grpSp>
          <p:nvGrpSpPr>
            <p:cNvPr id="134" name="Google Shape;11660;p77">
              <a:extLst>
                <a:ext uri="{FF2B5EF4-FFF2-40B4-BE49-F238E27FC236}">
                  <a16:creationId xmlns:a16="http://schemas.microsoft.com/office/drawing/2014/main" id="{16E2D220-5440-7EBE-DDCD-35A5EEACFE47}"/>
                </a:ext>
              </a:extLst>
            </p:cNvPr>
            <p:cNvGrpSpPr/>
            <p:nvPr/>
          </p:nvGrpSpPr>
          <p:grpSpPr>
            <a:xfrm>
              <a:off x="2836084" y="2523531"/>
              <a:ext cx="243774" cy="241182"/>
              <a:chOff x="4263657" y="3963700"/>
              <a:chExt cx="298551" cy="295375"/>
            </a:xfrm>
            <a:solidFill>
              <a:schemeClr val="bg1"/>
            </a:solidFill>
          </p:grpSpPr>
          <p:sp>
            <p:nvSpPr>
              <p:cNvPr id="135" name="Google Shape;11661;p77">
                <a:extLst>
                  <a:ext uri="{FF2B5EF4-FFF2-40B4-BE49-F238E27FC236}">
                    <a16:creationId xmlns:a16="http://schemas.microsoft.com/office/drawing/2014/main" id="{B32C5A64-6773-847B-F73E-C5A8EC4D458F}"/>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36" name="Google Shape;11662;p77">
                <a:extLst>
                  <a:ext uri="{FF2B5EF4-FFF2-40B4-BE49-F238E27FC236}">
                    <a16:creationId xmlns:a16="http://schemas.microsoft.com/office/drawing/2014/main" id="{6903EEF8-2E81-A3AA-E700-0590A0FFB98A}"/>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37" name="Google Shape;11663;p77">
                <a:extLst>
                  <a:ext uri="{FF2B5EF4-FFF2-40B4-BE49-F238E27FC236}">
                    <a16:creationId xmlns:a16="http://schemas.microsoft.com/office/drawing/2014/main" id="{4A456CFE-71A4-F29F-E764-ECCB57F6642F}"/>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38" name="Google Shape;11664;p77">
                <a:extLst>
                  <a:ext uri="{FF2B5EF4-FFF2-40B4-BE49-F238E27FC236}">
                    <a16:creationId xmlns:a16="http://schemas.microsoft.com/office/drawing/2014/main" id="{BC366AD2-434A-C8C2-E005-D937618A382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39" name="Google Shape;11665;p77">
                <a:extLst>
                  <a:ext uri="{FF2B5EF4-FFF2-40B4-BE49-F238E27FC236}">
                    <a16:creationId xmlns:a16="http://schemas.microsoft.com/office/drawing/2014/main" id="{49525A25-6557-9DE7-7AB8-218B02A1387B}"/>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40" name="Google Shape;11666;p77">
                <a:extLst>
                  <a:ext uri="{FF2B5EF4-FFF2-40B4-BE49-F238E27FC236}">
                    <a16:creationId xmlns:a16="http://schemas.microsoft.com/office/drawing/2014/main" id="{30468BF1-7A4C-08BF-7B55-1234460D2D1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41" name="Google Shape;11667;p77">
                <a:extLst>
                  <a:ext uri="{FF2B5EF4-FFF2-40B4-BE49-F238E27FC236}">
                    <a16:creationId xmlns:a16="http://schemas.microsoft.com/office/drawing/2014/main" id="{9E97C213-96A4-7451-92F4-054A7D1BB6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grpSp>
      </p:grpSp>
      <p:grpSp>
        <p:nvGrpSpPr>
          <p:cNvPr id="142" name="Groupe 141">
            <a:extLst>
              <a:ext uri="{FF2B5EF4-FFF2-40B4-BE49-F238E27FC236}">
                <a16:creationId xmlns:a16="http://schemas.microsoft.com/office/drawing/2014/main" id="{E99029D5-43E9-9DEE-F647-545E673178A6}"/>
              </a:ext>
            </a:extLst>
          </p:cNvPr>
          <p:cNvGrpSpPr/>
          <p:nvPr/>
        </p:nvGrpSpPr>
        <p:grpSpPr>
          <a:xfrm>
            <a:off x="6968826" y="1783797"/>
            <a:ext cx="324000" cy="324000"/>
            <a:chOff x="2745040" y="2428028"/>
            <a:chExt cx="425863" cy="432188"/>
          </a:xfrm>
        </p:grpSpPr>
        <p:sp>
          <p:nvSpPr>
            <p:cNvPr id="143" name="Ellipse 142">
              <a:extLst>
                <a:ext uri="{FF2B5EF4-FFF2-40B4-BE49-F238E27FC236}">
                  <a16:creationId xmlns:a16="http://schemas.microsoft.com/office/drawing/2014/main" id="{A32C4ACA-118B-93D9-DAB9-4568578BF201}"/>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tx1"/>
                </a:solidFill>
              </a:endParaRPr>
            </a:p>
          </p:txBody>
        </p:sp>
        <p:grpSp>
          <p:nvGrpSpPr>
            <p:cNvPr id="144" name="Google Shape;11660;p77">
              <a:extLst>
                <a:ext uri="{FF2B5EF4-FFF2-40B4-BE49-F238E27FC236}">
                  <a16:creationId xmlns:a16="http://schemas.microsoft.com/office/drawing/2014/main" id="{5FC50376-8268-A877-50F2-0894D7413147}"/>
                </a:ext>
              </a:extLst>
            </p:cNvPr>
            <p:cNvGrpSpPr/>
            <p:nvPr/>
          </p:nvGrpSpPr>
          <p:grpSpPr>
            <a:xfrm>
              <a:off x="2836084" y="2523531"/>
              <a:ext cx="243774" cy="241182"/>
              <a:chOff x="4263657" y="3963700"/>
              <a:chExt cx="298551" cy="295375"/>
            </a:xfrm>
            <a:solidFill>
              <a:schemeClr val="bg1"/>
            </a:solidFill>
          </p:grpSpPr>
          <p:sp>
            <p:nvSpPr>
              <p:cNvPr id="145" name="Google Shape;11661;p77">
                <a:extLst>
                  <a:ext uri="{FF2B5EF4-FFF2-40B4-BE49-F238E27FC236}">
                    <a16:creationId xmlns:a16="http://schemas.microsoft.com/office/drawing/2014/main" id="{0029DC5D-12E4-F3C6-8DC0-7024FD328268}"/>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46" name="Google Shape;11662;p77">
                <a:extLst>
                  <a:ext uri="{FF2B5EF4-FFF2-40B4-BE49-F238E27FC236}">
                    <a16:creationId xmlns:a16="http://schemas.microsoft.com/office/drawing/2014/main" id="{EEBB9CFE-89CE-A042-DF2D-5A6CD6AD4275}"/>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47" name="Google Shape;11663;p77">
                <a:extLst>
                  <a:ext uri="{FF2B5EF4-FFF2-40B4-BE49-F238E27FC236}">
                    <a16:creationId xmlns:a16="http://schemas.microsoft.com/office/drawing/2014/main" id="{F017C8E1-21A9-8923-A3A9-AA8483CC3937}"/>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48" name="Google Shape;11664;p77">
                <a:extLst>
                  <a:ext uri="{FF2B5EF4-FFF2-40B4-BE49-F238E27FC236}">
                    <a16:creationId xmlns:a16="http://schemas.microsoft.com/office/drawing/2014/main" id="{37D7BC74-6505-F798-8E82-A6A07F1496DA}"/>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49" name="Google Shape;11665;p77">
                <a:extLst>
                  <a:ext uri="{FF2B5EF4-FFF2-40B4-BE49-F238E27FC236}">
                    <a16:creationId xmlns:a16="http://schemas.microsoft.com/office/drawing/2014/main" id="{1747CA1F-1539-7099-565F-7A5C3EF94BF6}"/>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50" name="Google Shape;11666;p77">
                <a:extLst>
                  <a:ext uri="{FF2B5EF4-FFF2-40B4-BE49-F238E27FC236}">
                    <a16:creationId xmlns:a16="http://schemas.microsoft.com/office/drawing/2014/main" id="{3007E72E-884A-B776-EBB4-4491A7C63BC2}"/>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51" name="Google Shape;11667;p77">
                <a:extLst>
                  <a:ext uri="{FF2B5EF4-FFF2-40B4-BE49-F238E27FC236}">
                    <a16:creationId xmlns:a16="http://schemas.microsoft.com/office/drawing/2014/main" id="{12F4B455-FE10-9CF5-2BFE-E53B56C704C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grpSp>
      </p:grpSp>
      <p:grpSp>
        <p:nvGrpSpPr>
          <p:cNvPr id="152" name="Groupe 151">
            <a:extLst>
              <a:ext uri="{FF2B5EF4-FFF2-40B4-BE49-F238E27FC236}">
                <a16:creationId xmlns:a16="http://schemas.microsoft.com/office/drawing/2014/main" id="{7043898F-DB89-CA9E-F9AD-13467FDA0EC2}"/>
              </a:ext>
            </a:extLst>
          </p:cNvPr>
          <p:cNvGrpSpPr/>
          <p:nvPr/>
        </p:nvGrpSpPr>
        <p:grpSpPr>
          <a:xfrm>
            <a:off x="8457696" y="1783797"/>
            <a:ext cx="324000" cy="324000"/>
            <a:chOff x="2745040" y="2428028"/>
            <a:chExt cx="425863" cy="432188"/>
          </a:xfrm>
        </p:grpSpPr>
        <p:sp>
          <p:nvSpPr>
            <p:cNvPr id="153" name="Ellipse 152">
              <a:extLst>
                <a:ext uri="{FF2B5EF4-FFF2-40B4-BE49-F238E27FC236}">
                  <a16:creationId xmlns:a16="http://schemas.microsoft.com/office/drawing/2014/main" id="{8A022532-67AB-BFBA-62AE-4A33E3DF674D}"/>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tx1"/>
                </a:solidFill>
              </a:endParaRPr>
            </a:p>
          </p:txBody>
        </p:sp>
        <p:grpSp>
          <p:nvGrpSpPr>
            <p:cNvPr id="154" name="Google Shape;11660;p77">
              <a:extLst>
                <a:ext uri="{FF2B5EF4-FFF2-40B4-BE49-F238E27FC236}">
                  <a16:creationId xmlns:a16="http://schemas.microsoft.com/office/drawing/2014/main" id="{A3EAC7E7-43A4-18EA-82C0-745D5EA0E09B}"/>
                </a:ext>
              </a:extLst>
            </p:cNvPr>
            <p:cNvGrpSpPr/>
            <p:nvPr/>
          </p:nvGrpSpPr>
          <p:grpSpPr>
            <a:xfrm>
              <a:off x="2836084" y="2523531"/>
              <a:ext cx="243774" cy="241182"/>
              <a:chOff x="4263657" y="3963700"/>
              <a:chExt cx="298551" cy="295375"/>
            </a:xfrm>
            <a:solidFill>
              <a:schemeClr val="bg1"/>
            </a:solidFill>
          </p:grpSpPr>
          <p:sp>
            <p:nvSpPr>
              <p:cNvPr id="155" name="Google Shape;11661;p77">
                <a:extLst>
                  <a:ext uri="{FF2B5EF4-FFF2-40B4-BE49-F238E27FC236}">
                    <a16:creationId xmlns:a16="http://schemas.microsoft.com/office/drawing/2014/main" id="{30F9A07E-C79C-240A-7F87-E61CD54F7CD5}"/>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56" name="Google Shape;11662;p77">
                <a:extLst>
                  <a:ext uri="{FF2B5EF4-FFF2-40B4-BE49-F238E27FC236}">
                    <a16:creationId xmlns:a16="http://schemas.microsoft.com/office/drawing/2014/main" id="{D100F2F9-C795-45A8-440F-65BC90A8191D}"/>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57" name="Google Shape;11663;p77">
                <a:extLst>
                  <a:ext uri="{FF2B5EF4-FFF2-40B4-BE49-F238E27FC236}">
                    <a16:creationId xmlns:a16="http://schemas.microsoft.com/office/drawing/2014/main" id="{6C803831-AB25-2787-AEBB-29F0CEC9B12D}"/>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58" name="Google Shape;11664;p77">
                <a:extLst>
                  <a:ext uri="{FF2B5EF4-FFF2-40B4-BE49-F238E27FC236}">
                    <a16:creationId xmlns:a16="http://schemas.microsoft.com/office/drawing/2014/main" id="{C6925EE0-DF3F-6B1F-3EF4-23515E9027CC}"/>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59" name="Google Shape;11665;p77">
                <a:extLst>
                  <a:ext uri="{FF2B5EF4-FFF2-40B4-BE49-F238E27FC236}">
                    <a16:creationId xmlns:a16="http://schemas.microsoft.com/office/drawing/2014/main" id="{92FB1E39-EAC2-8471-4D1A-457349180245}"/>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60" name="Google Shape;11666;p77">
                <a:extLst>
                  <a:ext uri="{FF2B5EF4-FFF2-40B4-BE49-F238E27FC236}">
                    <a16:creationId xmlns:a16="http://schemas.microsoft.com/office/drawing/2014/main" id="{6ECA0656-596E-2388-9E93-125877921FBF}"/>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sp>
            <p:nvSpPr>
              <p:cNvPr id="161" name="Google Shape;11667;p77">
                <a:extLst>
                  <a:ext uri="{FF2B5EF4-FFF2-40B4-BE49-F238E27FC236}">
                    <a16:creationId xmlns:a16="http://schemas.microsoft.com/office/drawing/2014/main" id="{C50037FE-35DB-5C13-2796-CA04F76D60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lang="fr-FR" sz="2400" b="1" noProof="0" dirty="0"/>
              </a:p>
            </p:txBody>
          </p:sp>
        </p:grpSp>
      </p:grpSp>
      <p:cxnSp>
        <p:nvCxnSpPr>
          <p:cNvPr id="162" name="Connecteur droit 161">
            <a:extLst>
              <a:ext uri="{FF2B5EF4-FFF2-40B4-BE49-F238E27FC236}">
                <a16:creationId xmlns:a16="http://schemas.microsoft.com/office/drawing/2014/main" id="{9EA66194-1439-8985-84B1-A0588DB7F818}"/>
              </a:ext>
            </a:extLst>
          </p:cNvPr>
          <p:cNvCxnSpPr>
            <a:cxnSpLocks/>
          </p:cNvCxnSpPr>
          <p:nvPr/>
        </p:nvCxnSpPr>
        <p:spPr>
          <a:xfrm>
            <a:off x="3826982" y="2107797"/>
            <a:ext cx="0"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Connecteur droit 163">
            <a:extLst>
              <a:ext uri="{FF2B5EF4-FFF2-40B4-BE49-F238E27FC236}">
                <a16:creationId xmlns:a16="http://schemas.microsoft.com/office/drawing/2014/main" id="{C74C0D56-B433-D117-13C7-C2B50E28BFD4}"/>
              </a:ext>
            </a:extLst>
          </p:cNvPr>
          <p:cNvCxnSpPr>
            <a:cxnSpLocks/>
          </p:cNvCxnSpPr>
          <p:nvPr/>
        </p:nvCxnSpPr>
        <p:spPr>
          <a:xfrm flipH="1">
            <a:off x="5065377"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Connecteur droit 164">
            <a:extLst>
              <a:ext uri="{FF2B5EF4-FFF2-40B4-BE49-F238E27FC236}">
                <a16:creationId xmlns:a16="http://schemas.microsoft.com/office/drawing/2014/main" id="{63D33EAF-9C15-62B4-2916-D5919ACD412F}"/>
              </a:ext>
            </a:extLst>
          </p:cNvPr>
          <p:cNvCxnSpPr>
            <a:cxnSpLocks/>
          </p:cNvCxnSpPr>
          <p:nvPr/>
        </p:nvCxnSpPr>
        <p:spPr>
          <a:xfrm flipH="1">
            <a:off x="7113442"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Connecteur droit 165">
            <a:extLst>
              <a:ext uri="{FF2B5EF4-FFF2-40B4-BE49-F238E27FC236}">
                <a16:creationId xmlns:a16="http://schemas.microsoft.com/office/drawing/2014/main" id="{A81ACB69-C99E-77FD-989A-ADA7F7C8F2C2}"/>
              </a:ext>
            </a:extLst>
          </p:cNvPr>
          <p:cNvCxnSpPr>
            <a:cxnSpLocks/>
          </p:cNvCxnSpPr>
          <p:nvPr/>
        </p:nvCxnSpPr>
        <p:spPr>
          <a:xfrm>
            <a:off x="8618953" y="2107797"/>
            <a:ext cx="0" cy="47502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Connecteur droit 166">
            <a:extLst>
              <a:ext uri="{FF2B5EF4-FFF2-40B4-BE49-F238E27FC236}">
                <a16:creationId xmlns:a16="http://schemas.microsoft.com/office/drawing/2014/main" id="{6A1DC53A-A645-26BA-D724-F6D51B485977}"/>
              </a:ext>
            </a:extLst>
          </p:cNvPr>
          <p:cNvCxnSpPr>
            <a:cxnSpLocks/>
          </p:cNvCxnSpPr>
          <p:nvPr/>
        </p:nvCxnSpPr>
        <p:spPr>
          <a:xfrm>
            <a:off x="8602312" y="2558848"/>
            <a:ext cx="3569835" cy="0"/>
          </a:xfrm>
          <a:prstGeom prst="line">
            <a:avLst/>
          </a:prstGeom>
          <a:ln w="254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eur droit 167">
            <a:extLst>
              <a:ext uri="{FF2B5EF4-FFF2-40B4-BE49-F238E27FC236}">
                <a16:creationId xmlns:a16="http://schemas.microsoft.com/office/drawing/2014/main" id="{BE07DB50-1541-43E4-926F-24B7AB6FB723}"/>
              </a:ext>
            </a:extLst>
          </p:cNvPr>
          <p:cNvCxnSpPr>
            <a:cxnSpLocks/>
          </p:cNvCxnSpPr>
          <p:nvPr/>
        </p:nvCxnSpPr>
        <p:spPr>
          <a:xfrm>
            <a:off x="3835066" y="2563520"/>
            <a:ext cx="4783887" cy="0"/>
          </a:xfrm>
          <a:prstGeom prst="line">
            <a:avLst/>
          </a:prstGeom>
          <a:ln w="2540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79" name="Connecteur droit 178">
            <a:extLst>
              <a:ext uri="{FF2B5EF4-FFF2-40B4-BE49-F238E27FC236}">
                <a16:creationId xmlns:a16="http://schemas.microsoft.com/office/drawing/2014/main" id="{EB93BC03-F31A-F0FE-D7D4-2D278E204CF8}"/>
              </a:ext>
            </a:extLst>
          </p:cNvPr>
          <p:cNvCxnSpPr>
            <a:cxnSpLocks/>
          </p:cNvCxnSpPr>
          <p:nvPr/>
        </p:nvCxnSpPr>
        <p:spPr>
          <a:xfrm>
            <a:off x="8631183" y="3485086"/>
            <a:ext cx="3560807" cy="0"/>
          </a:xfrm>
          <a:prstGeom prst="line">
            <a:avLst/>
          </a:prstGeom>
          <a:ln w="254000">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82" name="Connecteur droit 181">
            <a:extLst>
              <a:ext uri="{FF2B5EF4-FFF2-40B4-BE49-F238E27FC236}">
                <a16:creationId xmlns:a16="http://schemas.microsoft.com/office/drawing/2014/main" id="{F6D792B8-F669-8A78-D141-4B5FAC8AFDCC}"/>
              </a:ext>
            </a:extLst>
          </p:cNvPr>
          <p:cNvCxnSpPr>
            <a:cxnSpLocks/>
          </p:cNvCxnSpPr>
          <p:nvPr/>
        </p:nvCxnSpPr>
        <p:spPr>
          <a:xfrm>
            <a:off x="8582469" y="4418946"/>
            <a:ext cx="3569835" cy="0"/>
          </a:xfrm>
          <a:prstGeom prst="line">
            <a:avLst/>
          </a:prstGeom>
          <a:ln w="2540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eur droit 182">
            <a:extLst>
              <a:ext uri="{FF2B5EF4-FFF2-40B4-BE49-F238E27FC236}">
                <a16:creationId xmlns:a16="http://schemas.microsoft.com/office/drawing/2014/main" id="{03E990D8-4270-68FB-C94B-6F013F86CD3B}"/>
              </a:ext>
            </a:extLst>
          </p:cNvPr>
          <p:cNvCxnSpPr>
            <a:cxnSpLocks/>
          </p:cNvCxnSpPr>
          <p:nvPr/>
        </p:nvCxnSpPr>
        <p:spPr>
          <a:xfrm>
            <a:off x="3815223" y="4418946"/>
            <a:ext cx="4783887" cy="0"/>
          </a:xfrm>
          <a:prstGeom prst="line">
            <a:avLst/>
          </a:prstGeom>
          <a:ln w="2540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4" name="Connecteur droit 183">
            <a:extLst>
              <a:ext uri="{FF2B5EF4-FFF2-40B4-BE49-F238E27FC236}">
                <a16:creationId xmlns:a16="http://schemas.microsoft.com/office/drawing/2014/main" id="{E40788AF-8F48-5530-E4F7-8574706C5F91}"/>
              </a:ext>
            </a:extLst>
          </p:cNvPr>
          <p:cNvCxnSpPr>
            <a:cxnSpLocks/>
          </p:cNvCxnSpPr>
          <p:nvPr/>
        </p:nvCxnSpPr>
        <p:spPr>
          <a:xfrm>
            <a:off x="8611340" y="5320490"/>
            <a:ext cx="3560807" cy="0"/>
          </a:xfrm>
          <a:prstGeom prst="line">
            <a:avLst/>
          </a:prstGeom>
          <a:ln w="254000">
            <a:solidFill>
              <a:schemeClr val="accent2">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85" name="Connecteur droit 184">
            <a:extLst>
              <a:ext uri="{FF2B5EF4-FFF2-40B4-BE49-F238E27FC236}">
                <a16:creationId xmlns:a16="http://schemas.microsoft.com/office/drawing/2014/main" id="{64E631FD-9366-D7B6-89A9-877C8AC0FFB0}"/>
              </a:ext>
            </a:extLst>
          </p:cNvPr>
          <p:cNvCxnSpPr>
            <a:cxnSpLocks/>
            <a:endCxn id="33" idx="1"/>
          </p:cNvCxnSpPr>
          <p:nvPr/>
        </p:nvCxnSpPr>
        <p:spPr>
          <a:xfrm flipV="1">
            <a:off x="3815223" y="6318275"/>
            <a:ext cx="8376767" cy="1"/>
          </a:xfrm>
          <a:prstGeom prst="line">
            <a:avLst/>
          </a:prstGeom>
          <a:ln w="254000">
            <a:solidFill>
              <a:schemeClr val="tx2"/>
            </a:solidFill>
          </a:ln>
        </p:spPr>
        <p:style>
          <a:lnRef idx="2">
            <a:schemeClr val="accent1"/>
          </a:lnRef>
          <a:fillRef idx="0">
            <a:schemeClr val="accent1"/>
          </a:fillRef>
          <a:effectRef idx="1">
            <a:schemeClr val="accent1"/>
          </a:effectRef>
          <a:fontRef idx="minor">
            <a:schemeClr val="tx1"/>
          </a:fontRef>
        </p:style>
      </p:cxnSp>
      <p:sp>
        <p:nvSpPr>
          <p:cNvPr id="187" name="Ellipse 186">
            <a:extLst>
              <a:ext uri="{FF2B5EF4-FFF2-40B4-BE49-F238E27FC236}">
                <a16:creationId xmlns:a16="http://schemas.microsoft.com/office/drawing/2014/main" id="{734D94DA-80DE-EA59-1183-AB60CBEA80C5}"/>
              </a:ext>
            </a:extLst>
          </p:cNvPr>
          <p:cNvSpPr/>
          <p:nvPr/>
        </p:nvSpPr>
        <p:spPr>
          <a:xfrm>
            <a:off x="3698809"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88" name="Ellipse 187">
            <a:extLst>
              <a:ext uri="{FF2B5EF4-FFF2-40B4-BE49-F238E27FC236}">
                <a16:creationId xmlns:a16="http://schemas.microsoft.com/office/drawing/2014/main" id="{FD5AAB4D-AF83-C8AC-A89C-83F07DDAC503}"/>
              </a:ext>
            </a:extLst>
          </p:cNvPr>
          <p:cNvSpPr/>
          <p:nvPr/>
        </p:nvSpPr>
        <p:spPr>
          <a:xfrm>
            <a:off x="4947319"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89" name="Ellipse 188">
            <a:extLst>
              <a:ext uri="{FF2B5EF4-FFF2-40B4-BE49-F238E27FC236}">
                <a16:creationId xmlns:a16="http://schemas.microsoft.com/office/drawing/2014/main" id="{B197C4FE-DCED-A066-F2C2-022A580E2864}"/>
              </a:ext>
            </a:extLst>
          </p:cNvPr>
          <p:cNvSpPr/>
          <p:nvPr/>
        </p:nvSpPr>
        <p:spPr>
          <a:xfrm>
            <a:off x="6995083"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0" name="Ellipse 189">
            <a:extLst>
              <a:ext uri="{FF2B5EF4-FFF2-40B4-BE49-F238E27FC236}">
                <a16:creationId xmlns:a16="http://schemas.microsoft.com/office/drawing/2014/main" id="{0D3A0373-4610-2E63-D7CF-4FC1E860E9AF}"/>
              </a:ext>
            </a:extLst>
          </p:cNvPr>
          <p:cNvSpPr/>
          <p:nvPr/>
        </p:nvSpPr>
        <p:spPr>
          <a:xfrm>
            <a:off x="8489591"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1" name="Ellipse 190">
            <a:extLst>
              <a:ext uri="{FF2B5EF4-FFF2-40B4-BE49-F238E27FC236}">
                <a16:creationId xmlns:a16="http://schemas.microsoft.com/office/drawing/2014/main" id="{55A2C7F2-C680-8B11-B1FB-383A5F3FDB4F}"/>
              </a:ext>
            </a:extLst>
          </p:cNvPr>
          <p:cNvSpPr/>
          <p:nvPr/>
        </p:nvSpPr>
        <p:spPr>
          <a:xfrm>
            <a:off x="3689400" y="4286632"/>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2" name="Ellipse 191">
            <a:extLst>
              <a:ext uri="{FF2B5EF4-FFF2-40B4-BE49-F238E27FC236}">
                <a16:creationId xmlns:a16="http://schemas.microsoft.com/office/drawing/2014/main" id="{E539CCCC-E740-E19E-9FD3-B248072D43F1}"/>
              </a:ext>
            </a:extLst>
          </p:cNvPr>
          <p:cNvSpPr/>
          <p:nvPr/>
        </p:nvSpPr>
        <p:spPr>
          <a:xfrm>
            <a:off x="4933215" y="4289294"/>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3" name="Ellipse 192">
            <a:extLst>
              <a:ext uri="{FF2B5EF4-FFF2-40B4-BE49-F238E27FC236}">
                <a16:creationId xmlns:a16="http://schemas.microsoft.com/office/drawing/2014/main" id="{F04B749F-E626-7401-5579-DBA0D1C0772B}"/>
              </a:ext>
            </a:extLst>
          </p:cNvPr>
          <p:cNvSpPr/>
          <p:nvPr/>
        </p:nvSpPr>
        <p:spPr>
          <a:xfrm>
            <a:off x="6995083"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4" name="Ellipse 193">
            <a:extLst>
              <a:ext uri="{FF2B5EF4-FFF2-40B4-BE49-F238E27FC236}">
                <a16:creationId xmlns:a16="http://schemas.microsoft.com/office/drawing/2014/main" id="{DD259AB4-6282-6F24-B176-35B2636082AC}"/>
              </a:ext>
            </a:extLst>
          </p:cNvPr>
          <p:cNvSpPr/>
          <p:nvPr/>
        </p:nvSpPr>
        <p:spPr>
          <a:xfrm>
            <a:off x="8489591"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6" name="Ellipse 195">
            <a:extLst>
              <a:ext uri="{FF2B5EF4-FFF2-40B4-BE49-F238E27FC236}">
                <a16:creationId xmlns:a16="http://schemas.microsoft.com/office/drawing/2014/main" id="{9596BDCA-9455-27C8-D8FD-C5839660CD11}"/>
              </a:ext>
            </a:extLst>
          </p:cNvPr>
          <p:cNvSpPr/>
          <p:nvPr/>
        </p:nvSpPr>
        <p:spPr>
          <a:xfrm>
            <a:off x="42817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7" name="Ellipse 196">
            <a:extLst>
              <a:ext uri="{FF2B5EF4-FFF2-40B4-BE49-F238E27FC236}">
                <a16:creationId xmlns:a16="http://schemas.microsoft.com/office/drawing/2014/main" id="{42590B43-2F95-C4BB-98B1-0455DE3E3187}"/>
              </a:ext>
            </a:extLst>
          </p:cNvPr>
          <p:cNvSpPr/>
          <p:nvPr/>
        </p:nvSpPr>
        <p:spPr>
          <a:xfrm>
            <a:off x="5207203"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199" name="Ellipse 198">
            <a:extLst>
              <a:ext uri="{FF2B5EF4-FFF2-40B4-BE49-F238E27FC236}">
                <a16:creationId xmlns:a16="http://schemas.microsoft.com/office/drawing/2014/main" id="{C42843EA-8B36-2D05-29FE-47B6E18A11A9}"/>
              </a:ext>
            </a:extLst>
          </p:cNvPr>
          <p:cNvSpPr/>
          <p:nvPr/>
        </p:nvSpPr>
        <p:spPr>
          <a:xfrm>
            <a:off x="7887898"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200" name="Ellipse 199">
            <a:extLst>
              <a:ext uri="{FF2B5EF4-FFF2-40B4-BE49-F238E27FC236}">
                <a16:creationId xmlns:a16="http://schemas.microsoft.com/office/drawing/2014/main" id="{8B1C38F8-00B3-7EE8-F43E-E3BE6DFA3921}"/>
              </a:ext>
            </a:extLst>
          </p:cNvPr>
          <p:cNvSpPr/>
          <p:nvPr/>
        </p:nvSpPr>
        <p:spPr>
          <a:xfrm>
            <a:off x="9096879"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201" name="Ellipse 200">
            <a:extLst>
              <a:ext uri="{FF2B5EF4-FFF2-40B4-BE49-F238E27FC236}">
                <a16:creationId xmlns:a16="http://schemas.microsoft.com/office/drawing/2014/main" id="{B5A772B4-B40B-D2B2-C513-1B402CCC6798}"/>
              </a:ext>
            </a:extLst>
          </p:cNvPr>
          <p:cNvSpPr/>
          <p:nvPr/>
        </p:nvSpPr>
        <p:spPr>
          <a:xfrm>
            <a:off x="113259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202" name="Ellipse 201">
            <a:extLst>
              <a:ext uri="{FF2B5EF4-FFF2-40B4-BE49-F238E27FC236}">
                <a16:creationId xmlns:a16="http://schemas.microsoft.com/office/drawing/2014/main" id="{20061DD9-348A-7AE3-171C-8B67DB86F92B}"/>
              </a:ext>
            </a:extLst>
          </p:cNvPr>
          <p:cNvSpPr/>
          <p:nvPr/>
        </p:nvSpPr>
        <p:spPr>
          <a:xfrm>
            <a:off x="8489591" y="5182668"/>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203" name="Ellipse 202">
            <a:extLst>
              <a:ext uri="{FF2B5EF4-FFF2-40B4-BE49-F238E27FC236}">
                <a16:creationId xmlns:a16="http://schemas.microsoft.com/office/drawing/2014/main" id="{83FD9D2C-8F9A-A81C-B62F-A1434F2385AC}"/>
              </a:ext>
            </a:extLst>
          </p:cNvPr>
          <p:cNvSpPr/>
          <p:nvPr/>
        </p:nvSpPr>
        <p:spPr>
          <a:xfrm>
            <a:off x="8489591"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204" name="ZoneTexte 203">
            <a:extLst>
              <a:ext uri="{FF2B5EF4-FFF2-40B4-BE49-F238E27FC236}">
                <a16:creationId xmlns:a16="http://schemas.microsoft.com/office/drawing/2014/main" id="{F9E4E992-D9A9-9322-9859-992558B18356}"/>
              </a:ext>
            </a:extLst>
          </p:cNvPr>
          <p:cNvSpPr txBox="1"/>
          <p:nvPr/>
        </p:nvSpPr>
        <p:spPr>
          <a:xfrm>
            <a:off x="3834596" y="2427782"/>
            <a:ext cx="1242439"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ANALYSIS </a:t>
            </a:r>
          </a:p>
        </p:txBody>
      </p:sp>
      <p:sp>
        <p:nvSpPr>
          <p:cNvPr id="205" name="ZoneTexte 204">
            <a:extLst>
              <a:ext uri="{FF2B5EF4-FFF2-40B4-BE49-F238E27FC236}">
                <a16:creationId xmlns:a16="http://schemas.microsoft.com/office/drawing/2014/main" id="{F29E596E-4584-1CEE-5B42-AFA14828709D}"/>
              </a:ext>
            </a:extLst>
          </p:cNvPr>
          <p:cNvSpPr txBox="1"/>
          <p:nvPr/>
        </p:nvSpPr>
        <p:spPr>
          <a:xfrm>
            <a:off x="5063102" y="2427782"/>
            <a:ext cx="208362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IMPLEMENTATION </a:t>
            </a:r>
          </a:p>
        </p:txBody>
      </p:sp>
      <p:sp>
        <p:nvSpPr>
          <p:cNvPr id="206" name="ZoneTexte 205">
            <a:extLst>
              <a:ext uri="{FF2B5EF4-FFF2-40B4-BE49-F238E27FC236}">
                <a16:creationId xmlns:a16="http://schemas.microsoft.com/office/drawing/2014/main" id="{9ACD7846-7265-DDCF-4B30-78FE803D4B7D}"/>
              </a:ext>
            </a:extLst>
          </p:cNvPr>
          <p:cNvSpPr txBox="1"/>
          <p:nvPr/>
        </p:nvSpPr>
        <p:spPr>
          <a:xfrm>
            <a:off x="8606724" y="3346586"/>
            <a:ext cx="29739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effectLst/>
                <a:uLnTx/>
                <a:uFillTx/>
                <a:latin typeface="Trebuchet MS" panose="020B0603020202020204" pitchFamily="34" charset="0"/>
                <a:ea typeface="+mn-ea"/>
                <a:cs typeface="+mn-cs"/>
              </a:rPr>
              <a:t>REACTIVE SUPPORT &amp; EVOLUTIONS </a:t>
            </a:r>
            <a:endParaRPr kumimoji="0" lang="fr-FR" sz="2000" b="1" i="0" u="none" strike="noStrike" kern="1200" cap="none" spc="0" normalizeH="0" baseline="0" noProof="0" dirty="0">
              <a:ln>
                <a:noFill/>
              </a:ln>
              <a:effectLst/>
              <a:uLnTx/>
              <a:uFillTx/>
              <a:latin typeface="Trebuchet MS" panose="020B0603020202020204" pitchFamily="34" charset="0"/>
              <a:ea typeface="+mn-ea"/>
              <a:cs typeface="+mn-cs"/>
            </a:endParaRPr>
          </a:p>
        </p:txBody>
      </p:sp>
      <p:sp>
        <p:nvSpPr>
          <p:cNvPr id="207" name="ZoneTexte 206">
            <a:extLst>
              <a:ext uri="{FF2B5EF4-FFF2-40B4-BE49-F238E27FC236}">
                <a16:creationId xmlns:a16="http://schemas.microsoft.com/office/drawing/2014/main" id="{04EC8B24-C33F-2E7D-9415-CA078BC1C13F}"/>
              </a:ext>
            </a:extLst>
          </p:cNvPr>
          <p:cNvSpPr txBox="1"/>
          <p:nvPr/>
        </p:nvSpPr>
        <p:spPr>
          <a:xfrm>
            <a:off x="5063009" y="4286632"/>
            <a:ext cx="2053271"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STEERING COMITEES </a:t>
            </a:r>
          </a:p>
        </p:txBody>
      </p:sp>
      <p:sp>
        <p:nvSpPr>
          <p:cNvPr id="208" name="ZoneTexte 207">
            <a:extLst>
              <a:ext uri="{FF2B5EF4-FFF2-40B4-BE49-F238E27FC236}">
                <a16:creationId xmlns:a16="http://schemas.microsoft.com/office/drawing/2014/main" id="{723BD49B-84CA-5900-6DC2-392489EA7335}"/>
              </a:ext>
            </a:extLst>
          </p:cNvPr>
          <p:cNvSpPr txBox="1"/>
          <p:nvPr/>
        </p:nvSpPr>
        <p:spPr>
          <a:xfrm>
            <a:off x="5392828" y="6194505"/>
            <a:ext cx="2630070" cy="276999"/>
          </a:xfrm>
          <a:prstGeom prst="rect">
            <a:avLst/>
          </a:prstGeom>
          <a:noFill/>
        </p:spPr>
        <p:txBody>
          <a:bodyPr wrap="square">
            <a:spAutoFit/>
          </a:bodyPr>
          <a:lstStyle/>
          <a:p>
            <a:pPr algn="ctr"/>
            <a:r>
              <a:rPr lang="fr-FR" sz="1200" b="1" noProof="0" dirty="0">
                <a:solidFill>
                  <a:schemeClr val="bg1"/>
                </a:solidFill>
              </a:rPr>
              <a:t>SATISFACTION SURVEYS</a:t>
            </a:r>
          </a:p>
        </p:txBody>
      </p:sp>
      <p:sp>
        <p:nvSpPr>
          <p:cNvPr id="209" name="ZoneTexte 208">
            <a:extLst>
              <a:ext uri="{FF2B5EF4-FFF2-40B4-BE49-F238E27FC236}">
                <a16:creationId xmlns:a16="http://schemas.microsoft.com/office/drawing/2014/main" id="{3C8CD858-429E-12EF-E08E-041A092B772C}"/>
              </a:ext>
            </a:extLst>
          </p:cNvPr>
          <p:cNvSpPr txBox="1"/>
          <p:nvPr/>
        </p:nvSpPr>
        <p:spPr>
          <a:xfrm>
            <a:off x="8618953" y="5182668"/>
            <a:ext cx="292615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effectLst/>
                <a:uLnTx/>
                <a:uFillTx/>
                <a:latin typeface="Trebuchet MS" panose="020B0603020202020204" pitchFamily="34" charset="0"/>
                <a:ea typeface="+mn-ea"/>
                <a:cs typeface="+mn-cs"/>
              </a:rPr>
              <a:t>FOLLOW-UP MEETINGS</a:t>
            </a:r>
            <a:endParaRPr kumimoji="0" lang="fr-FR" sz="2000" b="1" i="0" u="none" strike="noStrike" kern="1200" cap="none" spc="0" normalizeH="0" baseline="0" noProof="0" dirty="0">
              <a:ln>
                <a:noFill/>
              </a:ln>
              <a:effectLst/>
              <a:uLnTx/>
              <a:uFillTx/>
              <a:latin typeface="Trebuchet MS" panose="020B0603020202020204" pitchFamily="34" charset="0"/>
              <a:ea typeface="+mn-ea"/>
              <a:cs typeface="+mn-cs"/>
            </a:endParaRPr>
          </a:p>
        </p:txBody>
      </p:sp>
      <p:sp>
        <p:nvSpPr>
          <p:cNvPr id="210" name="ZoneTexte 209">
            <a:extLst>
              <a:ext uri="{FF2B5EF4-FFF2-40B4-BE49-F238E27FC236}">
                <a16:creationId xmlns:a16="http://schemas.microsoft.com/office/drawing/2014/main" id="{5B6F9437-2C44-B455-8FB9-78CEC8604BB8}"/>
              </a:ext>
            </a:extLst>
          </p:cNvPr>
          <p:cNvSpPr txBox="1"/>
          <p:nvPr/>
        </p:nvSpPr>
        <p:spPr>
          <a:xfrm>
            <a:off x="7125953" y="2427782"/>
            <a:ext cx="14819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GO-LIVE </a:t>
            </a:r>
          </a:p>
        </p:txBody>
      </p:sp>
      <p:sp>
        <p:nvSpPr>
          <p:cNvPr id="211" name="Ellipse 210">
            <a:extLst>
              <a:ext uri="{FF2B5EF4-FFF2-40B4-BE49-F238E27FC236}">
                <a16:creationId xmlns:a16="http://schemas.microsoft.com/office/drawing/2014/main" id="{686CF760-31EF-7DB6-E92B-DCD56DCE1636}"/>
              </a:ext>
            </a:extLst>
          </p:cNvPr>
          <p:cNvSpPr/>
          <p:nvPr/>
        </p:nvSpPr>
        <p:spPr>
          <a:xfrm>
            <a:off x="11435566"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212" name="Ellipse 211">
            <a:extLst>
              <a:ext uri="{FF2B5EF4-FFF2-40B4-BE49-F238E27FC236}">
                <a16:creationId xmlns:a16="http://schemas.microsoft.com/office/drawing/2014/main" id="{641B1122-139A-10D6-7EBE-7AB069A7B034}"/>
              </a:ext>
            </a:extLst>
          </p:cNvPr>
          <p:cNvSpPr/>
          <p:nvPr/>
        </p:nvSpPr>
        <p:spPr>
          <a:xfrm>
            <a:off x="11435566" y="5185261"/>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Tree>
    <p:extLst>
      <p:ext uri="{BB962C8B-B14F-4D97-AF65-F5344CB8AC3E}">
        <p14:creationId xmlns:p14="http://schemas.microsoft.com/office/powerpoint/2010/main" val="1664011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DB1001DE-B17F-43C8-1C69-D09025027563}"/>
              </a:ext>
            </a:extLst>
          </p:cNvPr>
          <p:cNvSpPr>
            <a:spLocks noGrp="1"/>
          </p:cNvSpPr>
          <p:nvPr>
            <p:ph type="body" sz="quarter" idx="13"/>
          </p:nvPr>
        </p:nvSpPr>
        <p:spPr>
          <a:xfrm>
            <a:off x="2092097" y="4664168"/>
            <a:ext cx="1896833" cy="480483"/>
          </a:xfrm>
        </p:spPr>
        <p:txBody>
          <a:bodyPr>
            <a:normAutofit fontScale="25000" lnSpcReduction="20000"/>
          </a:bodyPr>
          <a:lstStyle/>
          <a:p>
            <a:r>
              <a:rPr lang="fr-FR" sz="6400" b="1" noProof="0" dirty="0"/>
              <a:t>Réunions hebdomadaires de démo</a:t>
            </a:r>
          </a:p>
          <a:p>
            <a:endParaRPr lang="fr-FR" noProof="0" dirty="0"/>
          </a:p>
        </p:txBody>
      </p:sp>
      <p:sp>
        <p:nvSpPr>
          <p:cNvPr id="10" name="Espace réservé du texte 9">
            <a:extLst>
              <a:ext uri="{FF2B5EF4-FFF2-40B4-BE49-F238E27FC236}">
                <a16:creationId xmlns:a16="http://schemas.microsoft.com/office/drawing/2014/main" id="{CDC57672-060D-E44D-7B9B-5B9971F7DCEC}"/>
              </a:ext>
            </a:extLst>
          </p:cNvPr>
          <p:cNvSpPr>
            <a:spLocks noGrp="1"/>
          </p:cNvSpPr>
          <p:nvPr>
            <p:ph type="body" sz="quarter" idx="14"/>
          </p:nvPr>
        </p:nvSpPr>
        <p:spPr>
          <a:xfrm>
            <a:off x="4877815" y="4664168"/>
            <a:ext cx="2418566" cy="480483"/>
          </a:xfrm>
        </p:spPr>
        <p:txBody>
          <a:bodyPr>
            <a:noAutofit/>
          </a:bodyPr>
          <a:lstStyle/>
          <a:p>
            <a:r>
              <a:rPr lang="fr-FR" sz="1600" b="1" noProof="0" dirty="0"/>
              <a:t>Réunions hebdomadaires de gestion de projet</a:t>
            </a:r>
          </a:p>
          <a:p>
            <a:endParaRPr lang="fr-FR" sz="1600" b="1" noProof="0" dirty="0"/>
          </a:p>
        </p:txBody>
      </p:sp>
      <p:sp>
        <p:nvSpPr>
          <p:cNvPr id="11" name="Espace réservé du texte 10">
            <a:extLst>
              <a:ext uri="{FF2B5EF4-FFF2-40B4-BE49-F238E27FC236}">
                <a16:creationId xmlns:a16="http://schemas.microsoft.com/office/drawing/2014/main" id="{BEEF2634-2F21-0196-86DF-E628CDEC1B1E}"/>
              </a:ext>
            </a:extLst>
          </p:cNvPr>
          <p:cNvSpPr>
            <a:spLocks noGrp="1"/>
          </p:cNvSpPr>
          <p:nvPr>
            <p:ph type="body" sz="quarter" idx="15"/>
          </p:nvPr>
        </p:nvSpPr>
        <p:spPr>
          <a:xfrm>
            <a:off x="8185266" y="4664168"/>
            <a:ext cx="1881861" cy="480483"/>
          </a:xfrm>
        </p:spPr>
        <p:txBody>
          <a:bodyPr>
            <a:noAutofit/>
          </a:bodyPr>
          <a:lstStyle/>
          <a:p>
            <a:r>
              <a:rPr lang="fr-FR" sz="1600" b="1" noProof="0" dirty="0"/>
              <a:t>Comités de pilotage à la demande</a:t>
            </a:r>
          </a:p>
          <a:p>
            <a:endParaRPr lang="fr-FR" sz="1600" b="1" noProof="0" dirty="0"/>
          </a:p>
        </p:txBody>
      </p:sp>
      <p:sp>
        <p:nvSpPr>
          <p:cNvPr id="5" name="Titre 4">
            <a:extLst>
              <a:ext uri="{FF2B5EF4-FFF2-40B4-BE49-F238E27FC236}">
                <a16:creationId xmlns:a16="http://schemas.microsoft.com/office/drawing/2014/main" id="{9740314A-AB3B-4C95-F9B7-B4D1BC8336E8}"/>
              </a:ext>
            </a:extLst>
          </p:cNvPr>
          <p:cNvSpPr>
            <a:spLocks noGrp="1"/>
          </p:cNvSpPr>
          <p:nvPr>
            <p:ph type="title"/>
          </p:nvPr>
        </p:nvSpPr>
        <p:spPr/>
        <p:txBody>
          <a:bodyPr/>
          <a:lstStyle/>
          <a:p>
            <a:r>
              <a:rPr lang="fr-FR" noProof="0" dirty="0"/>
              <a:t>GOUVERNANCE DU PROJET CAPTIVEA</a:t>
            </a:r>
          </a:p>
        </p:txBody>
      </p:sp>
      <p:sp>
        <p:nvSpPr>
          <p:cNvPr id="4" name="Espace réservé du numéro de diapositive 3">
            <a:extLst>
              <a:ext uri="{FF2B5EF4-FFF2-40B4-BE49-F238E27FC236}">
                <a16:creationId xmlns:a16="http://schemas.microsoft.com/office/drawing/2014/main" id="{5E233366-A8C8-5682-5F4F-A6DD2F4F8ED9}"/>
              </a:ext>
            </a:extLst>
          </p:cNvPr>
          <p:cNvSpPr>
            <a:spLocks noGrp="1"/>
          </p:cNvSpPr>
          <p:nvPr>
            <p:ph type="sldNum" sz="quarter" idx="16"/>
          </p:nvPr>
        </p:nvSpPr>
        <p:spPr/>
        <p:txBody>
          <a:bodyPr/>
          <a:lstStyle/>
          <a:p>
            <a:fld id="{0C34F99C-3C47-4582-9518-8D365E9692AE}" type="slidenum">
              <a:rPr lang="fr-FR" noProof="0" smtClean="0"/>
              <a:pPr/>
              <a:t>15</a:t>
            </a:fld>
            <a:endParaRPr lang="fr-FR" noProof="0" dirty="0"/>
          </a:p>
        </p:txBody>
      </p:sp>
      <p:pic>
        <p:nvPicPr>
          <p:cNvPr id="12" name="Graphic 155">
            <a:extLst>
              <a:ext uri="{FF2B5EF4-FFF2-40B4-BE49-F238E27FC236}">
                <a16:creationId xmlns:a16="http://schemas.microsoft.com/office/drawing/2014/main" id="{BDF8985C-B564-1E0F-85C2-E24112484E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25491" y="3258904"/>
            <a:ext cx="845018" cy="845018"/>
          </a:xfrm>
          <a:prstGeom prst="rect">
            <a:avLst/>
          </a:prstGeom>
        </p:spPr>
      </p:pic>
      <p:pic>
        <p:nvPicPr>
          <p:cNvPr id="13" name="Graphic 4">
            <a:extLst>
              <a:ext uri="{FF2B5EF4-FFF2-40B4-BE49-F238E27FC236}">
                <a16:creationId xmlns:a16="http://schemas.microsoft.com/office/drawing/2014/main" id="{113E8C8E-8230-B002-664F-FDD95D453E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46611" y="3258904"/>
            <a:ext cx="898777" cy="898777"/>
          </a:xfrm>
          <a:prstGeom prst="rect">
            <a:avLst/>
          </a:prstGeom>
        </p:spPr>
      </p:pic>
      <p:pic>
        <p:nvPicPr>
          <p:cNvPr id="14" name="Graphic 157">
            <a:extLst>
              <a:ext uri="{FF2B5EF4-FFF2-40B4-BE49-F238E27FC236}">
                <a16:creationId xmlns:a16="http://schemas.microsoft.com/office/drawing/2014/main" id="{F1FCFDC2-D4A8-455D-0AF1-41EAD9AAC3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34191" y="3258904"/>
            <a:ext cx="845018" cy="845018"/>
          </a:xfrm>
          <a:prstGeom prst="rect">
            <a:avLst/>
          </a:prstGeom>
        </p:spPr>
      </p:pic>
    </p:spTree>
    <p:extLst>
      <p:ext uri="{BB962C8B-B14F-4D97-AF65-F5344CB8AC3E}">
        <p14:creationId xmlns:p14="http://schemas.microsoft.com/office/powerpoint/2010/main" val="1477559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gradFill>
          <a:gsLst>
            <a:gs pos="51000">
              <a:schemeClr val="bg1"/>
            </a:gs>
            <a:gs pos="50000">
              <a:schemeClr val="bg2"/>
            </a:gs>
            <a:gs pos="0">
              <a:schemeClr val="bg2"/>
            </a:gs>
            <a:gs pos="100000">
              <a:schemeClr val="bg1"/>
            </a:gs>
          </a:gsLst>
          <a:lin ang="5400000" scaled="1"/>
        </a:gradFill>
        <a:effectLst/>
      </p:bgPr>
    </p:bg>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7595203F-5608-4CE1-0A8E-6F6B17800417}"/>
              </a:ext>
            </a:extLst>
          </p:cNvPr>
          <p:cNvSpPr>
            <a:spLocks noGrp="1"/>
          </p:cNvSpPr>
          <p:nvPr>
            <p:ph type="sldNum" sz="quarter" idx="4"/>
          </p:nvPr>
        </p:nvSpPr>
        <p:spPr/>
        <p:txBody>
          <a:bodyPr/>
          <a:lstStyle/>
          <a:p>
            <a:pPr defTabSz="914400">
              <a:defRPr/>
            </a:pPr>
            <a:fld id="{11061685-6496-4975-B02C-C44B14DBF38E}" type="slidenum">
              <a:rPr lang="fr-FR" noProof="0" smtClean="0"/>
              <a:pPr defTabSz="914400">
                <a:defRPr/>
              </a:pPr>
              <a:t>16</a:t>
            </a:fld>
            <a:endParaRPr lang="fr-FR" noProof="0" dirty="0"/>
          </a:p>
        </p:txBody>
      </p:sp>
      <p:sp>
        <p:nvSpPr>
          <p:cNvPr id="2" name="Titre 1">
            <a:extLst>
              <a:ext uri="{FF2B5EF4-FFF2-40B4-BE49-F238E27FC236}">
                <a16:creationId xmlns:a16="http://schemas.microsoft.com/office/drawing/2014/main" id="{C4EAB6C1-D9B8-71D3-BAFD-3C68FDB116D8}"/>
              </a:ext>
            </a:extLst>
          </p:cNvPr>
          <p:cNvSpPr>
            <a:spLocks noGrp="1"/>
          </p:cNvSpPr>
          <p:nvPr>
            <p:ph type="title"/>
          </p:nvPr>
        </p:nvSpPr>
        <p:spPr/>
        <p:txBody>
          <a:bodyPr/>
          <a:lstStyle/>
          <a:p>
            <a:r>
              <a:rPr lang="fr-FR" noProof="0" dirty="0">
                <a:latin typeface="+mj-lt"/>
              </a:rPr>
              <a:t>L’ÉQUIPE PROJET</a:t>
            </a:r>
          </a:p>
        </p:txBody>
      </p:sp>
      <p:pic>
        <p:nvPicPr>
          <p:cNvPr id="78" name="Graphique 77">
            <a:extLst>
              <a:ext uri="{FF2B5EF4-FFF2-40B4-BE49-F238E27FC236}">
                <a16:creationId xmlns:a16="http://schemas.microsoft.com/office/drawing/2014/main" id="{90C3A627-2BBE-933F-C495-EB976B2902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3166" y="628026"/>
            <a:ext cx="9006801" cy="5601948"/>
          </a:xfrm>
          <a:prstGeom prst="rect">
            <a:avLst/>
          </a:prstGeom>
        </p:spPr>
      </p:pic>
    </p:spTree>
    <p:extLst>
      <p:ext uri="{BB962C8B-B14F-4D97-AF65-F5344CB8AC3E}">
        <p14:creationId xmlns:p14="http://schemas.microsoft.com/office/powerpoint/2010/main" val="95861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0ECA062-1803-7976-E2A0-A7F61BA27A2C}"/>
              </a:ext>
            </a:extLst>
          </p:cNvPr>
          <p:cNvSpPr>
            <a:spLocks noGrp="1"/>
          </p:cNvSpPr>
          <p:nvPr>
            <p:ph type="title"/>
          </p:nvPr>
        </p:nvSpPr>
        <p:spPr/>
        <p:txBody>
          <a:bodyPr/>
          <a:lstStyle/>
          <a:p>
            <a:r>
              <a:rPr lang="fr-FR" noProof="0" dirty="0"/>
              <a:t>DÉFINITION DES RÔLES</a:t>
            </a:r>
          </a:p>
        </p:txBody>
      </p:sp>
      <p:sp>
        <p:nvSpPr>
          <p:cNvPr id="3" name="Espace réservé du numéro de diapositive 2">
            <a:extLst>
              <a:ext uri="{FF2B5EF4-FFF2-40B4-BE49-F238E27FC236}">
                <a16:creationId xmlns:a16="http://schemas.microsoft.com/office/drawing/2014/main" id="{E3D0253E-5A0E-64BC-F324-2E096F43B5AA}"/>
              </a:ext>
            </a:extLst>
          </p:cNvPr>
          <p:cNvSpPr>
            <a:spLocks noGrp="1"/>
          </p:cNvSpPr>
          <p:nvPr>
            <p:ph type="sldNum" sz="quarter" idx="10"/>
          </p:nvPr>
        </p:nvSpPr>
        <p:spPr/>
        <p:txBody>
          <a:bodyPr/>
          <a:lstStyle/>
          <a:p>
            <a:pPr defTabSz="914400">
              <a:defRPr/>
            </a:pPr>
            <a:fld id="{11061685-6496-4975-B02C-C44B14DBF38E}" type="slidenum">
              <a:rPr lang="fr-FR" noProof="0" smtClean="0"/>
              <a:pPr defTabSz="914400">
                <a:defRPr/>
              </a:pPr>
              <a:t>17</a:t>
            </a:fld>
            <a:endParaRPr lang="fr-FR" noProof="0" dirty="0"/>
          </a:p>
        </p:txBody>
      </p:sp>
      <p:grpSp>
        <p:nvGrpSpPr>
          <p:cNvPr id="6" name="Group 131">
            <a:extLst>
              <a:ext uri="{FF2B5EF4-FFF2-40B4-BE49-F238E27FC236}">
                <a16:creationId xmlns:a16="http://schemas.microsoft.com/office/drawing/2014/main" id="{5FB11755-435F-1B39-BF56-9EB652EDEE42}"/>
              </a:ext>
            </a:extLst>
          </p:cNvPr>
          <p:cNvGrpSpPr/>
          <p:nvPr/>
        </p:nvGrpSpPr>
        <p:grpSpPr>
          <a:xfrm>
            <a:off x="241983" y="1801800"/>
            <a:ext cx="11708894" cy="4973921"/>
            <a:chOff x="235683" y="1740535"/>
            <a:chExt cx="11708894" cy="4752337"/>
          </a:xfrm>
        </p:grpSpPr>
        <p:sp>
          <p:nvSpPr>
            <p:cNvPr id="7" name="Rectangle: Single Corner Rounded 39">
              <a:extLst>
                <a:ext uri="{FF2B5EF4-FFF2-40B4-BE49-F238E27FC236}">
                  <a16:creationId xmlns:a16="http://schemas.microsoft.com/office/drawing/2014/main" id="{2A998228-785A-C1ED-D4C5-38D4D148FA9A}"/>
                </a:ext>
              </a:extLst>
            </p:cNvPr>
            <p:cNvSpPr/>
            <p:nvPr/>
          </p:nvSpPr>
          <p:spPr>
            <a:xfrm flipV="1">
              <a:off x="2046254" y="2264446"/>
              <a:ext cx="9876780" cy="4209951"/>
            </a:xfrm>
            <a:prstGeom prst="round1Rect">
              <a:avLst>
                <a:gd name="adj" fmla="val 6108"/>
              </a:avLst>
            </a:prstGeom>
            <a:noFill/>
            <a:ln w="25400">
              <a:gradFill>
                <a:gsLst>
                  <a:gs pos="0">
                    <a:srgbClr val="BA131A"/>
                  </a:gs>
                  <a:gs pos="100000">
                    <a:srgbClr val="714B67"/>
                  </a:gs>
                </a:gsLst>
                <a:lin ang="4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Rectangle: Top Corners Rounded 16">
              <a:extLst>
                <a:ext uri="{FF2B5EF4-FFF2-40B4-BE49-F238E27FC236}">
                  <a16:creationId xmlns:a16="http://schemas.microsoft.com/office/drawing/2014/main" id="{D5D02760-BD9B-9E45-A522-BF24F22DF60A}"/>
                </a:ext>
              </a:extLst>
            </p:cNvPr>
            <p:cNvSpPr/>
            <p:nvPr/>
          </p:nvSpPr>
          <p:spPr>
            <a:xfrm>
              <a:off x="2045587" y="1865326"/>
              <a:ext cx="9898990" cy="412605"/>
            </a:xfrm>
            <a:prstGeom prst="round2SameRect">
              <a:avLst>
                <a:gd name="adj1" fmla="val 20679"/>
                <a:gd name="adj2" fmla="val 0"/>
              </a:avLst>
            </a:prstGeom>
            <a:gradFill>
              <a:gsLst>
                <a:gs pos="0">
                  <a:srgbClr val="BA131A"/>
                </a:gs>
                <a:gs pos="100000">
                  <a:srgbClr val="714B67"/>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9" name="Rectangle: Top Corners Rounded 17">
              <a:extLst>
                <a:ext uri="{FF2B5EF4-FFF2-40B4-BE49-F238E27FC236}">
                  <a16:creationId xmlns:a16="http://schemas.microsoft.com/office/drawing/2014/main" id="{7A5DCB43-2941-C501-005D-D8C7020EC7B1}"/>
                </a:ext>
              </a:extLst>
            </p:cNvPr>
            <p:cNvSpPr/>
            <p:nvPr/>
          </p:nvSpPr>
          <p:spPr>
            <a:xfrm rot="16200000">
              <a:off x="-969291" y="3478661"/>
              <a:ext cx="4228422" cy="1800000"/>
            </a:xfrm>
            <a:prstGeom prst="round2SameRect">
              <a:avLst>
                <a:gd name="adj1" fmla="val 9917"/>
                <a:gd name="adj2" fmla="val 0"/>
              </a:avLst>
            </a:prstGeom>
            <a:gradFill>
              <a:gsLst>
                <a:gs pos="0">
                  <a:srgbClr val="BA131A"/>
                </a:gs>
                <a:gs pos="100000">
                  <a:srgbClr val="714B67"/>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0" name="Group 33">
              <a:extLst>
                <a:ext uri="{FF2B5EF4-FFF2-40B4-BE49-F238E27FC236}">
                  <a16:creationId xmlns:a16="http://schemas.microsoft.com/office/drawing/2014/main" id="{ADBD8617-1FD0-D1B2-DAC5-1147644D1E49}"/>
                </a:ext>
              </a:extLst>
            </p:cNvPr>
            <p:cNvGrpSpPr/>
            <p:nvPr/>
          </p:nvGrpSpPr>
          <p:grpSpPr>
            <a:xfrm>
              <a:off x="235683" y="3602181"/>
              <a:ext cx="11700000" cy="0"/>
              <a:chOff x="235683" y="3870036"/>
              <a:chExt cx="11700000" cy="0"/>
            </a:xfrm>
          </p:grpSpPr>
          <p:cxnSp>
            <p:nvCxnSpPr>
              <p:cNvPr id="26" name="Straight Connector 20">
                <a:extLst>
                  <a:ext uri="{FF2B5EF4-FFF2-40B4-BE49-F238E27FC236}">
                    <a16:creationId xmlns:a16="http://schemas.microsoft.com/office/drawing/2014/main" id="{6B5F8591-4177-5961-6121-3F9D94873ABA}"/>
                  </a:ext>
                </a:extLst>
              </p:cNvPr>
              <p:cNvCxnSpPr>
                <a:cxnSpLocks/>
              </p:cNvCxnSpPr>
              <p:nvPr/>
            </p:nvCxnSpPr>
            <p:spPr>
              <a:xfrm>
                <a:off x="235683" y="3870036"/>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31">
                <a:extLst>
                  <a:ext uri="{FF2B5EF4-FFF2-40B4-BE49-F238E27FC236}">
                    <a16:creationId xmlns:a16="http://schemas.microsoft.com/office/drawing/2014/main" id="{2B5F28A9-76A2-FD14-490D-2C51B5AA44A8}"/>
                  </a:ext>
                </a:extLst>
              </p:cNvPr>
              <p:cNvCxnSpPr>
                <a:cxnSpLocks/>
              </p:cNvCxnSpPr>
              <p:nvPr/>
            </p:nvCxnSpPr>
            <p:spPr>
              <a:xfrm>
                <a:off x="2035683" y="3870036"/>
                <a:ext cx="9900000" cy="0"/>
              </a:xfrm>
              <a:prstGeom prst="line">
                <a:avLst/>
              </a:prstGeom>
              <a:ln w="25400">
                <a:gradFill>
                  <a:gsLst>
                    <a:gs pos="0">
                      <a:srgbClr val="714B67"/>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1" name="Group 34">
              <a:extLst>
                <a:ext uri="{FF2B5EF4-FFF2-40B4-BE49-F238E27FC236}">
                  <a16:creationId xmlns:a16="http://schemas.microsoft.com/office/drawing/2014/main" id="{2B501693-529C-6851-D39D-BD11135B48AA}"/>
                </a:ext>
              </a:extLst>
            </p:cNvPr>
            <p:cNvGrpSpPr/>
            <p:nvPr/>
          </p:nvGrpSpPr>
          <p:grpSpPr>
            <a:xfrm>
              <a:off x="235683" y="4068618"/>
              <a:ext cx="11690763" cy="0"/>
              <a:chOff x="244920" y="4548909"/>
              <a:chExt cx="11690763" cy="0"/>
            </a:xfrm>
          </p:grpSpPr>
          <p:cxnSp>
            <p:nvCxnSpPr>
              <p:cNvPr id="24" name="Straight Connector 22">
                <a:extLst>
                  <a:ext uri="{FF2B5EF4-FFF2-40B4-BE49-F238E27FC236}">
                    <a16:creationId xmlns:a16="http://schemas.microsoft.com/office/drawing/2014/main" id="{9486C7DA-54A3-5BC1-E116-4E9A4FC48344}"/>
                  </a:ext>
                </a:extLst>
              </p:cNvPr>
              <p:cNvCxnSpPr>
                <a:cxnSpLocks/>
              </p:cNvCxnSpPr>
              <p:nvPr/>
            </p:nvCxnSpPr>
            <p:spPr>
              <a:xfrm>
                <a:off x="244920" y="4548909"/>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32">
                <a:extLst>
                  <a:ext uri="{FF2B5EF4-FFF2-40B4-BE49-F238E27FC236}">
                    <a16:creationId xmlns:a16="http://schemas.microsoft.com/office/drawing/2014/main" id="{514904B4-1BD5-15CB-D775-DD0C14DFE63F}"/>
                  </a:ext>
                </a:extLst>
              </p:cNvPr>
              <p:cNvCxnSpPr>
                <a:cxnSpLocks/>
              </p:cNvCxnSpPr>
              <p:nvPr/>
            </p:nvCxnSpPr>
            <p:spPr>
              <a:xfrm>
                <a:off x="2035683" y="4548909"/>
                <a:ext cx="9900000" cy="0"/>
              </a:xfrm>
              <a:prstGeom prst="line">
                <a:avLst/>
              </a:prstGeom>
              <a:ln w="25400">
                <a:gradFill>
                  <a:gsLst>
                    <a:gs pos="0">
                      <a:srgbClr val="714B67"/>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2" name="Group 130">
              <a:extLst>
                <a:ext uri="{FF2B5EF4-FFF2-40B4-BE49-F238E27FC236}">
                  <a16:creationId xmlns:a16="http://schemas.microsoft.com/office/drawing/2014/main" id="{536E94CB-8A9E-7EF8-13AC-15D77D79A637}"/>
                </a:ext>
              </a:extLst>
            </p:cNvPr>
            <p:cNvGrpSpPr/>
            <p:nvPr/>
          </p:nvGrpSpPr>
          <p:grpSpPr>
            <a:xfrm>
              <a:off x="3888510" y="1740535"/>
              <a:ext cx="0" cy="4733863"/>
              <a:chOff x="3888510" y="1740535"/>
              <a:chExt cx="0" cy="4733863"/>
            </a:xfrm>
          </p:grpSpPr>
          <p:cxnSp>
            <p:nvCxnSpPr>
              <p:cNvPr id="22" name="Straight Connector 24">
                <a:extLst>
                  <a:ext uri="{FF2B5EF4-FFF2-40B4-BE49-F238E27FC236}">
                    <a16:creationId xmlns:a16="http://schemas.microsoft.com/office/drawing/2014/main" id="{6F89EC30-F9A2-DA1A-AA0D-5B5FB5BF0089}"/>
                  </a:ext>
                </a:extLst>
              </p:cNvPr>
              <p:cNvCxnSpPr>
                <a:cxnSpLocks/>
              </p:cNvCxnSpPr>
              <p:nvPr/>
            </p:nvCxnSpPr>
            <p:spPr>
              <a:xfrm>
                <a:off x="3888510"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41">
                <a:extLst>
                  <a:ext uri="{FF2B5EF4-FFF2-40B4-BE49-F238E27FC236}">
                    <a16:creationId xmlns:a16="http://schemas.microsoft.com/office/drawing/2014/main" id="{21C7B5AF-D83F-F84D-1E58-FAB34D8304C0}"/>
                  </a:ext>
                </a:extLst>
              </p:cNvPr>
              <p:cNvCxnSpPr>
                <a:cxnSpLocks/>
              </p:cNvCxnSpPr>
              <p:nvPr/>
            </p:nvCxnSpPr>
            <p:spPr>
              <a:xfrm>
                <a:off x="3888510"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3" name="Group 129">
              <a:extLst>
                <a:ext uri="{FF2B5EF4-FFF2-40B4-BE49-F238E27FC236}">
                  <a16:creationId xmlns:a16="http://schemas.microsoft.com/office/drawing/2014/main" id="{9960C587-9A50-71D1-75E8-476AA076559C}"/>
                </a:ext>
              </a:extLst>
            </p:cNvPr>
            <p:cNvGrpSpPr/>
            <p:nvPr/>
          </p:nvGrpSpPr>
          <p:grpSpPr>
            <a:xfrm>
              <a:off x="5938131" y="1740535"/>
              <a:ext cx="0" cy="4733863"/>
              <a:chOff x="5938131" y="1740535"/>
              <a:chExt cx="0" cy="4733863"/>
            </a:xfrm>
          </p:grpSpPr>
          <p:cxnSp>
            <p:nvCxnSpPr>
              <p:cNvPr id="20" name="Straight Connector 25">
                <a:extLst>
                  <a:ext uri="{FF2B5EF4-FFF2-40B4-BE49-F238E27FC236}">
                    <a16:creationId xmlns:a16="http://schemas.microsoft.com/office/drawing/2014/main" id="{635E5082-2952-2FFC-4971-33C8334BB549}"/>
                  </a:ext>
                </a:extLst>
              </p:cNvPr>
              <p:cNvCxnSpPr>
                <a:cxnSpLocks/>
              </p:cNvCxnSpPr>
              <p:nvPr/>
            </p:nvCxnSpPr>
            <p:spPr>
              <a:xfrm>
                <a:off x="5938131"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44">
                <a:extLst>
                  <a:ext uri="{FF2B5EF4-FFF2-40B4-BE49-F238E27FC236}">
                    <a16:creationId xmlns:a16="http://schemas.microsoft.com/office/drawing/2014/main" id="{0614BADA-6DFE-3F1A-3122-7C9F63EAA9C5}"/>
                  </a:ext>
                </a:extLst>
              </p:cNvPr>
              <p:cNvCxnSpPr>
                <a:cxnSpLocks/>
              </p:cNvCxnSpPr>
              <p:nvPr/>
            </p:nvCxnSpPr>
            <p:spPr>
              <a:xfrm>
                <a:off x="5938131"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4" name="Group 128">
              <a:extLst>
                <a:ext uri="{FF2B5EF4-FFF2-40B4-BE49-F238E27FC236}">
                  <a16:creationId xmlns:a16="http://schemas.microsoft.com/office/drawing/2014/main" id="{FAD1C23F-35F8-EF3E-6FDF-59E1B13A033A}"/>
                </a:ext>
              </a:extLst>
            </p:cNvPr>
            <p:cNvGrpSpPr/>
            <p:nvPr/>
          </p:nvGrpSpPr>
          <p:grpSpPr>
            <a:xfrm>
              <a:off x="7989635" y="1740535"/>
              <a:ext cx="0" cy="4733863"/>
              <a:chOff x="7989635" y="1740535"/>
              <a:chExt cx="0" cy="4733863"/>
            </a:xfrm>
          </p:grpSpPr>
          <p:cxnSp>
            <p:nvCxnSpPr>
              <p:cNvPr id="18" name="Straight Connector 26">
                <a:extLst>
                  <a:ext uri="{FF2B5EF4-FFF2-40B4-BE49-F238E27FC236}">
                    <a16:creationId xmlns:a16="http://schemas.microsoft.com/office/drawing/2014/main" id="{D7953742-D7D9-9E24-1B19-9D10B29E9768}"/>
                  </a:ext>
                </a:extLst>
              </p:cNvPr>
              <p:cNvCxnSpPr>
                <a:cxnSpLocks/>
              </p:cNvCxnSpPr>
              <p:nvPr/>
            </p:nvCxnSpPr>
            <p:spPr>
              <a:xfrm>
                <a:off x="7989635"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45">
                <a:extLst>
                  <a:ext uri="{FF2B5EF4-FFF2-40B4-BE49-F238E27FC236}">
                    <a16:creationId xmlns:a16="http://schemas.microsoft.com/office/drawing/2014/main" id="{CDCAA906-DC08-1FA6-C70F-2274FA619F71}"/>
                  </a:ext>
                </a:extLst>
              </p:cNvPr>
              <p:cNvCxnSpPr>
                <a:cxnSpLocks/>
              </p:cNvCxnSpPr>
              <p:nvPr/>
            </p:nvCxnSpPr>
            <p:spPr>
              <a:xfrm>
                <a:off x="7989635"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5" name="Group 127">
              <a:extLst>
                <a:ext uri="{FF2B5EF4-FFF2-40B4-BE49-F238E27FC236}">
                  <a16:creationId xmlns:a16="http://schemas.microsoft.com/office/drawing/2014/main" id="{CDDD269F-F86E-4C22-690A-2A08D7B6CF60}"/>
                </a:ext>
              </a:extLst>
            </p:cNvPr>
            <p:cNvGrpSpPr/>
            <p:nvPr/>
          </p:nvGrpSpPr>
          <p:grpSpPr>
            <a:xfrm>
              <a:off x="10037373" y="1740535"/>
              <a:ext cx="0" cy="4733863"/>
              <a:chOff x="10037373" y="1740535"/>
              <a:chExt cx="0" cy="4733863"/>
            </a:xfrm>
          </p:grpSpPr>
          <p:cxnSp>
            <p:nvCxnSpPr>
              <p:cNvPr id="16" name="Straight Connector 27">
                <a:extLst>
                  <a:ext uri="{FF2B5EF4-FFF2-40B4-BE49-F238E27FC236}">
                    <a16:creationId xmlns:a16="http://schemas.microsoft.com/office/drawing/2014/main" id="{EBE7E06C-AA84-E8CD-6388-7C35F2457D3E}"/>
                  </a:ext>
                </a:extLst>
              </p:cNvPr>
              <p:cNvCxnSpPr>
                <a:cxnSpLocks/>
              </p:cNvCxnSpPr>
              <p:nvPr/>
            </p:nvCxnSpPr>
            <p:spPr>
              <a:xfrm>
                <a:off x="10037373"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46">
                <a:extLst>
                  <a:ext uri="{FF2B5EF4-FFF2-40B4-BE49-F238E27FC236}">
                    <a16:creationId xmlns:a16="http://schemas.microsoft.com/office/drawing/2014/main" id="{FC8E956A-768E-1937-FC14-1D0CA5819DEC}"/>
                  </a:ext>
                </a:extLst>
              </p:cNvPr>
              <p:cNvCxnSpPr>
                <a:cxnSpLocks/>
              </p:cNvCxnSpPr>
              <p:nvPr/>
            </p:nvCxnSpPr>
            <p:spPr>
              <a:xfrm>
                <a:off x="10037373"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28" name="TextBox 51">
            <a:extLst>
              <a:ext uri="{FF2B5EF4-FFF2-40B4-BE49-F238E27FC236}">
                <a16:creationId xmlns:a16="http://schemas.microsoft.com/office/drawing/2014/main" id="{64FBED34-F024-9913-B467-C1B5EF452F09}"/>
              </a:ext>
            </a:extLst>
          </p:cNvPr>
          <p:cNvSpPr txBox="1"/>
          <p:nvPr/>
        </p:nvSpPr>
        <p:spPr>
          <a:xfrm>
            <a:off x="268966" y="2803598"/>
            <a:ext cx="1733535" cy="387068"/>
          </a:xfrm>
          <a:prstGeom prst="rect">
            <a:avLst/>
          </a:prstGeom>
        </p:spPr>
        <p:txBody>
          <a:bodyPr vert="horz" wrap="none" lIns="91440" tIns="45720" rIns="91440" bIns="45720" rtlCol="0" anchor="ctr">
            <a:normAutofit/>
          </a:bodyPr>
          <a:lstStyle/>
          <a:p>
            <a:pPr algn="l"/>
            <a:endParaRPr lang="fr-FR" noProof="0" dirty="0"/>
          </a:p>
        </p:txBody>
      </p:sp>
      <p:sp>
        <p:nvSpPr>
          <p:cNvPr id="29" name="TextBox 53">
            <a:extLst>
              <a:ext uri="{FF2B5EF4-FFF2-40B4-BE49-F238E27FC236}">
                <a16:creationId xmlns:a16="http://schemas.microsoft.com/office/drawing/2014/main" id="{74EC9DFD-8593-45CF-928F-5AD928E099EC}"/>
              </a:ext>
            </a:extLst>
          </p:cNvPr>
          <p:cNvSpPr txBox="1"/>
          <p:nvPr/>
        </p:nvSpPr>
        <p:spPr>
          <a:xfrm>
            <a:off x="236052" y="2946158"/>
            <a:ext cx="1807592" cy="487619"/>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Phase d’analyse</a:t>
            </a:r>
          </a:p>
        </p:txBody>
      </p:sp>
      <p:sp>
        <p:nvSpPr>
          <p:cNvPr id="30" name="TextBox 54">
            <a:extLst>
              <a:ext uri="{FF2B5EF4-FFF2-40B4-BE49-F238E27FC236}">
                <a16:creationId xmlns:a16="http://schemas.microsoft.com/office/drawing/2014/main" id="{FEFCDB6E-FE82-D464-315E-91DA19673FB6}"/>
              </a:ext>
            </a:extLst>
          </p:cNvPr>
          <p:cNvSpPr txBox="1"/>
          <p:nvPr/>
        </p:nvSpPr>
        <p:spPr>
          <a:xfrm>
            <a:off x="223376" y="3772629"/>
            <a:ext cx="1807592" cy="487619"/>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Phase de lancement</a:t>
            </a:r>
          </a:p>
        </p:txBody>
      </p:sp>
      <p:sp>
        <p:nvSpPr>
          <p:cNvPr id="31" name="TextBox 57">
            <a:extLst>
              <a:ext uri="{FF2B5EF4-FFF2-40B4-BE49-F238E27FC236}">
                <a16:creationId xmlns:a16="http://schemas.microsoft.com/office/drawing/2014/main" id="{9A53E0E0-0417-31A5-EC9F-B545BF1AA51A}"/>
              </a:ext>
            </a:extLst>
          </p:cNvPr>
          <p:cNvSpPr txBox="1"/>
          <p:nvPr/>
        </p:nvSpPr>
        <p:spPr>
          <a:xfrm>
            <a:off x="241123" y="4830717"/>
            <a:ext cx="1807592" cy="819602"/>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Phase</a:t>
            </a:r>
          </a:p>
          <a:p>
            <a:pPr algn="ctr"/>
            <a:r>
              <a:rPr lang="fr-FR" sz="1500" noProof="0" dirty="0">
                <a:solidFill>
                  <a:schemeClr val="bg1"/>
                </a:solidFill>
                <a:latin typeface="+mj-lt"/>
              </a:rPr>
              <a:t>d’</a:t>
            </a:r>
            <a:r>
              <a:rPr lang="fr-FR" sz="1500" noProof="0" dirty="0" err="1">
                <a:solidFill>
                  <a:schemeClr val="bg1"/>
                </a:solidFill>
                <a:latin typeface="+mj-lt"/>
              </a:rPr>
              <a:t>implementation</a:t>
            </a:r>
            <a:endParaRPr lang="fr-FR" sz="1500" noProof="0" dirty="0">
              <a:solidFill>
                <a:schemeClr val="bg1"/>
              </a:solidFill>
              <a:latin typeface="+mj-lt"/>
            </a:endParaRPr>
          </a:p>
        </p:txBody>
      </p:sp>
      <p:sp>
        <p:nvSpPr>
          <p:cNvPr id="32" name="TextBox 58">
            <a:extLst>
              <a:ext uri="{FF2B5EF4-FFF2-40B4-BE49-F238E27FC236}">
                <a16:creationId xmlns:a16="http://schemas.microsoft.com/office/drawing/2014/main" id="{5A3F7CEA-09CF-B407-F105-0A94557A9699}"/>
              </a:ext>
            </a:extLst>
          </p:cNvPr>
          <p:cNvSpPr txBox="1"/>
          <p:nvPr/>
        </p:nvSpPr>
        <p:spPr>
          <a:xfrm>
            <a:off x="2070180" y="1949116"/>
            <a:ext cx="1807592" cy="388803"/>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Chef de projet</a:t>
            </a:r>
          </a:p>
        </p:txBody>
      </p:sp>
      <p:sp>
        <p:nvSpPr>
          <p:cNvPr id="33" name="TextBox 59">
            <a:extLst>
              <a:ext uri="{FF2B5EF4-FFF2-40B4-BE49-F238E27FC236}">
                <a16:creationId xmlns:a16="http://schemas.microsoft.com/office/drawing/2014/main" id="{55BF1076-D8A9-795B-D2D3-6A6361C01AE4}"/>
              </a:ext>
            </a:extLst>
          </p:cNvPr>
          <p:cNvSpPr txBox="1"/>
          <p:nvPr/>
        </p:nvSpPr>
        <p:spPr>
          <a:xfrm>
            <a:off x="4027425" y="1949116"/>
            <a:ext cx="1807592" cy="388803"/>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Analyste d'affaires</a:t>
            </a:r>
          </a:p>
        </p:txBody>
      </p:sp>
      <p:sp>
        <p:nvSpPr>
          <p:cNvPr id="34" name="TextBox 60">
            <a:extLst>
              <a:ext uri="{FF2B5EF4-FFF2-40B4-BE49-F238E27FC236}">
                <a16:creationId xmlns:a16="http://schemas.microsoft.com/office/drawing/2014/main" id="{2B90F0D7-7C1C-3ECC-F5EB-87C82E77CD88}"/>
              </a:ext>
            </a:extLst>
          </p:cNvPr>
          <p:cNvSpPr txBox="1"/>
          <p:nvPr/>
        </p:nvSpPr>
        <p:spPr>
          <a:xfrm>
            <a:off x="6075162" y="1949116"/>
            <a:ext cx="1807592" cy="388803"/>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Configurateur</a:t>
            </a:r>
          </a:p>
        </p:txBody>
      </p:sp>
      <p:sp>
        <p:nvSpPr>
          <p:cNvPr id="35" name="TextBox 61">
            <a:extLst>
              <a:ext uri="{FF2B5EF4-FFF2-40B4-BE49-F238E27FC236}">
                <a16:creationId xmlns:a16="http://schemas.microsoft.com/office/drawing/2014/main" id="{DE62E9DA-5A6E-39FD-D45B-58F48D31BDCF}"/>
              </a:ext>
            </a:extLst>
          </p:cNvPr>
          <p:cNvSpPr txBox="1"/>
          <p:nvPr/>
        </p:nvSpPr>
        <p:spPr>
          <a:xfrm>
            <a:off x="8130539" y="1949116"/>
            <a:ext cx="1807592" cy="388803"/>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Développeur</a:t>
            </a:r>
          </a:p>
        </p:txBody>
      </p:sp>
      <p:sp>
        <p:nvSpPr>
          <p:cNvPr id="36" name="TextBox 63">
            <a:extLst>
              <a:ext uri="{FF2B5EF4-FFF2-40B4-BE49-F238E27FC236}">
                <a16:creationId xmlns:a16="http://schemas.microsoft.com/office/drawing/2014/main" id="{3C275B32-2CA8-2B1F-8F65-77E1896E6C9A}"/>
              </a:ext>
            </a:extLst>
          </p:cNvPr>
          <p:cNvSpPr txBox="1"/>
          <p:nvPr/>
        </p:nvSpPr>
        <p:spPr>
          <a:xfrm>
            <a:off x="10107855" y="1949116"/>
            <a:ext cx="1807592" cy="388803"/>
          </a:xfrm>
          <a:prstGeom prst="rect">
            <a:avLst/>
          </a:prstGeom>
        </p:spPr>
        <p:txBody>
          <a:bodyPr vert="horz" wrap="none" lIns="91440" tIns="45720" rIns="91440" bIns="45720" rtlCol="0" anchor="ctr">
            <a:normAutofit/>
          </a:bodyPr>
          <a:lstStyle/>
          <a:p>
            <a:pPr algn="ctr"/>
            <a:r>
              <a:rPr lang="fr-FR" sz="1500" noProof="0" dirty="0">
                <a:solidFill>
                  <a:schemeClr val="bg1"/>
                </a:solidFill>
                <a:latin typeface="+mj-lt"/>
              </a:rPr>
              <a:t>Architecte</a:t>
            </a:r>
          </a:p>
        </p:txBody>
      </p:sp>
      <p:sp>
        <p:nvSpPr>
          <p:cNvPr id="37" name="TextBox 65">
            <a:extLst>
              <a:ext uri="{FF2B5EF4-FFF2-40B4-BE49-F238E27FC236}">
                <a16:creationId xmlns:a16="http://schemas.microsoft.com/office/drawing/2014/main" id="{B088B5FA-D37E-7CC3-654B-BC3343595E0E}"/>
              </a:ext>
            </a:extLst>
          </p:cNvPr>
          <p:cNvSpPr txBox="1"/>
          <p:nvPr/>
        </p:nvSpPr>
        <p:spPr>
          <a:xfrm>
            <a:off x="2102755" y="2370283"/>
            <a:ext cx="1765401" cy="144905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00" noProof="0" dirty="0">
                <a:solidFill>
                  <a:srgbClr val="223843"/>
                </a:solidFill>
                <a:latin typeface="+mj-lt"/>
              </a:rPr>
              <a:t>Initiation et coordination</a:t>
            </a:r>
          </a:p>
          <a:p>
            <a:pPr marL="171450" indent="-171450">
              <a:lnSpc>
                <a:spcPct val="150000"/>
              </a:lnSpc>
              <a:buFont typeface="Arial" panose="020B0604020202020204" pitchFamily="34" charset="0"/>
              <a:buChar char="•"/>
            </a:pPr>
            <a:r>
              <a:rPr lang="fr-FR" sz="1000" noProof="0" dirty="0">
                <a:solidFill>
                  <a:srgbClr val="223843"/>
                </a:solidFill>
                <a:latin typeface="+mj-lt"/>
              </a:rPr>
              <a:t>Documentation et communication</a:t>
            </a:r>
          </a:p>
          <a:p>
            <a:pPr marL="171450" indent="-171450">
              <a:lnSpc>
                <a:spcPct val="150000"/>
              </a:lnSpc>
              <a:buFont typeface="Arial" panose="020B0604020202020204" pitchFamily="34" charset="0"/>
              <a:buChar char="•"/>
            </a:pPr>
            <a:r>
              <a:rPr lang="fr-FR" sz="1000" noProof="0" dirty="0">
                <a:solidFill>
                  <a:srgbClr val="223843"/>
                </a:solidFill>
                <a:latin typeface="+mj-lt"/>
              </a:rPr>
              <a:t>Planification et estimation</a:t>
            </a:r>
          </a:p>
        </p:txBody>
      </p:sp>
      <p:sp>
        <p:nvSpPr>
          <p:cNvPr id="38" name="TextBox 67">
            <a:extLst>
              <a:ext uri="{FF2B5EF4-FFF2-40B4-BE49-F238E27FC236}">
                <a16:creationId xmlns:a16="http://schemas.microsoft.com/office/drawing/2014/main" id="{9FB6BF71-383B-14BD-129A-5DF7DEAA030C}"/>
              </a:ext>
            </a:extLst>
          </p:cNvPr>
          <p:cNvSpPr txBox="1"/>
          <p:nvPr/>
        </p:nvSpPr>
        <p:spPr>
          <a:xfrm>
            <a:off x="2101897" y="3711680"/>
            <a:ext cx="1743801" cy="577081"/>
          </a:xfrm>
          <a:prstGeom prst="rect">
            <a:avLst/>
          </a:prstGeom>
          <a:noFill/>
        </p:spPr>
        <p:txBody>
          <a:bodyPr wrap="square">
            <a:spAutoFit/>
          </a:bodyPr>
          <a:lstStyle/>
          <a:p>
            <a:pPr marL="171450" indent="-171450">
              <a:buFont typeface="Arial" panose="020B0604020202020204" pitchFamily="34" charset="0"/>
              <a:buChar char="•"/>
            </a:pPr>
            <a:r>
              <a:rPr lang="fr-FR" sz="1050" i="0" noProof="0" dirty="0">
                <a:solidFill>
                  <a:srgbClr val="223843"/>
                </a:solidFill>
                <a:effectLst/>
                <a:latin typeface="+mj-lt"/>
              </a:rPr>
              <a:t>Planification et coordination des tâches</a:t>
            </a:r>
          </a:p>
        </p:txBody>
      </p:sp>
      <p:sp>
        <p:nvSpPr>
          <p:cNvPr id="39" name="TextBox 68">
            <a:extLst>
              <a:ext uri="{FF2B5EF4-FFF2-40B4-BE49-F238E27FC236}">
                <a16:creationId xmlns:a16="http://schemas.microsoft.com/office/drawing/2014/main" id="{77773CCA-CD93-430C-C444-D3DFF0EF94F5}"/>
              </a:ext>
            </a:extLst>
          </p:cNvPr>
          <p:cNvSpPr txBox="1"/>
          <p:nvPr/>
        </p:nvSpPr>
        <p:spPr>
          <a:xfrm>
            <a:off x="2146715" y="4177057"/>
            <a:ext cx="1750845" cy="2240742"/>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noProof="0" dirty="0">
                <a:solidFill>
                  <a:srgbClr val="223843"/>
                </a:solidFill>
                <a:effectLst/>
                <a:latin typeface="+mj-lt"/>
              </a:rPr>
              <a:t>Surveillance et réunions de projet</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Gestion des délais</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Réunions et validation</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Support et communication</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Tests et rapports</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Implication dans le comité de pilotage</a:t>
            </a:r>
          </a:p>
        </p:txBody>
      </p:sp>
      <p:sp>
        <p:nvSpPr>
          <p:cNvPr id="40" name="TextBox 118">
            <a:extLst>
              <a:ext uri="{FF2B5EF4-FFF2-40B4-BE49-F238E27FC236}">
                <a16:creationId xmlns:a16="http://schemas.microsoft.com/office/drawing/2014/main" id="{400C9838-ECB1-9F7E-E4B6-8A4B1917DB3B}"/>
              </a:ext>
            </a:extLst>
          </p:cNvPr>
          <p:cNvSpPr txBox="1"/>
          <p:nvPr/>
        </p:nvSpPr>
        <p:spPr>
          <a:xfrm>
            <a:off x="3981304" y="2370283"/>
            <a:ext cx="1927423" cy="127458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noProof="0" dirty="0">
                <a:solidFill>
                  <a:srgbClr val="223843"/>
                </a:solidFill>
                <a:latin typeface="+mj-lt"/>
              </a:rPr>
              <a:t>Découverte et analyse</a:t>
            </a:r>
          </a:p>
          <a:p>
            <a:pPr marL="171450" indent="-171450">
              <a:lnSpc>
                <a:spcPct val="150000"/>
              </a:lnSpc>
              <a:buFont typeface="Arial" panose="020B0604020202020204" pitchFamily="34" charset="0"/>
              <a:buChar char="•"/>
            </a:pPr>
            <a:r>
              <a:rPr lang="fr-FR" sz="1050" noProof="0" dirty="0">
                <a:solidFill>
                  <a:srgbClr val="223843"/>
                </a:solidFill>
                <a:latin typeface="+mj-lt"/>
              </a:rPr>
              <a:t>Architecture fonctionnelle</a:t>
            </a:r>
          </a:p>
          <a:p>
            <a:pPr marL="171450" indent="-171450">
              <a:lnSpc>
                <a:spcPct val="150000"/>
              </a:lnSpc>
              <a:buFont typeface="Arial" panose="020B0604020202020204" pitchFamily="34" charset="0"/>
              <a:buChar char="•"/>
            </a:pPr>
            <a:r>
              <a:rPr lang="fr-FR" sz="1050" noProof="0" dirty="0">
                <a:solidFill>
                  <a:srgbClr val="223843"/>
                </a:solidFill>
                <a:latin typeface="+mj-lt"/>
              </a:rPr>
              <a:t>Communication et planification</a:t>
            </a:r>
          </a:p>
        </p:txBody>
      </p:sp>
      <p:sp>
        <p:nvSpPr>
          <p:cNvPr id="41" name="TextBox 119">
            <a:extLst>
              <a:ext uri="{FF2B5EF4-FFF2-40B4-BE49-F238E27FC236}">
                <a16:creationId xmlns:a16="http://schemas.microsoft.com/office/drawing/2014/main" id="{66828F41-6DB0-1E6D-AC3D-FACD83932196}"/>
              </a:ext>
            </a:extLst>
          </p:cNvPr>
          <p:cNvSpPr txBox="1"/>
          <p:nvPr/>
        </p:nvSpPr>
        <p:spPr>
          <a:xfrm>
            <a:off x="4031698" y="3711680"/>
            <a:ext cx="1893784" cy="415498"/>
          </a:xfrm>
          <a:prstGeom prst="rect">
            <a:avLst/>
          </a:prstGeom>
          <a:noFill/>
        </p:spPr>
        <p:txBody>
          <a:bodyPr wrap="square">
            <a:spAutoFit/>
          </a:bodyPr>
          <a:lstStyle/>
          <a:p>
            <a:pPr marL="171450" indent="-171450">
              <a:buFont typeface="Arial" panose="020B0604020202020204" pitchFamily="34" charset="0"/>
              <a:buChar char="•"/>
            </a:pPr>
            <a:r>
              <a:rPr lang="fr-FR" sz="1050" i="0" noProof="0" dirty="0">
                <a:solidFill>
                  <a:srgbClr val="223843"/>
                </a:solidFill>
                <a:effectLst/>
                <a:latin typeface="+mj-lt"/>
              </a:rPr>
              <a:t>Description des tâches et délégation</a:t>
            </a:r>
          </a:p>
        </p:txBody>
      </p:sp>
      <p:sp>
        <p:nvSpPr>
          <p:cNvPr id="42" name="TextBox 120">
            <a:extLst>
              <a:ext uri="{FF2B5EF4-FFF2-40B4-BE49-F238E27FC236}">
                <a16:creationId xmlns:a16="http://schemas.microsoft.com/office/drawing/2014/main" id="{6171AF88-94A6-31F5-A858-A6E2F1D8C245}"/>
              </a:ext>
            </a:extLst>
          </p:cNvPr>
          <p:cNvSpPr txBox="1"/>
          <p:nvPr/>
        </p:nvSpPr>
        <p:spPr>
          <a:xfrm>
            <a:off x="3981303" y="4177057"/>
            <a:ext cx="2044325" cy="175599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noProof="0" dirty="0">
                <a:solidFill>
                  <a:srgbClr val="223843"/>
                </a:solidFill>
                <a:effectLst/>
                <a:latin typeface="+mj-lt"/>
              </a:rPr>
              <a:t>Spécification et développement</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Test et validation</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Réunions et communication</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Gestion des retours</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Formation et support</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Plan de test</a:t>
            </a:r>
          </a:p>
        </p:txBody>
      </p:sp>
      <p:sp>
        <p:nvSpPr>
          <p:cNvPr id="43" name="TextBox 121">
            <a:extLst>
              <a:ext uri="{FF2B5EF4-FFF2-40B4-BE49-F238E27FC236}">
                <a16:creationId xmlns:a16="http://schemas.microsoft.com/office/drawing/2014/main" id="{90023310-EE00-1512-7631-8F80C75A3AEB}"/>
              </a:ext>
            </a:extLst>
          </p:cNvPr>
          <p:cNvSpPr txBox="1"/>
          <p:nvPr/>
        </p:nvSpPr>
        <p:spPr>
          <a:xfrm>
            <a:off x="6029041" y="2370283"/>
            <a:ext cx="192742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noProof="0" dirty="0">
                <a:solidFill>
                  <a:srgbClr val="223843"/>
                </a:solidFill>
                <a:latin typeface="+mj-lt"/>
              </a:rPr>
              <a:t>Support à l'initiation</a:t>
            </a:r>
          </a:p>
          <a:p>
            <a:pPr marL="171450" indent="-171450">
              <a:lnSpc>
                <a:spcPct val="150000"/>
              </a:lnSpc>
              <a:buFont typeface="Arial" panose="020B0604020202020204" pitchFamily="34" charset="0"/>
              <a:buChar char="•"/>
            </a:pPr>
            <a:r>
              <a:rPr lang="fr-FR" sz="1050" noProof="0" dirty="0">
                <a:solidFill>
                  <a:srgbClr val="223843"/>
                </a:solidFill>
                <a:latin typeface="+mj-lt"/>
              </a:rPr>
              <a:t>Collaboration sur l'emploi du temps</a:t>
            </a:r>
          </a:p>
        </p:txBody>
      </p:sp>
      <p:sp>
        <p:nvSpPr>
          <p:cNvPr id="44" name="TextBox 122">
            <a:extLst>
              <a:ext uri="{FF2B5EF4-FFF2-40B4-BE49-F238E27FC236}">
                <a16:creationId xmlns:a16="http://schemas.microsoft.com/office/drawing/2014/main" id="{6C5C980C-A5E2-D09E-1C6E-278E610A183B}"/>
              </a:ext>
            </a:extLst>
          </p:cNvPr>
          <p:cNvSpPr txBox="1"/>
          <p:nvPr/>
        </p:nvSpPr>
        <p:spPr>
          <a:xfrm>
            <a:off x="8076778" y="2370283"/>
            <a:ext cx="182144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noProof="0" dirty="0">
                <a:solidFill>
                  <a:srgbClr val="223843"/>
                </a:solidFill>
                <a:latin typeface="+mj-lt"/>
              </a:rPr>
              <a:t>Estimation des tâches</a:t>
            </a:r>
          </a:p>
          <a:p>
            <a:pPr marL="171450" indent="-171450">
              <a:lnSpc>
                <a:spcPct val="150000"/>
              </a:lnSpc>
              <a:buFont typeface="Arial" panose="020B0604020202020204" pitchFamily="34" charset="0"/>
              <a:buChar char="•"/>
            </a:pPr>
            <a:r>
              <a:rPr lang="fr-FR" sz="1050" noProof="0" dirty="0">
                <a:solidFill>
                  <a:srgbClr val="223843"/>
                </a:solidFill>
                <a:latin typeface="+mj-lt"/>
              </a:rPr>
              <a:t>Assistance dans la planification du projet</a:t>
            </a:r>
          </a:p>
        </p:txBody>
      </p:sp>
      <p:sp>
        <p:nvSpPr>
          <p:cNvPr id="45" name="TextBox 123">
            <a:extLst>
              <a:ext uri="{FF2B5EF4-FFF2-40B4-BE49-F238E27FC236}">
                <a16:creationId xmlns:a16="http://schemas.microsoft.com/office/drawing/2014/main" id="{F3A4D539-4225-A0A7-9F2C-845464F93325}"/>
              </a:ext>
            </a:extLst>
          </p:cNvPr>
          <p:cNvSpPr txBox="1"/>
          <p:nvPr/>
        </p:nvSpPr>
        <p:spPr>
          <a:xfrm>
            <a:off x="10058917" y="2370283"/>
            <a:ext cx="1821441"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noProof="0" dirty="0">
                <a:solidFill>
                  <a:srgbClr val="223843"/>
                </a:solidFill>
                <a:latin typeface="+mj-lt"/>
              </a:rPr>
              <a:t>Conception de solution technique</a:t>
            </a:r>
          </a:p>
          <a:p>
            <a:pPr marL="171450" indent="-171450">
              <a:lnSpc>
                <a:spcPct val="150000"/>
              </a:lnSpc>
              <a:buFont typeface="Arial" panose="020B0604020202020204" pitchFamily="34" charset="0"/>
              <a:buChar char="•"/>
            </a:pPr>
            <a:r>
              <a:rPr lang="fr-FR" sz="1050" noProof="0" dirty="0">
                <a:solidFill>
                  <a:srgbClr val="223843"/>
                </a:solidFill>
                <a:latin typeface="+mj-lt"/>
              </a:rPr>
              <a:t>Évaluation des tâches</a:t>
            </a:r>
          </a:p>
          <a:p>
            <a:pPr marL="171450" indent="-171450">
              <a:lnSpc>
                <a:spcPct val="150000"/>
              </a:lnSpc>
              <a:buFont typeface="Arial" panose="020B0604020202020204" pitchFamily="34" charset="0"/>
              <a:buChar char="•"/>
            </a:pPr>
            <a:r>
              <a:rPr lang="fr-FR" sz="1050" noProof="0" dirty="0">
                <a:solidFill>
                  <a:srgbClr val="223843"/>
                </a:solidFill>
                <a:latin typeface="+mj-lt"/>
              </a:rPr>
              <a:t>Assistance dans la planification du projet</a:t>
            </a:r>
          </a:p>
        </p:txBody>
      </p:sp>
      <p:sp>
        <p:nvSpPr>
          <p:cNvPr id="46" name="TextBox 124">
            <a:extLst>
              <a:ext uri="{FF2B5EF4-FFF2-40B4-BE49-F238E27FC236}">
                <a16:creationId xmlns:a16="http://schemas.microsoft.com/office/drawing/2014/main" id="{3D8C84C8-D414-E135-1A28-926ECCE6C54F}"/>
              </a:ext>
            </a:extLst>
          </p:cNvPr>
          <p:cNvSpPr txBox="1"/>
          <p:nvPr/>
        </p:nvSpPr>
        <p:spPr>
          <a:xfrm>
            <a:off x="6029040" y="4177057"/>
            <a:ext cx="1971699"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noProof="0" dirty="0">
                <a:solidFill>
                  <a:srgbClr val="223843"/>
                </a:solidFill>
                <a:effectLst/>
                <a:latin typeface="+mj-lt"/>
              </a:rPr>
              <a:t>Configuration logicielle</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Gestion et support des données</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Assistance dans diverses tâches</a:t>
            </a:r>
            <a:endParaRPr lang="fr-FR" sz="1050" noProof="0" dirty="0">
              <a:solidFill>
                <a:srgbClr val="223843"/>
              </a:solidFill>
              <a:latin typeface="+mj-lt"/>
            </a:endParaRPr>
          </a:p>
        </p:txBody>
      </p:sp>
      <p:sp>
        <p:nvSpPr>
          <p:cNvPr id="47" name="TextBox 125">
            <a:extLst>
              <a:ext uri="{FF2B5EF4-FFF2-40B4-BE49-F238E27FC236}">
                <a16:creationId xmlns:a16="http://schemas.microsoft.com/office/drawing/2014/main" id="{01A01706-8043-7C94-E769-ECFE1C9BFCD6}"/>
              </a:ext>
            </a:extLst>
          </p:cNvPr>
          <p:cNvSpPr txBox="1"/>
          <p:nvPr/>
        </p:nvSpPr>
        <p:spPr>
          <a:xfrm>
            <a:off x="8076776" y="4177057"/>
            <a:ext cx="1960596" cy="151361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noProof="0" dirty="0">
                <a:solidFill>
                  <a:srgbClr val="223843"/>
                </a:solidFill>
                <a:effectLst/>
                <a:latin typeface="+mj-lt"/>
              </a:rPr>
              <a:t>Installation de logiciels</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Personnalisation et développement</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Gestion des données</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Support et formation</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Supervision technique</a:t>
            </a:r>
            <a:endParaRPr lang="fr-FR" sz="1050" noProof="0" dirty="0">
              <a:solidFill>
                <a:srgbClr val="223843"/>
              </a:solidFill>
              <a:latin typeface="+mj-lt"/>
            </a:endParaRPr>
          </a:p>
        </p:txBody>
      </p:sp>
      <p:sp>
        <p:nvSpPr>
          <p:cNvPr id="48" name="TextBox 126">
            <a:extLst>
              <a:ext uri="{FF2B5EF4-FFF2-40B4-BE49-F238E27FC236}">
                <a16:creationId xmlns:a16="http://schemas.microsoft.com/office/drawing/2014/main" id="{85F140A2-F52F-DA19-932A-82CD2E0E4D3D}"/>
              </a:ext>
            </a:extLst>
          </p:cNvPr>
          <p:cNvSpPr txBox="1"/>
          <p:nvPr/>
        </p:nvSpPr>
        <p:spPr>
          <a:xfrm>
            <a:off x="10113411" y="4177057"/>
            <a:ext cx="1821441" cy="102887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noProof="0" dirty="0">
                <a:solidFill>
                  <a:srgbClr val="223843"/>
                </a:solidFill>
                <a:effectLst/>
                <a:latin typeface="+mj-lt"/>
              </a:rPr>
              <a:t>Spécification technique</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Assistance lors des réunions avec les vous</a:t>
            </a:r>
          </a:p>
          <a:p>
            <a:pPr marL="171450" indent="-171450">
              <a:lnSpc>
                <a:spcPct val="150000"/>
              </a:lnSpc>
              <a:buFont typeface="Arial" panose="020B0604020202020204" pitchFamily="34" charset="0"/>
              <a:buChar char="•"/>
            </a:pPr>
            <a:r>
              <a:rPr lang="fr-FR" sz="1050" i="0" noProof="0" dirty="0">
                <a:solidFill>
                  <a:srgbClr val="223843"/>
                </a:solidFill>
                <a:effectLst/>
                <a:latin typeface="+mj-lt"/>
              </a:rPr>
              <a:t>Support</a:t>
            </a:r>
            <a:endParaRPr lang="fr-FR" sz="1050" noProof="0" dirty="0">
              <a:solidFill>
                <a:srgbClr val="223843"/>
              </a:solidFill>
              <a:latin typeface="+mj-lt"/>
            </a:endParaRPr>
          </a:p>
        </p:txBody>
      </p:sp>
    </p:spTree>
    <p:extLst>
      <p:ext uri="{BB962C8B-B14F-4D97-AF65-F5344CB8AC3E}">
        <p14:creationId xmlns:p14="http://schemas.microsoft.com/office/powerpoint/2010/main" val="1546262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a:extLst>
            <a:ext uri="{FF2B5EF4-FFF2-40B4-BE49-F238E27FC236}">
              <a16:creationId xmlns:a16="http://schemas.microsoft.com/office/drawing/2014/main" id="{69D4BF31-E8BC-1D2F-D4BB-9B5F61EA5441}"/>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5612E89-2248-83BC-F865-C3C1230436B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prstClr val="white"/>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5" name="Titre 4">
            <a:extLst>
              <a:ext uri="{FF2B5EF4-FFF2-40B4-BE49-F238E27FC236}">
                <a16:creationId xmlns:a16="http://schemas.microsoft.com/office/drawing/2014/main" id="{B32483EB-D599-4031-7EDF-8213B9D32EE7}"/>
              </a:ext>
            </a:extLst>
          </p:cNvPr>
          <p:cNvSpPr>
            <a:spLocks noGrp="1"/>
          </p:cNvSpPr>
          <p:nvPr>
            <p:ph type="title" idx="4294967295"/>
          </p:nvPr>
        </p:nvSpPr>
        <p:spPr>
          <a:xfrm>
            <a:off x="838200" y="1960621"/>
            <a:ext cx="10515600" cy="1325562"/>
          </a:xfrm>
          <a:prstGeom prst="rect">
            <a:avLst/>
          </a:prstGeom>
        </p:spPr>
        <p:txBody>
          <a:bodyPr anchor="t">
            <a:normAutofit/>
          </a:bodyPr>
          <a:lstStyle/>
          <a:p>
            <a:pPr algn="ctr"/>
            <a:r>
              <a:rPr lang="fr-FR" sz="2000" noProof="0" dirty="0">
                <a:solidFill>
                  <a:schemeClr val="bg1"/>
                </a:solidFill>
              </a:rPr>
              <a:t>UN LOGICIEL, UNE SUCCESS STORY</a:t>
            </a:r>
          </a:p>
        </p:txBody>
      </p:sp>
      <p:pic>
        <p:nvPicPr>
          <p:cNvPr id="17" name="Graphique 16">
            <a:extLst>
              <a:ext uri="{FF2B5EF4-FFF2-40B4-BE49-F238E27FC236}">
                <a16:creationId xmlns:a16="http://schemas.microsoft.com/office/drawing/2014/main" id="{6EB621EE-C5D6-B362-783F-9442361B79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8175" y="-519848"/>
            <a:ext cx="5835650" cy="3143250"/>
          </a:xfrm>
          <a:prstGeom prst="rect">
            <a:avLst/>
          </a:prstGeom>
        </p:spPr>
      </p:pic>
      <p:sp>
        <p:nvSpPr>
          <p:cNvPr id="7" name="Titre 1">
            <a:extLst>
              <a:ext uri="{FF2B5EF4-FFF2-40B4-BE49-F238E27FC236}">
                <a16:creationId xmlns:a16="http://schemas.microsoft.com/office/drawing/2014/main" id="{7DC05A32-7B0C-5EC2-C1C6-C8A4F22E3A18}"/>
              </a:ext>
            </a:extLst>
          </p:cNvPr>
          <p:cNvSpPr txBox="1">
            <a:spLocks/>
          </p:cNvSpPr>
          <p:nvPr/>
        </p:nvSpPr>
        <p:spPr>
          <a:xfrm>
            <a:off x="838200" y="3429000"/>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6600" b="1" noProof="0" dirty="0">
                <a:solidFill>
                  <a:schemeClr val="bg1"/>
                </a:solidFill>
              </a:rPr>
              <a:t>DÉMONSTRATION</a:t>
            </a:r>
          </a:p>
        </p:txBody>
      </p:sp>
    </p:spTree>
    <p:extLst>
      <p:ext uri="{BB962C8B-B14F-4D97-AF65-F5344CB8AC3E}">
        <p14:creationId xmlns:p14="http://schemas.microsoft.com/office/powerpoint/2010/main" val="1333969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DFF4B35-DE93-6BA8-DE23-480C924844AF}"/>
              </a:ext>
            </a:extLst>
          </p:cNvPr>
          <p:cNvSpPr>
            <a:spLocks noGrp="1"/>
          </p:cNvSpPr>
          <p:nvPr>
            <p:ph type="ctrTitle"/>
          </p:nvPr>
        </p:nvSpPr>
        <p:spPr>
          <a:xfrm>
            <a:off x="215900" y="1898650"/>
            <a:ext cx="5880100" cy="3060700"/>
          </a:xfrm>
        </p:spPr>
        <p:txBody>
          <a:bodyPr anchor="ctr">
            <a:normAutofit/>
          </a:bodyPr>
          <a:lstStyle/>
          <a:p>
            <a:r>
              <a:rPr lang="fr-FR" sz="6000" noProof="0" dirty="0">
                <a:latin typeface="+mj-lt"/>
              </a:rPr>
              <a:t>NOTRE VISION</a:t>
            </a:r>
            <a:br>
              <a:rPr lang="fr-FR" sz="6000" noProof="0" dirty="0">
                <a:latin typeface="+mj-lt"/>
              </a:rPr>
            </a:br>
            <a:r>
              <a:rPr lang="fr-FR" sz="6000" noProof="0" dirty="0">
                <a:latin typeface="+mj-lt"/>
              </a:rPr>
              <a:t>D’UN PROJET RÉUSSI</a:t>
            </a:r>
          </a:p>
        </p:txBody>
      </p:sp>
      <p:pic>
        <p:nvPicPr>
          <p:cNvPr id="7" name="Espace réservé du contenu 6">
            <a:extLst>
              <a:ext uri="{FF2B5EF4-FFF2-40B4-BE49-F238E27FC236}">
                <a16:creationId xmlns:a16="http://schemas.microsoft.com/office/drawing/2014/main" id="{3E147E88-E3EB-FAE3-9743-352EC0504DB2}"/>
              </a:ext>
            </a:extLst>
          </p:cNvPr>
          <p:cNvPicPr>
            <a:picLocks noGrp="1" noChangeAspect="1"/>
          </p:cNvPicPr>
          <p:nvPr>
            <p:ph sz="quarter" idx="11"/>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1347787"/>
            <a:ext cx="4160838" cy="4160838"/>
          </a:xfrm>
          <a:prstGeom prst="rect">
            <a:avLst/>
          </a:prstGeom>
        </p:spPr>
      </p:pic>
      <p:sp>
        <p:nvSpPr>
          <p:cNvPr id="2" name="Espace réservé du numéro de diapositive 1">
            <a:extLst>
              <a:ext uri="{FF2B5EF4-FFF2-40B4-BE49-F238E27FC236}">
                <a16:creationId xmlns:a16="http://schemas.microsoft.com/office/drawing/2014/main" id="{90A046C8-5EA7-0C9B-18B5-0A5718EEC10C}"/>
              </a:ext>
            </a:extLst>
          </p:cNvPr>
          <p:cNvSpPr>
            <a:spLocks noGrp="1"/>
          </p:cNvSpPr>
          <p:nvPr>
            <p:ph type="sldNum" sz="quarter" idx="12"/>
          </p:nvPr>
        </p:nvSpPr>
        <p:spPr/>
        <p:txBody>
          <a:bodyPr/>
          <a:lstStyle/>
          <a:p>
            <a:pPr defTabSz="914400">
              <a:defRPr/>
            </a:pPr>
            <a:fld id="{11061685-6496-4975-B02C-C44B14DBF38E}" type="slidenum">
              <a:rPr lang="fr-FR" noProof="0" smtClean="0"/>
              <a:pPr defTabSz="914400">
                <a:defRPr/>
              </a:pPr>
              <a:t>19</a:t>
            </a:fld>
            <a:endParaRPr lang="fr-FR" noProof="0" dirty="0"/>
          </a:p>
        </p:txBody>
      </p:sp>
    </p:spTree>
    <p:extLst>
      <p:ext uri="{BB962C8B-B14F-4D97-AF65-F5344CB8AC3E}">
        <p14:creationId xmlns:p14="http://schemas.microsoft.com/office/powerpoint/2010/main" val="1440561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13">
            <a:extLst>
              <a:ext uri="{FF2B5EF4-FFF2-40B4-BE49-F238E27FC236}">
                <a16:creationId xmlns:a16="http://schemas.microsoft.com/office/drawing/2014/main" id="{7C6391E3-9C15-2B28-FD6B-F9B3A893202C}"/>
              </a:ext>
            </a:extLst>
          </p:cNvPr>
          <p:cNvSpPr>
            <a:spLocks noGrp="1"/>
          </p:cNvSpPr>
          <p:nvPr>
            <p:ph type="body" sz="quarter" idx="10"/>
          </p:nvPr>
        </p:nvSpPr>
        <p:spPr/>
        <p:txBody>
          <a:bodyPr>
            <a:normAutofit/>
          </a:bodyPr>
          <a:lstStyle/>
          <a:p>
            <a:r>
              <a:rPr lang="fr-FR" sz="7200" noProof="0" dirty="0"/>
              <a:t>1</a:t>
            </a:r>
          </a:p>
        </p:txBody>
      </p:sp>
      <p:sp>
        <p:nvSpPr>
          <p:cNvPr id="15" name="Espace réservé du texte 14">
            <a:extLst>
              <a:ext uri="{FF2B5EF4-FFF2-40B4-BE49-F238E27FC236}">
                <a16:creationId xmlns:a16="http://schemas.microsoft.com/office/drawing/2014/main" id="{73D5AD90-8156-86A7-1CFB-22A73C265E42}"/>
              </a:ext>
            </a:extLst>
          </p:cNvPr>
          <p:cNvSpPr>
            <a:spLocks noGrp="1"/>
          </p:cNvSpPr>
          <p:nvPr>
            <p:ph type="body" sz="quarter" idx="11"/>
          </p:nvPr>
        </p:nvSpPr>
        <p:spPr/>
        <p:txBody>
          <a:bodyPr>
            <a:normAutofit/>
          </a:bodyPr>
          <a:lstStyle/>
          <a:p>
            <a:r>
              <a:rPr lang="fr-FR" sz="7200" noProof="0" dirty="0"/>
              <a:t>2</a:t>
            </a:r>
          </a:p>
        </p:txBody>
      </p:sp>
      <p:sp>
        <p:nvSpPr>
          <p:cNvPr id="16" name="Espace réservé du texte 15">
            <a:extLst>
              <a:ext uri="{FF2B5EF4-FFF2-40B4-BE49-F238E27FC236}">
                <a16:creationId xmlns:a16="http://schemas.microsoft.com/office/drawing/2014/main" id="{01DF9DD4-8C2D-9138-3489-907B22C56E01}"/>
              </a:ext>
            </a:extLst>
          </p:cNvPr>
          <p:cNvSpPr>
            <a:spLocks noGrp="1"/>
          </p:cNvSpPr>
          <p:nvPr>
            <p:ph type="body" sz="quarter" idx="12"/>
          </p:nvPr>
        </p:nvSpPr>
        <p:spPr/>
        <p:txBody>
          <a:bodyPr>
            <a:normAutofit/>
          </a:bodyPr>
          <a:lstStyle/>
          <a:p>
            <a:r>
              <a:rPr lang="fr-FR" sz="7200" noProof="0" dirty="0"/>
              <a:t>3</a:t>
            </a:r>
          </a:p>
        </p:txBody>
      </p:sp>
      <p:sp>
        <p:nvSpPr>
          <p:cNvPr id="17" name="Espace réservé du texte 16">
            <a:extLst>
              <a:ext uri="{FF2B5EF4-FFF2-40B4-BE49-F238E27FC236}">
                <a16:creationId xmlns:a16="http://schemas.microsoft.com/office/drawing/2014/main" id="{56ED1FB3-2429-8E7B-A487-F726CB3DD17B}"/>
              </a:ext>
            </a:extLst>
          </p:cNvPr>
          <p:cNvSpPr>
            <a:spLocks noGrp="1"/>
          </p:cNvSpPr>
          <p:nvPr>
            <p:ph type="body" sz="quarter" idx="13"/>
          </p:nvPr>
        </p:nvSpPr>
        <p:spPr>
          <a:xfrm>
            <a:off x="2003031" y="4690251"/>
            <a:ext cx="2089938" cy="480483"/>
          </a:xfrm>
        </p:spPr>
        <p:txBody>
          <a:bodyPr>
            <a:noAutofit/>
          </a:bodyPr>
          <a:lstStyle/>
          <a:p>
            <a:r>
              <a:rPr lang="fr-FR" sz="1800" b="1" noProof="0" dirty="0"/>
              <a:t>RESTEZ PROCHE</a:t>
            </a:r>
          </a:p>
          <a:p>
            <a:r>
              <a:rPr lang="fr-FR" sz="1800" b="1" noProof="0" dirty="0"/>
              <a:t> DES STANDARDS</a:t>
            </a:r>
          </a:p>
          <a:p>
            <a:endParaRPr lang="fr-FR" sz="1800" b="1" noProof="0" dirty="0"/>
          </a:p>
        </p:txBody>
      </p:sp>
      <p:sp>
        <p:nvSpPr>
          <p:cNvPr id="13" name="Titre 12">
            <a:extLst>
              <a:ext uri="{FF2B5EF4-FFF2-40B4-BE49-F238E27FC236}">
                <a16:creationId xmlns:a16="http://schemas.microsoft.com/office/drawing/2014/main" id="{08F2C656-1934-DB49-99D7-DC73A794FAAF}"/>
              </a:ext>
            </a:extLst>
          </p:cNvPr>
          <p:cNvSpPr>
            <a:spLocks noGrp="1"/>
          </p:cNvSpPr>
          <p:nvPr>
            <p:ph type="title"/>
          </p:nvPr>
        </p:nvSpPr>
        <p:spPr/>
        <p:txBody>
          <a:bodyPr/>
          <a:lstStyle/>
          <a:p>
            <a:r>
              <a:rPr lang="fr-FR" noProof="0" dirty="0"/>
              <a:t>SOYEZ EN LIGNE RAPIDEMENT</a:t>
            </a:r>
          </a:p>
        </p:txBody>
      </p:sp>
      <p:sp>
        <p:nvSpPr>
          <p:cNvPr id="5" name="Espace réservé du numéro de diapositive 4">
            <a:extLst>
              <a:ext uri="{FF2B5EF4-FFF2-40B4-BE49-F238E27FC236}">
                <a16:creationId xmlns:a16="http://schemas.microsoft.com/office/drawing/2014/main" id="{3398001A-2CE4-4BF0-220E-225114E670AD}"/>
              </a:ext>
            </a:extLst>
          </p:cNvPr>
          <p:cNvSpPr>
            <a:spLocks noGrp="1"/>
          </p:cNvSpPr>
          <p:nvPr>
            <p:ph type="sldNum" sz="quarter" idx="16"/>
          </p:nvPr>
        </p:nvSpPr>
        <p:spPr/>
        <p:txBody>
          <a:bodyPr/>
          <a:lstStyle/>
          <a:p>
            <a:pPr defTabSz="914400">
              <a:defRPr/>
            </a:pPr>
            <a:fld id="{11061685-6496-4975-B02C-C44B14DBF38E}" type="slidenum">
              <a:rPr lang="fr-FR" noProof="0" smtClean="0"/>
              <a:pPr defTabSz="914400">
                <a:defRPr/>
              </a:pPr>
              <a:t>20</a:t>
            </a:fld>
            <a:endParaRPr lang="fr-FR" noProof="0" dirty="0"/>
          </a:p>
        </p:txBody>
      </p:sp>
      <p:sp>
        <p:nvSpPr>
          <p:cNvPr id="20" name="Espace réservé du texte 16">
            <a:extLst>
              <a:ext uri="{FF2B5EF4-FFF2-40B4-BE49-F238E27FC236}">
                <a16:creationId xmlns:a16="http://schemas.microsoft.com/office/drawing/2014/main" id="{45569EC6-0B62-FB7B-3E67-915568A1D091}"/>
              </a:ext>
            </a:extLst>
          </p:cNvPr>
          <p:cNvSpPr txBox="1">
            <a:spLocks/>
          </p:cNvSpPr>
          <p:nvPr/>
        </p:nvSpPr>
        <p:spPr>
          <a:xfrm>
            <a:off x="5051031" y="4690251"/>
            <a:ext cx="2089938" cy="4804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noProof="0" dirty="0"/>
              <a:t>APPROCHE</a:t>
            </a:r>
          </a:p>
          <a:p>
            <a:r>
              <a:rPr lang="fr-FR" sz="1800" b="1" noProof="0" dirty="0"/>
              <a:t>MVP</a:t>
            </a:r>
          </a:p>
        </p:txBody>
      </p:sp>
      <p:sp>
        <p:nvSpPr>
          <p:cNvPr id="21" name="Espace réservé du texte 16">
            <a:extLst>
              <a:ext uri="{FF2B5EF4-FFF2-40B4-BE49-F238E27FC236}">
                <a16:creationId xmlns:a16="http://schemas.microsoft.com/office/drawing/2014/main" id="{5001D53D-C5FB-7E12-C922-005F9DC617A0}"/>
              </a:ext>
            </a:extLst>
          </p:cNvPr>
          <p:cNvSpPr txBox="1">
            <a:spLocks/>
          </p:cNvSpPr>
          <p:nvPr/>
        </p:nvSpPr>
        <p:spPr>
          <a:xfrm>
            <a:off x="7973878" y="4690251"/>
            <a:ext cx="2340244" cy="4804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noProof="0" dirty="0"/>
              <a:t>ANALYSE </a:t>
            </a:r>
          </a:p>
          <a:p>
            <a:r>
              <a:rPr lang="fr-FR" sz="1800" b="1" noProof="0" dirty="0"/>
              <a:t>D’IMPLÉMENTATION</a:t>
            </a:r>
          </a:p>
        </p:txBody>
      </p:sp>
    </p:spTree>
    <p:extLst>
      <p:ext uri="{BB962C8B-B14F-4D97-AF65-F5344CB8AC3E}">
        <p14:creationId xmlns:p14="http://schemas.microsoft.com/office/powerpoint/2010/main" val="75292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20523-0545-42F0-264B-6A620CE63824}"/>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616E10DE-086C-99B3-552D-22D752E77AC2}"/>
              </a:ext>
            </a:extLst>
          </p:cNvPr>
          <p:cNvSpPr>
            <a:spLocks noGrp="1"/>
          </p:cNvSpPr>
          <p:nvPr>
            <p:ph type="body" sz="quarter" idx="13"/>
          </p:nvPr>
        </p:nvSpPr>
        <p:spPr>
          <a:xfrm>
            <a:off x="1824212" y="4613046"/>
            <a:ext cx="2472755" cy="707922"/>
          </a:xfrm>
        </p:spPr>
        <p:txBody>
          <a:bodyPr anchor="ctr">
            <a:noAutofit/>
          </a:bodyPr>
          <a:lstStyle/>
          <a:p>
            <a:pPr lvl="0">
              <a:lnSpc>
                <a:spcPct val="100000"/>
              </a:lnSpc>
              <a:spcBef>
                <a:spcPts val="0"/>
              </a:spcBef>
              <a:defRPr/>
            </a:pPr>
            <a:r>
              <a:rPr lang="fr-FR" sz="1800" b="1" noProof="0" dirty="0">
                <a:solidFill>
                  <a:srgbClr val="212529"/>
                </a:solidFill>
                <a:latin typeface="+mn-lt"/>
              </a:rPr>
              <a:t>FORMATION KEY USERS EN CONTINUE</a:t>
            </a:r>
          </a:p>
        </p:txBody>
      </p:sp>
      <p:sp>
        <p:nvSpPr>
          <p:cNvPr id="10" name="Espace réservé du texte 9">
            <a:extLst>
              <a:ext uri="{FF2B5EF4-FFF2-40B4-BE49-F238E27FC236}">
                <a16:creationId xmlns:a16="http://schemas.microsoft.com/office/drawing/2014/main" id="{AC2BCF75-35AB-36C4-3B25-185530D6C5A1}"/>
              </a:ext>
            </a:extLst>
          </p:cNvPr>
          <p:cNvSpPr>
            <a:spLocks noGrp="1"/>
          </p:cNvSpPr>
          <p:nvPr>
            <p:ph type="body" sz="quarter" idx="14"/>
          </p:nvPr>
        </p:nvSpPr>
        <p:spPr>
          <a:xfrm>
            <a:off x="4870796" y="4609569"/>
            <a:ext cx="2472756" cy="707922"/>
          </a:xfrm>
        </p:spPr>
        <p:txBody>
          <a:bodyPr anchor="ctr">
            <a:normAutofit/>
          </a:bodyPr>
          <a:lstStyle/>
          <a:p>
            <a:pPr lvl="0">
              <a:lnSpc>
                <a:spcPct val="100000"/>
              </a:lnSpc>
              <a:spcBef>
                <a:spcPts val="0"/>
              </a:spcBef>
              <a:defRPr/>
            </a:pPr>
            <a:r>
              <a:rPr lang="fr-FR" sz="1800" b="1" noProof="0" dirty="0">
                <a:solidFill>
                  <a:srgbClr val="212529"/>
                </a:solidFill>
                <a:latin typeface="+mn-lt"/>
              </a:rPr>
              <a:t>SUIVI </a:t>
            </a:r>
          </a:p>
          <a:p>
            <a:pPr lvl="0">
              <a:lnSpc>
                <a:spcPct val="100000"/>
              </a:lnSpc>
              <a:spcBef>
                <a:spcPts val="0"/>
              </a:spcBef>
              <a:defRPr/>
            </a:pPr>
            <a:r>
              <a:rPr lang="fr-FR" sz="1800" b="1" noProof="0" dirty="0">
                <a:solidFill>
                  <a:srgbClr val="212529"/>
                </a:solidFill>
                <a:latin typeface="+mn-lt"/>
              </a:rPr>
              <a:t>HEBDOMADAIRE</a:t>
            </a:r>
          </a:p>
        </p:txBody>
      </p:sp>
      <p:sp>
        <p:nvSpPr>
          <p:cNvPr id="11" name="Espace réservé du texte 10">
            <a:extLst>
              <a:ext uri="{FF2B5EF4-FFF2-40B4-BE49-F238E27FC236}">
                <a16:creationId xmlns:a16="http://schemas.microsoft.com/office/drawing/2014/main" id="{F77D149E-084F-AB89-324E-6309B5563984}"/>
              </a:ext>
            </a:extLst>
          </p:cNvPr>
          <p:cNvSpPr>
            <a:spLocks noGrp="1"/>
          </p:cNvSpPr>
          <p:nvPr>
            <p:ph type="body" sz="quarter" idx="15"/>
          </p:nvPr>
        </p:nvSpPr>
        <p:spPr>
          <a:xfrm>
            <a:off x="7917381" y="4609569"/>
            <a:ext cx="2453237" cy="707922"/>
          </a:xfrm>
        </p:spPr>
        <p:txBody>
          <a:bodyPr anchor="ctr">
            <a:noAutofit/>
          </a:bodyPr>
          <a:lstStyle/>
          <a:p>
            <a:pPr lvl="0">
              <a:lnSpc>
                <a:spcPct val="100000"/>
              </a:lnSpc>
              <a:spcBef>
                <a:spcPts val="0"/>
              </a:spcBef>
              <a:defRPr/>
            </a:pPr>
            <a:r>
              <a:rPr lang="fr-FR" sz="1800" b="1" noProof="0" dirty="0">
                <a:solidFill>
                  <a:srgbClr val="212529"/>
                </a:solidFill>
                <a:latin typeface="+mn-lt"/>
              </a:rPr>
              <a:t>VALIDATION</a:t>
            </a:r>
          </a:p>
          <a:p>
            <a:pPr lvl="0">
              <a:lnSpc>
                <a:spcPct val="100000"/>
              </a:lnSpc>
              <a:spcBef>
                <a:spcPts val="0"/>
              </a:spcBef>
              <a:defRPr/>
            </a:pPr>
            <a:r>
              <a:rPr lang="fr-FR" sz="1800" b="1" noProof="0" dirty="0">
                <a:solidFill>
                  <a:srgbClr val="212529"/>
                </a:solidFill>
                <a:latin typeface="+mn-lt"/>
              </a:rPr>
              <a:t>PAR ÉTAPE</a:t>
            </a:r>
          </a:p>
        </p:txBody>
      </p:sp>
      <p:sp>
        <p:nvSpPr>
          <p:cNvPr id="5" name="Titre 4">
            <a:extLst>
              <a:ext uri="{FF2B5EF4-FFF2-40B4-BE49-F238E27FC236}">
                <a16:creationId xmlns:a16="http://schemas.microsoft.com/office/drawing/2014/main" id="{64A92925-2C54-1EF0-B110-795BE565D85E}"/>
              </a:ext>
            </a:extLst>
          </p:cNvPr>
          <p:cNvSpPr>
            <a:spLocks noGrp="1"/>
          </p:cNvSpPr>
          <p:nvPr>
            <p:ph type="title"/>
          </p:nvPr>
        </p:nvSpPr>
        <p:spPr/>
        <p:txBody>
          <a:bodyPr>
            <a:normAutofit/>
          </a:bodyPr>
          <a:lstStyle/>
          <a:p>
            <a:r>
              <a:rPr lang="fr-FR" sz="4000" noProof="0" dirty="0">
                <a:latin typeface="+mj-lt"/>
                <a:cs typeface="Gotham Bold" pitchFamily="2" charset="0"/>
              </a:rPr>
              <a:t>NOUS AVANÇONS ENSEMBLE </a:t>
            </a:r>
            <a:br>
              <a:rPr lang="fr-FR" sz="4000" noProof="0" dirty="0">
                <a:latin typeface="+mj-lt"/>
                <a:cs typeface="Gotham Bold" pitchFamily="2" charset="0"/>
              </a:rPr>
            </a:br>
            <a:r>
              <a:rPr lang="fr-FR" sz="4000" noProof="0" dirty="0">
                <a:latin typeface="+mj-lt"/>
                <a:cs typeface="Gotham Bold" pitchFamily="2" charset="0"/>
              </a:rPr>
              <a:t>TOUT AU LONG DE VOTRE PROJET !</a:t>
            </a:r>
            <a:endParaRPr lang="fr-FR" sz="4000" noProof="0" dirty="0">
              <a:latin typeface="+mj-lt"/>
            </a:endParaRPr>
          </a:p>
        </p:txBody>
      </p:sp>
      <p:sp>
        <p:nvSpPr>
          <p:cNvPr id="2" name="Espace réservé du texte 20">
            <a:extLst>
              <a:ext uri="{FF2B5EF4-FFF2-40B4-BE49-F238E27FC236}">
                <a16:creationId xmlns:a16="http://schemas.microsoft.com/office/drawing/2014/main" id="{ED555D3C-C7A3-B067-076A-71E874B7EF8A}"/>
              </a:ext>
            </a:extLst>
          </p:cNvPr>
          <p:cNvSpPr txBox="1">
            <a:spLocks/>
          </p:cNvSpPr>
          <p:nvPr/>
        </p:nvSpPr>
        <p:spPr>
          <a:xfrm>
            <a:off x="0" y="1940385"/>
            <a:ext cx="4695887"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fr-FR" sz="2000" b="1" noProof="0" dirty="0">
                <a:latin typeface="+mn-lt"/>
              </a:rPr>
              <a:t>1 ÉQUIPE CAPTIVEA</a:t>
            </a:r>
          </a:p>
        </p:txBody>
      </p:sp>
      <p:sp>
        <p:nvSpPr>
          <p:cNvPr id="3" name="Espace réservé du texte 21">
            <a:extLst>
              <a:ext uri="{FF2B5EF4-FFF2-40B4-BE49-F238E27FC236}">
                <a16:creationId xmlns:a16="http://schemas.microsoft.com/office/drawing/2014/main" id="{0ABC94A4-FEF2-25FE-4694-3379BB034174}"/>
              </a:ext>
            </a:extLst>
          </p:cNvPr>
          <p:cNvSpPr txBox="1">
            <a:spLocks/>
          </p:cNvSpPr>
          <p:nvPr/>
        </p:nvSpPr>
        <p:spPr>
          <a:xfrm>
            <a:off x="7534795" y="1940385"/>
            <a:ext cx="4657205"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fr-FR" sz="2000" b="1" noProof="0" dirty="0">
                <a:latin typeface="+mn-lt"/>
              </a:rPr>
              <a:t>1 ÉQUIPE CLIENT</a:t>
            </a:r>
          </a:p>
        </p:txBody>
      </p:sp>
      <p:grpSp>
        <p:nvGrpSpPr>
          <p:cNvPr id="4" name="Google Shape;10674;p75">
            <a:extLst>
              <a:ext uri="{FF2B5EF4-FFF2-40B4-BE49-F238E27FC236}">
                <a16:creationId xmlns:a16="http://schemas.microsoft.com/office/drawing/2014/main" id="{BB0F20BA-1B63-D2B9-4C24-33997D8D112F}"/>
              </a:ext>
            </a:extLst>
          </p:cNvPr>
          <p:cNvGrpSpPr/>
          <p:nvPr/>
        </p:nvGrpSpPr>
        <p:grpSpPr>
          <a:xfrm rot="2700000">
            <a:off x="5684086" y="1800739"/>
            <a:ext cx="823825" cy="792052"/>
            <a:chOff x="4447550" y="249750"/>
            <a:chExt cx="500425" cy="481125"/>
          </a:xfrm>
          <a:gradFill>
            <a:gsLst>
              <a:gs pos="35000">
                <a:srgbClr val="AE1C26"/>
              </a:gs>
              <a:gs pos="0">
                <a:srgbClr val="714B67"/>
              </a:gs>
              <a:gs pos="100000">
                <a:srgbClr val="BA131A"/>
              </a:gs>
            </a:gsLst>
            <a:lin ang="5400000" scaled="1"/>
          </a:gradFill>
        </p:grpSpPr>
        <p:sp>
          <p:nvSpPr>
            <p:cNvPr id="12" name="Google Shape;10675;p75">
              <a:extLst>
                <a:ext uri="{FF2B5EF4-FFF2-40B4-BE49-F238E27FC236}">
                  <a16:creationId xmlns:a16="http://schemas.microsoft.com/office/drawing/2014/main" id="{1E8ED490-5ED2-3D76-A08B-549F3E8B1184}"/>
                </a:ext>
              </a:extLst>
            </p:cNvPr>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ea typeface="+mn-ea"/>
                <a:cs typeface="+mn-cs"/>
              </a:endParaRPr>
            </a:p>
          </p:txBody>
        </p:sp>
        <p:sp>
          <p:nvSpPr>
            <p:cNvPr id="13" name="Google Shape;10676;p75">
              <a:extLst>
                <a:ext uri="{FF2B5EF4-FFF2-40B4-BE49-F238E27FC236}">
                  <a16:creationId xmlns:a16="http://schemas.microsoft.com/office/drawing/2014/main" id="{6E1809AB-7240-FC2D-C1A4-162B0BE91596}"/>
                </a:ext>
              </a:extLst>
            </p:cNvPr>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ea typeface="+mn-ea"/>
                <a:cs typeface="+mn-cs"/>
              </a:endParaRPr>
            </a:p>
          </p:txBody>
        </p:sp>
      </p:grpSp>
      <p:sp>
        <p:nvSpPr>
          <p:cNvPr id="18" name="Google Shape;10694;p75">
            <a:extLst>
              <a:ext uri="{FF2B5EF4-FFF2-40B4-BE49-F238E27FC236}">
                <a16:creationId xmlns:a16="http://schemas.microsoft.com/office/drawing/2014/main" id="{2FC937C4-2A4E-6249-9643-86EAAD0A6759}"/>
              </a:ext>
            </a:extLst>
          </p:cNvPr>
          <p:cNvSpPr/>
          <p:nvPr/>
        </p:nvSpPr>
        <p:spPr>
          <a:xfrm>
            <a:off x="2627810" y="3209703"/>
            <a:ext cx="840380" cy="943420"/>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bg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prstClr val="white"/>
              </a:solidFill>
              <a:effectLst/>
              <a:uLnTx/>
              <a:uFillTx/>
              <a:ea typeface="+mn-ea"/>
              <a:cs typeface="+mn-cs"/>
            </a:endParaRPr>
          </a:p>
        </p:txBody>
      </p:sp>
      <p:sp>
        <p:nvSpPr>
          <p:cNvPr id="23" name="Google Shape;11466;p77">
            <a:extLst>
              <a:ext uri="{FF2B5EF4-FFF2-40B4-BE49-F238E27FC236}">
                <a16:creationId xmlns:a16="http://schemas.microsoft.com/office/drawing/2014/main" id="{CB93EBD3-C4BE-45F8-55EA-8298BC9679A6}"/>
              </a:ext>
            </a:extLst>
          </p:cNvPr>
          <p:cNvSpPr/>
          <p:nvPr/>
        </p:nvSpPr>
        <p:spPr>
          <a:xfrm>
            <a:off x="5686984" y="3218629"/>
            <a:ext cx="840380" cy="943200"/>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bg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ea typeface="+mn-ea"/>
              <a:cs typeface="+mn-cs"/>
            </a:endParaRPr>
          </a:p>
        </p:txBody>
      </p:sp>
      <p:grpSp>
        <p:nvGrpSpPr>
          <p:cNvPr id="24" name="Google Shape;11682;p77">
            <a:extLst>
              <a:ext uri="{FF2B5EF4-FFF2-40B4-BE49-F238E27FC236}">
                <a16:creationId xmlns:a16="http://schemas.microsoft.com/office/drawing/2014/main" id="{B4FB20A5-3F43-282B-BCFD-5EFEC3D8946D}"/>
              </a:ext>
            </a:extLst>
          </p:cNvPr>
          <p:cNvGrpSpPr/>
          <p:nvPr/>
        </p:nvGrpSpPr>
        <p:grpSpPr>
          <a:xfrm>
            <a:off x="8746158" y="3263412"/>
            <a:ext cx="844964" cy="836002"/>
            <a:chOff x="946175" y="3619500"/>
            <a:chExt cx="296975" cy="293825"/>
          </a:xfrm>
          <a:solidFill>
            <a:schemeClr val="bg1"/>
          </a:solidFill>
        </p:grpSpPr>
        <p:sp>
          <p:nvSpPr>
            <p:cNvPr id="25" name="Google Shape;11683;p77">
              <a:extLst>
                <a:ext uri="{FF2B5EF4-FFF2-40B4-BE49-F238E27FC236}">
                  <a16:creationId xmlns:a16="http://schemas.microsoft.com/office/drawing/2014/main" id="{5414CAD1-4307-D639-5134-68EA8F87E1C1}"/>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ea typeface="+mn-ea"/>
                <a:cs typeface="+mn-cs"/>
              </a:endParaRPr>
            </a:p>
          </p:txBody>
        </p:sp>
        <p:sp>
          <p:nvSpPr>
            <p:cNvPr id="26" name="Google Shape;11684;p77">
              <a:extLst>
                <a:ext uri="{FF2B5EF4-FFF2-40B4-BE49-F238E27FC236}">
                  <a16:creationId xmlns:a16="http://schemas.microsoft.com/office/drawing/2014/main" id="{609895D7-AC87-883F-83DB-87DCD609B870}"/>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ea typeface="+mn-ea"/>
                <a:cs typeface="+mn-cs"/>
              </a:endParaRPr>
            </a:p>
          </p:txBody>
        </p:sp>
        <p:sp>
          <p:nvSpPr>
            <p:cNvPr id="27" name="Google Shape;11685;p77">
              <a:extLst>
                <a:ext uri="{FF2B5EF4-FFF2-40B4-BE49-F238E27FC236}">
                  <a16:creationId xmlns:a16="http://schemas.microsoft.com/office/drawing/2014/main" id="{DED07AC5-B34A-5810-6968-05980E2D7BFA}"/>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ea typeface="+mn-ea"/>
                <a:cs typeface="+mn-cs"/>
              </a:endParaRPr>
            </a:p>
          </p:txBody>
        </p:sp>
        <p:sp>
          <p:nvSpPr>
            <p:cNvPr id="28" name="Google Shape;11686;p77">
              <a:extLst>
                <a:ext uri="{FF2B5EF4-FFF2-40B4-BE49-F238E27FC236}">
                  <a16:creationId xmlns:a16="http://schemas.microsoft.com/office/drawing/2014/main" id="{8B8B4A30-AACA-091F-FEB8-184C3D55B7F7}"/>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ea typeface="+mn-ea"/>
                <a:cs typeface="+mn-cs"/>
              </a:endParaRPr>
            </a:p>
          </p:txBody>
        </p:sp>
        <p:sp>
          <p:nvSpPr>
            <p:cNvPr id="29" name="Google Shape;11687;p77">
              <a:extLst>
                <a:ext uri="{FF2B5EF4-FFF2-40B4-BE49-F238E27FC236}">
                  <a16:creationId xmlns:a16="http://schemas.microsoft.com/office/drawing/2014/main" id="{E0C7E12F-2262-2E15-91ED-5E892C654644}"/>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ea typeface="+mn-ea"/>
                <a:cs typeface="+mn-cs"/>
              </a:endParaRPr>
            </a:p>
          </p:txBody>
        </p:sp>
        <p:sp>
          <p:nvSpPr>
            <p:cNvPr id="30" name="Google Shape;11688;p77">
              <a:extLst>
                <a:ext uri="{FF2B5EF4-FFF2-40B4-BE49-F238E27FC236}">
                  <a16:creationId xmlns:a16="http://schemas.microsoft.com/office/drawing/2014/main" id="{1FBB912D-F6DE-C5D6-7DE5-7DECB7C98216}"/>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ea typeface="+mn-ea"/>
                <a:cs typeface="+mn-cs"/>
              </a:endParaRPr>
            </a:p>
          </p:txBody>
        </p:sp>
      </p:grpSp>
      <p:sp>
        <p:nvSpPr>
          <p:cNvPr id="6" name="Espace réservé du numéro de diapositive 5">
            <a:extLst>
              <a:ext uri="{FF2B5EF4-FFF2-40B4-BE49-F238E27FC236}">
                <a16:creationId xmlns:a16="http://schemas.microsoft.com/office/drawing/2014/main" id="{2A565BB8-88D1-C97A-4E27-488BBD8D0E04}"/>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21</a:t>
            </a:fld>
            <a:endParaRPr lang="fr-FR" noProof="0" dirty="0"/>
          </a:p>
        </p:txBody>
      </p:sp>
    </p:spTree>
    <p:extLst>
      <p:ext uri="{BB962C8B-B14F-4D97-AF65-F5344CB8AC3E}">
        <p14:creationId xmlns:p14="http://schemas.microsoft.com/office/powerpoint/2010/main" val="3165723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FFEF-178A-A546-85D1-C95055DF31C6}"/>
            </a:ext>
          </a:extLst>
        </p:cNvPr>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D200BB97-C15E-5B43-7978-E8D88BF4DA48}"/>
              </a:ext>
            </a:extLst>
          </p:cNvPr>
          <p:cNvSpPr>
            <a:spLocks noGrp="1"/>
          </p:cNvSpPr>
          <p:nvPr>
            <p:ph type="body" sz="quarter" idx="10"/>
          </p:nvPr>
        </p:nvSpPr>
        <p:spPr/>
        <p:txBody>
          <a:bodyPr>
            <a:normAutofit/>
          </a:bodyPr>
          <a:lstStyle/>
          <a:p>
            <a:r>
              <a:rPr lang="fr-FR" sz="8000" noProof="0" dirty="0">
                <a:latin typeface="+mn-lt"/>
              </a:rPr>
              <a:t>1</a:t>
            </a:r>
          </a:p>
        </p:txBody>
      </p:sp>
      <p:sp>
        <p:nvSpPr>
          <p:cNvPr id="7" name="Espace réservé du texte 6">
            <a:extLst>
              <a:ext uri="{FF2B5EF4-FFF2-40B4-BE49-F238E27FC236}">
                <a16:creationId xmlns:a16="http://schemas.microsoft.com/office/drawing/2014/main" id="{CF6005BF-9980-5CE7-346C-B622CB191C97}"/>
              </a:ext>
            </a:extLst>
          </p:cNvPr>
          <p:cNvSpPr>
            <a:spLocks noGrp="1"/>
          </p:cNvSpPr>
          <p:nvPr>
            <p:ph type="body" sz="quarter" idx="11"/>
          </p:nvPr>
        </p:nvSpPr>
        <p:spPr/>
        <p:txBody>
          <a:bodyPr>
            <a:normAutofit/>
          </a:bodyPr>
          <a:lstStyle/>
          <a:p>
            <a:r>
              <a:rPr lang="fr-FR" sz="8000" noProof="0" dirty="0">
                <a:latin typeface="+mn-lt"/>
              </a:rPr>
              <a:t>2</a:t>
            </a:r>
          </a:p>
        </p:txBody>
      </p:sp>
      <p:sp>
        <p:nvSpPr>
          <p:cNvPr id="8" name="Espace réservé du texte 7">
            <a:extLst>
              <a:ext uri="{FF2B5EF4-FFF2-40B4-BE49-F238E27FC236}">
                <a16:creationId xmlns:a16="http://schemas.microsoft.com/office/drawing/2014/main" id="{51EFA4A6-8E82-530E-E51E-DDE6D0010C81}"/>
              </a:ext>
            </a:extLst>
          </p:cNvPr>
          <p:cNvSpPr>
            <a:spLocks noGrp="1"/>
          </p:cNvSpPr>
          <p:nvPr>
            <p:ph type="body" sz="quarter" idx="12"/>
          </p:nvPr>
        </p:nvSpPr>
        <p:spPr/>
        <p:txBody>
          <a:bodyPr>
            <a:normAutofit/>
          </a:bodyPr>
          <a:lstStyle/>
          <a:p>
            <a:r>
              <a:rPr lang="fr-FR" sz="8000" noProof="0" dirty="0">
                <a:latin typeface="+mn-lt"/>
              </a:rPr>
              <a:t>3</a:t>
            </a:r>
          </a:p>
        </p:txBody>
      </p:sp>
      <p:sp>
        <p:nvSpPr>
          <p:cNvPr id="9" name="Espace réservé du texte 8">
            <a:extLst>
              <a:ext uri="{FF2B5EF4-FFF2-40B4-BE49-F238E27FC236}">
                <a16:creationId xmlns:a16="http://schemas.microsoft.com/office/drawing/2014/main" id="{248FB7CB-46F3-5682-CD71-E464A8BF4B19}"/>
              </a:ext>
            </a:extLst>
          </p:cNvPr>
          <p:cNvSpPr>
            <a:spLocks noGrp="1"/>
          </p:cNvSpPr>
          <p:nvPr>
            <p:ph type="body" sz="quarter" idx="13"/>
          </p:nvPr>
        </p:nvSpPr>
        <p:spPr>
          <a:xfrm>
            <a:off x="1824212" y="4613046"/>
            <a:ext cx="2472755" cy="707922"/>
          </a:xfrm>
        </p:spPr>
        <p:txBody>
          <a:bodyPr anchor="ctr">
            <a:noAutofit/>
          </a:bodyPr>
          <a:lstStyle/>
          <a:p>
            <a:r>
              <a:rPr lang="fr-FR" sz="1800" b="1" noProof="0" dirty="0">
                <a:latin typeface="+mn-lt"/>
              </a:rPr>
              <a:t>PÉRIMÈTRE FONCTIONNEL</a:t>
            </a:r>
          </a:p>
        </p:txBody>
      </p:sp>
      <p:sp>
        <p:nvSpPr>
          <p:cNvPr id="10" name="Espace réservé du texte 9">
            <a:extLst>
              <a:ext uri="{FF2B5EF4-FFF2-40B4-BE49-F238E27FC236}">
                <a16:creationId xmlns:a16="http://schemas.microsoft.com/office/drawing/2014/main" id="{F6F69617-A480-59F1-AF07-BBD628F99188}"/>
              </a:ext>
            </a:extLst>
          </p:cNvPr>
          <p:cNvSpPr>
            <a:spLocks noGrp="1"/>
          </p:cNvSpPr>
          <p:nvPr>
            <p:ph type="body" sz="quarter" idx="14"/>
          </p:nvPr>
        </p:nvSpPr>
        <p:spPr>
          <a:xfrm>
            <a:off x="4870796" y="4609569"/>
            <a:ext cx="2472756" cy="707922"/>
          </a:xfrm>
        </p:spPr>
        <p:txBody>
          <a:bodyPr anchor="ctr">
            <a:normAutofit/>
          </a:bodyPr>
          <a:lstStyle/>
          <a:p>
            <a:r>
              <a:rPr lang="fr-FR" sz="1800" b="1" noProof="0" dirty="0">
                <a:latin typeface="+mn-lt"/>
              </a:rPr>
              <a:t>TIMELINE</a:t>
            </a:r>
            <a:endParaRPr lang="fr-FR" sz="1600" b="1" noProof="0" dirty="0">
              <a:latin typeface="+mn-lt"/>
            </a:endParaRPr>
          </a:p>
        </p:txBody>
      </p:sp>
      <p:sp>
        <p:nvSpPr>
          <p:cNvPr id="11" name="Espace réservé du texte 10">
            <a:extLst>
              <a:ext uri="{FF2B5EF4-FFF2-40B4-BE49-F238E27FC236}">
                <a16:creationId xmlns:a16="http://schemas.microsoft.com/office/drawing/2014/main" id="{FF09642B-A1FF-498D-01C2-743E4BC6F9ED}"/>
              </a:ext>
            </a:extLst>
          </p:cNvPr>
          <p:cNvSpPr>
            <a:spLocks noGrp="1"/>
          </p:cNvSpPr>
          <p:nvPr>
            <p:ph type="body" sz="quarter" idx="15"/>
          </p:nvPr>
        </p:nvSpPr>
        <p:spPr>
          <a:xfrm>
            <a:off x="7917381" y="4609569"/>
            <a:ext cx="2453237" cy="707922"/>
          </a:xfrm>
        </p:spPr>
        <p:txBody>
          <a:bodyPr anchor="ctr">
            <a:noAutofit/>
          </a:bodyPr>
          <a:lstStyle/>
          <a:p>
            <a:r>
              <a:rPr lang="fr-FR" sz="1800" b="1" noProof="0" dirty="0">
                <a:latin typeface="+mn-lt"/>
              </a:rPr>
              <a:t>NIVEAU DE SERVICE</a:t>
            </a:r>
          </a:p>
        </p:txBody>
      </p:sp>
      <p:sp>
        <p:nvSpPr>
          <p:cNvPr id="5" name="Titre 4">
            <a:extLst>
              <a:ext uri="{FF2B5EF4-FFF2-40B4-BE49-F238E27FC236}">
                <a16:creationId xmlns:a16="http://schemas.microsoft.com/office/drawing/2014/main" id="{A0ED87F6-74D2-756D-E434-40A59489490E}"/>
              </a:ext>
            </a:extLst>
          </p:cNvPr>
          <p:cNvSpPr>
            <a:spLocks noGrp="1"/>
          </p:cNvSpPr>
          <p:nvPr>
            <p:ph type="title"/>
          </p:nvPr>
        </p:nvSpPr>
        <p:spPr/>
        <p:txBody>
          <a:bodyPr>
            <a:normAutofit/>
          </a:bodyPr>
          <a:lstStyle/>
          <a:p>
            <a:r>
              <a:rPr lang="fr-FR" sz="4000" noProof="0" dirty="0">
                <a:latin typeface="+mj-lt"/>
              </a:rPr>
              <a:t>SOYEZ LIBRES DE CHANGER D’AVIS </a:t>
            </a:r>
            <a:br>
              <a:rPr lang="fr-FR" sz="4000" noProof="0" dirty="0">
                <a:latin typeface="+mj-lt"/>
              </a:rPr>
            </a:br>
            <a:r>
              <a:rPr lang="fr-FR" sz="4000" noProof="0" dirty="0">
                <a:latin typeface="+mj-lt"/>
              </a:rPr>
              <a:t>EN TOUTE TRANSPARENCE !</a:t>
            </a:r>
          </a:p>
        </p:txBody>
      </p:sp>
      <p:sp>
        <p:nvSpPr>
          <p:cNvPr id="2" name="Espace réservé du numéro de diapositive 1">
            <a:extLst>
              <a:ext uri="{FF2B5EF4-FFF2-40B4-BE49-F238E27FC236}">
                <a16:creationId xmlns:a16="http://schemas.microsoft.com/office/drawing/2014/main" id="{AB0588E4-9210-2A62-A26D-CC5B361C02B1}"/>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22</a:t>
            </a:fld>
            <a:endParaRPr lang="fr-FR" noProof="0" dirty="0"/>
          </a:p>
        </p:txBody>
      </p:sp>
    </p:spTree>
    <p:extLst>
      <p:ext uri="{BB962C8B-B14F-4D97-AF65-F5344CB8AC3E}">
        <p14:creationId xmlns:p14="http://schemas.microsoft.com/office/powerpoint/2010/main" val="2072722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E83AEAD1-569F-6853-3A3B-53E4BA22CC6D}"/>
              </a:ext>
            </a:extLst>
          </p:cNvPr>
          <p:cNvSpPr>
            <a:spLocks noGrp="1"/>
          </p:cNvSpPr>
          <p:nvPr>
            <p:ph type="title"/>
          </p:nvPr>
        </p:nvSpPr>
        <p:spPr/>
        <p:txBody>
          <a:bodyPr/>
          <a:lstStyle/>
          <a:p>
            <a:r>
              <a:rPr lang="fr-FR" noProof="0" dirty="0"/>
              <a:t>BÉNÉFICIEZ DE </a:t>
            </a:r>
            <a:br>
              <a:rPr lang="fr-FR" noProof="0" dirty="0"/>
            </a:br>
            <a:r>
              <a:rPr lang="fr-FR" noProof="0" dirty="0"/>
              <a:t>TOUTE NOTRE EXPERTISE</a:t>
            </a:r>
          </a:p>
        </p:txBody>
      </p:sp>
      <p:sp>
        <p:nvSpPr>
          <p:cNvPr id="9" name="Espace réservé du numéro de diapositive 8">
            <a:extLst>
              <a:ext uri="{FF2B5EF4-FFF2-40B4-BE49-F238E27FC236}">
                <a16:creationId xmlns:a16="http://schemas.microsoft.com/office/drawing/2014/main" id="{7A7ECD07-1D5A-21E2-ED02-A83BF44513C8}"/>
              </a:ext>
            </a:extLst>
          </p:cNvPr>
          <p:cNvSpPr>
            <a:spLocks noGrp="1"/>
          </p:cNvSpPr>
          <p:nvPr>
            <p:ph type="sldNum" sz="quarter" idx="10"/>
          </p:nvPr>
        </p:nvSpPr>
        <p:spPr/>
        <p:txBody>
          <a:bodyPr/>
          <a:lstStyle/>
          <a:p>
            <a:fld id="{0C34F99C-3C47-4582-9518-8D365E9692AE}" type="slidenum">
              <a:rPr lang="fr-FR" noProof="0" smtClean="0"/>
              <a:pPr/>
              <a:t>23</a:t>
            </a:fld>
            <a:endParaRPr lang="fr-FR" noProof="0" dirty="0"/>
          </a:p>
        </p:txBody>
      </p:sp>
      <p:cxnSp>
        <p:nvCxnSpPr>
          <p:cNvPr id="95" name="Straight Connector 67">
            <a:extLst>
              <a:ext uri="{FF2B5EF4-FFF2-40B4-BE49-F238E27FC236}">
                <a16:creationId xmlns:a16="http://schemas.microsoft.com/office/drawing/2014/main" id="{9D05EE43-B2E0-E596-86E1-8CAA69374683}"/>
              </a:ext>
            </a:extLst>
          </p:cNvPr>
          <p:cNvCxnSpPr>
            <a:cxnSpLocks/>
          </p:cNvCxnSpPr>
          <p:nvPr/>
        </p:nvCxnSpPr>
        <p:spPr>
          <a:xfrm>
            <a:off x="1378049"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75">
            <a:extLst>
              <a:ext uri="{FF2B5EF4-FFF2-40B4-BE49-F238E27FC236}">
                <a16:creationId xmlns:a16="http://schemas.microsoft.com/office/drawing/2014/main" id="{B0D6CEA4-9945-A050-0BDB-74948FFAB9AA}"/>
              </a:ext>
            </a:extLst>
          </p:cNvPr>
          <p:cNvCxnSpPr>
            <a:cxnSpLocks/>
          </p:cNvCxnSpPr>
          <p:nvPr/>
        </p:nvCxnSpPr>
        <p:spPr>
          <a:xfrm>
            <a:off x="2740412"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7" name="Straight Connector 80">
            <a:extLst>
              <a:ext uri="{FF2B5EF4-FFF2-40B4-BE49-F238E27FC236}">
                <a16:creationId xmlns:a16="http://schemas.microsoft.com/office/drawing/2014/main" id="{E2F25A19-7772-A8DF-DE0C-517EAF4BCEF9}"/>
              </a:ext>
            </a:extLst>
          </p:cNvPr>
          <p:cNvCxnSpPr>
            <a:cxnSpLocks/>
          </p:cNvCxnSpPr>
          <p:nvPr/>
        </p:nvCxnSpPr>
        <p:spPr>
          <a:xfrm>
            <a:off x="4019649"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8" name="Straight Connector 82">
            <a:extLst>
              <a:ext uri="{FF2B5EF4-FFF2-40B4-BE49-F238E27FC236}">
                <a16:creationId xmlns:a16="http://schemas.microsoft.com/office/drawing/2014/main" id="{08FE910C-1BDF-8624-3B3E-D61D21076612}"/>
              </a:ext>
            </a:extLst>
          </p:cNvPr>
          <p:cNvCxnSpPr>
            <a:cxnSpLocks/>
          </p:cNvCxnSpPr>
          <p:nvPr/>
        </p:nvCxnSpPr>
        <p:spPr>
          <a:xfrm>
            <a:off x="9409068"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9" name="Straight Connector 84">
            <a:extLst>
              <a:ext uri="{FF2B5EF4-FFF2-40B4-BE49-F238E27FC236}">
                <a16:creationId xmlns:a16="http://schemas.microsoft.com/office/drawing/2014/main" id="{6DFBA882-785B-B7D0-971B-AE55EDB1E1BD}"/>
              </a:ext>
            </a:extLst>
          </p:cNvPr>
          <p:cNvCxnSpPr>
            <a:cxnSpLocks/>
          </p:cNvCxnSpPr>
          <p:nvPr/>
        </p:nvCxnSpPr>
        <p:spPr>
          <a:xfrm>
            <a:off x="5363540"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85">
            <a:extLst>
              <a:ext uri="{FF2B5EF4-FFF2-40B4-BE49-F238E27FC236}">
                <a16:creationId xmlns:a16="http://schemas.microsoft.com/office/drawing/2014/main" id="{93889338-A12E-5C30-C2EC-77C3DBCB0F89}"/>
              </a:ext>
            </a:extLst>
          </p:cNvPr>
          <p:cNvCxnSpPr>
            <a:cxnSpLocks/>
          </p:cNvCxnSpPr>
          <p:nvPr/>
        </p:nvCxnSpPr>
        <p:spPr>
          <a:xfrm>
            <a:off x="6755386"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1" name="Straight Connector 86">
            <a:extLst>
              <a:ext uri="{FF2B5EF4-FFF2-40B4-BE49-F238E27FC236}">
                <a16:creationId xmlns:a16="http://schemas.microsoft.com/office/drawing/2014/main" id="{41B222E7-CE30-2EAA-AB02-4AD0EE67C41D}"/>
              </a:ext>
            </a:extLst>
          </p:cNvPr>
          <p:cNvCxnSpPr>
            <a:cxnSpLocks/>
          </p:cNvCxnSpPr>
          <p:nvPr/>
        </p:nvCxnSpPr>
        <p:spPr>
          <a:xfrm>
            <a:off x="8088267"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2" name="Straight Connector 87">
            <a:extLst>
              <a:ext uri="{FF2B5EF4-FFF2-40B4-BE49-F238E27FC236}">
                <a16:creationId xmlns:a16="http://schemas.microsoft.com/office/drawing/2014/main" id="{A904DAF3-F154-FA55-C015-48E6C253D3B5}"/>
              </a:ext>
            </a:extLst>
          </p:cNvPr>
          <p:cNvCxnSpPr>
            <a:cxnSpLocks/>
          </p:cNvCxnSpPr>
          <p:nvPr/>
        </p:nvCxnSpPr>
        <p:spPr>
          <a:xfrm>
            <a:off x="10771431"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sp>
        <p:nvSpPr>
          <p:cNvPr id="103" name="TextBox 1">
            <a:extLst>
              <a:ext uri="{FF2B5EF4-FFF2-40B4-BE49-F238E27FC236}">
                <a16:creationId xmlns:a16="http://schemas.microsoft.com/office/drawing/2014/main" id="{4D3AA5B2-4B43-897A-17B6-9B042A27CFBC}"/>
              </a:ext>
            </a:extLst>
          </p:cNvPr>
          <p:cNvSpPr txBox="1"/>
          <p:nvPr/>
        </p:nvSpPr>
        <p:spPr>
          <a:xfrm flipH="1">
            <a:off x="2773503" y="4303035"/>
            <a:ext cx="118974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en logistique</a:t>
            </a:r>
          </a:p>
        </p:txBody>
      </p:sp>
      <p:sp>
        <p:nvSpPr>
          <p:cNvPr id="104" name="TextBox 3">
            <a:extLst>
              <a:ext uri="{FF2B5EF4-FFF2-40B4-BE49-F238E27FC236}">
                <a16:creationId xmlns:a16="http://schemas.microsoft.com/office/drawing/2014/main" id="{5DE60A0C-6130-DB91-0619-0054E14D1A9A}"/>
              </a:ext>
            </a:extLst>
          </p:cNvPr>
          <p:cNvSpPr txBox="1"/>
          <p:nvPr/>
        </p:nvSpPr>
        <p:spPr>
          <a:xfrm flipH="1">
            <a:off x="1340405" y="4303035"/>
            <a:ext cx="139971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en comptabilité</a:t>
            </a:r>
          </a:p>
        </p:txBody>
      </p:sp>
      <p:sp>
        <p:nvSpPr>
          <p:cNvPr id="105" name="TextBox 8">
            <a:extLst>
              <a:ext uri="{FF2B5EF4-FFF2-40B4-BE49-F238E27FC236}">
                <a16:creationId xmlns:a16="http://schemas.microsoft.com/office/drawing/2014/main" id="{2EC073C3-C302-C6A0-973D-BD2F6F14CC91}"/>
              </a:ext>
            </a:extLst>
          </p:cNvPr>
          <p:cNvSpPr txBox="1"/>
          <p:nvPr/>
        </p:nvSpPr>
        <p:spPr>
          <a:xfrm flipH="1">
            <a:off x="206417"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Arial" panose="020B0604020202020204" pitchFamily="34" charset="0"/>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Arial" panose="020B0604020202020204" pitchFamily="34" charset="0"/>
              </a:rPr>
              <a:t>technique</a:t>
            </a:r>
          </a:p>
        </p:txBody>
      </p:sp>
      <p:sp>
        <p:nvSpPr>
          <p:cNvPr id="106" name="TextBox 10">
            <a:extLst>
              <a:ext uri="{FF2B5EF4-FFF2-40B4-BE49-F238E27FC236}">
                <a16:creationId xmlns:a16="http://schemas.microsoft.com/office/drawing/2014/main" id="{4D31C0D9-AAF3-794C-3DBB-413921F4276F}"/>
              </a:ext>
            </a:extLst>
          </p:cNvPr>
          <p:cNvSpPr txBox="1"/>
          <p:nvPr/>
        </p:nvSpPr>
        <p:spPr>
          <a:xfrm>
            <a:off x="4192031"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des achats</a:t>
            </a:r>
          </a:p>
        </p:txBody>
      </p:sp>
      <p:sp>
        <p:nvSpPr>
          <p:cNvPr id="107" name="TextBox 11">
            <a:extLst>
              <a:ext uri="{FF2B5EF4-FFF2-40B4-BE49-F238E27FC236}">
                <a16:creationId xmlns:a16="http://schemas.microsoft.com/office/drawing/2014/main" id="{F3927B64-BA54-3642-C441-DA4EB3E3CB7F}"/>
              </a:ext>
            </a:extLst>
          </p:cNvPr>
          <p:cNvSpPr txBox="1"/>
          <p:nvPr/>
        </p:nvSpPr>
        <p:spPr>
          <a:xfrm>
            <a:off x="6840560" y="4303035"/>
            <a:ext cx="1184941"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e-commerce</a:t>
            </a:r>
          </a:p>
        </p:txBody>
      </p:sp>
      <p:sp>
        <p:nvSpPr>
          <p:cNvPr id="108" name="TextBox 12">
            <a:extLst>
              <a:ext uri="{FF2B5EF4-FFF2-40B4-BE49-F238E27FC236}">
                <a16:creationId xmlns:a16="http://schemas.microsoft.com/office/drawing/2014/main" id="{6C310A20-4849-09C5-F773-CED450163EF4}"/>
              </a:ext>
            </a:extLst>
          </p:cNvPr>
          <p:cNvSpPr txBox="1"/>
          <p:nvPr/>
        </p:nvSpPr>
        <p:spPr>
          <a:xfrm>
            <a:off x="8102099" y="4303035"/>
            <a:ext cx="1297150"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 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ressources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humaines</a:t>
            </a:r>
          </a:p>
        </p:txBody>
      </p:sp>
      <p:sp>
        <p:nvSpPr>
          <p:cNvPr id="109" name="TextBox 15">
            <a:extLst>
              <a:ext uri="{FF2B5EF4-FFF2-40B4-BE49-F238E27FC236}">
                <a16:creationId xmlns:a16="http://schemas.microsoft.com/office/drawing/2014/main" id="{9E2D75E8-E124-6B42-66EC-498E873540F4}"/>
              </a:ext>
            </a:extLst>
          </p:cNvPr>
          <p:cNvSpPr txBox="1"/>
          <p:nvPr/>
        </p:nvSpPr>
        <p:spPr>
          <a:xfrm>
            <a:off x="5431554" y="4303035"/>
            <a:ext cx="1314784"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en fabrication</a:t>
            </a:r>
          </a:p>
        </p:txBody>
      </p:sp>
      <p:sp>
        <p:nvSpPr>
          <p:cNvPr id="110" name="TextBox 16">
            <a:extLst>
              <a:ext uri="{FF2B5EF4-FFF2-40B4-BE49-F238E27FC236}">
                <a16:creationId xmlns:a16="http://schemas.microsoft.com/office/drawing/2014/main" id="{31166A37-5DC6-5257-276E-FD261D4B752B}"/>
              </a:ext>
            </a:extLst>
          </p:cNvPr>
          <p:cNvSpPr txBox="1"/>
          <p:nvPr/>
        </p:nvSpPr>
        <p:spPr>
          <a:xfrm>
            <a:off x="10907428" y="4303035"/>
            <a:ext cx="1047083"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des 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de vente</a:t>
            </a:r>
          </a:p>
        </p:txBody>
      </p:sp>
      <p:sp>
        <p:nvSpPr>
          <p:cNvPr id="111" name="TextBox 18">
            <a:extLst>
              <a:ext uri="{FF2B5EF4-FFF2-40B4-BE49-F238E27FC236}">
                <a16:creationId xmlns:a16="http://schemas.microsoft.com/office/drawing/2014/main" id="{917EA391-1799-8D44-4373-7CE97FE28C1E}"/>
              </a:ext>
            </a:extLst>
          </p:cNvPr>
          <p:cNvSpPr txBox="1"/>
          <p:nvPr/>
        </p:nvSpPr>
        <p:spPr>
          <a:xfrm>
            <a:off x="9558634"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ea typeface="+mn-ea"/>
                <a:cs typeface="+mn-cs"/>
              </a:rPr>
              <a:t>CRM</a:t>
            </a:r>
          </a:p>
        </p:txBody>
      </p:sp>
      <p:grpSp>
        <p:nvGrpSpPr>
          <p:cNvPr id="112" name="Groupe 111">
            <a:extLst>
              <a:ext uri="{FF2B5EF4-FFF2-40B4-BE49-F238E27FC236}">
                <a16:creationId xmlns:a16="http://schemas.microsoft.com/office/drawing/2014/main" id="{F30F67DF-C0C9-7C16-C118-49F083CF9608}"/>
              </a:ext>
            </a:extLst>
          </p:cNvPr>
          <p:cNvGrpSpPr/>
          <p:nvPr/>
        </p:nvGrpSpPr>
        <p:grpSpPr>
          <a:xfrm>
            <a:off x="359728" y="3372962"/>
            <a:ext cx="743808" cy="828863"/>
            <a:chOff x="359728" y="3372962"/>
            <a:chExt cx="743808" cy="828863"/>
          </a:xfrm>
        </p:grpSpPr>
        <p:sp>
          <p:nvSpPr>
            <p:cNvPr id="113" name="Forme libre : forme 112">
              <a:extLst>
                <a:ext uri="{FF2B5EF4-FFF2-40B4-BE49-F238E27FC236}">
                  <a16:creationId xmlns:a16="http://schemas.microsoft.com/office/drawing/2014/main" id="{BE4985B9-E173-A7FB-525C-BE730EE306BE}"/>
                </a:ext>
              </a:extLst>
            </p:cNvPr>
            <p:cNvSpPr/>
            <p:nvPr/>
          </p:nvSpPr>
          <p:spPr>
            <a:xfrm flipV="1">
              <a:off x="359728" y="3372962"/>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14" name="Graphic 2">
              <a:extLst>
                <a:ext uri="{FF2B5EF4-FFF2-40B4-BE49-F238E27FC236}">
                  <a16:creationId xmlns:a16="http://schemas.microsoft.com/office/drawing/2014/main" id="{92D7312A-CF20-63A0-816C-6666E3BA78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718" y="3576518"/>
              <a:ext cx="360000" cy="360000"/>
            </a:xfrm>
            <a:prstGeom prst="rect">
              <a:avLst/>
            </a:prstGeom>
          </p:spPr>
        </p:pic>
      </p:grpSp>
      <p:grpSp>
        <p:nvGrpSpPr>
          <p:cNvPr id="115" name="Groupe 114">
            <a:extLst>
              <a:ext uri="{FF2B5EF4-FFF2-40B4-BE49-F238E27FC236}">
                <a16:creationId xmlns:a16="http://schemas.microsoft.com/office/drawing/2014/main" id="{697C954F-39F7-0373-5A38-8AD8A3D5C255}"/>
              </a:ext>
            </a:extLst>
          </p:cNvPr>
          <p:cNvGrpSpPr/>
          <p:nvPr/>
        </p:nvGrpSpPr>
        <p:grpSpPr>
          <a:xfrm>
            <a:off x="1697982" y="3370484"/>
            <a:ext cx="743808" cy="828863"/>
            <a:chOff x="1703562" y="3370484"/>
            <a:chExt cx="743808" cy="828863"/>
          </a:xfrm>
        </p:grpSpPr>
        <p:sp>
          <p:nvSpPr>
            <p:cNvPr id="116" name="Forme libre : forme 115">
              <a:extLst>
                <a:ext uri="{FF2B5EF4-FFF2-40B4-BE49-F238E27FC236}">
                  <a16:creationId xmlns:a16="http://schemas.microsoft.com/office/drawing/2014/main" id="{86D43291-7F36-5EEB-BC37-14EE377B621D}"/>
                </a:ext>
              </a:extLst>
            </p:cNvPr>
            <p:cNvSpPr/>
            <p:nvPr/>
          </p:nvSpPr>
          <p:spPr>
            <a:xfrm flipV="1">
              <a:off x="1703562"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17" name="Graphic 6">
              <a:extLst>
                <a:ext uri="{FF2B5EF4-FFF2-40B4-BE49-F238E27FC236}">
                  <a16:creationId xmlns:a16="http://schemas.microsoft.com/office/drawing/2014/main" id="{BB1CD80B-54EC-2D3B-0B78-909880395B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5466" y="3576518"/>
              <a:ext cx="360000" cy="360000"/>
            </a:xfrm>
            <a:prstGeom prst="rect">
              <a:avLst/>
            </a:prstGeom>
          </p:spPr>
        </p:pic>
      </p:grpSp>
      <p:grpSp>
        <p:nvGrpSpPr>
          <p:cNvPr id="118" name="Groupe 117">
            <a:extLst>
              <a:ext uri="{FF2B5EF4-FFF2-40B4-BE49-F238E27FC236}">
                <a16:creationId xmlns:a16="http://schemas.microsoft.com/office/drawing/2014/main" id="{46E8715D-3BBC-FACD-801B-A491F8C56D35}"/>
              </a:ext>
            </a:extLst>
          </p:cNvPr>
          <p:cNvGrpSpPr/>
          <p:nvPr/>
        </p:nvGrpSpPr>
        <p:grpSpPr>
          <a:xfrm>
            <a:off x="2996473" y="3370485"/>
            <a:ext cx="743808" cy="828863"/>
            <a:chOff x="3043740" y="3370485"/>
            <a:chExt cx="743808" cy="828863"/>
          </a:xfrm>
        </p:grpSpPr>
        <p:sp>
          <p:nvSpPr>
            <p:cNvPr id="119" name="Forme libre : forme 118">
              <a:extLst>
                <a:ext uri="{FF2B5EF4-FFF2-40B4-BE49-F238E27FC236}">
                  <a16:creationId xmlns:a16="http://schemas.microsoft.com/office/drawing/2014/main" id="{D4E0230C-B0F5-E0D9-EA8F-63A7D9D5946D}"/>
                </a:ext>
              </a:extLst>
            </p:cNvPr>
            <p:cNvSpPr/>
            <p:nvPr/>
          </p:nvSpPr>
          <p:spPr>
            <a:xfrm flipV="1">
              <a:off x="3043740" y="337048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20" name="Graphic 25">
              <a:extLst>
                <a:ext uri="{FF2B5EF4-FFF2-40B4-BE49-F238E27FC236}">
                  <a16:creationId xmlns:a16="http://schemas.microsoft.com/office/drawing/2014/main" id="{A6B4204C-5915-6F4E-D0B5-E1BD82046D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35644" y="3576518"/>
              <a:ext cx="360000" cy="360000"/>
            </a:xfrm>
            <a:prstGeom prst="rect">
              <a:avLst/>
            </a:prstGeom>
          </p:spPr>
        </p:pic>
      </p:grpSp>
      <p:grpSp>
        <p:nvGrpSpPr>
          <p:cNvPr id="121" name="Groupe 120">
            <a:extLst>
              <a:ext uri="{FF2B5EF4-FFF2-40B4-BE49-F238E27FC236}">
                <a16:creationId xmlns:a16="http://schemas.microsoft.com/office/drawing/2014/main" id="{DE2663B5-8A9F-19BF-51F3-6C642B0ED9B6}"/>
              </a:ext>
            </a:extLst>
          </p:cNvPr>
          <p:cNvGrpSpPr/>
          <p:nvPr/>
        </p:nvGrpSpPr>
        <p:grpSpPr>
          <a:xfrm>
            <a:off x="4343668" y="3370483"/>
            <a:ext cx="743808" cy="828863"/>
            <a:chOff x="4383918" y="3370483"/>
            <a:chExt cx="743808" cy="828863"/>
          </a:xfrm>
        </p:grpSpPr>
        <p:sp>
          <p:nvSpPr>
            <p:cNvPr id="122" name="Forme libre : forme 121">
              <a:extLst>
                <a:ext uri="{FF2B5EF4-FFF2-40B4-BE49-F238E27FC236}">
                  <a16:creationId xmlns:a16="http://schemas.microsoft.com/office/drawing/2014/main" id="{858200C4-713A-3F6D-B949-C27616994A8E}"/>
                </a:ext>
              </a:extLst>
            </p:cNvPr>
            <p:cNvSpPr/>
            <p:nvPr/>
          </p:nvSpPr>
          <p:spPr>
            <a:xfrm flipV="1">
              <a:off x="4383918" y="3370483"/>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23" name="Graphic 14">
              <a:extLst>
                <a:ext uri="{FF2B5EF4-FFF2-40B4-BE49-F238E27FC236}">
                  <a16:creationId xmlns:a16="http://schemas.microsoft.com/office/drawing/2014/main" id="{5B9313EF-B5EB-1DA0-6545-F3AF97957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5822" y="3576518"/>
              <a:ext cx="360000" cy="360000"/>
            </a:xfrm>
            <a:prstGeom prst="rect">
              <a:avLst/>
            </a:prstGeom>
          </p:spPr>
        </p:pic>
      </p:grpSp>
      <p:grpSp>
        <p:nvGrpSpPr>
          <p:cNvPr id="124" name="Groupe 123">
            <a:extLst>
              <a:ext uri="{FF2B5EF4-FFF2-40B4-BE49-F238E27FC236}">
                <a16:creationId xmlns:a16="http://schemas.microsoft.com/office/drawing/2014/main" id="{FE9372CE-D6F5-4B2B-B7E4-066CAC666909}"/>
              </a:ext>
            </a:extLst>
          </p:cNvPr>
          <p:cNvGrpSpPr/>
          <p:nvPr/>
        </p:nvGrpSpPr>
        <p:grpSpPr>
          <a:xfrm>
            <a:off x="7061126" y="3387936"/>
            <a:ext cx="743808" cy="828863"/>
            <a:chOff x="7055203" y="3387936"/>
            <a:chExt cx="743808" cy="828863"/>
          </a:xfrm>
        </p:grpSpPr>
        <p:sp>
          <p:nvSpPr>
            <p:cNvPr id="125" name="Forme libre : forme 124">
              <a:extLst>
                <a:ext uri="{FF2B5EF4-FFF2-40B4-BE49-F238E27FC236}">
                  <a16:creationId xmlns:a16="http://schemas.microsoft.com/office/drawing/2014/main" id="{BB94CFA8-C80F-C7B3-1916-E348FA098FD6}"/>
                </a:ext>
              </a:extLst>
            </p:cNvPr>
            <p:cNvSpPr/>
            <p:nvPr/>
          </p:nvSpPr>
          <p:spPr>
            <a:xfrm flipV="1">
              <a:off x="7055203"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26" name="Graphic 27">
              <a:extLst>
                <a:ext uri="{FF2B5EF4-FFF2-40B4-BE49-F238E27FC236}">
                  <a16:creationId xmlns:a16="http://schemas.microsoft.com/office/drawing/2014/main" id="{95B3AE36-F664-37DE-9B6A-49717F34C5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47107" y="3576518"/>
              <a:ext cx="360000" cy="360000"/>
            </a:xfrm>
            <a:prstGeom prst="rect">
              <a:avLst/>
            </a:prstGeom>
          </p:spPr>
        </p:pic>
      </p:grpSp>
      <p:grpSp>
        <p:nvGrpSpPr>
          <p:cNvPr id="127" name="Groupe 126">
            <a:extLst>
              <a:ext uri="{FF2B5EF4-FFF2-40B4-BE49-F238E27FC236}">
                <a16:creationId xmlns:a16="http://schemas.microsoft.com/office/drawing/2014/main" id="{2A3102BD-5592-9880-B573-901498E18F13}"/>
              </a:ext>
            </a:extLst>
          </p:cNvPr>
          <p:cNvGrpSpPr/>
          <p:nvPr/>
        </p:nvGrpSpPr>
        <p:grpSpPr>
          <a:xfrm>
            <a:off x="5717042" y="3370484"/>
            <a:ext cx="743808" cy="828863"/>
            <a:chOff x="5724096" y="3370484"/>
            <a:chExt cx="743808" cy="828863"/>
          </a:xfrm>
        </p:grpSpPr>
        <p:sp>
          <p:nvSpPr>
            <p:cNvPr id="128" name="Forme libre : forme 127">
              <a:extLst>
                <a:ext uri="{FF2B5EF4-FFF2-40B4-BE49-F238E27FC236}">
                  <a16:creationId xmlns:a16="http://schemas.microsoft.com/office/drawing/2014/main" id="{FAA44E60-A0E6-8EBC-4A5F-7ECA9F283A79}"/>
                </a:ext>
              </a:extLst>
            </p:cNvPr>
            <p:cNvSpPr/>
            <p:nvPr/>
          </p:nvSpPr>
          <p:spPr>
            <a:xfrm flipV="1">
              <a:off x="5724096"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29" name="Graphic 26">
              <a:extLst>
                <a:ext uri="{FF2B5EF4-FFF2-40B4-BE49-F238E27FC236}">
                  <a16:creationId xmlns:a16="http://schemas.microsoft.com/office/drawing/2014/main" id="{B4261C47-F071-8D62-2246-22F2F411DB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16000" y="3576518"/>
              <a:ext cx="360000" cy="360000"/>
            </a:xfrm>
            <a:prstGeom prst="rect">
              <a:avLst/>
            </a:prstGeom>
          </p:spPr>
        </p:pic>
      </p:grpSp>
      <p:grpSp>
        <p:nvGrpSpPr>
          <p:cNvPr id="130" name="Groupe 129">
            <a:extLst>
              <a:ext uri="{FF2B5EF4-FFF2-40B4-BE49-F238E27FC236}">
                <a16:creationId xmlns:a16="http://schemas.microsoft.com/office/drawing/2014/main" id="{E572A961-2BB5-760E-0F1F-E054334E0899}"/>
              </a:ext>
            </a:extLst>
          </p:cNvPr>
          <p:cNvGrpSpPr/>
          <p:nvPr/>
        </p:nvGrpSpPr>
        <p:grpSpPr>
          <a:xfrm>
            <a:off x="8378770" y="3387937"/>
            <a:ext cx="743808" cy="828863"/>
            <a:chOff x="8395381" y="3387937"/>
            <a:chExt cx="743808" cy="828863"/>
          </a:xfrm>
        </p:grpSpPr>
        <p:sp>
          <p:nvSpPr>
            <p:cNvPr id="131" name="Forme libre : forme 130">
              <a:extLst>
                <a:ext uri="{FF2B5EF4-FFF2-40B4-BE49-F238E27FC236}">
                  <a16:creationId xmlns:a16="http://schemas.microsoft.com/office/drawing/2014/main" id="{A0C3175B-6CAF-641D-6E46-D24DE52DC127}"/>
                </a:ext>
              </a:extLst>
            </p:cNvPr>
            <p:cNvSpPr/>
            <p:nvPr/>
          </p:nvSpPr>
          <p:spPr>
            <a:xfrm flipV="1">
              <a:off x="8395381" y="3387937"/>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32" name="Graphic 20">
              <a:extLst>
                <a:ext uri="{FF2B5EF4-FFF2-40B4-BE49-F238E27FC236}">
                  <a16:creationId xmlns:a16="http://schemas.microsoft.com/office/drawing/2014/main" id="{D7843DD2-B76E-2B7E-DF68-8993B70DFC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87285" y="3576518"/>
              <a:ext cx="360000" cy="360000"/>
            </a:xfrm>
            <a:prstGeom prst="rect">
              <a:avLst/>
            </a:prstGeom>
          </p:spPr>
        </p:pic>
      </p:grpSp>
      <p:grpSp>
        <p:nvGrpSpPr>
          <p:cNvPr id="133" name="Groupe 132">
            <a:extLst>
              <a:ext uri="{FF2B5EF4-FFF2-40B4-BE49-F238E27FC236}">
                <a16:creationId xmlns:a16="http://schemas.microsoft.com/office/drawing/2014/main" id="{709EB46F-57D6-962D-59F5-CFE429E75A1A}"/>
              </a:ext>
            </a:extLst>
          </p:cNvPr>
          <p:cNvGrpSpPr/>
          <p:nvPr/>
        </p:nvGrpSpPr>
        <p:grpSpPr>
          <a:xfrm>
            <a:off x="11059065" y="3387936"/>
            <a:ext cx="743808" cy="828863"/>
            <a:chOff x="11075737" y="3387936"/>
            <a:chExt cx="743808" cy="828863"/>
          </a:xfrm>
        </p:grpSpPr>
        <p:sp>
          <p:nvSpPr>
            <p:cNvPr id="134" name="Forme libre : forme 133">
              <a:extLst>
                <a:ext uri="{FF2B5EF4-FFF2-40B4-BE49-F238E27FC236}">
                  <a16:creationId xmlns:a16="http://schemas.microsoft.com/office/drawing/2014/main" id="{8848AFA1-4E70-780D-8A25-33B32DE6FE5F}"/>
                </a:ext>
              </a:extLst>
            </p:cNvPr>
            <p:cNvSpPr/>
            <p:nvPr/>
          </p:nvSpPr>
          <p:spPr>
            <a:xfrm flipV="1">
              <a:off x="11075737"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35" name="Graphic 22">
              <a:extLst>
                <a:ext uri="{FF2B5EF4-FFF2-40B4-BE49-F238E27FC236}">
                  <a16:creationId xmlns:a16="http://schemas.microsoft.com/office/drawing/2014/main" id="{4A6DAD39-A98C-34E2-D20C-2DB6455D58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267641" y="3576518"/>
              <a:ext cx="360000" cy="360000"/>
            </a:xfrm>
            <a:prstGeom prst="rect">
              <a:avLst/>
            </a:prstGeom>
          </p:spPr>
        </p:pic>
      </p:grpSp>
      <p:grpSp>
        <p:nvGrpSpPr>
          <p:cNvPr id="136" name="Groupe 135">
            <a:extLst>
              <a:ext uri="{FF2B5EF4-FFF2-40B4-BE49-F238E27FC236}">
                <a16:creationId xmlns:a16="http://schemas.microsoft.com/office/drawing/2014/main" id="{DA5B1E41-648B-F71A-3936-23CEF094074D}"/>
              </a:ext>
            </a:extLst>
          </p:cNvPr>
          <p:cNvGrpSpPr/>
          <p:nvPr/>
        </p:nvGrpSpPr>
        <p:grpSpPr>
          <a:xfrm>
            <a:off x="9710271" y="3387935"/>
            <a:ext cx="743808" cy="828863"/>
            <a:chOff x="9735559" y="3387935"/>
            <a:chExt cx="743808" cy="828863"/>
          </a:xfrm>
        </p:grpSpPr>
        <p:sp>
          <p:nvSpPr>
            <p:cNvPr id="137" name="Forme libre : forme 136">
              <a:extLst>
                <a:ext uri="{FF2B5EF4-FFF2-40B4-BE49-F238E27FC236}">
                  <a16:creationId xmlns:a16="http://schemas.microsoft.com/office/drawing/2014/main" id="{9721974C-C749-AB4D-9FF0-2F82EF34AF2D}"/>
                </a:ext>
              </a:extLst>
            </p:cNvPr>
            <p:cNvSpPr/>
            <p:nvPr/>
          </p:nvSpPr>
          <p:spPr>
            <a:xfrm flipV="1">
              <a:off x="9735559" y="338793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Arial" panose="020B0604020202020204" pitchFamily="34" charset="0"/>
              </a:endParaRPr>
            </a:p>
          </p:txBody>
        </p:sp>
        <p:pic>
          <p:nvPicPr>
            <p:cNvPr id="138" name="Graphic 53">
              <a:extLst>
                <a:ext uri="{FF2B5EF4-FFF2-40B4-BE49-F238E27FC236}">
                  <a16:creationId xmlns:a16="http://schemas.microsoft.com/office/drawing/2014/main" id="{96CF3EDE-BA51-FEB1-D99C-1786D417F6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27463" y="3576518"/>
              <a:ext cx="360000" cy="360000"/>
            </a:xfrm>
            <a:prstGeom prst="rect">
              <a:avLst/>
            </a:prstGeom>
          </p:spPr>
        </p:pic>
      </p:grpSp>
    </p:spTree>
    <p:extLst>
      <p:ext uri="{BB962C8B-B14F-4D97-AF65-F5344CB8AC3E}">
        <p14:creationId xmlns:p14="http://schemas.microsoft.com/office/powerpoint/2010/main" val="707463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DFCDEC6-AC94-E7F7-9451-57A29A9DAA80}"/>
              </a:ext>
            </a:extLst>
          </p:cNvPr>
          <p:cNvSpPr>
            <a:spLocks noGrp="1"/>
          </p:cNvSpPr>
          <p:nvPr>
            <p:ph type="title"/>
          </p:nvPr>
        </p:nvSpPr>
        <p:spPr/>
        <p:txBody>
          <a:bodyPr>
            <a:normAutofit/>
          </a:bodyPr>
          <a:lstStyle/>
          <a:p>
            <a:r>
              <a:rPr lang="fr-FR" dirty="0"/>
              <a:t>SLA</a:t>
            </a:r>
            <a:br>
              <a:rPr lang="fr-FR" dirty="0"/>
            </a:br>
            <a:r>
              <a:rPr lang="fr-FR" dirty="0"/>
              <a:t>Maintenance &amp; Support</a:t>
            </a:r>
            <a:endParaRPr lang="en-US" dirty="0"/>
          </a:p>
        </p:txBody>
      </p:sp>
      <p:sp>
        <p:nvSpPr>
          <p:cNvPr id="8" name="Espace réservé du contenu 7">
            <a:extLst>
              <a:ext uri="{FF2B5EF4-FFF2-40B4-BE49-F238E27FC236}">
                <a16:creationId xmlns:a16="http://schemas.microsoft.com/office/drawing/2014/main" id="{63043A13-4031-E581-B936-188887B92D4F}"/>
              </a:ext>
            </a:extLst>
          </p:cNvPr>
          <p:cNvSpPr>
            <a:spLocks noGrp="1"/>
          </p:cNvSpPr>
          <p:nvPr>
            <p:ph idx="1"/>
          </p:nvPr>
        </p:nvSpPr>
        <p:spPr>
          <a:xfrm>
            <a:off x="838200" y="5596128"/>
            <a:ext cx="10515600" cy="580834"/>
          </a:xfrm>
        </p:spPr>
        <p:txBody>
          <a:bodyPr>
            <a:normAutofit fontScale="92500"/>
          </a:bodyPr>
          <a:lstStyle/>
          <a:p>
            <a:pPr marL="0" indent="0" algn="ctr">
              <a:buNone/>
            </a:pPr>
            <a:r>
              <a:rPr lang="en-US" dirty="0"/>
              <a:t>Un plan de support </a:t>
            </a:r>
            <a:r>
              <a:rPr lang="en-US" b="1" dirty="0"/>
              <a:t>24h/24 7j/7 </a:t>
            </a:r>
            <a:r>
              <a:rPr lang="en-US" dirty="0" err="1"/>
              <a:t>peut</a:t>
            </a:r>
            <a:r>
              <a:rPr lang="en-US" dirty="0"/>
              <a:t> </a:t>
            </a:r>
            <a:r>
              <a:rPr lang="en-US" dirty="0" err="1"/>
              <a:t>être</a:t>
            </a:r>
            <a:r>
              <a:rPr lang="en-US" dirty="0"/>
              <a:t> mis </a:t>
            </a:r>
            <a:r>
              <a:rPr lang="en-US" dirty="0" err="1"/>
              <a:t>en</a:t>
            </a:r>
            <a:r>
              <a:rPr lang="en-US" dirty="0"/>
              <a:t> place </a:t>
            </a:r>
            <a:r>
              <a:rPr lang="en-US" dirty="0" err="1"/>
              <a:t>si</a:t>
            </a:r>
            <a:r>
              <a:rPr lang="en-US" dirty="0"/>
              <a:t> </a:t>
            </a:r>
            <a:r>
              <a:rPr lang="en-US" dirty="0" err="1"/>
              <a:t>nécessaire</a:t>
            </a:r>
            <a:endParaRPr lang="en-US" dirty="0"/>
          </a:p>
        </p:txBody>
      </p:sp>
      <p:sp>
        <p:nvSpPr>
          <p:cNvPr id="6" name="Espace réservé du numéro de diapositive 5">
            <a:extLst>
              <a:ext uri="{FF2B5EF4-FFF2-40B4-BE49-F238E27FC236}">
                <a16:creationId xmlns:a16="http://schemas.microsoft.com/office/drawing/2014/main" id="{05EA1A44-1789-3708-55E8-B945550763A7}"/>
              </a:ext>
            </a:extLst>
          </p:cNvPr>
          <p:cNvSpPr>
            <a:spLocks noGrp="1"/>
          </p:cNvSpPr>
          <p:nvPr>
            <p:ph type="sldNum" sz="quarter" idx="10"/>
          </p:nvPr>
        </p:nvSpPr>
        <p:spPr/>
        <p:txBody>
          <a:bodyPr/>
          <a:lstStyle/>
          <a:p>
            <a:pPr defTabSz="914400">
              <a:defRPr/>
            </a:pPr>
            <a:fld id="{11061685-6496-4975-B02C-C44B14DBF38E}" type="slidenum">
              <a:rPr lang="fr-FR" smtClean="0"/>
              <a:pPr defTabSz="914400">
                <a:defRPr/>
              </a:pPr>
              <a:t>24</a:t>
            </a:fld>
            <a:endParaRPr lang="fr-FR"/>
          </a:p>
        </p:txBody>
      </p:sp>
      <p:graphicFrame>
        <p:nvGraphicFramePr>
          <p:cNvPr id="2" name="Tableau 1">
            <a:extLst>
              <a:ext uri="{FF2B5EF4-FFF2-40B4-BE49-F238E27FC236}">
                <a16:creationId xmlns:a16="http://schemas.microsoft.com/office/drawing/2014/main" id="{29EB3BD9-87F3-64CE-285E-BC9C8D7ABB46}"/>
              </a:ext>
            </a:extLst>
          </p:cNvPr>
          <p:cNvGraphicFramePr>
            <a:graphicFrameLocks noGrp="1"/>
          </p:cNvGraphicFramePr>
          <p:nvPr/>
        </p:nvGraphicFramePr>
        <p:xfrm>
          <a:off x="838200" y="2406797"/>
          <a:ext cx="10515600" cy="2425923"/>
        </p:xfrm>
        <a:graphic>
          <a:graphicData uri="http://schemas.openxmlformats.org/drawingml/2006/table">
            <a:tbl>
              <a:tblPr firstRow="1" firstCol="1" bandRow="1">
                <a:tableStyleId>{F5AB1C69-6EDB-4FF4-983F-18BD219EF322}</a:tableStyleId>
              </a:tblPr>
              <a:tblGrid>
                <a:gridCol w="3505200">
                  <a:extLst>
                    <a:ext uri="{9D8B030D-6E8A-4147-A177-3AD203B41FA5}">
                      <a16:colId xmlns:a16="http://schemas.microsoft.com/office/drawing/2014/main" val="3498459906"/>
                    </a:ext>
                  </a:extLst>
                </a:gridCol>
                <a:gridCol w="3505200">
                  <a:extLst>
                    <a:ext uri="{9D8B030D-6E8A-4147-A177-3AD203B41FA5}">
                      <a16:colId xmlns:a16="http://schemas.microsoft.com/office/drawing/2014/main" val="2759970919"/>
                    </a:ext>
                  </a:extLst>
                </a:gridCol>
                <a:gridCol w="3505200">
                  <a:extLst>
                    <a:ext uri="{9D8B030D-6E8A-4147-A177-3AD203B41FA5}">
                      <a16:colId xmlns:a16="http://schemas.microsoft.com/office/drawing/2014/main" val="3453894986"/>
                    </a:ext>
                  </a:extLst>
                </a:gridCol>
              </a:tblGrid>
              <a:tr h="782556">
                <a:tc>
                  <a:txBody>
                    <a:bodyPr/>
                    <a:lstStyle/>
                    <a:p>
                      <a:pPr algn="l">
                        <a:buNone/>
                      </a:pPr>
                      <a:r>
                        <a:rPr lang="en-US" sz="1500" b="1" dirty="0" err="1">
                          <a:solidFill>
                            <a:schemeClr val="bg1"/>
                          </a:solidFill>
                          <a:effectLst/>
                        </a:rPr>
                        <a:t>Niveau</a:t>
                      </a:r>
                      <a:r>
                        <a:rPr lang="en-US" sz="1500" b="1" dirty="0">
                          <a:solidFill>
                            <a:schemeClr val="bg1"/>
                          </a:solidFill>
                          <a:effectLst/>
                        </a:rPr>
                        <a:t> de </a:t>
                      </a:r>
                      <a:r>
                        <a:rPr lang="en-US" sz="1500" b="1" dirty="0" err="1">
                          <a:solidFill>
                            <a:schemeClr val="bg1"/>
                          </a:solidFill>
                          <a:effectLst/>
                        </a:rPr>
                        <a:t>gravité</a:t>
                      </a:r>
                      <a:endParaRPr lang="en-US" sz="1500" dirty="0">
                        <a:solidFill>
                          <a:schemeClr val="bg1"/>
                        </a:solidFill>
                        <a:effectLst/>
                      </a:endParaRPr>
                    </a:p>
                  </a:txBody>
                  <a:tcPr marL="78256" marR="78256" marT="39128" marB="39128" anchor="ctr"/>
                </a:tc>
                <a:tc>
                  <a:txBody>
                    <a:bodyPr/>
                    <a:lstStyle/>
                    <a:p>
                      <a:pPr algn="ctr">
                        <a:buNone/>
                      </a:pPr>
                      <a:r>
                        <a:rPr lang="en-US" sz="1500" b="1" dirty="0" err="1">
                          <a:solidFill>
                            <a:schemeClr val="bg1"/>
                          </a:solidFill>
                          <a:effectLst/>
                        </a:rPr>
                        <a:t>Délai</a:t>
                      </a:r>
                      <a:r>
                        <a:rPr lang="en-US" sz="1500" b="1" dirty="0">
                          <a:solidFill>
                            <a:schemeClr val="bg1"/>
                          </a:solidFill>
                          <a:effectLst/>
                        </a:rPr>
                        <a:t> de </a:t>
                      </a:r>
                      <a:r>
                        <a:rPr lang="en-US" sz="1500" b="1" dirty="0" err="1">
                          <a:solidFill>
                            <a:schemeClr val="bg1"/>
                          </a:solidFill>
                          <a:effectLst/>
                        </a:rPr>
                        <a:t>prise</a:t>
                      </a:r>
                      <a:r>
                        <a:rPr lang="en-US" sz="1500" b="1" dirty="0">
                          <a:solidFill>
                            <a:schemeClr val="bg1"/>
                          </a:solidFill>
                          <a:effectLst/>
                        </a:rPr>
                        <a:t> </a:t>
                      </a:r>
                      <a:r>
                        <a:rPr lang="en-US" sz="1500" b="1" dirty="0" err="1">
                          <a:solidFill>
                            <a:schemeClr val="bg1"/>
                          </a:solidFill>
                          <a:effectLst/>
                        </a:rPr>
                        <a:t>en</a:t>
                      </a:r>
                      <a:r>
                        <a:rPr lang="en-US" sz="1500" b="1" dirty="0">
                          <a:solidFill>
                            <a:schemeClr val="bg1"/>
                          </a:solidFill>
                          <a:effectLst/>
                        </a:rPr>
                        <a:t> charge</a:t>
                      </a:r>
                      <a:endParaRPr lang="en-US" sz="1500" dirty="0">
                        <a:solidFill>
                          <a:schemeClr val="bg1"/>
                        </a:solidFill>
                        <a:effectLst/>
                      </a:endParaRPr>
                    </a:p>
                  </a:txBody>
                  <a:tcPr marL="78256" marR="78256" marT="39128" marB="39128" anchor="ctr"/>
                </a:tc>
                <a:tc>
                  <a:txBody>
                    <a:bodyPr/>
                    <a:lstStyle/>
                    <a:p>
                      <a:pPr algn="ctr">
                        <a:buNone/>
                      </a:pPr>
                      <a:r>
                        <a:rPr lang="en-US" sz="1500" b="1" dirty="0" err="1">
                          <a:solidFill>
                            <a:schemeClr val="bg1"/>
                          </a:solidFill>
                          <a:effectLst/>
                        </a:rPr>
                        <a:t>Délai</a:t>
                      </a:r>
                      <a:r>
                        <a:rPr lang="en-US" sz="1500" b="1" dirty="0">
                          <a:solidFill>
                            <a:schemeClr val="bg1"/>
                          </a:solidFill>
                          <a:effectLst/>
                        </a:rPr>
                        <a:t> de </a:t>
                      </a:r>
                      <a:r>
                        <a:rPr lang="en-US" sz="1500" b="1" dirty="0" err="1">
                          <a:solidFill>
                            <a:schemeClr val="bg1"/>
                          </a:solidFill>
                          <a:effectLst/>
                        </a:rPr>
                        <a:t>résolution</a:t>
                      </a:r>
                      <a:r>
                        <a:rPr lang="en-US" sz="1500" b="1" dirty="0">
                          <a:solidFill>
                            <a:schemeClr val="bg1"/>
                          </a:solidFill>
                          <a:effectLst/>
                        </a:rPr>
                        <a:t> </a:t>
                      </a:r>
                      <a:r>
                        <a:rPr lang="en-US" sz="1500" b="1" dirty="0" err="1">
                          <a:solidFill>
                            <a:schemeClr val="bg1"/>
                          </a:solidFill>
                          <a:effectLst/>
                        </a:rPr>
                        <a:t>ou</a:t>
                      </a:r>
                      <a:r>
                        <a:rPr lang="en-US" sz="1500" b="1" dirty="0">
                          <a:solidFill>
                            <a:schemeClr val="bg1"/>
                          </a:solidFill>
                          <a:effectLst/>
                        </a:rPr>
                        <a:t> </a:t>
                      </a:r>
                      <a:r>
                        <a:rPr lang="en-US" sz="1500" b="1" dirty="0" err="1">
                          <a:solidFill>
                            <a:schemeClr val="bg1"/>
                          </a:solidFill>
                          <a:effectLst/>
                        </a:rPr>
                        <a:t>contournement</a:t>
                      </a:r>
                      <a:endParaRPr lang="en-US" sz="1500" dirty="0">
                        <a:solidFill>
                          <a:schemeClr val="bg1"/>
                        </a:solidFill>
                        <a:effectLst/>
                      </a:endParaRPr>
                    </a:p>
                  </a:txBody>
                  <a:tcPr marL="78256" marR="78256" marT="39128" marB="39128" anchor="ctr"/>
                </a:tc>
                <a:extLst>
                  <a:ext uri="{0D108BD9-81ED-4DB2-BD59-A6C34878D82A}">
                    <a16:rowId xmlns:a16="http://schemas.microsoft.com/office/drawing/2014/main" val="454509455"/>
                  </a:ext>
                </a:extLst>
              </a:tr>
              <a:tr h="547789">
                <a:tc>
                  <a:txBody>
                    <a:bodyPr/>
                    <a:lstStyle/>
                    <a:p>
                      <a:pPr algn="l">
                        <a:buNone/>
                      </a:pPr>
                      <a:r>
                        <a:rPr lang="en-US" sz="1500" dirty="0">
                          <a:solidFill>
                            <a:schemeClr val="bg1"/>
                          </a:solidFill>
                          <a:effectLst/>
                        </a:rPr>
                        <a:t>1 – </a:t>
                      </a:r>
                      <a:r>
                        <a:rPr lang="en-US" sz="1500" dirty="0" err="1">
                          <a:solidFill>
                            <a:schemeClr val="bg1"/>
                          </a:solidFill>
                          <a:effectLst/>
                        </a:rPr>
                        <a:t>Anomalie</a:t>
                      </a:r>
                      <a:r>
                        <a:rPr lang="en-US" sz="1500" dirty="0">
                          <a:solidFill>
                            <a:schemeClr val="bg1"/>
                          </a:solidFill>
                          <a:effectLst/>
                        </a:rPr>
                        <a:t> majeure </a:t>
                      </a:r>
                      <a:r>
                        <a:rPr lang="en-US" sz="1500" dirty="0" err="1">
                          <a:solidFill>
                            <a:schemeClr val="bg1"/>
                          </a:solidFill>
                          <a:effectLst/>
                        </a:rPr>
                        <a:t>bloquante</a:t>
                      </a:r>
                      <a:endParaRPr lang="en-US" sz="1500" dirty="0">
                        <a:solidFill>
                          <a:schemeClr val="bg1"/>
                        </a:solidFill>
                        <a:effectLst/>
                      </a:endParaRPr>
                    </a:p>
                  </a:txBody>
                  <a:tcPr marL="78256" marR="78256" marT="39128" marB="39128" anchor="ctr"/>
                </a:tc>
                <a:tc>
                  <a:txBody>
                    <a:bodyPr/>
                    <a:lstStyle/>
                    <a:p>
                      <a:pPr algn="ctr">
                        <a:buNone/>
                      </a:pPr>
                      <a:r>
                        <a:rPr lang="en-US" sz="1500" dirty="0">
                          <a:solidFill>
                            <a:srgbClr val="212529"/>
                          </a:solidFill>
                          <a:effectLst/>
                        </a:rPr>
                        <a:t>1h</a:t>
                      </a:r>
                    </a:p>
                  </a:txBody>
                  <a:tcPr marL="78256" marR="78256" marT="39128" marB="39128" anchor="ctr"/>
                </a:tc>
                <a:tc>
                  <a:txBody>
                    <a:bodyPr/>
                    <a:lstStyle/>
                    <a:p>
                      <a:pPr algn="ctr">
                        <a:buNone/>
                      </a:pPr>
                      <a:r>
                        <a:rPr lang="en-US" sz="1500" dirty="0">
                          <a:solidFill>
                            <a:srgbClr val="212529"/>
                          </a:solidFill>
                          <a:effectLst/>
                        </a:rPr>
                        <a:t>3h</a:t>
                      </a:r>
                    </a:p>
                  </a:txBody>
                  <a:tcPr marL="78256" marR="78256" marT="39128" marB="39128" anchor="ctr"/>
                </a:tc>
                <a:extLst>
                  <a:ext uri="{0D108BD9-81ED-4DB2-BD59-A6C34878D82A}">
                    <a16:rowId xmlns:a16="http://schemas.microsoft.com/office/drawing/2014/main" val="2306339179"/>
                  </a:ext>
                </a:extLst>
              </a:tr>
              <a:tr h="547789">
                <a:tc>
                  <a:txBody>
                    <a:bodyPr/>
                    <a:lstStyle/>
                    <a:p>
                      <a:pPr algn="l">
                        <a:buNone/>
                      </a:pPr>
                      <a:r>
                        <a:rPr lang="en-US" sz="1500" dirty="0">
                          <a:solidFill>
                            <a:schemeClr val="bg1"/>
                          </a:solidFill>
                          <a:effectLst/>
                        </a:rPr>
                        <a:t>2 – </a:t>
                      </a:r>
                      <a:r>
                        <a:rPr lang="en-US" sz="1500" dirty="0" err="1">
                          <a:solidFill>
                            <a:schemeClr val="bg1"/>
                          </a:solidFill>
                          <a:effectLst/>
                        </a:rPr>
                        <a:t>Anomalie</a:t>
                      </a:r>
                      <a:r>
                        <a:rPr lang="en-US" sz="1500" dirty="0">
                          <a:solidFill>
                            <a:schemeClr val="bg1"/>
                          </a:solidFill>
                          <a:effectLst/>
                        </a:rPr>
                        <a:t> majeure non-</a:t>
                      </a:r>
                      <a:r>
                        <a:rPr lang="en-US" sz="1500" dirty="0" err="1">
                          <a:solidFill>
                            <a:schemeClr val="bg1"/>
                          </a:solidFill>
                          <a:effectLst/>
                        </a:rPr>
                        <a:t>bloquante</a:t>
                      </a:r>
                      <a:endParaRPr lang="en-US" sz="1500" dirty="0">
                        <a:solidFill>
                          <a:schemeClr val="bg1"/>
                        </a:solidFill>
                        <a:effectLst/>
                      </a:endParaRPr>
                    </a:p>
                  </a:txBody>
                  <a:tcPr marL="78256" marR="78256" marT="39128" marB="39128" anchor="ctr"/>
                </a:tc>
                <a:tc>
                  <a:txBody>
                    <a:bodyPr/>
                    <a:lstStyle/>
                    <a:p>
                      <a:pPr algn="ctr">
                        <a:buNone/>
                      </a:pPr>
                      <a:r>
                        <a:rPr lang="en-US" sz="1500" dirty="0">
                          <a:solidFill>
                            <a:srgbClr val="212529"/>
                          </a:solidFill>
                          <a:effectLst/>
                        </a:rPr>
                        <a:t>4h</a:t>
                      </a:r>
                    </a:p>
                  </a:txBody>
                  <a:tcPr marL="78256" marR="78256" marT="39128" marB="39128" anchor="ctr"/>
                </a:tc>
                <a:tc>
                  <a:txBody>
                    <a:bodyPr/>
                    <a:lstStyle/>
                    <a:p>
                      <a:pPr algn="ctr">
                        <a:buNone/>
                      </a:pPr>
                      <a:r>
                        <a:rPr lang="en-US" sz="1500" dirty="0">
                          <a:solidFill>
                            <a:srgbClr val="212529"/>
                          </a:solidFill>
                          <a:effectLst/>
                        </a:rPr>
                        <a:t>8h</a:t>
                      </a:r>
                    </a:p>
                  </a:txBody>
                  <a:tcPr marL="78256" marR="78256" marT="39128" marB="39128" anchor="ctr"/>
                </a:tc>
                <a:extLst>
                  <a:ext uri="{0D108BD9-81ED-4DB2-BD59-A6C34878D82A}">
                    <a16:rowId xmlns:a16="http://schemas.microsoft.com/office/drawing/2014/main" val="3687934333"/>
                  </a:ext>
                </a:extLst>
              </a:tr>
              <a:tr h="547789">
                <a:tc>
                  <a:txBody>
                    <a:bodyPr/>
                    <a:lstStyle/>
                    <a:p>
                      <a:pPr algn="l">
                        <a:buNone/>
                      </a:pPr>
                      <a:r>
                        <a:rPr lang="en-US" sz="1500" dirty="0">
                          <a:solidFill>
                            <a:schemeClr val="bg1"/>
                          </a:solidFill>
                          <a:effectLst/>
                        </a:rPr>
                        <a:t>3 – </a:t>
                      </a:r>
                      <a:r>
                        <a:rPr lang="en-US" sz="1500" dirty="0" err="1">
                          <a:solidFill>
                            <a:schemeClr val="bg1"/>
                          </a:solidFill>
                          <a:effectLst/>
                        </a:rPr>
                        <a:t>Anomalie</a:t>
                      </a:r>
                      <a:r>
                        <a:rPr lang="en-US" sz="1500" dirty="0">
                          <a:solidFill>
                            <a:schemeClr val="bg1"/>
                          </a:solidFill>
                          <a:effectLst/>
                        </a:rPr>
                        <a:t> </a:t>
                      </a:r>
                      <a:r>
                        <a:rPr lang="en-US" sz="1500" dirty="0" err="1">
                          <a:solidFill>
                            <a:schemeClr val="bg1"/>
                          </a:solidFill>
                          <a:effectLst/>
                        </a:rPr>
                        <a:t>mineure</a:t>
                      </a:r>
                      <a:r>
                        <a:rPr lang="en-US" sz="1500" dirty="0">
                          <a:solidFill>
                            <a:schemeClr val="bg1"/>
                          </a:solidFill>
                          <a:effectLst/>
                        </a:rPr>
                        <a:t> non-</a:t>
                      </a:r>
                      <a:r>
                        <a:rPr lang="en-US" sz="1500" dirty="0" err="1">
                          <a:solidFill>
                            <a:schemeClr val="bg1"/>
                          </a:solidFill>
                          <a:effectLst/>
                        </a:rPr>
                        <a:t>bloquante</a:t>
                      </a:r>
                      <a:endParaRPr lang="en-US" sz="1500" dirty="0">
                        <a:solidFill>
                          <a:schemeClr val="bg1"/>
                        </a:solidFill>
                        <a:effectLst/>
                      </a:endParaRPr>
                    </a:p>
                  </a:txBody>
                  <a:tcPr marL="78256" marR="78256" marT="39128" marB="39128" anchor="ctr"/>
                </a:tc>
                <a:tc>
                  <a:txBody>
                    <a:bodyPr/>
                    <a:lstStyle/>
                    <a:p>
                      <a:pPr algn="ctr">
                        <a:buNone/>
                      </a:pPr>
                      <a:r>
                        <a:rPr lang="en-US" sz="1500" dirty="0">
                          <a:solidFill>
                            <a:srgbClr val="212529"/>
                          </a:solidFill>
                          <a:effectLst/>
                        </a:rPr>
                        <a:t>8h</a:t>
                      </a:r>
                    </a:p>
                  </a:txBody>
                  <a:tcPr marL="78256" marR="78256" marT="39128" marB="39128" anchor="ctr"/>
                </a:tc>
                <a:tc>
                  <a:txBody>
                    <a:bodyPr/>
                    <a:lstStyle/>
                    <a:p>
                      <a:pPr algn="ctr">
                        <a:buNone/>
                      </a:pPr>
                      <a:r>
                        <a:rPr lang="en-US" sz="1500" dirty="0">
                          <a:solidFill>
                            <a:srgbClr val="212529"/>
                          </a:solidFill>
                          <a:effectLst/>
                        </a:rPr>
                        <a:t>2 </a:t>
                      </a:r>
                      <a:r>
                        <a:rPr lang="en-US" sz="1500" dirty="0" err="1">
                          <a:solidFill>
                            <a:srgbClr val="212529"/>
                          </a:solidFill>
                          <a:effectLst/>
                        </a:rPr>
                        <a:t>jours</a:t>
                      </a:r>
                      <a:endParaRPr lang="en-US" sz="1500" dirty="0">
                        <a:solidFill>
                          <a:srgbClr val="212529"/>
                        </a:solidFill>
                        <a:effectLst/>
                      </a:endParaRPr>
                    </a:p>
                  </a:txBody>
                  <a:tcPr marL="78256" marR="78256" marT="39128" marB="39128" anchor="ctr"/>
                </a:tc>
                <a:extLst>
                  <a:ext uri="{0D108BD9-81ED-4DB2-BD59-A6C34878D82A}">
                    <a16:rowId xmlns:a16="http://schemas.microsoft.com/office/drawing/2014/main" val="2201729591"/>
                  </a:ext>
                </a:extLst>
              </a:tr>
            </a:tbl>
          </a:graphicData>
        </a:graphic>
      </p:graphicFrame>
    </p:spTree>
    <p:extLst>
      <p:ext uri="{BB962C8B-B14F-4D97-AF65-F5344CB8AC3E}">
        <p14:creationId xmlns:p14="http://schemas.microsoft.com/office/powerpoint/2010/main" val="302562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126D-2649-B027-8459-CA46F6DD8892}"/>
            </a:ext>
          </a:extLst>
        </p:cNvPr>
        <p:cNvGrpSpPr/>
        <p:nvPr/>
      </p:nvGrpSpPr>
      <p:grpSpPr>
        <a:xfrm>
          <a:off x="0" y="0"/>
          <a:ext cx="0" cy="0"/>
          <a:chOff x="0" y="0"/>
          <a:chExt cx="0" cy="0"/>
        </a:xfrm>
      </p:grpSpPr>
      <p:sp>
        <p:nvSpPr>
          <p:cNvPr id="9" name="Titre 8">
            <a:extLst>
              <a:ext uri="{FF2B5EF4-FFF2-40B4-BE49-F238E27FC236}">
                <a16:creationId xmlns:a16="http://schemas.microsoft.com/office/drawing/2014/main" id="{848BF16C-A521-82B8-D7D6-CA697BE4D909}"/>
              </a:ext>
            </a:extLst>
          </p:cNvPr>
          <p:cNvSpPr>
            <a:spLocks noGrp="1"/>
          </p:cNvSpPr>
          <p:nvPr>
            <p:ph type="title"/>
          </p:nvPr>
        </p:nvSpPr>
        <p:spPr/>
        <p:txBody>
          <a:bodyPr/>
          <a:lstStyle/>
          <a:p>
            <a:r>
              <a:rPr lang="fr-FR" noProof="0" dirty="0">
                <a:latin typeface="+mj-lt"/>
              </a:rPr>
              <a:t>LES ÉTAPES VERS UN PROJET RÉUSSI</a:t>
            </a:r>
          </a:p>
        </p:txBody>
      </p:sp>
      <p:sp>
        <p:nvSpPr>
          <p:cNvPr id="2" name="Rectangle 1">
            <a:extLst>
              <a:ext uri="{FF2B5EF4-FFF2-40B4-BE49-F238E27FC236}">
                <a16:creationId xmlns:a16="http://schemas.microsoft.com/office/drawing/2014/main" id="{59604C8E-B52D-983C-BCF1-B349FB287D8F}"/>
              </a:ext>
            </a:extLst>
          </p:cNvPr>
          <p:cNvSpPr/>
          <p:nvPr/>
        </p:nvSpPr>
        <p:spPr>
          <a:xfrm rot="17945011">
            <a:off x="4182021" y="2433979"/>
            <a:ext cx="939294" cy="50676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3" name="Hexagon 18">
            <a:extLst>
              <a:ext uri="{FF2B5EF4-FFF2-40B4-BE49-F238E27FC236}">
                <a16:creationId xmlns:a16="http://schemas.microsoft.com/office/drawing/2014/main" id="{BC208CF0-4DCB-3BAA-57C9-7D50B84B57B2}"/>
              </a:ext>
            </a:extLst>
          </p:cNvPr>
          <p:cNvSpPr/>
          <p:nvPr/>
        </p:nvSpPr>
        <p:spPr>
          <a:xfrm rot="5400000">
            <a:off x="5684897"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Formations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démarrage</a:t>
            </a:r>
          </a:p>
        </p:txBody>
      </p:sp>
      <p:sp>
        <p:nvSpPr>
          <p:cNvPr id="4" name="Trapezoid 31">
            <a:extLst>
              <a:ext uri="{FF2B5EF4-FFF2-40B4-BE49-F238E27FC236}">
                <a16:creationId xmlns:a16="http://schemas.microsoft.com/office/drawing/2014/main" id="{21833DB2-CB61-B9A7-E308-956169F6FA1D}"/>
              </a:ext>
            </a:extLst>
          </p:cNvPr>
          <p:cNvSpPr/>
          <p:nvPr/>
        </p:nvSpPr>
        <p:spPr>
          <a:xfrm rot="19800000">
            <a:off x="5702586" y="4820492"/>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ea typeface="+mn-ea"/>
              <a:cs typeface="+mn-cs"/>
            </a:endParaRPr>
          </a:p>
        </p:txBody>
      </p:sp>
      <p:sp>
        <p:nvSpPr>
          <p:cNvPr id="5" name="Hexagon 33">
            <a:extLst>
              <a:ext uri="{FF2B5EF4-FFF2-40B4-BE49-F238E27FC236}">
                <a16:creationId xmlns:a16="http://schemas.microsoft.com/office/drawing/2014/main" id="{44DDFC9B-1038-106C-5666-B56B0737430F}"/>
              </a:ext>
            </a:extLst>
          </p:cNvPr>
          <p:cNvSpPr/>
          <p:nvPr/>
        </p:nvSpPr>
        <p:spPr>
          <a:xfrm rot="5400000">
            <a:off x="3790435"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Lancement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support</a:t>
            </a:r>
          </a:p>
        </p:txBody>
      </p:sp>
      <p:sp>
        <p:nvSpPr>
          <p:cNvPr id="6" name="Trapezoid 32">
            <a:extLst>
              <a:ext uri="{FF2B5EF4-FFF2-40B4-BE49-F238E27FC236}">
                <a16:creationId xmlns:a16="http://schemas.microsoft.com/office/drawing/2014/main" id="{789923A5-11A9-39A6-60DF-BF9E3EC680B9}"/>
              </a:ext>
            </a:extLst>
          </p:cNvPr>
          <p:cNvSpPr/>
          <p:nvPr/>
        </p:nvSpPr>
        <p:spPr>
          <a:xfrm rot="1800000">
            <a:off x="4649205" y="4818601"/>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ea typeface="+mn-ea"/>
              <a:cs typeface="+mn-cs"/>
            </a:endParaRPr>
          </a:p>
        </p:txBody>
      </p:sp>
      <p:sp>
        <p:nvSpPr>
          <p:cNvPr id="7" name="Hexagon 34">
            <a:extLst>
              <a:ext uri="{FF2B5EF4-FFF2-40B4-BE49-F238E27FC236}">
                <a16:creationId xmlns:a16="http://schemas.microsoft.com/office/drawing/2014/main" id="{BE857D43-9805-22AD-DF78-1C9B634A515B}"/>
              </a:ext>
            </a:extLst>
          </p:cNvPr>
          <p:cNvSpPr/>
          <p:nvPr/>
        </p:nvSpPr>
        <p:spPr>
          <a:xfrm rot="5400000">
            <a:off x="5896942" y="1586174"/>
            <a:ext cx="1732971" cy="1884953"/>
          </a:xfrm>
          <a:custGeom>
            <a:avLst/>
            <a:gdLst>
              <a:gd name="connsiteX0" fmla="*/ 0 w 2135508"/>
              <a:gd name="connsiteY0" fmla="*/ 928622 h 1857244"/>
              <a:gd name="connsiteX1" fmla="*/ 534923 w 2135508"/>
              <a:gd name="connsiteY1" fmla="*/ 0 h 1857244"/>
              <a:gd name="connsiteX2" fmla="*/ 1600585 w 2135508"/>
              <a:gd name="connsiteY2" fmla="*/ 0 h 1857244"/>
              <a:gd name="connsiteX3" fmla="*/ 2135508 w 2135508"/>
              <a:gd name="connsiteY3" fmla="*/ 928622 h 1857244"/>
              <a:gd name="connsiteX4" fmla="*/ 1600585 w 2135508"/>
              <a:gd name="connsiteY4" fmla="*/ 1857244 h 1857244"/>
              <a:gd name="connsiteX5" fmla="*/ 534923 w 2135508"/>
              <a:gd name="connsiteY5" fmla="*/ 1857244 h 1857244"/>
              <a:gd name="connsiteX6" fmla="*/ 0 w 2135508"/>
              <a:gd name="connsiteY6" fmla="*/ 928622 h 1857244"/>
              <a:gd name="connsiteX0" fmla="*/ 0 w 1726029"/>
              <a:gd name="connsiteY0" fmla="*/ 959410 h 1857244"/>
              <a:gd name="connsiteX1" fmla="*/ 125444 w 1726029"/>
              <a:gd name="connsiteY1" fmla="*/ 0 h 1857244"/>
              <a:gd name="connsiteX2" fmla="*/ 1191106 w 1726029"/>
              <a:gd name="connsiteY2" fmla="*/ 0 h 1857244"/>
              <a:gd name="connsiteX3" fmla="*/ 1726029 w 1726029"/>
              <a:gd name="connsiteY3" fmla="*/ 928622 h 1857244"/>
              <a:gd name="connsiteX4" fmla="*/ 1191106 w 1726029"/>
              <a:gd name="connsiteY4" fmla="*/ 1857244 h 1857244"/>
              <a:gd name="connsiteX5" fmla="*/ 125444 w 1726029"/>
              <a:gd name="connsiteY5" fmla="*/ 1857244 h 1857244"/>
              <a:gd name="connsiteX6" fmla="*/ 0 w 1726029"/>
              <a:gd name="connsiteY6" fmla="*/ 959410 h 1857244"/>
              <a:gd name="connsiteX0" fmla="*/ 0 w 1726029"/>
              <a:gd name="connsiteY0" fmla="*/ 959410 h 1860322"/>
              <a:gd name="connsiteX1" fmla="*/ 125444 w 1726029"/>
              <a:gd name="connsiteY1" fmla="*/ 0 h 1860322"/>
              <a:gd name="connsiteX2" fmla="*/ 1191106 w 1726029"/>
              <a:gd name="connsiteY2" fmla="*/ 0 h 1860322"/>
              <a:gd name="connsiteX3" fmla="*/ 1726029 w 1726029"/>
              <a:gd name="connsiteY3" fmla="*/ 928622 h 1860322"/>
              <a:gd name="connsiteX4" fmla="*/ 1191106 w 1726029"/>
              <a:gd name="connsiteY4" fmla="*/ 1857244 h 1860322"/>
              <a:gd name="connsiteX5" fmla="*/ 14610 w 1726029"/>
              <a:gd name="connsiteY5" fmla="*/ 1860322 h 1860322"/>
              <a:gd name="connsiteX6" fmla="*/ 0 w 1726029"/>
              <a:gd name="connsiteY6" fmla="*/ 959410 h 1860322"/>
              <a:gd name="connsiteX0" fmla="*/ 6942 w 1732971"/>
              <a:gd name="connsiteY0" fmla="*/ 984041 h 1884953"/>
              <a:gd name="connsiteX1" fmla="*/ 0 w 1732971"/>
              <a:gd name="connsiteY1" fmla="*/ 0 h 1884953"/>
              <a:gd name="connsiteX2" fmla="*/ 1198048 w 1732971"/>
              <a:gd name="connsiteY2" fmla="*/ 24631 h 1884953"/>
              <a:gd name="connsiteX3" fmla="*/ 1732971 w 1732971"/>
              <a:gd name="connsiteY3" fmla="*/ 953253 h 1884953"/>
              <a:gd name="connsiteX4" fmla="*/ 1198048 w 1732971"/>
              <a:gd name="connsiteY4" fmla="*/ 1881875 h 1884953"/>
              <a:gd name="connsiteX5" fmla="*/ 21552 w 1732971"/>
              <a:gd name="connsiteY5" fmla="*/ 1884953 h 1884953"/>
              <a:gd name="connsiteX6" fmla="*/ 6942 w 1732971"/>
              <a:gd name="connsiteY6" fmla="*/ 984041 h 188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2971" h="1884953">
                <a:moveTo>
                  <a:pt x="6942" y="984041"/>
                </a:moveTo>
                <a:lnTo>
                  <a:pt x="0" y="0"/>
                </a:lnTo>
                <a:lnTo>
                  <a:pt x="1198048" y="24631"/>
                </a:lnTo>
                <a:lnTo>
                  <a:pt x="1732971" y="953253"/>
                </a:lnTo>
                <a:lnTo>
                  <a:pt x="1198048" y="1881875"/>
                </a:lnTo>
                <a:lnTo>
                  <a:pt x="21552" y="1884953"/>
                </a:lnTo>
                <a:lnTo>
                  <a:pt x="6942" y="984041"/>
                </a:lnTo>
                <a:close/>
              </a:path>
            </a:pathLst>
          </a:cu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Analyses</a:t>
            </a:r>
          </a:p>
        </p:txBody>
      </p:sp>
      <p:sp>
        <p:nvSpPr>
          <p:cNvPr id="8" name="Trapezoid 35">
            <a:extLst>
              <a:ext uri="{FF2B5EF4-FFF2-40B4-BE49-F238E27FC236}">
                <a16:creationId xmlns:a16="http://schemas.microsoft.com/office/drawing/2014/main" id="{085DCED8-6D29-BED7-194C-387AA10C0D1F}"/>
              </a:ext>
            </a:extLst>
          </p:cNvPr>
          <p:cNvSpPr/>
          <p:nvPr/>
        </p:nvSpPr>
        <p:spPr>
          <a:xfrm rot="12600000" flipH="1">
            <a:off x="5702586" y="2979776"/>
            <a:ext cx="1260200" cy="164941"/>
          </a:xfrm>
          <a:prstGeom prst="trapezoid">
            <a:avLst>
              <a:gd name="adj" fmla="val 58035"/>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ea typeface="+mn-ea"/>
              <a:cs typeface="+mn-cs"/>
            </a:endParaRPr>
          </a:p>
        </p:txBody>
      </p:sp>
      <p:sp>
        <p:nvSpPr>
          <p:cNvPr id="56" name="Hexagon 39">
            <a:extLst>
              <a:ext uri="{FF2B5EF4-FFF2-40B4-BE49-F238E27FC236}">
                <a16:creationId xmlns:a16="http://schemas.microsoft.com/office/drawing/2014/main" id="{1E0E4317-9EA0-8DB2-DF6D-CD7CA1E5503F}"/>
              </a:ext>
            </a:extLst>
          </p:cNvPr>
          <p:cNvSpPr/>
          <p:nvPr/>
        </p:nvSpPr>
        <p:spPr>
          <a:xfrm rot="5400000">
            <a:off x="6617538" y="3044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Implémentation</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Déploiement</a:t>
            </a:r>
          </a:p>
        </p:txBody>
      </p:sp>
      <p:sp>
        <p:nvSpPr>
          <p:cNvPr id="57" name="Trapezoid 40">
            <a:extLst>
              <a:ext uri="{FF2B5EF4-FFF2-40B4-BE49-F238E27FC236}">
                <a16:creationId xmlns:a16="http://schemas.microsoft.com/office/drawing/2014/main" id="{82E7286E-4F0C-64DF-72ED-809959B24180}"/>
              </a:ext>
            </a:extLst>
          </p:cNvPr>
          <p:cNvSpPr/>
          <p:nvPr/>
        </p:nvSpPr>
        <p:spPr>
          <a:xfrm rot="16200000" flipH="1">
            <a:off x="6212641"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ea typeface="+mn-ea"/>
              <a:cs typeface="+mn-cs"/>
            </a:endParaRPr>
          </a:p>
        </p:txBody>
      </p:sp>
      <p:sp>
        <p:nvSpPr>
          <p:cNvPr id="58" name="Hexagon 41">
            <a:extLst>
              <a:ext uri="{FF2B5EF4-FFF2-40B4-BE49-F238E27FC236}">
                <a16:creationId xmlns:a16="http://schemas.microsoft.com/office/drawing/2014/main" id="{8979ADCF-FDDE-7AC3-A93B-9F37234EE3B4}"/>
              </a:ext>
            </a:extLst>
          </p:cNvPr>
          <p:cNvSpPr/>
          <p:nvPr/>
        </p:nvSpPr>
        <p:spPr>
          <a:xfrm rot="5400000">
            <a:off x="2856644" y="3048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Mesures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ea typeface="+mn-ea"/>
                <a:cs typeface="+mn-cs"/>
              </a:rPr>
              <a:t>adaptations</a:t>
            </a:r>
          </a:p>
        </p:txBody>
      </p:sp>
      <p:sp>
        <p:nvSpPr>
          <p:cNvPr id="59" name="Trapezoid 42">
            <a:extLst>
              <a:ext uri="{FF2B5EF4-FFF2-40B4-BE49-F238E27FC236}">
                <a16:creationId xmlns:a16="http://schemas.microsoft.com/office/drawing/2014/main" id="{25BAFA5C-7E92-7D91-1DE8-5DA171D3A707}"/>
              </a:ext>
            </a:extLst>
          </p:cNvPr>
          <p:cNvSpPr/>
          <p:nvPr/>
        </p:nvSpPr>
        <p:spPr>
          <a:xfrm rot="5400000" flipH="1">
            <a:off x="4140449"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ea typeface="+mn-ea"/>
              <a:cs typeface="+mn-cs"/>
            </a:endParaRPr>
          </a:p>
        </p:txBody>
      </p:sp>
      <p:sp>
        <p:nvSpPr>
          <p:cNvPr id="60" name="Hexagon 58">
            <a:extLst>
              <a:ext uri="{FF2B5EF4-FFF2-40B4-BE49-F238E27FC236}">
                <a16:creationId xmlns:a16="http://schemas.microsoft.com/office/drawing/2014/main" id="{BDC5FC3B-9123-7124-5EAB-E23038768FB1}"/>
              </a:ext>
            </a:extLst>
          </p:cNvPr>
          <p:cNvSpPr/>
          <p:nvPr/>
        </p:nvSpPr>
        <p:spPr>
          <a:xfrm rot="5400000">
            <a:off x="7290769" y="1460309"/>
            <a:ext cx="765522" cy="665772"/>
          </a:xfrm>
          <a:prstGeom prst="hexagon">
            <a:avLst>
              <a:gd name="adj" fmla="val 28802"/>
              <a:gd name="vf" fmla="val 115470"/>
            </a:avLst>
          </a:prstGeom>
          <a:solidFill>
            <a:schemeClr val="accent1"/>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ea typeface="+mn-ea"/>
                <a:cs typeface="+mn-cs"/>
              </a:rPr>
              <a:t>01</a:t>
            </a:r>
          </a:p>
        </p:txBody>
      </p:sp>
      <p:sp>
        <p:nvSpPr>
          <p:cNvPr id="61" name="Hexagon 59">
            <a:extLst>
              <a:ext uri="{FF2B5EF4-FFF2-40B4-BE49-F238E27FC236}">
                <a16:creationId xmlns:a16="http://schemas.microsoft.com/office/drawing/2014/main" id="{E2A50C2A-24D3-8C58-DD17-E05C1C03DA63}"/>
              </a:ext>
            </a:extLst>
          </p:cNvPr>
          <p:cNvSpPr/>
          <p:nvPr/>
        </p:nvSpPr>
        <p:spPr>
          <a:xfrm rot="5400000">
            <a:off x="8228162" y="3106446"/>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ea typeface="+mn-ea"/>
                <a:cs typeface="+mn-cs"/>
              </a:rPr>
              <a:t>02</a:t>
            </a:r>
          </a:p>
        </p:txBody>
      </p:sp>
      <p:sp>
        <p:nvSpPr>
          <p:cNvPr id="62" name="Hexagon 60">
            <a:extLst>
              <a:ext uri="{FF2B5EF4-FFF2-40B4-BE49-F238E27FC236}">
                <a16:creationId xmlns:a16="http://schemas.microsoft.com/office/drawing/2014/main" id="{585C0C27-FAEC-DAD3-F494-BD68E897BD80}"/>
              </a:ext>
            </a:extLst>
          </p:cNvPr>
          <p:cNvSpPr/>
          <p:nvPr/>
        </p:nvSpPr>
        <p:spPr>
          <a:xfrm rot="5400000">
            <a:off x="7296494"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ea typeface="+mn-ea"/>
                <a:cs typeface="+mn-cs"/>
              </a:rPr>
              <a:t>03</a:t>
            </a:r>
          </a:p>
        </p:txBody>
      </p:sp>
      <p:sp>
        <p:nvSpPr>
          <p:cNvPr id="63" name="Hexagon 61">
            <a:extLst>
              <a:ext uri="{FF2B5EF4-FFF2-40B4-BE49-F238E27FC236}">
                <a16:creationId xmlns:a16="http://schemas.microsoft.com/office/drawing/2014/main" id="{BF166BFE-F3C9-C2C3-B75A-49C6E0557D5D}"/>
              </a:ext>
            </a:extLst>
          </p:cNvPr>
          <p:cNvSpPr/>
          <p:nvPr/>
        </p:nvSpPr>
        <p:spPr>
          <a:xfrm rot="5400000">
            <a:off x="3550119"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ea typeface="+mn-ea"/>
                <a:cs typeface="+mn-cs"/>
              </a:rPr>
              <a:t>04</a:t>
            </a:r>
          </a:p>
        </p:txBody>
      </p:sp>
      <p:sp>
        <p:nvSpPr>
          <p:cNvPr id="64" name="Hexagon 62">
            <a:extLst>
              <a:ext uri="{FF2B5EF4-FFF2-40B4-BE49-F238E27FC236}">
                <a16:creationId xmlns:a16="http://schemas.microsoft.com/office/drawing/2014/main" id="{1F9BE843-260D-CD62-C520-E587BB80960D}"/>
              </a:ext>
            </a:extLst>
          </p:cNvPr>
          <p:cNvSpPr/>
          <p:nvPr/>
        </p:nvSpPr>
        <p:spPr>
          <a:xfrm rot="5400000">
            <a:off x="2616621" y="3106448"/>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ea typeface="+mn-ea"/>
                <a:cs typeface="+mn-cs"/>
              </a:rPr>
              <a:t>05</a:t>
            </a:r>
          </a:p>
        </p:txBody>
      </p:sp>
      <p:grpSp>
        <p:nvGrpSpPr>
          <p:cNvPr id="65" name="Groupe 64">
            <a:extLst>
              <a:ext uri="{FF2B5EF4-FFF2-40B4-BE49-F238E27FC236}">
                <a16:creationId xmlns:a16="http://schemas.microsoft.com/office/drawing/2014/main" id="{5F766060-5925-4C4D-E837-B4D681DC19E7}"/>
              </a:ext>
            </a:extLst>
          </p:cNvPr>
          <p:cNvGrpSpPr/>
          <p:nvPr/>
        </p:nvGrpSpPr>
        <p:grpSpPr>
          <a:xfrm>
            <a:off x="3607131" y="1814653"/>
            <a:ext cx="2133525" cy="968590"/>
            <a:chOff x="5790659" y="1232379"/>
            <a:chExt cx="2133600" cy="968624"/>
          </a:xfrm>
        </p:grpSpPr>
        <p:sp>
          <p:nvSpPr>
            <p:cNvPr id="66" name="Flèche droite 30">
              <a:extLst>
                <a:ext uri="{FF2B5EF4-FFF2-40B4-BE49-F238E27FC236}">
                  <a16:creationId xmlns:a16="http://schemas.microsoft.com/office/drawing/2014/main" id="{AC4F357E-9697-7A6A-F303-FFB0CD780540}"/>
                </a:ext>
              </a:extLst>
            </p:cNvPr>
            <p:cNvSpPr/>
            <p:nvPr/>
          </p:nvSpPr>
          <p:spPr>
            <a:xfrm>
              <a:off x="5790659" y="1232379"/>
              <a:ext cx="2133600" cy="968624"/>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67" name="ZoneTexte 66">
              <a:extLst>
                <a:ext uri="{FF2B5EF4-FFF2-40B4-BE49-F238E27FC236}">
                  <a16:creationId xmlns:a16="http://schemas.microsoft.com/office/drawing/2014/main" id="{261C4605-5F7A-F1BF-68AB-767D05A7EAAD}"/>
                </a:ext>
              </a:extLst>
            </p:cNvPr>
            <p:cNvSpPr txBox="1"/>
            <p:nvPr/>
          </p:nvSpPr>
          <p:spPr>
            <a:xfrm>
              <a:off x="5812047" y="1531651"/>
              <a:ext cx="1741278" cy="3693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ea typeface="+mn-ea"/>
                  <a:cs typeface="+mn-cs"/>
                </a:rPr>
                <a:t>DEMARRAGE</a:t>
              </a:r>
            </a:p>
          </p:txBody>
        </p:sp>
      </p:grpSp>
      <p:grpSp>
        <p:nvGrpSpPr>
          <p:cNvPr id="68" name="Groupe 67">
            <a:extLst>
              <a:ext uri="{FF2B5EF4-FFF2-40B4-BE49-F238E27FC236}">
                <a16:creationId xmlns:a16="http://schemas.microsoft.com/office/drawing/2014/main" id="{F06AD109-6B15-DAB7-064A-A2D59031E29F}"/>
              </a:ext>
            </a:extLst>
          </p:cNvPr>
          <p:cNvGrpSpPr/>
          <p:nvPr/>
        </p:nvGrpSpPr>
        <p:grpSpPr>
          <a:xfrm>
            <a:off x="7827182" y="2488187"/>
            <a:ext cx="2036544" cy="298763"/>
            <a:chOff x="7827242" y="2488155"/>
            <a:chExt cx="2036615" cy="298774"/>
          </a:xfrm>
        </p:grpSpPr>
        <p:sp>
          <p:nvSpPr>
            <p:cNvPr id="69" name="ZoneTexte 68">
              <a:extLst>
                <a:ext uri="{FF2B5EF4-FFF2-40B4-BE49-F238E27FC236}">
                  <a16:creationId xmlns:a16="http://schemas.microsoft.com/office/drawing/2014/main" id="{4391BB6D-6883-6955-8A7B-1DA24A67FC8B}"/>
                </a:ext>
              </a:extLst>
            </p:cNvPr>
            <p:cNvSpPr txBox="1"/>
            <p:nvPr/>
          </p:nvSpPr>
          <p:spPr>
            <a:xfrm>
              <a:off x="8006482" y="2492806"/>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8F8F8F"/>
                  </a:solidFill>
                  <a:effectLst/>
                  <a:uLnTx/>
                  <a:uFillTx/>
                  <a:ea typeface="+mn-ea"/>
                  <a:cs typeface="+mn-cs"/>
                </a:rPr>
                <a:t>Liste des exigences</a:t>
              </a:r>
            </a:p>
          </p:txBody>
        </p:sp>
        <p:sp>
          <p:nvSpPr>
            <p:cNvPr id="70" name="Freeform 145">
              <a:extLst>
                <a:ext uri="{FF2B5EF4-FFF2-40B4-BE49-F238E27FC236}">
                  <a16:creationId xmlns:a16="http://schemas.microsoft.com/office/drawing/2014/main" id="{7351980A-51A8-C3D0-19A9-1ABD2D418AF3}"/>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57565A"/>
                </a:solidFill>
                <a:effectLst/>
                <a:uLnTx/>
                <a:uFillTx/>
                <a:ea typeface="+mn-ea"/>
                <a:cs typeface="+mn-cs"/>
              </a:endParaRPr>
            </a:p>
          </p:txBody>
        </p:sp>
      </p:grpSp>
      <p:grpSp>
        <p:nvGrpSpPr>
          <p:cNvPr id="71" name="Groupe 70">
            <a:extLst>
              <a:ext uri="{FF2B5EF4-FFF2-40B4-BE49-F238E27FC236}">
                <a16:creationId xmlns:a16="http://schemas.microsoft.com/office/drawing/2014/main" id="{C712369D-443D-9D57-E6A4-DAF7A0364077}"/>
              </a:ext>
            </a:extLst>
          </p:cNvPr>
          <p:cNvGrpSpPr/>
          <p:nvPr/>
        </p:nvGrpSpPr>
        <p:grpSpPr>
          <a:xfrm>
            <a:off x="8696000" y="4535616"/>
            <a:ext cx="2036544" cy="298763"/>
            <a:chOff x="7827242" y="2488155"/>
            <a:chExt cx="2036615" cy="298774"/>
          </a:xfrm>
        </p:grpSpPr>
        <p:sp>
          <p:nvSpPr>
            <p:cNvPr id="72" name="ZoneTexte 71">
              <a:extLst>
                <a:ext uri="{FF2B5EF4-FFF2-40B4-BE49-F238E27FC236}">
                  <a16:creationId xmlns:a16="http://schemas.microsoft.com/office/drawing/2014/main" id="{639B5C5F-245F-4855-2DEF-134D8D66E15C}"/>
                </a:ext>
              </a:extLst>
            </p:cNvPr>
            <p:cNvSpPr txBox="1"/>
            <p:nvPr/>
          </p:nvSpPr>
          <p:spPr>
            <a:xfrm>
              <a:off x="8006482" y="2509920"/>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8F8F8F"/>
                  </a:solidFill>
                  <a:effectLst/>
                  <a:uLnTx/>
                  <a:uFillTx/>
                  <a:ea typeface="+mn-ea"/>
                  <a:cs typeface="+mn-cs"/>
                </a:rPr>
                <a:t>Validation du domaine</a:t>
              </a:r>
            </a:p>
          </p:txBody>
        </p:sp>
        <p:sp>
          <p:nvSpPr>
            <p:cNvPr id="73" name="Freeform 145">
              <a:extLst>
                <a:ext uri="{FF2B5EF4-FFF2-40B4-BE49-F238E27FC236}">
                  <a16:creationId xmlns:a16="http://schemas.microsoft.com/office/drawing/2014/main" id="{230DC208-B3EB-0120-C528-F2C2E00A9430}"/>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57565A"/>
                </a:solidFill>
                <a:effectLst/>
                <a:uLnTx/>
                <a:uFillTx/>
                <a:ea typeface="+mn-ea"/>
                <a:cs typeface="+mn-cs"/>
              </a:endParaRPr>
            </a:p>
          </p:txBody>
        </p:sp>
      </p:grpSp>
      <p:sp>
        <p:nvSpPr>
          <p:cNvPr id="74" name="ZoneTexte 73">
            <a:extLst>
              <a:ext uri="{FF2B5EF4-FFF2-40B4-BE49-F238E27FC236}">
                <a16:creationId xmlns:a16="http://schemas.microsoft.com/office/drawing/2014/main" id="{D815558E-3785-DEEB-0B46-2C706D3182E9}"/>
              </a:ext>
            </a:extLst>
          </p:cNvPr>
          <p:cNvSpPr txBox="1"/>
          <p:nvPr/>
        </p:nvSpPr>
        <p:spPr>
          <a:xfrm>
            <a:off x="8163144" y="1594355"/>
            <a:ext cx="2491174" cy="414003"/>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BESOINS &amp; EXIGENCES</a:t>
            </a:r>
          </a:p>
        </p:txBody>
      </p:sp>
      <p:sp>
        <p:nvSpPr>
          <p:cNvPr id="75" name="ZoneTexte 74">
            <a:extLst>
              <a:ext uri="{FF2B5EF4-FFF2-40B4-BE49-F238E27FC236}">
                <a16:creationId xmlns:a16="http://schemas.microsoft.com/office/drawing/2014/main" id="{3565F6AA-40F6-EE7D-5D51-2EB6A2747A05}"/>
              </a:ext>
            </a:extLst>
          </p:cNvPr>
          <p:cNvSpPr txBox="1"/>
          <p:nvPr/>
        </p:nvSpPr>
        <p:spPr>
          <a:xfrm>
            <a:off x="9099300" y="3012827"/>
            <a:ext cx="2947408" cy="83212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PERSONNALISATION DE L’ERP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TEST</a:t>
            </a:r>
          </a:p>
        </p:txBody>
      </p:sp>
      <p:sp>
        <p:nvSpPr>
          <p:cNvPr id="76" name="ZoneTexte 75">
            <a:extLst>
              <a:ext uri="{FF2B5EF4-FFF2-40B4-BE49-F238E27FC236}">
                <a16:creationId xmlns:a16="http://schemas.microsoft.com/office/drawing/2014/main" id="{BE6F69E3-5CB8-C2E6-05CB-4B5477A3D41F}"/>
              </a:ext>
            </a:extLst>
          </p:cNvPr>
          <p:cNvSpPr txBox="1"/>
          <p:nvPr/>
        </p:nvSpPr>
        <p:spPr>
          <a:xfrm>
            <a:off x="8155414" y="5868625"/>
            <a:ext cx="2947408" cy="58859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FORMATION DES UTILISATEUR</a:t>
            </a:r>
            <a:r>
              <a:rPr lang="fr-FR" noProof="0" dirty="0">
                <a:solidFill>
                  <a:prstClr val="white"/>
                </a:solidFill>
              </a:rPr>
              <a:t>S</a:t>
            </a:r>
            <a:endParaRPr kumimoji="0" lang="fr-FR" sz="1200" b="0" i="0" u="none" strike="noStrike" kern="1200" cap="none" spc="0" normalizeH="0" baseline="0" noProof="0" dirty="0">
              <a:ln>
                <a:noFill/>
              </a:ln>
              <a:solidFill>
                <a:prstClr val="white"/>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MIGRATION DES DONNEES</a:t>
            </a:r>
          </a:p>
        </p:txBody>
      </p:sp>
      <p:sp>
        <p:nvSpPr>
          <p:cNvPr id="77" name="ZoneTexte 76">
            <a:extLst>
              <a:ext uri="{FF2B5EF4-FFF2-40B4-BE49-F238E27FC236}">
                <a16:creationId xmlns:a16="http://schemas.microsoft.com/office/drawing/2014/main" id="{58326DC0-7E56-E9BD-F348-1C773FA941CE}"/>
              </a:ext>
            </a:extLst>
          </p:cNvPr>
          <p:cNvSpPr txBox="1"/>
          <p:nvPr/>
        </p:nvSpPr>
        <p:spPr>
          <a:xfrm>
            <a:off x="143084" y="5710933"/>
            <a:ext cx="3310239" cy="923147"/>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HAUTE DISPONIBILITÉ PENDANT LES PREMIÈRES SEMAINES D’UTILISATION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RÉACTIVITÉ</a:t>
            </a:r>
          </a:p>
        </p:txBody>
      </p:sp>
      <p:sp>
        <p:nvSpPr>
          <p:cNvPr id="78" name="ZoneTexte 77">
            <a:extLst>
              <a:ext uri="{FF2B5EF4-FFF2-40B4-BE49-F238E27FC236}">
                <a16:creationId xmlns:a16="http://schemas.microsoft.com/office/drawing/2014/main" id="{58C117E6-2ED6-2FEA-4D59-29114C985ADD}"/>
              </a:ext>
            </a:extLst>
          </p:cNvPr>
          <p:cNvSpPr txBox="1"/>
          <p:nvPr/>
        </p:nvSpPr>
        <p:spPr>
          <a:xfrm>
            <a:off x="127251" y="2979525"/>
            <a:ext cx="2400503" cy="923147"/>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DEFINIR LES EVOLUTIONS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ea typeface="+mn-ea"/>
                <a:cs typeface="+mn-cs"/>
              </a:rPr>
              <a:t>PREPARER LA PROCHAINE ÉTAPE</a:t>
            </a:r>
          </a:p>
        </p:txBody>
      </p:sp>
      <p:pic>
        <p:nvPicPr>
          <p:cNvPr id="79" name="Graphic 1">
            <a:extLst>
              <a:ext uri="{FF2B5EF4-FFF2-40B4-BE49-F238E27FC236}">
                <a16:creationId xmlns:a16="http://schemas.microsoft.com/office/drawing/2014/main" id="{CB88C1E8-3548-8E94-5041-971645332E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53696" y="3144403"/>
            <a:ext cx="1290983" cy="1485891"/>
          </a:xfrm>
          <a:prstGeom prst="rect">
            <a:avLst/>
          </a:prstGeom>
        </p:spPr>
      </p:pic>
      <p:sp>
        <p:nvSpPr>
          <p:cNvPr id="10" name="Espace réservé du numéro de diapositive 9">
            <a:extLst>
              <a:ext uri="{FF2B5EF4-FFF2-40B4-BE49-F238E27FC236}">
                <a16:creationId xmlns:a16="http://schemas.microsoft.com/office/drawing/2014/main" id="{AFB62DB9-1596-7DAC-0F8C-8340DBD837AE}"/>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25</a:t>
            </a:fld>
            <a:endParaRPr lang="fr-FR" noProof="0" dirty="0"/>
          </a:p>
        </p:txBody>
      </p:sp>
    </p:spTree>
    <p:extLst>
      <p:ext uri="{BB962C8B-B14F-4D97-AF65-F5344CB8AC3E}">
        <p14:creationId xmlns:p14="http://schemas.microsoft.com/office/powerpoint/2010/main" val="373396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00"/>
                                        <p:tgtEl>
                                          <p:spTgt spid="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100"/>
                                        <p:tgtEl>
                                          <p:spTgt spid="60"/>
                                        </p:tgtEl>
                                      </p:cBhvr>
                                    </p:animEffect>
                                  </p:childTnLst>
                                </p:cTn>
                              </p:par>
                            </p:childTnLst>
                          </p:cTn>
                        </p:par>
                        <p:par>
                          <p:cTn id="17" fill="hold">
                            <p:stCondLst>
                              <p:cond delay="100"/>
                            </p:stCondLst>
                            <p:childTnLst>
                              <p:par>
                                <p:cTn id="18" presetID="10" presetClass="entr" presetSubtype="0" fill="hold" grpId="0" nodeType="after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fade">
                                      <p:cBhvr>
                                        <p:cTn id="20" dur="100"/>
                                        <p:tgtEl>
                                          <p:spTgt spid="5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100"/>
                                        <p:tgtEl>
                                          <p:spTgt spid="5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100"/>
                                        <p:tgtEl>
                                          <p:spTgt spid="61"/>
                                        </p:tgtEl>
                                      </p:cBhvr>
                                    </p:animEffect>
                                  </p:childTnLst>
                                </p:cTn>
                              </p:par>
                            </p:childTnLst>
                          </p:cTn>
                        </p:par>
                        <p:par>
                          <p:cTn id="27" fill="hold">
                            <p:stCondLst>
                              <p:cond delay="200"/>
                            </p:stCondLst>
                            <p:childTnLst>
                              <p:par>
                                <p:cTn id="28" presetID="10" presetClass="entr" presetSubtype="0"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
                                        <p:tgtEl>
                                          <p:spTgt spid="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
                                        <p:tgtEl>
                                          <p:spTgt spid="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fade">
                                      <p:cBhvr>
                                        <p:cTn id="36" dur="100"/>
                                        <p:tgtEl>
                                          <p:spTgt spid="62"/>
                                        </p:tgtEl>
                                      </p:cBhvr>
                                    </p:animEffect>
                                  </p:childTnLst>
                                </p:cTn>
                              </p:par>
                            </p:childTnLst>
                          </p:cTn>
                        </p:par>
                        <p:par>
                          <p:cTn id="37" fill="hold">
                            <p:stCondLst>
                              <p:cond delay="300"/>
                            </p:stCondLst>
                            <p:childTnLst>
                              <p:par>
                                <p:cTn id="38" presetID="10" presetClass="entr" presetSubtype="0" fill="hold" grpId="0"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100"/>
                                        <p:tgtEl>
                                          <p:spTgt spid="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100"/>
                                        <p:tgtEl>
                                          <p:spTgt spid="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100"/>
                                        <p:tgtEl>
                                          <p:spTgt spid="63"/>
                                        </p:tgtEl>
                                      </p:cBhvr>
                                    </p:animEffect>
                                  </p:childTnLst>
                                </p:cTn>
                              </p:par>
                            </p:childTnLst>
                          </p:cTn>
                        </p:par>
                        <p:par>
                          <p:cTn id="47" fill="hold">
                            <p:stCondLst>
                              <p:cond delay="400"/>
                            </p:stCondLst>
                            <p:childTnLst>
                              <p:par>
                                <p:cTn id="48" presetID="10" presetClass="entr" presetSubtype="0" fill="hold" grpId="0" nodeType="after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100"/>
                                        <p:tgtEl>
                                          <p:spTgt spid="5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100"/>
                                        <p:tgtEl>
                                          <p:spTgt spid="5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1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fade">
                                      <p:cBhvr>
                                        <p:cTn id="59" dur="1000"/>
                                        <p:tgtEl>
                                          <p:spTgt spid="2"/>
                                        </p:tgtEl>
                                      </p:cBhvr>
                                    </p:animEffect>
                                  </p:childTnLst>
                                </p:cTn>
                              </p:par>
                            </p:childTnLst>
                          </p:cTn>
                        </p:par>
                        <p:par>
                          <p:cTn id="60" fill="hold">
                            <p:stCondLst>
                              <p:cond delay="1400"/>
                            </p:stCondLst>
                            <p:childTnLst>
                              <p:par>
                                <p:cTn id="61" presetID="10" presetClass="entr" presetSubtype="0" fill="hold" grpId="0" nodeType="afterEffect">
                                  <p:stCondLst>
                                    <p:cond delay="0"/>
                                  </p:stCondLst>
                                  <p:childTnLst>
                                    <p:set>
                                      <p:cBhvr>
                                        <p:cTn id="62" dur="1" fill="hold">
                                          <p:stCondLst>
                                            <p:cond delay="0"/>
                                          </p:stCondLst>
                                        </p:cTn>
                                        <p:tgtEl>
                                          <p:spTgt spid="74"/>
                                        </p:tgtEl>
                                        <p:attrNameLst>
                                          <p:attrName>style.visibility</p:attrName>
                                        </p:attrNameLst>
                                      </p:cBhvr>
                                      <p:to>
                                        <p:strVal val="visible"/>
                                      </p:to>
                                    </p:set>
                                    <p:animEffect transition="in" filter="fade">
                                      <p:cBhvr>
                                        <p:cTn id="63" dur="100"/>
                                        <p:tgtEl>
                                          <p:spTgt spid="74"/>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75"/>
                                        </p:tgtEl>
                                        <p:attrNameLst>
                                          <p:attrName>style.visibility</p:attrName>
                                        </p:attrNameLst>
                                      </p:cBhvr>
                                      <p:to>
                                        <p:strVal val="visible"/>
                                      </p:to>
                                    </p:set>
                                    <p:animEffect transition="in" filter="fade">
                                      <p:cBhvr>
                                        <p:cTn id="67" dur="100"/>
                                        <p:tgtEl>
                                          <p:spTgt spid="75"/>
                                        </p:tgtEl>
                                      </p:cBhvr>
                                    </p:animEffect>
                                  </p:childTnLst>
                                </p:cTn>
                              </p:par>
                            </p:childTnLst>
                          </p:cTn>
                        </p:par>
                        <p:par>
                          <p:cTn id="68" fill="hold">
                            <p:stCondLst>
                              <p:cond delay="1600"/>
                            </p:stCondLst>
                            <p:childTnLst>
                              <p:par>
                                <p:cTn id="69" presetID="10" presetClass="entr" presetSubtype="0" fill="hold" grpId="0" nodeType="afterEffect">
                                  <p:stCondLst>
                                    <p:cond delay="0"/>
                                  </p:stCondLst>
                                  <p:childTnLst>
                                    <p:set>
                                      <p:cBhvr>
                                        <p:cTn id="70" dur="1" fill="hold">
                                          <p:stCondLst>
                                            <p:cond delay="0"/>
                                          </p:stCondLst>
                                        </p:cTn>
                                        <p:tgtEl>
                                          <p:spTgt spid="76"/>
                                        </p:tgtEl>
                                        <p:attrNameLst>
                                          <p:attrName>style.visibility</p:attrName>
                                        </p:attrNameLst>
                                      </p:cBhvr>
                                      <p:to>
                                        <p:strVal val="visible"/>
                                      </p:to>
                                    </p:set>
                                    <p:animEffect transition="in" filter="fade">
                                      <p:cBhvr>
                                        <p:cTn id="71" dur="100"/>
                                        <p:tgtEl>
                                          <p:spTgt spid="76"/>
                                        </p:tgtEl>
                                      </p:cBhvr>
                                    </p:animEffect>
                                  </p:childTnLst>
                                </p:cTn>
                              </p:par>
                            </p:childTnLst>
                          </p:cTn>
                        </p:par>
                        <p:par>
                          <p:cTn id="72" fill="hold">
                            <p:stCondLst>
                              <p:cond delay="1700"/>
                            </p:stCondLst>
                            <p:childTnLst>
                              <p:par>
                                <p:cTn id="73" presetID="10" presetClass="entr" presetSubtype="0" fill="hold" grpId="0" nodeType="afterEffect">
                                  <p:stCondLst>
                                    <p:cond delay="0"/>
                                  </p:stCondLst>
                                  <p:childTnLst>
                                    <p:set>
                                      <p:cBhvr>
                                        <p:cTn id="74" dur="1" fill="hold">
                                          <p:stCondLst>
                                            <p:cond delay="0"/>
                                          </p:stCondLst>
                                        </p:cTn>
                                        <p:tgtEl>
                                          <p:spTgt spid="77"/>
                                        </p:tgtEl>
                                        <p:attrNameLst>
                                          <p:attrName>style.visibility</p:attrName>
                                        </p:attrNameLst>
                                      </p:cBhvr>
                                      <p:to>
                                        <p:strVal val="visible"/>
                                      </p:to>
                                    </p:set>
                                    <p:animEffect transition="in" filter="fade">
                                      <p:cBhvr>
                                        <p:cTn id="75" dur="100"/>
                                        <p:tgtEl>
                                          <p:spTgt spid="77"/>
                                        </p:tgtEl>
                                      </p:cBhvr>
                                    </p:animEffect>
                                  </p:childTnLst>
                                </p:cTn>
                              </p:par>
                            </p:childTnLst>
                          </p:cTn>
                        </p:par>
                        <p:par>
                          <p:cTn id="76" fill="hold">
                            <p:stCondLst>
                              <p:cond delay="1800"/>
                            </p:stCondLst>
                            <p:childTnLst>
                              <p:par>
                                <p:cTn id="77" presetID="10" presetClass="entr" presetSubtype="0" fill="hold" grpId="0" nodeType="afterEffect">
                                  <p:stCondLst>
                                    <p:cond delay="0"/>
                                  </p:stCondLst>
                                  <p:childTnLst>
                                    <p:set>
                                      <p:cBhvr>
                                        <p:cTn id="78" dur="1" fill="hold">
                                          <p:stCondLst>
                                            <p:cond delay="0"/>
                                          </p:stCondLst>
                                        </p:cTn>
                                        <p:tgtEl>
                                          <p:spTgt spid="78"/>
                                        </p:tgtEl>
                                        <p:attrNameLst>
                                          <p:attrName>style.visibility</p:attrName>
                                        </p:attrNameLst>
                                      </p:cBhvr>
                                      <p:to>
                                        <p:strVal val="visible"/>
                                      </p:to>
                                    </p:set>
                                    <p:animEffect transition="in" filter="fade">
                                      <p:cBhvr>
                                        <p:cTn id="79" dur="100"/>
                                        <p:tgtEl>
                                          <p:spTgt spid="78"/>
                                        </p:tgtEl>
                                      </p:cBhvr>
                                    </p:animEffect>
                                  </p:childTnLst>
                                </p:cTn>
                              </p:par>
                            </p:childTnLst>
                          </p:cTn>
                        </p:par>
                        <p:par>
                          <p:cTn id="80" fill="hold">
                            <p:stCondLst>
                              <p:cond delay="1900"/>
                            </p:stCondLst>
                            <p:childTnLst>
                              <p:par>
                                <p:cTn id="81" presetID="10" presetClass="entr" presetSubtype="0" fill="hold" nodeType="after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100"/>
                                        <p:tgtEl>
                                          <p:spTgt spid="68"/>
                                        </p:tgtEl>
                                      </p:cBhvr>
                                    </p:animEffect>
                                  </p:childTnLst>
                                </p:cTn>
                              </p:par>
                            </p:childTnLst>
                          </p:cTn>
                        </p:par>
                        <p:par>
                          <p:cTn id="84" fill="hold">
                            <p:stCondLst>
                              <p:cond delay="2000"/>
                            </p:stCondLst>
                            <p:childTnLst>
                              <p:par>
                                <p:cTn id="85" presetID="10" presetClass="entr" presetSubtype="0" fill="hold" nodeType="afterEffect">
                                  <p:stCondLst>
                                    <p:cond delay="0"/>
                                  </p:stCondLst>
                                  <p:childTnLst>
                                    <p:set>
                                      <p:cBhvr>
                                        <p:cTn id="86" dur="1" fill="hold">
                                          <p:stCondLst>
                                            <p:cond delay="0"/>
                                          </p:stCondLst>
                                        </p:cTn>
                                        <p:tgtEl>
                                          <p:spTgt spid="71"/>
                                        </p:tgtEl>
                                        <p:attrNameLst>
                                          <p:attrName>style.visibility</p:attrName>
                                        </p:attrNameLst>
                                      </p:cBhvr>
                                      <p:to>
                                        <p:strVal val="visible"/>
                                      </p:to>
                                    </p:set>
                                    <p:animEffect transition="in" filter="fade">
                                      <p:cBhvr>
                                        <p:cTn id="87" dur="1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56" grpId="0" animBg="1"/>
      <p:bldP spid="57" grpId="0" animBg="1"/>
      <p:bldP spid="58" grpId="0" animBg="1"/>
      <p:bldP spid="59" grpId="0" animBg="1"/>
      <p:bldP spid="60" grpId="0" animBg="1"/>
      <p:bldP spid="61" grpId="0" animBg="1"/>
      <p:bldP spid="62" grpId="0" animBg="1"/>
      <p:bldP spid="63" grpId="0" animBg="1"/>
      <p:bldP spid="64" grpId="0" animBg="1"/>
      <p:bldP spid="74" grpId="0" animBg="1"/>
      <p:bldP spid="75" grpId="0" animBg="1"/>
      <p:bldP spid="76" grpId="0" animBg="1"/>
      <p:bldP spid="77" grpId="0" animBg="1"/>
      <p:bldP spid="7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71DA0-7E53-B9D6-D6DC-70B8E433310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2A54BAFF-B771-05F2-2AC9-3E42020C2881}"/>
              </a:ext>
            </a:extLst>
          </p:cNvPr>
          <p:cNvSpPr>
            <a:spLocks noGrp="1"/>
          </p:cNvSpPr>
          <p:nvPr>
            <p:ph type="ctrTitle"/>
          </p:nvPr>
        </p:nvSpPr>
        <p:spPr>
          <a:xfrm>
            <a:off x="215900" y="1897856"/>
            <a:ext cx="5880100" cy="3060700"/>
          </a:xfrm>
        </p:spPr>
        <p:txBody>
          <a:bodyPr anchor="ctr">
            <a:normAutofit/>
          </a:bodyPr>
          <a:lstStyle/>
          <a:p>
            <a:r>
              <a:rPr lang="fr-FR" sz="6000" noProof="0" dirty="0">
                <a:latin typeface="+mj-lt"/>
              </a:rPr>
              <a:t>PHASE D’ANALYSE</a:t>
            </a:r>
          </a:p>
        </p:txBody>
      </p:sp>
      <p:pic>
        <p:nvPicPr>
          <p:cNvPr id="7" name="Espace réservé du contenu 6">
            <a:extLst>
              <a:ext uri="{FF2B5EF4-FFF2-40B4-BE49-F238E27FC236}">
                <a16:creationId xmlns:a16="http://schemas.microsoft.com/office/drawing/2014/main" id="{E1A69FE8-A522-12AF-EB2E-5157172CD340}"/>
              </a:ext>
            </a:extLst>
          </p:cNvPr>
          <p:cNvPicPr>
            <a:picLocks noGrp="1" noChangeAspect="1"/>
          </p:cNvPicPr>
          <p:nvPr>
            <p:ph sz="quarter" idx="11"/>
          </p:nvPr>
        </p:nvPicPr>
        <p:blipFill>
          <a:blip>
            <a:extLst>
              <a:ext uri="{96DAC541-7B7A-43D3-8B79-37D633B846F1}">
                <asvg:svgBlip xmlns:asvg="http://schemas.microsoft.com/office/drawing/2016/SVG/main" r:embed="rId3"/>
              </a:ext>
            </a:extLst>
          </a:blip>
          <a:stretch/>
        </p:blipFill>
        <p:spPr>
          <a:xfrm>
            <a:off x="6144987" y="1347787"/>
            <a:ext cx="4160838" cy="4160838"/>
          </a:xfrm>
          <a:prstGeom prst="rect">
            <a:avLst/>
          </a:prstGeom>
        </p:spPr>
      </p:pic>
      <p:sp>
        <p:nvSpPr>
          <p:cNvPr id="2" name="Espace réservé du numéro de diapositive 1">
            <a:extLst>
              <a:ext uri="{FF2B5EF4-FFF2-40B4-BE49-F238E27FC236}">
                <a16:creationId xmlns:a16="http://schemas.microsoft.com/office/drawing/2014/main" id="{82183004-9FB3-7871-9330-236BE7AE07D9}"/>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bg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26</a:t>
            </a:fld>
            <a:endParaRPr lang="fr-FR" noProof="0" dirty="0"/>
          </a:p>
        </p:txBody>
      </p:sp>
    </p:spTree>
    <p:extLst>
      <p:ext uri="{BB962C8B-B14F-4D97-AF65-F5344CB8AC3E}">
        <p14:creationId xmlns:p14="http://schemas.microsoft.com/office/powerpoint/2010/main" val="256330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816363B-8BDE-FB4D-8B78-7308AABFFED5}"/>
              </a:ext>
            </a:extLst>
          </p:cNvPr>
          <p:cNvSpPr>
            <a:spLocks noGrp="1"/>
          </p:cNvSpPr>
          <p:nvPr>
            <p:ph type="title"/>
          </p:nvPr>
        </p:nvSpPr>
        <p:spPr/>
        <p:txBody>
          <a:bodyPr/>
          <a:lstStyle/>
          <a:p>
            <a:r>
              <a:rPr lang="fr-FR" noProof="0" dirty="0">
                <a:latin typeface="+mj-lt"/>
              </a:rPr>
              <a:t>PHASE D’ANALYSE</a:t>
            </a:r>
            <a:br>
              <a:rPr lang="fr-FR" noProof="0" dirty="0">
                <a:latin typeface="+mj-lt"/>
              </a:rPr>
            </a:br>
            <a:r>
              <a:rPr lang="fr-FR" b="0" noProof="0" dirty="0">
                <a:latin typeface="+mj-lt"/>
              </a:rPr>
              <a:t>PROGRESSION DE L’ANALYSE</a:t>
            </a:r>
          </a:p>
        </p:txBody>
      </p:sp>
      <p:sp>
        <p:nvSpPr>
          <p:cNvPr id="6" name="Rectangle : coins arrondis 5">
            <a:extLst>
              <a:ext uri="{FF2B5EF4-FFF2-40B4-BE49-F238E27FC236}">
                <a16:creationId xmlns:a16="http://schemas.microsoft.com/office/drawing/2014/main" id="{B7369BE3-679C-2C0C-B283-E2B3FAEA3236}"/>
              </a:ext>
            </a:extLst>
          </p:cNvPr>
          <p:cNvSpPr/>
          <p:nvPr/>
        </p:nvSpPr>
        <p:spPr>
          <a:xfrm>
            <a:off x="998318" y="5120551"/>
            <a:ext cx="3750659" cy="1401438"/>
          </a:xfrm>
          <a:prstGeom prst="roundRect">
            <a:avLst>
              <a:gd name="adj" fmla="val 20877"/>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 name="Rectangle : coins arrondis 6">
            <a:extLst>
              <a:ext uri="{FF2B5EF4-FFF2-40B4-BE49-F238E27FC236}">
                <a16:creationId xmlns:a16="http://schemas.microsoft.com/office/drawing/2014/main" id="{6927A68B-599F-214C-1D09-F9FD3157DFF8}"/>
              </a:ext>
            </a:extLst>
          </p:cNvPr>
          <p:cNvSpPr/>
          <p:nvPr/>
        </p:nvSpPr>
        <p:spPr>
          <a:xfrm>
            <a:off x="988589" y="2064485"/>
            <a:ext cx="3762074" cy="2777723"/>
          </a:xfrm>
          <a:prstGeom prst="roundRect">
            <a:avLst>
              <a:gd name="adj" fmla="val 10296"/>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ZoneTexte 7">
            <a:extLst>
              <a:ext uri="{FF2B5EF4-FFF2-40B4-BE49-F238E27FC236}">
                <a16:creationId xmlns:a16="http://schemas.microsoft.com/office/drawing/2014/main" id="{EB957278-7555-363E-499E-F117BCD5B15B}"/>
              </a:ext>
            </a:extLst>
          </p:cNvPr>
          <p:cNvSpPr txBox="1"/>
          <p:nvPr/>
        </p:nvSpPr>
        <p:spPr>
          <a:xfrm>
            <a:off x="1067040" y="2991681"/>
            <a:ext cx="3403176"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800" b="1" noProof="0" dirty="0">
                <a:solidFill>
                  <a:schemeClr val="bg1"/>
                </a:solidFill>
              </a:rPr>
              <a:t>ANALYSE</a:t>
            </a:r>
            <a:br>
              <a:rPr lang="fr-FR" noProof="0" dirty="0">
                <a:solidFill>
                  <a:schemeClr val="bg1"/>
                </a:solidFill>
              </a:rPr>
            </a:br>
            <a:r>
              <a:rPr lang="fr-FR" sz="1200" noProof="0" dirty="0">
                <a:solidFill>
                  <a:schemeClr val="bg1"/>
                </a:solidFill>
              </a:rPr>
              <a:t>Nous définissons et concevons le périmètre de votre projet en collaboration avec vous.</a:t>
            </a:r>
            <a:endParaRPr kumimoji="0" lang="fr-FR" sz="1200" b="0" i="0" u="none" strike="noStrike" cap="none" normalizeH="0" baseline="0" noProof="0" dirty="0">
              <a:ln>
                <a:noFill/>
              </a:ln>
              <a:solidFill>
                <a:schemeClr val="bg1"/>
              </a:solidFill>
              <a:effectLst/>
            </a:endParaRPr>
          </a:p>
        </p:txBody>
      </p:sp>
      <p:sp>
        <p:nvSpPr>
          <p:cNvPr id="9" name="ZoneTexte 8">
            <a:extLst>
              <a:ext uri="{FF2B5EF4-FFF2-40B4-BE49-F238E27FC236}">
                <a16:creationId xmlns:a16="http://schemas.microsoft.com/office/drawing/2014/main" id="{E09938BD-3B1A-CD1D-996A-42E8C0FC46BC}"/>
              </a:ext>
            </a:extLst>
          </p:cNvPr>
          <p:cNvSpPr txBox="1"/>
          <p:nvPr/>
        </p:nvSpPr>
        <p:spPr>
          <a:xfrm>
            <a:off x="1076768" y="5374994"/>
            <a:ext cx="3444555" cy="8925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600" b="1" noProof="0" dirty="0">
                <a:solidFill>
                  <a:schemeClr val="bg1"/>
                </a:solidFill>
              </a:rPr>
              <a:t>ESTIMATION &amp; PLANIFICATION</a:t>
            </a:r>
            <a:br>
              <a:rPr lang="fr-FR" noProof="0" dirty="0">
                <a:solidFill>
                  <a:schemeClr val="bg1"/>
                </a:solidFill>
              </a:rPr>
            </a:br>
            <a:r>
              <a:rPr lang="fr-FR" sz="1200" noProof="0" dirty="0">
                <a:solidFill>
                  <a:schemeClr val="bg1"/>
                </a:solidFill>
              </a:rPr>
              <a:t>Vous recevez une estimation détaillée et un calendrier à approuver avant le début du projet.</a:t>
            </a:r>
            <a:endParaRPr kumimoji="0" lang="fr-FR" sz="1200" b="0" i="0" u="none" strike="noStrike" cap="none" normalizeH="0" baseline="0" noProof="0" dirty="0">
              <a:ln>
                <a:noFill/>
              </a:ln>
              <a:solidFill>
                <a:schemeClr val="bg1"/>
              </a:solidFill>
              <a:effectLst/>
            </a:endParaRPr>
          </a:p>
        </p:txBody>
      </p:sp>
      <p:grpSp>
        <p:nvGrpSpPr>
          <p:cNvPr id="10" name="Groupe 9">
            <a:extLst>
              <a:ext uri="{FF2B5EF4-FFF2-40B4-BE49-F238E27FC236}">
                <a16:creationId xmlns:a16="http://schemas.microsoft.com/office/drawing/2014/main" id="{44E1BDCE-93B6-A193-3D59-82912730BFF5}"/>
              </a:ext>
            </a:extLst>
          </p:cNvPr>
          <p:cNvGrpSpPr/>
          <p:nvPr/>
        </p:nvGrpSpPr>
        <p:grpSpPr>
          <a:xfrm>
            <a:off x="247583" y="3207965"/>
            <a:ext cx="490762" cy="490762"/>
            <a:chOff x="4244205" y="82346"/>
            <a:chExt cx="696119" cy="696119"/>
          </a:xfrm>
        </p:grpSpPr>
        <p:sp>
          <p:nvSpPr>
            <p:cNvPr id="11" name="Ellipse 10">
              <a:extLst>
                <a:ext uri="{FF2B5EF4-FFF2-40B4-BE49-F238E27FC236}">
                  <a16:creationId xmlns:a16="http://schemas.microsoft.com/office/drawing/2014/main" id="{5A30DD96-808D-D98E-2E79-96131C4D607B}"/>
                </a:ext>
              </a:extLst>
            </p:cNvPr>
            <p:cNvSpPr/>
            <p:nvPr/>
          </p:nvSpPr>
          <p:spPr>
            <a:xfrm>
              <a:off x="4244205" y="82346"/>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2" name="Google Shape;10712;p75">
              <a:extLst>
                <a:ext uri="{FF2B5EF4-FFF2-40B4-BE49-F238E27FC236}">
                  <a16:creationId xmlns:a16="http://schemas.microsoft.com/office/drawing/2014/main" id="{4FFFF51B-9AD0-F75D-EC7D-08A35EC3B8A9}"/>
                </a:ext>
              </a:extLst>
            </p:cNvPr>
            <p:cNvGrpSpPr/>
            <p:nvPr/>
          </p:nvGrpSpPr>
          <p:grpSpPr>
            <a:xfrm>
              <a:off x="4392941" y="239794"/>
              <a:ext cx="398646" cy="381222"/>
              <a:chOff x="5045500" y="842250"/>
              <a:chExt cx="503875" cy="481850"/>
            </a:xfrm>
            <a:solidFill>
              <a:schemeClr val="bg1"/>
            </a:solidFill>
          </p:grpSpPr>
          <p:sp>
            <p:nvSpPr>
              <p:cNvPr id="13" name="Google Shape;10713;p75">
                <a:extLst>
                  <a:ext uri="{FF2B5EF4-FFF2-40B4-BE49-F238E27FC236}">
                    <a16:creationId xmlns:a16="http://schemas.microsoft.com/office/drawing/2014/main" id="{CD8D57EC-3318-467E-4236-3055F0A3556E}"/>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14" name="Google Shape;10714;p75">
                <a:extLst>
                  <a:ext uri="{FF2B5EF4-FFF2-40B4-BE49-F238E27FC236}">
                    <a16:creationId xmlns:a16="http://schemas.microsoft.com/office/drawing/2014/main" id="{4B34A569-3AC0-0CC5-7C8F-28E015BDF2AB}"/>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grpSp>
      <p:grpSp>
        <p:nvGrpSpPr>
          <p:cNvPr id="15" name="Groupe 14">
            <a:extLst>
              <a:ext uri="{FF2B5EF4-FFF2-40B4-BE49-F238E27FC236}">
                <a16:creationId xmlns:a16="http://schemas.microsoft.com/office/drawing/2014/main" id="{AB637B0A-4D26-F15C-DEB1-37263A9B54BF}"/>
              </a:ext>
            </a:extLst>
          </p:cNvPr>
          <p:cNvGrpSpPr/>
          <p:nvPr/>
        </p:nvGrpSpPr>
        <p:grpSpPr>
          <a:xfrm>
            <a:off x="247583" y="5575889"/>
            <a:ext cx="490762" cy="490762"/>
            <a:chOff x="26565" y="2889250"/>
            <a:chExt cx="696119" cy="696119"/>
          </a:xfrm>
        </p:grpSpPr>
        <p:sp>
          <p:nvSpPr>
            <p:cNvPr id="16" name="Ellipse 15">
              <a:extLst>
                <a:ext uri="{FF2B5EF4-FFF2-40B4-BE49-F238E27FC236}">
                  <a16:creationId xmlns:a16="http://schemas.microsoft.com/office/drawing/2014/main" id="{E027FB88-94BE-F2B9-D4D2-C644B1D3CA9D}"/>
                </a:ext>
              </a:extLst>
            </p:cNvPr>
            <p:cNvSpPr/>
            <p:nvPr/>
          </p:nvSpPr>
          <p:spPr>
            <a:xfrm>
              <a:off x="26565" y="2889250"/>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7" name="Google Shape;10680;p75">
              <a:extLst>
                <a:ext uri="{FF2B5EF4-FFF2-40B4-BE49-F238E27FC236}">
                  <a16:creationId xmlns:a16="http://schemas.microsoft.com/office/drawing/2014/main" id="{06749636-656B-8102-A144-9D3C6C0980E9}"/>
                </a:ext>
              </a:extLst>
            </p:cNvPr>
            <p:cNvGrpSpPr/>
            <p:nvPr/>
          </p:nvGrpSpPr>
          <p:grpSpPr>
            <a:xfrm>
              <a:off x="220886" y="3083571"/>
              <a:ext cx="307476" cy="307476"/>
              <a:chOff x="5660400" y="238125"/>
              <a:chExt cx="481825" cy="481825"/>
            </a:xfrm>
            <a:solidFill>
              <a:schemeClr val="bg1"/>
            </a:solidFill>
          </p:grpSpPr>
          <p:sp>
            <p:nvSpPr>
              <p:cNvPr id="18" name="Google Shape;10681;p75">
                <a:extLst>
                  <a:ext uri="{FF2B5EF4-FFF2-40B4-BE49-F238E27FC236}">
                    <a16:creationId xmlns:a16="http://schemas.microsoft.com/office/drawing/2014/main" id="{BA6AC71F-D363-BDFA-CDDB-07405A771C15}"/>
                  </a:ext>
                </a:extLst>
              </p:cNvPr>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19" name="Google Shape;10682;p75">
                <a:extLst>
                  <a:ext uri="{FF2B5EF4-FFF2-40B4-BE49-F238E27FC236}">
                    <a16:creationId xmlns:a16="http://schemas.microsoft.com/office/drawing/2014/main" id="{26E3090E-A5FD-18EB-2709-9E6E9F0456D2}"/>
                  </a:ext>
                </a:extLst>
              </p:cNvPr>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grpSp>
      <p:cxnSp>
        <p:nvCxnSpPr>
          <p:cNvPr id="51" name="Connecteur droit 50">
            <a:extLst>
              <a:ext uri="{FF2B5EF4-FFF2-40B4-BE49-F238E27FC236}">
                <a16:creationId xmlns:a16="http://schemas.microsoft.com/office/drawing/2014/main" id="{07F0A52B-3A8A-AC69-0EF7-7EF920C63479}"/>
              </a:ext>
            </a:extLst>
          </p:cNvPr>
          <p:cNvCxnSpPr>
            <a:stCxn id="11" idx="4"/>
            <a:endCxn id="16" idx="0"/>
          </p:cNvCxnSpPr>
          <p:nvPr/>
        </p:nvCxnSpPr>
        <p:spPr>
          <a:xfrm>
            <a:off x="492964" y="3698727"/>
            <a:ext cx="0" cy="1877162"/>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2" name="Connecteur droit 51">
            <a:extLst>
              <a:ext uri="{FF2B5EF4-FFF2-40B4-BE49-F238E27FC236}">
                <a16:creationId xmlns:a16="http://schemas.microsoft.com/office/drawing/2014/main" id="{58C6ACA2-097A-7C87-D9BD-1F2CAEFFB766}"/>
              </a:ext>
            </a:extLst>
          </p:cNvPr>
          <p:cNvCxnSpPr>
            <a:cxnSpLocks/>
            <a:stCxn id="11" idx="6"/>
            <a:endCxn id="7" idx="1"/>
          </p:cNvCxnSpPr>
          <p:nvPr/>
        </p:nvCxnSpPr>
        <p:spPr>
          <a:xfrm>
            <a:off x="738345" y="3453346"/>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3" name="Connecteur droit 52">
            <a:extLst>
              <a:ext uri="{FF2B5EF4-FFF2-40B4-BE49-F238E27FC236}">
                <a16:creationId xmlns:a16="http://schemas.microsoft.com/office/drawing/2014/main" id="{18C88893-8DD2-F857-20DB-F85A00724C8B}"/>
              </a:ext>
            </a:extLst>
          </p:cNvPr>
          <p:cNvCxnSpPr>
            <a:cxnSpLocks/>
            <a:stCxn id="16" idx="6"/>
            <a:endCxn id="6" idx="1"/>
          </p:cNvCxnSpPr>
          <p:nvPr/>
        </p:nvCxnSpPr>
        <p:spPr>
          <a:xfrm>
            <a:off x="738345" y="5821270"/>
            <a:ext cx="259973" cy="0"/>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80" name="Groupe 79">
            <a:extLst>
              <a:ext uri="{FF2B5EF4-FFF2-40B4-BE49-F238E27FC236}">
                <a16:creationId xmlns:a16="http://schemas.microsoft.com/office/drawing/2014/main" id="{A2BB90B9-1AD4-6181-74C9-5A040FA7FFE8}"/>
              </a:ext>
            </a:extLst>
          </p:cNvPr>
          <p:cNvGrpSpPr/>
          <p:nvPr/>
        </p:nvGrpSpPr>
        <p:grpSpPr>
          <a:xfrm>
            <a:off x="4937412" y="2064486"/>
            <a:ext cx="6262975" cy="413296"/>
            <a:chOff x="4286691" y="1916539"/>
            <a:chExt cx="6262975" cy="413296"/>
          </a:xfrm>
        </p:grpSpPr>
        <p:sp>
          <p:nvSpPr>
            <p:cNvPr id="20" name="Rectangle : coins arrondis 19">
              <a:extLst>
                <a:ext uri="{FF2B5EF4-FFF2-40B4-BE49-F238E27FC236}">
                  <a16:creationId xmlns:a16="http://schemas.microsoft.com/office/drawing/2014/main" id="{D469D682-47F2-12E5-21E2-2CE47544A610}"/>
                </a:ext>
              </a:extLst>
            </p:cNvPr>
            <p:cNvSpPr/>
            <p:nvPr/>
          </p:nvSpPr>
          <p:spPr>
            <a:xfrm>
              <a:off x="4286692" y="1916539"/>
              <a:ext cx="1273757" cy="413296"/>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4" name="ZoneTexte 23">
              <a:extLst>
                <a:ext uri="{FF2B5EF4-FFF2-40B4-BE49-F238E27FC236}">
                  <a16:creationId xmlns:a16="http://schemas.microsoft.com/office/drawing/2014/main" id="{669F652C-5F57-5D47-A694-84A260FDC90E}"/>
                </a:ext>
              </a:extLst>
            </p:cNvPr>
            <p:cNvSpPr txBox="1"/>
            <p:nvPr/>
          </p:nvSpPr>
          <p:spPr>
            <a:xfrm>
              <a:off x="4286691" y="1984688"/>
              <a:ext cx="1269097" cy="276999"/>
            </a:xfrm>
            <a:prstGeom prst="rect">
              <a:avLst/>
            </a:prstGeom>
            <a:noFill/>
          </p:spPr>
          <p:txBody>
            <a:bodyPr wrap="square" rtlCol="0">
              <a:spAutoFit/>
            </a:bodyPr>
            <a:lstStyle/>
            <a:p>
              <a:pPr algn="ctr"/>
              <a:r>
                <a:rPr lang="fr-FR" sz="1200" b="1" noProof="0" dirty="0">
                  <a:solidFill>
                    <a:srgbClr val="7B435D"/>
                  </a:solidFill>
                </a:rPr>
                <a:t>Kick - Off</a:t>
              </a:r>
            </a:p>
          </p:txBody>
        </p:sp>
        <p:sp>
          <p:nvSpPr>
            <p:cNvPr id="36" name="Organigramme : Délai 35">
              <a:extLst>
                <a:ext uri="{FF2B5EF4-FFF2-40B4-BE49-F238E27FC236}">
                  <a16:creationId xmlns:a16="http://schemas.microsoft.com/office/drawing/2014/main" id="{9986144D-8DE2-2F12-6F20-473D463725EB}"/>
                </a:ext>
              </a:extLst>
            </p:cNvPr>
            <p:cNvSpPr/>
            <p:nvPr/>
          </p:nvSpPr>
          <p:spPr>
            <a:xfrm>
              <a:off x="5835438" y="1916539"/>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1" name="Organigramme : Délai 40">
              <a:extLst>
                <a:ext uri="{FF2B5EF4-FFF2-40B4-BE49-F238E27FC236}">
                  <a16:creationId xmlns:a16="http://schemas.microsoft.com/office/drawing/2014/main" id="{636370F5-46FA-9608-2AA9-D375F48B1618}"/>
                </a:ext>
              </a:extLst>
            </p:cNvPr>
            <p:cNvSpPr/>
            <p:nvPr/>
          </p:nvSpPr>
          <p:spPr>
            <a:xfrm>
              <a:off x="7456713" y="1916539"/>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6" name="Organigramme : Délai 45">
              <a:extLst>
                <a:ext uri="{FF2B5EF4-FFF2-40B4-BE49-F238E27FC236}">
                  <a16:creationId xmlns:a16="http://schemas.microsoft.com/office/drawing/2014/main" id="{5CB16456-7ED9-52AF-C364-726BBC890360}"/>
                </a:ext>
              </a:extLst>
            </p:cNvPr>
            <p:cNvSpPr/>
            <p:nvPr/>
          </p:nvSpPr>
          <p:spPr>
            <a:xfrm>
              <a:off x="9002716" y="1916539"/>
              <a:ext cx="75272"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4" name="ZoneTexte 53">
              <a:extLst>
                <a:ext uri="{FF2B5EF4-FFF2-40B4-BE49-F238E27FC236}">
                  <a16:creationId xmlns:a16="http://schemas.microsoft.com/office/drawing/2014/main" id="{11E6287F-CBE9-0F01-CA6E-2FEB982FE259}"/>
                </a:ext>
              </a:extLst>
            </p:cNvPr>
            <p:cNvSpPr txBox="1"/>
            <p:nvPr/>
          </p:nvSpPr>
          <p:spPr>
            <a:xfrm>
              <a:off x="5894983" y="1938521"/>
              <a:ext cx="149709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sz="900" b="1" i="0" u="none" strike="noStrike" cap="none" normalizeH="0" baseline="0" noProof="0" dirty="0">
                  <a:ln>
                    <a:noFill/>
                  </a:ln>
                  <a:solidFill>
                    <a:schemeClr val="tx1"/>
                  </a:solidFill>
                  <a:effectLst/>
                </a:rPr>
                <a:t>Délimitation du projet et définition de l'équipe</a:t>
              </a:r>
            </a:p>
          </p:txBody>
        </p:sp>
        <p:sp>
          <p:nvSpPr>
            <p:cNvPr id="59" name="ZoneTexte 58">
              <a:extLst>
                <a:ext uri="{FF2B5EF4-FFF2-40B4-BE49-F238E27FC236}">
                  <a16:creationId xmlns:a16="http://schemas.microsoft.com/office/drawing/2014/main" id="{2C81D468-9B39-7727-A437-E74EF32FC65D}"/>
                </a:ext>
              </a:extLst>
            </p:cNvPr>
            <p:cNvSpPr txBox="1"/>
            <p:nvPr/>
          </p:nvSpPr>
          <p:spPr>
            <a:xfrm>
              <a:off x="7508921" y="1938521"/>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Définition des canaux de communication</a:t>
              </a:r>
            </a:p>
          </p:txBody>
        </p:sp>
        <p:sp>
          <p:nvSpPr>
            <p:cNvPr id="64" name="ZoneTexte 63">
              <a:extLst>
                <a:ext uri="{FF2B5EF4-FFF2-40B4-BE49-F238E27FC236}">
                  <a16:creationId xmlns:a16="http://schemas.microsoft.com/office/drawing/2014/main" id="{3B5D8E08-1D95-00DC-2A8D-0849402396DD}"/>
                </a:ext>
              </a:extLst>
            </p:cNvPr>
            <p:cNvSpPr txBox="1"/>
            <p:nvPr/>
          </p:nvSpPr>
          <p:spPr>
            <a:xfrm>
              <a:off x="9052571" y="2007771"/>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Définition du workflow</a:t>
              </a:r>
            </a:p>
          </p:txBody>
        </p:sp>
      </p:grpSp>
      <p:grpSp>
        <p:nvGrpSpPr>
          <p:cNvPr id="79" name="Groupe 78">
            <a:extLst>
              <a:ext uri="{FF2B5EF4-FFF2-40B4-BE49-F238E27FC236}">
                <a16:creationId xmlns:a16="http://schemas.microsoft.com/office/drawing/2014/main" id="{76DB7221-10E0-5267-0BDC-680D107B32D4}"/>
              </a:ext>
            </a:extLst>
          </p:cNvPr>
          <p:cNvGrpSpPr/>
          <p:nvPr/>
        </p:nvGrpSpPr>
        <p:grpSpPr>
          <a:xfrm>
            <a:off x="4928320" y="2570064"/>
            <a:ext cx="6275091" cy="495822"/>
            <a:chOff x="4286691" y="2537928"/>
            <a:chExt cx="6275091" cy="495822"/>
          </a:xfrm>
        </p:grpSpPr>
        <p:sp>
          <p:nvSpPr>
            <p:cNvPr id="21" name="Rectangle : coins arrondis 20">
              <a:extLst>
                <a:ext uri="{FF2B5EF4-FFF2-40B4-BE49-F238E27FC236}">
                  <a16:creationId xmlns:a16="http://schemas.microsoft.com/office/drawing/2014/main" id="{AF8C1318-C92E-5B81-CA34-656850EAB836}"/>
                </a:ext>
              </a:extLst>
            </p:cNvPr>
            <p:cNvSpPr/>
            <p:nvPr/>
          </p:nvSpPr>
          <p:spPr>
            <a:xfrm>
              <a:off x="4286692" y="2537928"/>
              <a:ext cx="1273757" cy="495822"/>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5" name="ZoneTexte 24">
              <a:extLst>
                <a:ext uri="{FF2B5EF4-FFF2-40B4-BE49-F238E27FC236}">
                  <a16:creationId xmlns:a16="http://schemas.microsoft.com/office/drawing/2014/main" id="{703FAC7B-131E-592E-97DA-9F52B387BD01}"/>
                </a:ext>
              </a:extLst>
            </p:cNvPr>
            <p:cNvSpPr txBox="1"/>
            <p:nvPr/>
          </p:nvSpPr>
          <p:spPr>
            <a:xfrm>
              <a:off x="4286691" y="2555007"/>
              <a:ext cx="1275487" cy="461665"/>
            </a:xfrm>
            <a:prstGeom prst="rect">
              <a:avLst/>
            </a:prstGeom>
            <a:noFill/>
          </p:spPr>
          <p:txBody>
            <a:bodyPr wrap="square" rtlCol="0">
              <a:spAutoFit/>
            </a:bodyPr>
            <a:lstStyle/>
            <a:p>
              <a:pPr algn="ctr"/>
              <a:r>
                <a:rPr kumimoji="0" lang="fr-FR" sz="1200" b="1" i="0" u="none" strike="noStrike" cap="none" normalizeH="0" baseline="0" noProof="0" dirty="0">
                  <a:ln>
                    <a:noFill/>
                  </a:ln>
                  <a:solidFill>
                    <a:srgbClr val="7B435D"/>
                  </a:solidFill>
                  <a:effectLst/>
                </a:rPr>
                <a:t>Découverte métier</a:t>
              </a:r>
              <a:endParaRPr lang="fr-FR" sz="1200" noProof="0" dirty="0"/>
            </a:p>
          </p:txBody>
        </p:sp>
        <p:sp>
          <p:nvSpPr>
            <p:cNvPr id="37" name="Organigramme : Délai 36">
              <a:extLst>
                <a:ext uri="{FF2B5EF4-FFF2-40B4-BE49-F238E27FC236}">
                  <a16:creationId xmlns:a16="http://schemas.microsoft.com/office/drawing/2014/main" id="{393DD8EA-C9EE-0FE2-3B38-116FCD9A12E1}"/>
                </a:ext>
              </a:extLst>
            </p:cNvPr>
            <p:cNvSpPr/>
            <p:nvPr/>
          </p:nvSpPr>
          <p:spPr>
            <a:xfrm>
              <a:off x="5845477" y="2579191"/>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2" name="Organigramme : Délai 41">
              <a:extLst>
                <a:ext uri="{FF2B5EF4-FFF2-40B4-BE49-F238E27FC236}">
                  <a16:creationId xmlns:a16="http://schemas.microsoft.com/office/drawing/2014/main" id="{FE93F589-37D4-DF26-DB1D-132B3C8180D7}"/>
                </a:ext>
              </a:extLst>
            </p:cNvPr>
            <p:cNvSpPr/>
            <p:nvPr/>
          </p:nvSpPr>
          <p:spPr>
            <a:xfrm>
              <a:off x="7466752" y="257919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Organigramme : Délai 46">
              <a:extLst>
                <a:ext uri="{FF2B5EF4-FFF2-40B4-BE49-F238E27FC236}">
                  <a16:creationId xmlns:a16="http://schemas.microsoft.com/office/drawing/2014/main" id="{082682BB-74E6-CF44-3AF0-9D2B893CCE14}"/>
                </a:ext>
              </a:extLst>
            </p:cNvPr>
            <p:cNvSpPr/>
            <p:nvPr/>
          </p:nvSpPr>
          <p:spPr>
            <a:xfrm>
              <a:off x="9012755" y="257919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5" name="ZoneTexte 54">
              <a:extLst>
                <a:ext uri="{FF2B5EF4-FFF2-40B4-BE49-F238E27FC236}">
                  <a16:creationId xmlns:a16="http://schemas.microsoft.com/office/drawing/2014/main" id="{351D0E3A-F028-8621-CF4F-643F48327BFD}"/>
                </a:ext>
              </a:extLst>
            </p:cNvPr>
            <p:cNvSpPr txBox="1"/>
            <p:nvPr/>
          </p:nvSpPr>
          <p:spPr>
            <a:xfrm>
              <a:off x="590502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Analyse des objectifs du projet</a:t>
              </a:r>
            </a:p>
          </p:txBody>
        </p:sp>
        <p:sp>
          <p:nvSpPr>
            <p:cNvPr id="60" name="ZoneTexte 59">
              <a:extLst>
                <a:ext uri="{FF2B5EF4-FFF2-40B4-BE49-F238E27FC236}">
                  <a16:creationId xmlns:a16="http://schemas.microsoft.com/office/drawing/2014/main" id="{322F3A6F-853F-E9A1-D05B-19D29B767DAC}"/>
                </a:ext>
              </a:extLst>
            </p:cNvPr>
            <p:cNvSpPr txBox="1"/>
            <p:nvPr/>
          </p:nvSpPr>
          <p:spPr>
            <a:xfrm>
              <a:off x="751358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Audit des systèmes existants</a:t>
              </a:r>
            </a:p>
          </p:txBody>
        </p:sp>
        <p:sp>
          <p:nvSpPr>
            <p:cNvPr id="65" name="ZoneTexte 64">
              <a:extLst>
                <a:ext uri="{FF2B5EF4-FFF2-40B4-BE49-F238E27FC236}">
                  <a16:creationId xmlns:a16="http://schemas.microsoft.com/office/drawing/2014/main" id="{5566E599-C982-0787-03AC-52A1CF255EC8}"/>
                </a:ext>
              </a:extLst>
            </p:cNvPr>
            <p:cNvSpPr txBox="1"/>
            <p:nvPr/>
          </p:nvSpPr>
          <p:spPr>
            <a:xfrm>
              <a:off x="9064687"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Définition des besoins en personnalisation</a:t>
              </a:r>
            </a:p>
          </p:txBody>
        </p:sp>
      </p:grpSp>
      <p:grpSp>
        <p:nvGrpSpPr>
          <p:cNvPr id="78" name="Groupe 77">
            <a:extLst>
              <a:ext uri="{FF2B5EF4-FFF2-40B4-BE49-F238E27FC236}">
                <a16:creationId xmlns:a16="http://schemas.microsoft.com/office/drawing/2014/main" id="{5590BD75-1A26-166C-5C68-A665C86BA5FC}"/>
              </a:ext>
            </a:extLst>
          </p:cNvPr>
          <p:cNvGrpSpPr/>
          <p:nvPr/>
        </p:nvGrpSpPr>
        <p:grpSpPr>
          <a:xfrm>
            <a:off x="4885748" y="3158168"/>
            <a:ext cx="6315237" cy="507831"/>
            <a:chOff x="4244119" y="3236259"/>
            <a:chExt cx="6315237" cy="507831"/>
          </a:xfrm>
        </p:grpSpPr>
        <p:sp>
          <p:nvSpPr>
            <p:cNvPr id="26" name="ZoneTexte 25">
              <a:extLst>
                <a:ext uri="{FF2B5EF4-FFF2-40B4-BE49-F238E27FC236}">
                  <a16:creationId xmlns:a16="http://schemas.microsoft.com/office/drawing/2014/main" id="{2E530CE5-2198-7A8B-7849-7381608DF4D8}"/>
                </a:ext>
              </a:extLst>
            </p:cNvPr>
            <p:cNvSpPr txBox="1"/>
            <p:nvPr/>
          </p:nvSpPr>
          <p:spPr>
            <a:xfrm>
              <a:off x="4244119" y="3259342"/>
              <a:ext cx="1273757"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sz="1200" b="1" i="0" u="none" strike="noStrike" cap="none" normalizeH="0" baseline="0" noProof="0" dirty="0">
                  <a:ln>
                    <a:noFill/>
                  </a:ln>
                  <a:solidFill>
                    <a:srgbClr val="7B435D"/>
                  </a:solidFill>
                  <a:effectLst/>
                </a:rPr>
                <a:t>Ateliers</a:t>
              </a:r>
            </a:p>
            <a:p>
              <a:pPr marL="0" marR="0" lvl="0" indent="0" algn="ctr" defTabSz="914400" rtl="0" eaLnBrk="0" fontAlgn="base" latinLnBrk="0" hangingPunct="0">
                <a:lnSpc>
                  <a:spcPct val="100000"/>
                </a:lnSpc>
                <a:spcAft>
                  <a:spcPct val="0"/>
                </a:spcAft>
                <a:buClrTx/>
                <a:buSzTx/>
                <a:tabLst/>
              </a:pPr>
              <a:r>
                <a:rPr kumimoji="0" lang="fr-FR" sz="1200" b="1" i="0" u="none" strike="noStrike" cap="none" normalizeH="0" baseline="0" noProof="0" dirty="0">
                  <a:ln>
                    <a:noFill/>
                  </a:ln>
                  <a:solidFill>
                    <a:srgbClr val="7B435D"/>
                  </a:solidFill>
                  <a:effectLst/>
                </a:rPr>
                <a:t> 1, 2, n</a:t>
              </a:r>
            </a:p>
          </p:txBody>
        </p:sp>
        <p:grpSp>
          <p:nvGrpSpPr>
            <p:cNvPr id="29" name="Groupe 28">
              <a:extLst>
                <a:ext uri="{FF2B5EF4-FFF2-40B4-BE49-F238E27FC236}">
                  <a16:creationId xmlns:a16="http://schemas.microsoft.com/office/drawing/2014/main" id="{BE5F094B-BE9F-52D1-DE17-351E2E945FC0}"/>
                </a:ext>
              </a:extLst>
            </p:cNvPr>
            <p:cNvGrpSpPr/>
            <p:nvPr/>
          </p:nvGrpSpPr>
          <p:grpSpPr>
            <a:xfrm>
              <a:off x="4286691" y="3242263"/>
              <a:ext cx="1363325" cy="495822"/>
              <a:chOff x="3123241" y="2224058"/>
              <a:chExt cx="1358902" cy="495822"/>
            </a:xfrm>
          </p:grpSpPr>
          <p:grpSp>
            <p:nvGrpSpPr>
              <p:cNvPr id="30" name="Groupe 29">
                <a:extLst>
                  <a:ext uri="{FF2B5EF4-FFF2-40B4-BE49-F238E27FC236}">
                    <a16:creationId xmlns:a16="http://schemas.microsoft.com/office/drawing/2014/main" id="{034D7093-E93B-7618-CD3D-06C056C814F0}"/>
                  </a:ext>
                </a:extLst>
              </p:cNvPr>
              <p:cNvGrpSpPr/>
              <p:nvPr/>
            </p:nvGrpSpPr>
            <p:grpSpPr>
              <a:xfrm>
                <a:off x="3123241" y="2224058"/>
                <a:ext cx="1358902" cy="495822"/>
                <a:chOff x="3820905" y="5399804"/>
                <a:chExt cx="1358902" cy="495822"/>
              </a:xfrm>
            </p:grpSpPr>
            <p:sp>
              <p:nvSpPr>
                <p:cNvPr id="33" name="Rectangle : coins arrondis 32">
                  <a:extLst>
                    <a:ext uri="{FF2B5EF4-FFF2-40B4-BE49-F238E27FC236}">
                      <a16:creationId xmlns:a16="http://schemas.microsoft.com/office/drawing/2014/main" id="{A507F797-C76B-BBC0-9D62-8CEC23F8BE3D}"/>
                    </a:ext>
                  </a:extLst>
                </p:cNvPr>
                <p:cNvSpPr/>
                <p:nvPr/>
              </p:nvSpPr>
              <p:spPr>
                <a:xfrm>
                  <a:off x="3820905" y="5399804"/>
                  <a:ext cx="1273757" cy="495822"/>
                </a:xfrm>
                <a:prstGeom prst="roundRect">
                  <a:avLst/>
                </a:prstGeom>
                <a:noFill/>
                <a:ln w="3810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34" name="Rectangle 33">
                  <a:extLst>
                    <a:ext uri="{FF2B5EF4-FFF2-40B4-BE49-F238E27FC236}">
                      <a16:creationId xmlns:a16="http://schemas.microsoft.com/office/drawing/2014/main" id="{FA7AB397-BB5B-C9AE-A8C0-A587ABC1DED5}"/>
                    </a:ext>
                  </a:extLst>
                </p:cNvPr>
                <p:cNvSpPr/>
                <p:nvPr/>
              </p:nvSpPr>
              <p:spPr>
                <a:xfrm>
                  <a:off x="5002306" y="5579217"/>
                  <a:ext cx="177501" cy="136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grpSp>
          <p:sp>
            <p:nvSpPr>
              <p:cNvPr id="31" name="Ellipse 30">
                <a:extLst>
                  <a:ext uri="{FF2B5EF4-FFF2-40B4-BE49-F238E27FC236}">
                    <a16:creationId xmlns:a16="http://schemas.microsoft.com/office/drawing/2014/main" id="{3E76CFE1-A290-0862-5195-59BAF07285C2}"/>
                  </a:ext>
                </a:extLst>
              </p:cNvPr>
              <p:cNvSpPr/>
              <p:nvPr/>
            </p:nvSpPr>
            <p:spPr>
              <a:xfrm>
                <a:off x="4354251" y="2361421"/>
                <a:ext cx="80659" cy="80659"/>
              </a:xfrm>
              <a:prstGeom prst="ellipse">
                <a:avLst/>
              </a:prstGeom>
              <a:solidFill>
                <a:srgbClr val="7B435D"/>
              </a:solid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2" name="Triangle isocèle 31">
                <a:extLst>
                  <a:ext uri="{FF2B5EF4-FFF2-40B4-BE49-F238E27FC236}">
                    <a16:creationId xmlns:a16="http://schemas.microsoft.com/office/drawing/2014/main" id="{0573B375-BAD6-4DAD-941B-7921245CCF51}"/>
                  </a:ext>
                </a:extLst>
              </p:cNvPr>
              <p:cNvSpPr/>
              <p:nvPr/>
            </p:nvSpPr>
            <p:spPr>
              <a:xfrm>
                <a:off x="4336780" y="2479787"/>
                <a:ext cx="115600" cy="99656"/>
              </a:xfrm>
              <a:prstGeom prst="triangle">
                <a:avLst/>
              </a:prstGeom>
              <a:solidFill>
                <a:srgbClr val="7B43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38" name="Organigramme : Délai 37">
              <a:extLst>
                <a:ext uri="{FF2B5EF4-FFF2-40B4-BE49-F238E27FC236}">
                  <a16:creationId xmlns:a16="http://schemas.microsoft.com/office/drawing/2014/main" id="{1103CA8E-611A-2933-157B-500B986F987A}"/>
                </a:ext>
              </a:extLst>
            </p:cNvPr>
            <p:cNvSpPr/>
            <p:nvPr/>
          </p:nvSpPr>
          <p:spPr>
            <a:xfrm>
              <a:off x="5845477" y="3283526"/>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3" name="Organigramme : Délai 42">
              <a:extLst>
                <a:ext uri="{FF2B5EF4-FFF2-40B4-BE49-F238E27FC236}">
                  <a16:creationId xmlns:a16="http://schemas.microsoft.com/office/drawing/2014/main" id="{BD1BBB60-8045-9587-4D65-2322E70E12E6}"/>
                </a:ext>
              </a:extLst>
            </p:cNvPr>
            <p:cNvSpPr/>
            <p:nvPr/>
          </p:nvSpPr>
          <p:spPr>
            <a:xfrm>
              <a:off x="7466752" y="3283526"/>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8" name="Organigramme : Délai 47">
              <a:extLst>
                <a:ext uri="{FF2B5EF4-FFF2-40B4-BE49-F238E27FC236}">
                  <a16:creationId xmlns:a16="http://schemas.microsoft.com/office/drawing/2014/main" id="{772DF98E-2513-1595-5254-59C1D5B623F2}"/>
                </a:ext>
              </a:extLst>
            </p:cNvPr>
            <p:cNvSpPr/>
            <p:nvPr/>
          </p:nvSpPr>
          <p:spPr>
            <a:xfrm>
              <a:off x="9012755" y="3283526"/>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6" name="ZoneTexte 55">
              <a:extLst>
                <a:ext uri="{FF2B5EF4-FFF2-40B4-BE49-F238E27FC236}">
                  <a16:creationId xmlns:a16="http://schemas.microsoft.com/office/drawing/2014/main" id="{070F1B92-2D35-AF10-A170-561E3D0C0660}"/>
                </a:ext>
              </a:extLst>
            </p:cNvPr>
            <p:cNvSpPr txBox="1"/>
            <p:nvPr/>
          </p:nvSpPr>
          <p:spPr>
            <a:xfrm>
              <a:off x="5905021" y="3305508"/>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Analyse des besoins par domaine vs standard</a:t>
              </a:r>
            </a:p>
          </p:txBody>
        </p:sp>
        <p:sp>
          <p:nvSpPr>
            <p:cNvPr id="61" name="ZoneTexte 60">
              <a:extLst>
                <a:ext uri="{FF2B5EF4-FFF2-40B4-BE49-F238E27FC236}">
                  <a16:creationId xmlns:a16="http://schemas.microsoft.com/office/drawing/2014/main" id="{9246A88E-1965-35F1-469C-BDBD5178D3E8}"/>
                </a:ext>
              </a:extLst>
            </p:cNvPr>
            <p:cNvSpPr txBox="1"/>
            <p:nvPr/>
          </p:nvSpPr>
          <p:spPr>
            <a:xfrm>
              <a:off x="7513582" y="3236259"/>
              <a:ext cx="1497095" cy="507831"/>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Création et développement de la structure du projet</a:t>
              </a:r>
            </a:p>
          </p:txBody>
        </p:sp>
        <p:sp>
          <p:nvSpPr>
            <p:cNvPr id="66" name="ZoneTexte 65">
              <a:extLst>
                <a:ext uri="{FF2B5EF4-FFF2-40B4-BE49-F238E27FC236}">
                  <a16:creationId xmlns:a16="http://schemas.microsoft.com/office/drawing/2014/main" id="{8681D9BF-0845-3248-F92F-1F0A25279474}"/>
                </a:ext>
              </a:extLst>
            </p:cNvPr>
            <p:cNvSpPr txBox="1"/>
            <p:nvPr/>
          </p:nvSpPr>
          <p:spPr>
            <a:xfrm>
              <a:off x="9062261" y="3374758"/>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Création des livrables</a:t>
              </a:r>
            </a:p>
          </p:txBody>
        </p:sp>
      </p:grpSp>
      <p:grpSp>
        <p:nvGrpSpPr>
          <p:cNvPr id="77" name="Groupe 76">
            <a:extLst>
              <a:ext uri="{FF2B5EF4-FFF2-40B4-BE49-F238E27FC236}">
                <a16:creationId xmlns:a16="http://schemas.microsoft.com/office/drawing/2014/main" id="{221E74B0-631B-81C1-F75E-CBD3E0D38A85}"/>
              </a:ext>
            </a:extLst>
          </p:cNvPr>
          <p:cNvGrpSpPr/>
          <p:nvPr/>
        </p:nvGrpSpPr>
        <p:grpSpPr>
          <a:xfrm>
            <a:off x="4928320" y="3758281"/>
            <a:ext cx="6272067" cy="495822"/>
            <a:chOff x="4286691" y="3920498"/>
            <a:chExt cx="6272067" cy="495822"/>
          </a:xfrm>
        </p:grpSpPr>
        <p:sp>
          <p:nvSpPr>
            <p:cNvPr id="23" name="Rectangle : coins arrondis 22">
              <a:extLst>
                <a:ext uri="{FF2B5EF4-FFF2-40B4-BE49-F238E27FC236}">
                  <a16:creationId xmlns:a16="http://schemas.microsoft.com/office/drawing/2014/main" id="{D2F681ED-836B-B144-5D0E-1BA90F309916}"/>
                </a:ext>
              </a:extLst>
            </p:cNvPr>
            <p:cNvSpPr/>
            <p:nvPr/>
          </p:nvSpPr>
          <p:spPr>
            <a:xfrm>
              <a:off x="4286692" y="3920498"/>
              <a:ext cx="1273757" cy="495822"/>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ZoneTexte 26">
              <a:extLst>
                <a:ext uri="{FF2B5EF4-FFF2-40B4-BE49-F238E27FC236}">
                  <a16:creationId xmlns:a16="http://schemas.microsoft.com/office/drawing/2014/main" id="{C306AA20-DAE8-3BF6-9D7A-8F54EF716F9C}"/>
                </a:ext>
              </a:extLst>
            </p:cNvPr>
            <p:cNvSpPr txBox="1"/>
            <p:nvPr/>
          </p:nvSpPr>
          <p:spPr>
            <a:xfrm>
              <a:off x="4286691" y="3937577"/>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sz="1200" b="1" i="0" u="none" strike="noStrike" cap="none" normalizeH="0" baseline="0" noProof="0" dirty="0">
                  <a:ln>
                    <a:noFill/>
                  </a:ln>
                  <a:solidFill>
                    <a:srgbClr val="7B435D"/>
                  </a:solidFill>
                  <a:effectLst/>
                </a:rPr>
                <a:t>Présentation de l’analyse</a:t>
              </a:r>
            </a:p>
          </p:txBody>
        </p:sp>
        <p:sp>
          <p:nvSpPr>
            <p:cNvPr id="39" name="Organigramme : Délai 38">
              <a:extLst>
                <a:ext uri="{FF2B5EF4-FFF2-40B4-BE49-F238E27FC236}">
                  <a16:creationId xmlns:a16="http://schemas.microsoft.com/office/drawing/2014/main" id="{A5A0C04A-1ACC-9BBB-E9BB-62D7DB233F42}"/>
                </a:ext>
              </a:extLst>
            </p:cNvPr>
            <p:cNvSpPr/>
            <p:nvPr/>
          </p:nvSpPr>
          <p:spPr>
            <a:xfrm>
              <a:off x="5845477" y="3961761"/>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4" name="Organigramme : Délai 43">
              <a:extLst>
                <a:ext uri="{FF2B5EF4-FFF2-40B4-BE49-F238E27FC236}">
                  <a16:creationId xmlns:a16="http://schemas.microsoft.com/office/drawing/2014/main" id="{8650FD38-8C8F-F810-A915-7825106A2F62}"/>
                </a:ext>
              </a:extLst>
            </p:cNvPr>
            <p:cNvSpPr/>
            <p:nvPr/>
          </p:nvSpPr>
          <p:spPr>
            <a:xfrm>
              <a:off x="7466752" y="396176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Organigramme : Délai 48">
              <a:extLst>
                <a:ext uri="{FF2B5EF4-FFF2-40B4-BE49-F238E27FC236}">
                  <a16:creationId xmlns:a16="http://schemas.microsoft.com/office/drawing/2014/main" id="{E3D484E8-88B9-A01F-F353-0EF94AD07ADF}"/>
                </a:ext>
              </a:extLst>
            </p:cNvPr>
            <p:cNvSpPr/>
            <p:nvPr/>
          </p:nvSpPr>
          <p:spPr>
            <a:xfrm>
              <a:off x="9012755" y="396176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7" name="ZoneTexte 56">
              <a:extLst>
                <a:ext uri="{FF2B5EF4-FFF2-40B4-BE49-F238E27FC236}">
                  <a16:creationId xmlns:a16="http://schemas.microsoft.com/office/drawing/2014/main" id="{43F29F9C-800B-79FC-3CBF-86F874C7E7FA}"/>
                </a:ext>
              </a:extLst>
            </p:cNvPr>
            <p:cNvSpPr txBox="1"/>
            <p:nvPr/>
          </p:nvSpPr>
          <p:spPr>
            <a:xfrm>
              <a:off x="5892589"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Définition des exigences du projet</a:t>
              </a:r>
            </a:p>
          </p:txBody>
        </p:sp>
        <p:sp>
          <p:nvSpPr>
            <p:cNvPr id="62" name="ZoneTexte 61">
              <a:extLst>
                <a:ext uri="{FF2B5EF4-FFF2-40B4-BE49-F238E27FC236}">
                  <a16:creationId xmlns:a16="http://schemas.microsoft.com/office/drawing/2014/main" id="{B004B384-3ACC-4B15-FDE1-A439E25F9B4C}"/>
                </a:ext>
              </a:extLst>
            </p:cNvPr>
            <p:cNvSpPr txBox="1"/>
            <p:nvPr/>
          </p:nvSpPr>
          <p:spPr>
            <a:xfrm>
              <a:off x="7519972" y="4052993"/>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Priorisation des tâches</a:t>
              </a:r>
            </a:p>
          </p:txBody>
        </p:sp>
        <p:sp>
          <p:nvSpPr>
            <p:cNvPr id="67" name="ZoneTexte 66">
              <a:extLst>
                <a:ext uri="{FF2B5EF4-FFF2-40B4-BE49-F238E27FC236}">
                  <a16:creationId xmlns:a16="http://schemas.microsoft.com/office/drawing/2014/main" id="{0B889544-6BF0-7446-1689-05AC2B5EBC6E}"/>
                </a:ext>
              </a:extLst>
            </p:cNvPr>
            <p:cNvSpPr txBox="1"/>
            <p:nvPr/>
          </p:nvSpPr>
          <p:spPr>
            <a:xfrm>
              <a:off x="9061663"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Définition du calendrier de mise en œuvre</a:t>
              </a:r>
            </a:p>
          </p:txBody>
        </p:sp>
      </p:grpSp>
      <p:grpSp>
        <p:nvGrpSpPr>
          <p:cNvPr id="76" name="Groupe 75">
            <a:extLst>
              <a:ext uri="{FF2B5EF4-FFF2-40B4-BE49-F238E27FC236}">
                <a16:creationId xmlns:a16="http://schemas.microsoft.com/office/drawing/2014/main" id="{C78014D5-FB26-9C91-0253-8D780B2FB766}"/>
              </a:ext>
            </a:extLst>
          </p:cNvPr>
          <p:cNvGrpSpPr/>
          <p:nvPr/>
        </p:nvGrpSpPr>
        <p:grpSpPr>
          <a:xfrm>
            <a:off x="4928320" y="4346387"/>
            <a:ext cx="6272067" cy="495822"/>
            <a:chOff x="4286691" y="4611785"/>
            <a:chExt cx="6272067" cy="495822"/>
          </a:xfrm>
        </p:grpSpPr>
        <p:sp>
          <p:nvSpPr>
            <p:cNvPr id="22" name="Rectangle : coins arrondis 21">
              <a:extLst>
                <a:ext uri="{FF2B5EF4-FFF2-40B4-BE49-F238E27FC236}">
                  <a16:creationId xmlns:a16="http://schemas.microsoft.com/office/drawing/2014/main" id="{EBB2FEAD-1129-E041-F82E-042A77AD8F56}"/>
                </a:ext>
              </a:extLst>
            </p:cNvPr>
            <p:cNvSpPr/>
            <p:nvPr/>
          </p:nvSpPr>
          <p:spPr>
            <a:xfrm>
              <a:off x="4286692" y="4611785"/>
              <a:ext cx="1273757" cy="495822"/>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ZoneTexte 27">
              <a:extLst>
                <a:ext uri="{FF2B5EF4-FFF2-40B4-BE49-F238E27FC236}">
                  <a16:creationId xmlns:a16="http://schemas.microsoft.com/office/drawing/2014/main" id="{818ECC23-C0AA-0CAD-8E5F-AD4DEE1380E7}"/>
                </a:ext>
              </a:extLst>
            </p:cNvPr>
            <p:cNvSpPr txBox="1"/>
            <p:nvPr/>
          </p:nvSpPr>
          <p:spPr>
            <a:xfrm>
              <a:off x="4286691" y="4628864"/>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sz="1200" b="1" i="0" u="none" strike="noStrike" cap="none" normalizeH="0" baseline="0" noProof="0" dirty="0">
                  <a:ln>
                    <a:noFill/>
                  </a:ln>
                  <a:solidFill>
                    <a:srgbClr val="7B435D"/>
                  </a:solidFill>
                  <a:effectLst/>
                </a:rPr>
                <a:t>Retours &amp; Validation</a:t>
              </a:r>
            </a:p>
          </p:txBody>
        </p:sp>
        <p:sp>
          <p:nvSpPr>
            <p:cNvPr id="40" name="Organigramme : Délai 39">
              <a:extLst>
                <a:ext uri="{FF2B5EF4-FFF2-40B4-BE49-F238E27FC236}">
                  <a16:creationId xmlns:a16="http://schemas.microsoft.com/office/drawing/2014/main" id="{47155EB0-C831-3480-9C4E-65A8276B9AD3}"/>
                </a:ext>
              </a:extLst>
            </p:cNvPr>
            <p:cNvSpPr/>
            <p:nvPr/>
          </p:nvSpPr>
          <p:spPr>
            <a:xfrm>
              <a:off x="5845128" y="4653048"/>
              <a:ext cx="74923"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5" name="Organigramme : Délai 44">
              <a:extLst>
                <a:ext uri="{FF2B5EF4-FFF2-40B4-BE49-F238E27FC236}">
                  <a16:creationId xmlns:a16="http://schemas.microsoft.com/office/drawing/2014/main" id="{89EBB634-A69A-E89E-DAB4-5C24030BE296}"/>
                </a:ext>
              </a:extLst>
            </p:cNvPr>
            <p:cNvSpPr/>
            <p:nvPr/>
          </p:nvSpPr>
          <p:spPr>
            <a:xfrm>
              <a:off x="7466403" y="4653048"/>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0" name="Organigramme : Délai 49">
              <a:extLst>
                <a:ext uri="{FF2B5EF4-FFF2-40B4-BE49-F238E27FC236}">
                  <a16:creationId xmlns:a16="http://schemas.microsoft.com/office/drawing/2014/main" id="{20F1C753-5E49-BA0D-99BC-028D589553A7}"/>
                </a:ext>
              </a:extLst>
            </p:cNvPr>
            <p:cNvSpPr/>
            <p:nvPr/>
          </p:nvSpPr>
          <p:spPr>
            <a:xfrm>
              <a:off x="9012406" y="4653048"/>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8" name="ZoneTexte 57">
              <a:extLst>
                <a:ext uri="{FF2B5EF4-FFF2-40B4-BE49-F238E27FC236}">
                  <a16:creationId xmlns:a16="http://schemas.microsoft.com/office/drawing/2014/main" id="{172645B2-6D62-7C20-0E95-422DE9BC5D10}"/>
                </a:ext>
              </a:extLst>
            </p:cNvPr>
            <p:cNvSpPr txBox="1"/>
            <p:nvPr/>
          </p:nvSpPr>
          <p:spPr>
            <a:xfrm>
              <a:off x="5885293" y="4675030"/>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Gestion des retours (feedback)</a:t>
              </a:r>
            </a:p>
          </p:txBody>
        </p:sp>
        <p:sp>
          <p:nvSpPr>
            <p:cNvPr id="63" name="ZoneTexte 62">
              <a:extLst>
                <a:ext uri="{FF2B5EF4-FFF2-40B4-BE49-F238E27FC236}">
                  <a16:creationId xmlns:a16="http://schemas.microsoft.com/office/drawing/2014/main" id="{256CCDE6-B650-DD8C-0A78-280112C98F0C}"/>
                </a:ext>
              </a:extLst>
            </p:cNvPr>
            <p:cNvSpPr txBox="1"/>
            <p:nvPr/>
          </p:nvSpPr>
          <p:spPr>
            <a:xfrm>
              <a:off x="7513582"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Ajustement du projet</a:t>
              </a:r>
              <a:endParaRPr lang="fr-FR" sz="900" noProof="0" dirty="0"/>
            </a:p>
          </p:txBody>
        </p:sp>
        <p:sp>
          <p:nvSpPr>
            <p:cNvPr id="68" name="ZoneTexte 67">
              <a:extLst>
                <a:ext uri="{FF2B5EF4-FFF2-40B4-BE49-F238E27FC236}">
                  <a16:creationId xmlns:a16="http://schemas.microsoft.com/office/drawing/2014/main" id="{6C410FCA-1CF8-EA4E-8BB0-91B2B8148E52}"/>
                </a:ext>
              </a:extLst>
            </p:cNvPr>
            <p:cNvSpPr txBox="1"/>
            <p:nvPr/>
          </p:nvSpPr>
          <p:spPr>
            <a:xfrm>
              <a:off x="9061663"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Validation du projet</a:t>
              </a:r>
            </a:p>
          </p:txBody>
        </p:sp>
      </p:grpSp>
      <p:sp>
        <p:nvSpPr>
          <p:cNvPr id="2" name="Espace réservé du numéro de diapositive 1">
            <a:extLst>
              <a:ext uri="{FF2B5EF4-FFF2-40B4-BE49-F238E27FC236}">
                <a16:creationId xmlns:a16="http://schemas.microsoft.com/office/drawing/2014/main" id="{5366E40B-EDAF-33B9-490D-2375DE2DEB0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27</a:t>
            </a:fld>
            <a:endParaRPr lang="fr-FR" noProof="0" dirty="0"/>
          </a:p>
        </p:txBody>
      </p:sp>
    </p:spTree>
    <p:extLst>
      <p:ext uri="{BB962C8B-B14F-4D97-AF65-F5344CB8AC3E}">
        <p14:creationId xmlns:p14="http://schemas.microsoft.com/office/powerpoint/2010/main" val="435557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A3D9D4-D1C3-7DF5-124B-509E2D78B0C8}"/>
              </a:ext>
            </a:extLst>
          </p:cNvPr>
          <p:cNvSpPr>
            <a:spLocks noGrp="1"/>
          </p:cNvSpPr>
          <p:nvPr>
            <p:ph type="title"/>
          </p:nvPr>
        </p:nvSpPr>
        <p:spPr/>
        <p:txBody>
          <a:bodyPr/>
          <a:lstStyle/>
          <a:p>
            <a:r>
              <a:rPr lang="fr-FR" noProof="0" dirty="0">
                <a:latin typeface="+mj-lt"/>
              </a:rPr>
              <a:t>PHASE D’ANALYSE</a:t>
            </a:r>
            <a:br>
              <a:rPr lang="fr-FR" noProof="0" dirty="0">
                <a:latin typeface="+mj-lt"/>
              </a:rPr>
            </a:br>
            <a:r>
              <a:rPr lang="fr-FR" b="0" noProof="0" dirty="0">
                <a:latin typeface="+mj-lt"/>
              </a:rPr>
              <a:t>LIVRABLES À LA FIN D'UNE ANALYSE</a:t>
            </a:r>
            <a:endParaRPr lang="fr-FR" noProof="0" dirty="0">
              <a:latin typeface="+mj-lt"/>
            </a:endParaRPr>
          </a:p>
        </p:txBody>
      </p:sp>
      <p:grpSp>
        <p:nvGrpSpPr>
          <p:cNvPr id="3" name="Group 16">
            <a:extLst>
              <a:ext uri="{FF2B5EF4-FFF2-40B4-BE49-F238E27FC236}">
                <a16:creationId xmlns:a16="http://schemas.microsoft.com/office/drawing/2014/main" id="{C3741A3D-6F7B-CDBB-9717-061F6547D00D}"/>
              </a:ext>
            </a:extLst>
          </p:cNvPr>
          <p:cNvGrpSpPr/>
          <p:nvPr/>
        </p:nvGrpSpPr>
        <p:grpSpPr>
          <a:xfrm>
            <a:off x="4233423" y="2296103"/>
            <a:ext cx="3725154" cy="3687494"/>
            <a:chOff x="4199164" y="2762448"/>
            <a:chExt cx="3725154" cy="3124163"/>
          </a:xfrm>
        </p:grpSpPr>
        <p:pic>
          <p:nvPicPr>
            <p:cNvPr id="4" name="Graphic 40">
              <a:extLst>
                <a:ext uri="{FF2B5EF4-FFF2-40B4-BE49-F238E27FC236}">
                  <a16:creationId xmlns:a16="http://schemas.microsoft.com/office/drawing/2014/main" id="{2EDA8BDA-FE58-B97C-30EE-54D648BBD0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962326" y="2762448"/>
              <a:ext cx="1961992" cy="3096268"/>
            </a:xfrm>
            <a:prstGeom prst="rect">
              <a:avLst/>
            </a:prstGeom>
          </p:spPr>
        </p:pic>
        <p:pic>
          <p:nvPicPr>
            <p:cNvPr id="5" name="Graphic 12">
              <a:extLst>
                <a:ext uri="{FF2B5EF4-FFF2-40B4-BE49-F238E27FC236}">
                  <a16:creationId xmlns:a16="http://schemas.microsoft.com/office/drawing/2014/main" id="{C7FB3EE4-C147-5A2B-72CE-DD32F6F299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99164" y="2790343"/>
              <a:ext cx="1961992" cy="3096268"/>
            </a:xfrm>
            <a:prstGeom prst="rect">
              <a:avLst/>
            </a:prstGeom>
          </p:spPr>
        </p:pic>
      </p:grpSp>
      <p:grpSp>
        <p:nvGrpSpPr>
          <p:cNvPr id="6" name="Group 7">
            <a:extLst>
              <a:ext uri="{FF2B5EF4-FFF2-40B4-BE49-F238E27FC236}">
                <a16:creationId xmlns:a16="http://schemas.microsoft.com/office/drawing/2014/main" id="{805B7E89-35FE-EC53-5D61-3FC2555B1D4E}"/>
              </a:ext>
            </a:extLst>
          </p:cNvPr>
          <p:cNvGrpSpPr/>
          <p:nvPr/>
        </p:nvGrpSpPr>
        <p:grpSpPr>
          <a:xfrm>
            <a:off x="7312717" y="1956864"/>
            <a:ext cx="3920559" cy="4096797"/>
            <a:chOff x="6668520" y="1559378"/>
            <a:chExt cx="2648632" cy="2767694"/>
          </a:xfrm>
        </p:grpSpPr>
        <p:sp>
          <p:nvSpPr>
            <p:cNvPr id="7" name="Rectangle: Rounded Corners 19">
              <a:extLst>
                <a:ext uri="{FF2B5EF4-FFF2-40B4-BE49-F238E27FC236}">
                  <a16:creationId xmlns:a16="http://schemas.microsoft.com/office/drawing/2014/main" id="{485B6D1A-09F2-8A41-64DC-53A72660DC33}"/>
                </a:ext>
              </a:extLst>
            </p:cNvPr>
            <p:cNvSpPr/>
            <p:nvPr/>
          </p:nvSpPr>
          <p:spPr>
            <a:xfrm>
              <a:off x="6668520" y="1559378"/>
              <a:ext cx="2648632" cy="2767694"/>
            </a:xfrm>
            <a:prstGeom prst="roundRect">
              <a:avLst>
                <a:gd name="adj" fmla="val 16863"/>
              </a:avLst>
            </a:prstGeom>
            <a:gradFill flip="none" rotWithShape="1">
              <a:gsLst>
                <a:gs pos="0">
                  <a:srgbClr val="714B67"/>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8" name="Rectangle: Rounded Corners 15">
              <a:extLst>
                <a:ext uri="{FF2B5EF4-FFF2-40B4-BE49-F238E27FC236}">
                  <a16:creationId xmlns:a16="http://schemas.microsoft.com/office/drawing/2014/main" id="{BE8021D7-8CC9-F530-42DD-93DFB2B0888E}"/>
                </a:ext>
              </a:extLst>
            </p:cNvPr>
            <p:cNvSpPr/>
            <p:nvPr/>
          </p:nvSpPr>
          <p:spPr>
            <a:xfrm>
              <a:off x="6892566" y="1758787"/>
              <a:ext cx="2226732" cy="689347"/>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223843"/>
                  </a:solidFill>
                  <a:effectLst/>
                  <a:uLnTx/>
                  <a:uFillTx/>
                  <a:ea typeface="+mn-ea"/>
                  <a:cs typeface="+mn-cs"/>
                </a:rPr>
                <a:t>LISTE DÉTAILLÉE DES EXIGENCES</a:t>
              </a:r>
            </a:p>
          </p:txBody>
        </p:sp>
      </p:grpSp>
      <p:grpSp>
        <p:nvGrpSpPr>
          <p:cNvPr id="9" name="Group 2">
            <a:extLst>
              <a:ext uri="{FF2B5EF4-FFF2-40B4-BE49-F238E27FC236}">
                <a16:creationId xmlns:a16="http://schemas.microsoft.com/office/drawing/2014/main" id="{CFCC4AEC-F396-7CC5-A73E-BB179BE8B3F3}"/>
              </a:ext>
            </a:extLst>
          </p:cNvPr>
          <p:cNvGrpSpPr/>
          <p:nvPr/>
        </p:nvGrpSpPr>
        <p:grpSpPr>
          <a:xfrm>
            <a:off x="864930" y="1962801"/>
            <a:ext cx="3920559" cy="4096797"/>
            <a:chOff x="960829" y="2098221"/>
            <a:chExt cx="3398899" cy="3118430"/>
          </a:xfrm>
        </p:grpSpPr>
        <p:sp>
          <p:nvSpPr>
            <p:cNvPr id="10" name="Rectangle: Rounded Corners 3">
              <a:extLst>
                <a:ext uri="{FF2B5EF4-FFF2-40B4-BE49-F238E27FC236}">
                  <a16:creationId xmlns:a16="http://schemas.microsoft.com/office/drawing/2014/main" id="{D8EF9338-2D17-744E-D351-907508046DC9}"/>
                </a:ext>
              </a:extLst>
            </p:cNvPr>
            <p:cNvSpPr/>
            <p:nvPr/>
          </p:nvSpPr>
          <p:spPr>
            <a:xfrm>
              <a:off x="960829" y="2098221"/>
              <a:ext cx="3398899" cy="3118430"/>
            </a:xfrm>
            <a:prstGeom prst="roundRect">
              <a:avLst>
                <a:gd name="adj" fmla="val 16863"/>
              </a:avLst>
            </a:prstGeom>
            <a:gradFill flip="none" rotWithShape="1">
              <a:gsLst>
                <a:gs pos="0">
                  <a:srgbClr val="714B67"/>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1" name="Rectangle: Rounded Corners 6">
              <a:extLst>
                <a:ext uri="{FF2B5EF4-FFF2-40B4-BE49-F238E27FC236}">
                  <a16:creationId xmlns:a16="http://schemas.microsoft.com/office/drawing/2014/main" id="{6967F0F4-524B-E11A-6AAC-8DE34077DD23}"/>
                </a:ext>
              </a:extLst>
            </p:cNvPr>
            <p:cNvSpPr/>
            <p:nvPr/>
          </p:nvSpPr>
          <p:spPr>
            <a:xfrm>
              <a:off x="1231533" y="2322901"/>
              <a:ext cx="2857489" cy="776704"/>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223843"/>
                  </a:solidFill>
                  <a:effectLst/>
                  <a:uLnTx/>
                  <a:uFillTx/>
                  <a:ea typeface="+mn-ea"/>
                  <a:cs typeface="+mn-cs"/>
                </a:rPr>
                <a:t>PRÉSENTATION DE L'ANALYSE</a:t>
              </a:r>
            </a:p>
          </p:txBody>
        </p:sp>
      </p:grpSp>
      <p:grpSp>
        <p:nvGrpSpPr>
          <p:cNvPr id="12" name="Group 10">
            <a:extLst>
              <a:ext uri="{FF2B5EF4-FFF2-40B4-BE49-F238E27FC236}">
                <a16:creationId xmlns:a16="http://schemas.microsoft.com/office/drawing/2014/main" id="{A56CB8E7-1FDA-85A3-96E8-CBD4D48D8526}"/>
              </a:ext>
            </a:extLst>
          </p:cNvPr>
          <p:cNvGrpSpPr/>
          <p:nvPr/>
        </p:nvGrpSpPr>
        <p:grpSpPr>
          <a:xfrm>
            <a:off x="4590298" y="5726295"/>
            <a:ext cx="3011404" cy="997528"/>
            <a:chOff x="4785489" y="5754005"/>
            <a:chExt cx="3011404" cy="997528"/>
          </a:xfrm>
        </p:grpSpPr>
        <p:sp>
          <p:nvSpPr>
            <p:cNvPr id="13" name="Rectangle: Rounded Corners 44">
              <a:extLst>
                <a:ext uri="{FF2B5EF4-FFF2-40B4-BE49-F238E27FC236}">
                  <a16:creationId xmlns:a16="http://schemas.microsoft.com/office/drawing/2014/main" id="{40C86AC8-3D09-A77D-A985-776C9802F58A}"/>
                </a:ext>
              </a:extLst>
            </p:cNvPr>
            <p:cNvSpPr/>
            <p:nvPr/>
          </p:nvSpPr>
          <p:spPr>
            <a:xfrm>
              <a:off x="4785489" y="5754005"/>
              <a:ext cx="3011404" cy="997528"/>
            </a:xfrm>
            <a:prstGeom prst="roundRect">
              <a:avLst>
                <a:gd name="adj" fmla="val 50000"/>
              </a:avLst>
            </a:prstGeom>
            <a:gradFill>
              <a:gsLst>
                <a:gs pos="0">
                  <a:srgbClr val="714B67"/>
                </a:gs>
                <a:gs pos="100000">
                  <a:srgbClr val="BA131A"/>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4" name="Rectangle: Rounded Corners 42">
              <a:extLst>
                <a:ext uri="{FF2B5EF4-FFF2-40B4-BE49-F238E27FC236}">
                  <a16:creationId xmlns:a16="http://schemas.microsoft.com/office/drawing/2014/main" id="{1506215D-4D06-8847-EB24-891990F0E15C}"/>
                </a:ext>
              </a:extLst>
            </p:cNvPr>
            <p:cNvSpPr/>
            <p:nvPr/>
          </p:nvSpPr>
          <p:spPr>
            <a:xfrm>
              <a:off x="4950619" y="5910296"/>
              <a:ext cx="2622451" cy="6893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23843"/>
                  </a:solidFill>
                  <a:effectLst/>
                  <a:uLnTx/>
                  <a:uFillTx/>
                  <a:ea typeface="+mn-ea"/>
                  <a:cs typeface="+mn-cs"/>
                </a:rPr>
                <a:t>PRÉSENTATION FINALE</a:t>
              </a:r>
            </a:p>
          </p:txBody>
        </p:sp>
      </p:grpSp>
      <p:sp>
        <p:nvSpPr>
          <p:cNvPr id="15" name="TextBox 8">
            <a:extLst>
              <a:ext uri="{FF2B5EF4-FFF2-40B4-BE49-F238E27FC236}">
                <a16:creationId xmlns:a16="http://schemas.microsoft.com/office/drawing/2014/main" id="{F51D0484-453C-D5AB-411B-CF1E3D25BDD2}"/>
              </a:ext>
            </a:extLst>
          </p:cNvPr>
          <p:cNvSpPr txBox="1"/>
          <p:nvPr/>
        </p:nvSpPr>
        <p:spPr>
          <a:xfrm>
            <a:off x="1125425" y="3320847"/>
            <a:ext cx="3296054" cy="2499586"/>
          </a:xfrm>
          <a:prstGeom prst="rect">
            <a:avLst/>
          </a:prstGeom>
        </p:spPr>
        <p:txBody>
          <a:bodyPr vert="horz" wrap="none" lIns="91440" tIns="45720" rIns="91440" bIns="45720" rtlCol="0" anchor="t">
            <a:norm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Diagrammes de processus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Périmètre du projet adressé</a:t>
            </a:r>
            <a:br>
              <a:rPr kumimoji="0" lang="fr-FR" sz="2000" b="0" i="0" u="none" strike="noStrike" kern="1200" cap="none" spc="0" normalizeH="0" baseline="0" noProof="0" dirty="0">
                <a:ln>
                  <a:noFill/>
                </a:ln>
                <a:solidFill>
                  <a:prstClr val="white"/>
                </a:solidFill>
                <a:effectLst/>
                <a:uLnTx/>
                <a:uFillTx/>
                <a:ea typeface="+mn-ea"/>
                <a:cs typeface="+mn-cs"/>
              </a:rPr>
            </a:br>
            <a:r>
              <a:rPr kumimoji="0" lang="fr-FR" sz="2000" b="0" i="0" u="none" strike="noStrike" kern="1200" cap="none" spc="0" normalizeH="0" baseline="0" noProof="0" dirty="0">
                <a:ln>
                  <a:noFill/>
                </a:ln>
                <a:solidFill>
                  <a:prstClr val="white"/>
                </a:solidFill>
                <a:effectLst/>
                <a:uLnTx/>
                <a:uFillTx/>
                <a:ea typeface="+mn-ea"/>
                <a:cs typeface="+mn-cs"/>
              </a:rPr>
              <a:t>(standard et non standard)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Budget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Chronologie du projet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Organigramme du projet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dirty="0">
              <a:ln>
                <a:noFill/>
              </a:ln>
              <a:solidFill>
                <a:prstClr val="white"/>
              </a:solidFill>
              <a:effectLst/>
              <a:uLnTx/>
              <a:uFillTx/>
              <a:ea typeface="+mn-ea"/>
              <a:cs typeface="+mn-cs"/>
            </a:endParaRPr>
          </a:p>
        </p:txBody>
      </p:sp>
      <p:sp>
        <p:nvSpPr>
          <p:cNvPr id="16" name="TextBox 9">
            <a:extLst>
              <a:ext uri="{FF2B5EF4-FFF2-40B4-BE49-F238E27FC236}">
                <a16:creationId xmlns:a16="http://schemas.microsoft.com/office/drawing/2014/main" id="{18378CA8-5E0C-77C4-996E-35D6C26B6646}"/>
              </a:ext>
            </a:extLst>
          </p:cNvPr>
          <p:cNvSpPr txBox="1"/>
          <p:nvPr/>
        </p:nvSpPr>
        <p:spPr>
          <a:xfrm>
            <a:off x="7645630" y="3314910"/>
            <a:ext cx="3294778" cy="2535896"/>
          </a:xfrm>
          <a:prstGeom prst="rect">
            <a:avLst/>
          </a:prstGeom>
        </p:spPr>
        <p:txBody>
          <a:bodyPr vert="horz" wrap="non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Tâches fonctionnelles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white"/>
                </a:solidFill>
                <a:effectLst/>
                <a:uLnTx/>
                <a:uFillTx/>
                <a:ea typeface="+mn-ea"/>
                <a:cs typeface="+mn-cs"/>
              </a:rPr>
              <a:t>incluses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Tâches fonctionnelles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white"/>
                </a:solidFill>
                <a:effectLst/>
                <a:uLnTx/>
                <a:uFillTx/>
                <a:ea typeface="+mn-ea"/>
                <a:cs typeface="+mn-cs"/>
              </a:rPr>
              <a:t>exclues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Exigences de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white"/>
                </a:solidFill>
                <a:effectLst/>
                <a:uLnTx/>
                <a:uFillTx/>
                <a:ea typeface="+mn-ea"/>
                <a:cs typeface="+mn-cs"/>
              </a:rPr>
              <a:t>et de qualité</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prstClr val="white"/>
                </a:solidFill>
                <a:effectLst/>
                <a:uLnTx/>
                <a:uFillTx/>
                <a:ea typeface="+mn-ea"/>
                <a:cs typeface="+mn-cs"/>
              </a:rPr>
              <a:t> Estimations, avancement,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white"/>
                </a:solidFill>
                <a:effectLst/>
                <a:uLnTx/>
                <a:uFillTx/>
                <a:ea typeface="+mn-ea"/>
                <a:cs typeface="+mn-cs"/>
              </a:rPr>
              <a:t>classification par phase... </a:t>
            </a:r>
          </a:p>
        </p:txBody>
      </p:sp>
      <p:sp>
        <p:nvSpPr>
          <p:cNvPr id="17" name="Espace réservé du numéro de diapositive 16">
            <a:extLst>
              <a:ext uri="{FF2B5EF4-FFF2-40B4-BE49-F238E27FC236}">
                <a16:creationId xmlns:a16="http://schemas.microsoft.com/office/drawing/2014/main" id="{BDDBAB07-9348-A3D6-70A5-ACAB6D53F069}"/>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28</a:t>
            </a:fld>
            <a:endParaRPr lang="fr-FR" noProof="0" dirty="0"/>
          </a:p>
        </p:txBody>
      </p:sp>
    </p:spTree>
    <p:extLst>
      <p:ext uri="{BB962C8B-B14F-4D97-AF65-F5344CB8AC3E}">
        <p14:creationId xmlns:p14="http://schemas.microsoft.com/office/powerpoint/2010/main" val="3574659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1DB0628-168D-D553-DA62-3DEE69EBAD78}"/>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9E6DF6C5-82F0-1070-AD18-07BFEB442E7F}"/>
              </a:ext>
            </a:extLst>
          </p:cNvPr>
          <p:cNvSpPr>
            <a:spLocks noGrp="1"/>
          </p:cNvSpPr>
          <p:nvPr>
            <p:ph type="ctrTitle"/>
          </p:nvPr>
        </p:nvSpPr>
        <p:spPr>
          <a:xfrm>
            <a:off x="215900" y="1897856"/>
            <a:ext cx="5880100" cy="3060700"/>
          </a:xfrm>
        </p:spPr>
        <p:txBody>
          <a:bodyPr anchor="ctr">
            <a:normAutofit/>
          </a:bodyPr>
          <a:lstStyle/>
          <a:p>
            <a:r>
              <a:rPr lang="fr-FR" sz="4800" noProof="0" dirty="0">
                <a:latin typeface="+mj-lt"/>
              </a:rPr>
              <a:t>PHASE D’IMPLEMENTATION</a:t>
            </a:r>
            <a:br>
              <a:rPr lang="fr-FR" sz="4800" noProof="0" dirty="0">
                <a:latin typeface="+mj-lt"/>
              </a:rPr>
            </a:br>
            <a:r>
              <a:rPr lang="fr-FR" sz="4800" noProof="0" dirty="0">
                <a:latin typeface="+mj-lt"/>
              </a:rPr>
              <a:t>&amp; MISE EN PRODUCTION</a:t>
            </a:r>
          </a:p>
        </p:txBody>
      </p:sp>
      <p:pic>
        <p:nvPicPr>
          <p:cNvPr id="7" name="Espace réservé du contenu 6">
            <a:extLst>
              <a:ext uri="{FF2B5EF4-FFF2-40B4-BE49-F238E27FC236}">
                <a16:creationId xmlns:a16="http://schemas.microsoft.com/office/drawing/2014/main" id="{BBFD89FE-C2B2-7C6A-6157-EB71CBCE913C}"/>
              </a:ext>
            </a:extLst>
          </p:cNvPr>
          <p:cNvPicPr>
            <a:picLocks noGrp="1" noChangeAspect="1"/>
          </p:cNvPicPr>
          <p:nvPr>
            <p:ph sz="quarter" idx="11"/>
          </p:nvPr>
        </p:nvPicPr>
        <p:blipFill>
          <a:blip>
            <a:extLst>
              <a:ext uri="{96DAC541-7B7A-43D3-8B79-37D633B846F1}">
                <asvg:svgBlip xmlns:asvg="http://schemas.microsoft.com/office/drawing/2016/SVG/main" r:embed="rId3"/>
              </a:ext>
            </a:extLst>
          </a:blip>
          <a:srcRect/>
          <a:stretch/>
        </p:blipFill>
        <p:spPr>
          <a:xfrm>
            <a:off x="6096000" y="1347787"/>
            <a:ext cx="4160838" cy="4160838"/>
          </a:xfrm>
          <a:prstGeom prst="rect">
            <a:avLst/>
          </a:prstGeom>
        </p:spPr>
      </p:pic>
      <p:sp>
        <p:nvSpPr>
          <p:cNvPr id="2" name="Espace réservé du numéro de diapositive 1">
            <a:extLst>
              <a:ext uri="{FF2B5EF4-FFF2-40B4-BE49-F238E27FC236}">
                <a16:creationId xmlns:a16="http://schemas.microsoft.com/office/drawing/2014/main" id="{D0FC7C89-AF00-0095-3EFE-D32B53E34A5E}"/>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bg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29</a:t>
            </a:fld>
            <a:endParaRPr lang="fr-FR" noProof="0" dirty="0"/>
          </a:p>
        </p:txBody>
      </p:sp>
    </p:spTree>
    <p:extLst>
      <p:ext uri="{BB962C8B-B14F-4D97-AF65-F5344CB8AC3E}">
        <p14:creationId xmlns:p14="http://schemas.microsoft.com/office/powerpoint/2010/main" val="318607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9ED6EC8-83C2-607A-786B-7F9663166A34}"/>
              </a:ext>
            </a:extLst>
          </p:cNvPr>
          <p:cNvSpPr>
            <a:spLocks noGrp="1"/>
          </p:cNvSpPr>
          <p:nvPr>
            <p:ph type="title"/>
          </p:nvPr>
        </p:nvSpPr>
        <p:spPr/>
        <p:txBody>
          <a:bodyPr/>
          <a:lstStyle/>
          <a:p>
            <a:r>
              <a:rPr lang="fr-FR" noProof="0" dirty="0"/>
              <a:t>PHASE D’IMPLEMENTATION</a:t>
            </a:r>
          </a:p>
        </p:txBody>
      </p:sp>
      <p:sp>
        <p:nvSpPr>
          <p:cNvPr id="5" name="Espace réservé du numéro de diapositive 4">
            <a:extLst>
              <a:ext uri="{FF2B5EF4-FFF2-40B4-BE49-F238E27FC236}">
                <a16:creationId xmlns:a16="http://schemas.microsoft.com/office/drawing/2014/main" id="{0C5E24E5-E54A-49E6-C575-DF5723F0DCD1}"/>
              </a:ext>
            </a:extLst>
          </p:cNvPr>
          <p:cNvSpPr>
            <a:spLocks noGrp="1"/>
          </p:cNvSpPr>
          <p:nvPr>
            <p:ph type="sldNum" sz="quarter" idx="10"/>
          </p:nvPr>
        </p:nvSpPr>
        <p:spPr/>
        <p:txBody>
          <a:bodyPr/>
          <a:lstStyle/>
          <a:p>
            <a:fld id="{0C34F99C-3C47-4582-9518-8D365E9692AE}" type="slidenum">
              <a:rPr lang="fr-FR" noProof="0" smtClean="0"/>
              <a:pPr/>
              <a:t>30</a:t>
            </a:fld>
            <a:endParaRPr lang="fr-FR" noProof="0" dirty="0"/>
          </a:p>
        </p:txBody>
      </p:sp>
      <p:sp>
        <p:nvSpPr>
          <p:cNvPr id="7" name="Rectangle : coins arrondis 6">
            <a:extLst>
              <a:ext uri="{FF2B5EF4-FFF2-40B4-BE49-F238E27FC236}">
                <a16:creationId xmlns:a16="http://schemas.microsoft.com/office/drawing/2014/main" id="{DE5F6242-3E44-D9AD-D0EC-28838DE753E0}"/>
              </a:ext>
            </a:extLst>
          </p:cNvPr>
          <p:cNvSpPr/>
          <p:nvPr/>
        </p:nvSpPr>
        <p:spPr>
          <a:xfrm>
            <a:off x="810205" y="2704777"/>
            <a:ext cx="2503095" cy="2777723"/>
          </a:xfrm>
          <a:prstGeom prst="roundRect">
            <a:avLst>
              <a:gd name="adj" fmla="val 10296"/>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8" name="ZoneTexte 7">
            <a:extLst>
              <a:ext uri="{FF2B5EF4-FFF2-40B4-BE49-F238E27FC236}">
                <a16:creationId xmlns:a16="http://schemas.microsoft.com/office/drawing/2014/main" id="{CB78C2AF-BA3A-1254-A4AA-B3FC774E0080}"/>
              </a:ext>
            </a:extLst>
          </p:cNvPr>
          <p:cNvSpPr txBox="1"/>
          <p:nvPr/>
        </p:nvSpPr>
        <p:spPr>
          <a:xfrm>
            <a:off x="870278" y="3539640"/>
            <a:ext cx="2382949" cy="1107996"/>
          </a:xfrm>
          <a:prstGeom prst="rect">
            <a:avLst/>
          </a:prstGeom>
          <a:noFill/>
        </p:spPr>
        <p:txBody>
          <a:bodyPr wrap="square">
            <a:spAutoFit/>
          </a:bodyPr>
          <a:lstStyle/>
          <a:p>
            <a:pPr lvl="0" eaLnBrk="0" fontAlgn="base" hangingPunct="0">
              <a:spcBef>
                <a:spcPct val="0"/>
              </a:spcBef>
              <a:spcAft>
                <a:spcPct val="0"/>
              </a:spcAft>
            </a:pPr>
            <a:r>
              <a:rPr lang="fr-FR" b="1" noProof="0" dirty="0">
                <a:solidFill>
                  <a:schemeClr val="bg1"/>
                </a:solidFill>
              </a:rPr>
              <a:t>IMPLÉMENTATION</a:t>
            </a:r>
            <a:br>
              <a:rPr lang="fr-FR" b="1" noProof="0" dirty="0">
                <a:solidFill>
                  <a:schemeClr val="bg1"/>
                </a:solidFill>
              </a:rPr>
            </a:br>
            <a:r>
              <a:rPr lang="fr-FR" sz="1200" noProof="0" dirty="0">
                <a:solidFill>
                  <a:schemeClr val="bg1"/>
                </a:solidFill>
              </a:rPr>
              <a:t>Vous testez, validez les fonctionnalités et ajustez vos demandes lors des sessions suivis hebdomadaire du projet</a:t>
            </a:r>
            <a:endParaRPr kumimoji="0" lang="fr-FR" sz="1200" i="0" u="none" strike="noStrike" cap="none" normalizeH="0" baseline="0" noProof="0" dirty="0">
              <a:ln>
                <a:noFill/>
              </a:ln>
              <a:solidFill>
                <a:schemeClr val="bg1"/>
              </a:solidFill>
              <a:effectLst/>
            </a:endParaRPr>
          </a:p>
        </p:txBody>
      </p:sp>
      <p:sp>
        <p:nvSpPr>
          <p:cNvPr id="10" name="ZoneTexte 9">
            <a:extLst>
              <a:ext uri="{FF2B5EF4-FFF2-40B4-BE49-F238E27FC236}">
                <a16:creationId xmlns:a16="http://schemas.microsoft.com/office/drawing/2014/main" id="{72649F12-4C4A-051B-728D-45170B412BC7}"/>
              </a:ext>
            </a:extLst>
          </p:cNvPr>
          <p:cNvSpPr txBox="1"/>
          <p:nvPr/>
        </p:nvSpPr>
        <p:spPr>
          <a:xfrm>
            <a:off x="3558593" y="3925860"/>
            <a:ext cx="1273757" cy="276999"/>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Sprint 1,2,n</a:t>
            </a:r>
            <a:endParaRPr kumimoji="0" lang="fr-FR" sz="1200" b="1" i="0" u="none" strike="noStrike" cap="none" normalizeH="0" baseline="0" noProof="0" dirty="0">
              <a:ln>
                <a:noFill/>
              </a:ln>
              <a:solidFill>
                <a:schemeClr val="accent2"/>
              </a:solidFill>
              <a:effectLst/>
            </a:endParaRPr>
          </a:p>
        </p:txBody>
      </p:sp>
      <p:grpSp>
        <p:nvGrpSpPr>
          <p:cNvPr id="11" name="Groupe 10">
            <a:extLst>
              <a:ext uri="{FF2B5EF4-FFF2-40B4-BE49-F238E27FC236}">
                <a16:creationId xmlns:a16="http://schemas.microsoft.com/office/drawing/2014/main" id="{0D5C1805-02EC-665E-FDD7-5344EF5C50BD}"/>
              </a:ext>
            </a:extLst>
          </p:cNvPr>
          <p:cNvGrpSpPr/>
          <p:nvPr/>
        </p:nvGrpSpPr>
        <p:grpSpPr>
          <a:xfrm>
            <a:off x="3553095" y="3834602"/>
            <a:ext cx="1363325" cy="495822"/>
            <a:chOff x="3123241" y="2224058"/>
            <a:chExt cx="1358902" cy="495822"/>
          </a:xfrm>
        </p:grpSpPr>
        <p:grpSp>
          <p:nvGrpSpPr>
            <p:cNvPr id="18" name="Groupe 17">
              <a:extLst>
                <a:ext uri="{FF2B5EF4-FFF2-40B4-BE49-F238E27FC236}">
                  <a16:creationId xmlns:a16="http://schemas.microsoft.com/office/drawing/2014/main" id="{5DBB33CB-2D83-EA9F-1A37-8D85AE75DA02}"/>
                </a:ext>
              </a:extLst>
            </p:cNvPr>
            <p:cNvGrpSpPr/>
            <p:nvPr/>
          </p:nvGrpSpPr>
          <p:grpSpPr>
            <a:xfrm>
              <a:off x="3123241" y="2224058"/>
              <a:ext cx="1358902" cy="495822"/>
              <a:chOff x="3820905" y="5399804"/>
              <a:chExt cx="1358902" cy="495822"/>
            </a:xfrm>
          </p:grpSpPr>
          <p:sp>
            <p:nvSpPr>
              <p:cNvPr id="21" name="Rectangle : coins arrondis 20">
                <a:extLst>
                  <a:ext uri="{FF2B5EF4-FFF2-40B4-BE49-F238E27FC236}">
                    <a16:creationId xmlns:a16="http://schemas.microsoft.com/office/drawing/2014/main" id="{8CCC0FED-0403-AE66-6735-B6CA9B1267E2}"/>
                  </a:ext>
                </a:extLst>
              </p:cNvPr>
              <p:cNvSpPr/>
              <p:nvPr/>
            </p:nvSpPr>
            <p:spPr>
              <a:xfrm>
                <a:off x="3820905" y="5399804"/>
                <a:ext cx="1273757" cy="495822"/>
              </a:xfrm>
              <a:prstGeom prst="roundRect">
                <a:avLst/>
              </a:prstGeom>
              <a:noFill/>
              <a:ln w="3810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22" name="Rectangle 21">
                <a:extLst>
                  <a:ext uri="{FF2B5EF4-FFF2-40B4-BE49-F238E27FC236}">
                    <a16:creationId xmlns:a16="http://schemas.microsoft.com/office/drawing/2014/main" id="{90DB6E45-B163-BFC8-9118-59D4E0149D85}"/>
                  </a:ext>
                </a:extLst>
              </p:cNvPr>
              <p:cNvSpPr/>
              <p:nvPr/>
            </p:nvSpPr>
            <p:spPr>
              <a:xfrm>
                <a:off x="5002306" y="5579217"/>
                <a:ext cx="177501" cy="136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grpSp>
        <p:sp>
          <p:nvSpPr>
            <p:cNvPr id="19" name="Ellipse 18">
              <a:extLst>
                <a:ext uri="{FF2B5EF4-FFF2-40B4-BE49-F238E27FC236}">
                  <a16:creationId xmlns:a16="http://schemas.microsoft.com/office/drawing/2014/main" id="{4994823A-F4C7-FB78-96C9-5769226C8376}"/>
                </a:ext>
              </a:extLst>
            </p:cNvPr>
            <p:cNvSpPr/>
            <p:nvPr/>
          </p:nvSpPr>
          <p:spPr>
            <a:xfrm>
              <a:off x="4354251" y="2361421"/>
              <a:ext cx="80659" cy="80659"/>
            </a:xfrm>
            <a:prstGeom prst="ellipse">
              <a:avLst/>
            </a:prstGeom>
            <a:solidFill>
              <a:srgbClr val="7B435D"/>
            </a:solid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0" name="Triangle isocèle 19">
              <a:extLst>
                <a:ext uri="{FF2B5EF4-FFF2-40B4-BE49-F238E27FC236}">
                  <a16:creationId xmlns:a16="http://schemas.microsoft.com/office/drawing/2014/main" id="{44F10A4E-DB43-134F-F68D-A29AC0C2AC6B}"/>
                </a:ext>
              </a:extLst>
            </p:cNvPr>
            <p:cNvSpPr/>
            <p:nvPr/>
          </p:nvSpPr>
          <p:spPr>
            <a:xfrm>
              <a:off x="4336780" y="2479787"/>
              <a:ext cx="115600" cy="99656"/>
            </a:xfrm>
            <a:prstGeom prst="triangle">
              <a:avLst/>
            </a:prstGeom>
            <a:solidFill>
              <a:srgbClr val="7B43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sp>
        <p:nvSpPr>
          <p:cNvPr id="12" name="Organigramme : Délai 11">
            <a:extLst>
              <a:ext uri="{FF2B5EF4-FFF2-40B4-BE49-F238E27FC236}">
                <a16:creationId xmlns:a16="http://schemas.microsoft.com/office/drawing/2014/main" id="{3D28CDC9-3922-A414-3703-1D6449353F6A}"/>
              </a:ext>
            </a:extLst>
          </p:cNvPr>
          <p:cNvSpPr/>
          <p:nvPr/>
        </p:nvSpPr>
        <p:spPr>
          <a:xfrm>
            <a:off x="5044959" y="3875865"/>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3" name="Organigramme : Délai 12">
            <a:extLst>
              <a:ext uri="{FF2B5EF4-FFF2-40B4-BE49-F238E27FC236}">
                <a16:creationId xmlns:a16="http://schemas.microsoft.com/office/drawing/2014/main" id="{ED28FBED-F7C6-6A8E-92AB-31A39F996522}"/>
              </a:ext>
            </a:extLst>
          </p:cNvPr>
          <p:cNvSpPr/>
          <p:nvPr/>
        </p:nvSpPr>
        <p:spPr>
          <a:xfrm>
            <a:off x="6535346" y="3875865"/>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4" name="Organigramme : Délai 13">
            <a:extLst>
              <a:ext uri="{FF2B5EF4-FFF2-40B4-BE49-F238E27FC236}">
                <a16:creationId xmlns:a16="http://schemas.microsoft.com/office/drawing/2014/main" id="{2667C6E6-2FEC-1DDF-3280-A85997692841}"/>
              </a:ext>
            </a:extLst>
          </p:cNvPr>
          <p:cNvSpPr/>
          <p:nvPr/>
        </p:nvSpPr>
        <p:spPr>
          <a:xfrm>
            <a:off x="8024786" y="3875865"/>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5" name="ZoneTexte 14">
            <a:extLst>
              <a:ext uri="{FF2B5EF4-FFF2-40B4-BE49-F238E27FC236}">
                <a16:creationId xmlns:a16="http://schemas.microsoft.com/office/drawing/2014/main" id="{F786A528-6300-2375-9FFE-E94A05099EC2}"/>
              </a:ext>
            </a:extLst>
          </p:cNvPr>
          <p:cNvSpPr txBox="1"/>
          <p:nvPr/>
        </p:nvSpPr>
        <p:spPr>
          <a:xfrm>
            <a:off x="5104503" y="3897847"/>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Analyse des besoins par domaine vs standard</a:t>
            </a:r>
          </a:p>
        </p:txBody>
      </p:sp>
      <p:sp>
        <p:nvSpPr>
          <p:cNvPr id="16" name="ZoneTexte 15">
            <a:extLst>
              <a:ext uri="{FF2B5EF4-FFF2-40B4-BE49-F238E27FC236}">
                <a16:creationId xmlns:a16="http://schemas.microsoft.com/office/drawing/2014/main" id="{9A0B2B4E-05CF-7DDE-FAB7-B36FBCA4A82B}"/>
              </a:ext>
            </a:extLst>
          </p:cNvPr>
          <p:cNvSpPr txBox="1"/>
          <p:nvPr/>
        </p:nvSpPr>
        <p:spPr>
          <a:xfrm>
            <a:off x="6621418" y="3897847"/>
            <a:ext cx="1055486"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Paramétrage de configuration</a:t>
            </a:r>
          </a:p>
        </p:txBody>
      </p:sp>
      <p:sp>
        <p:nvSpPr>
          <p:cNvPr id="17" name="ZoneTexte 16">
            <a:extLst>
              <a:ext uri="{FF2B5EF4-FFF2-40B4-BE49-F238E27FC236}">
                <a16:creationId xmlns:a16="http://schemas.microsoft.com/office/drawing/2014/main" id="{B964F13E-757A-DE12-00C0-965300AC598B}"/>
              </a:ext>
            </a:extLst>
          </p:cNvPr>
          <p:cNvSpPr txBox="1"/>
          <p:nvPr/>
        </p:nvSpPr>
        <p:spPr>
          <a:xfrm>
            <a:off x="8098413" y="3828598"/>
            <a:ext cx="712595" cy="507831"/>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Tests </a:t>
            </a:r>
          </a:p>
          <a:p>
            <a:pPr lvl="0" defTabSz="914400" eaLnBrk="0" fontAlgn="base" hangingPunct="0">
              <a:spcBef>
                <a:spcPct val="0"/>
              </a:spcBef>
              <a:spcAft>
                <a:spcPct val="0"/>
              </a:spcAft>
            </a:pPr>
            <a:r>
              <a:rPr lang="fr-FR" sz="900" b="1" noProof="0" dirty="0"/>
              <a:t>unitaires</a:t>
            </a:r>
          </a:p>
          <a:p>
            <a:pPr lvl="0" defTabSz="914400" eaLnBrk="0" fontAlgn="base" hangingPunct="0">
              <a:spcBef>
                <a:spcPct val="0"/>
              </a:spcBef>
              <a:spcAft>
                <a:spcPct val="0"/>
              </a:spcAft>
            </a:pPr>
            <a:r>
              <a:rPr lang="fr-FR" sz="900" b="1" noProof="0" dirty="0"/>
              <a:t>Captivea</a:t>
            </a:r>
          </a:p>
        </p:txBody>
      </p:sp>
      <p:sp>
        <p:nvSpPr>
          <p:cNvPr id="26" name="ZoneTexte 25">
            <a:extLst>
              <a:ext uri="{FF2B5EF4-FFF2-40B4-BE49-F238E27FC236}">
                <a16:creationId xmlns:a16="http://schemas.microsoft.com/office/drawing/2014/main" id="{6AE8BBF9-DFFD-905E-9297-99DD6499B3C5}"/>
              </a:ext>
            </a:extLst>
          </p:cNvPr>
          <p:cNvSpPr txBox="1"/>
          <p:nvPr/>
        </p:nvSpPr>
        <p:spPr>
          <a:xfrm>
            <a:off x="9587853" y="3967097"/>
            <a:ext cx="720250"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Démo</a:t>
            </a:r>
          </a:p>
        </p:txBody>
      </p:sp>
      <p:sp>
        <p:nvSpPr>
          <p:cNvPr id="27" name="Organigramme : Délai 26">
            <a:extLst>
              <a:ext uri="{FF2B5EF4-FFF2-40B4-BE49-F238E27FC236}">
                <a16:creationId xmlns:a16="http://schemas.microsoft.com/office/drawing/2014/main" id="{A4F3A7B0-2965-DFEB-B1F3-6621A9CFD97E}"/>
              </a:ext>
            </a:extLst>
          </p:cNvPr>
          <p:cNvSpPr/>
          <p:nvPr/>
        </p:nvSpPr>
        <p:spPr>
          <a:xfrm>
            <a:off x="11003666" y="3875865"/>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8" name="ZoneTexte 27">
            <a:extLst>
              <a:ext uri="{FF2B5EF4-FFF2-40B4-BE49-F238E27FC236}">
                <a16:creationId xmlns:a16="http://schemas.microsoft.com/office/drawing/2014/main" id="{C338C846-080B-DDBE-8D8A-7C594868EF27}"/>
              </a:ext>
            </a:extLst>
          </p:cNvPr>
          <p:cNvSpPr txBox="1"/>
          <p:nvPr/>
        </p:nvSpPr>
        <p:spPr>
          <a:xfrm>
            <a:off x="11077293" y="3828598"/>
            <a:ext cx="712595" cy="507831"/>
          </a:xfrm>
          <a:prstGeom prst="rect">
            <a:avLst/>
          </a:prstGeom>
          <a:noFill/>
        </p:spPr>
        <p:txBody>
          <a:bodyPr wrap="square">
            <a:spAutoFit/>
          </a:bodyPr>
          <a:lstStyle/>
          <a:p>
            <a:pPr lvl="0" eaLnBrk="0" fontAlgn="base" hangingPunct="0">
              <a:spcBef>
                <a:spcPct val="0"/>
              </a:spcBef>
              <a:spcAft>
                <a:spcPct val="0"/>
              </a:spcAft>
            </a:pPr>
            <a:r>
              <a:rPr lang="fr-FR" sz="900" b="1" noProof="0" dirty="0"/>
              <a:t>Tests </a:t>
            </a:r>
          </a:p>
          <a:p>
            <a:pPr lvl="0" eaLnBrk="0" fontAlgn="base" hangingPunct="0">
              <a:spcBef>
                <a:spcPct val="0"/>
              </a:spcBef>
              <a:spcAft>
                <a:spcPct val="0"/>
              </a:spcAft>
            </a:pPr>
            <a:r>
              <a:rPr lang="fr-FR" sz="900" b="1" noProof="0" dirty="0"/>
              <a:t>unitaires</a:t>
            </a:r>
          </a:p>
          <a:p>
            <a:pPr lvl="0" eaLnBrk="0" fontAlgn="base" hangingPunct="0">
              <a:spcBef>
                <a:spcPct val="0"/>
              </a:spcBef>
              <a:spcAft>
                <a:spcPct val="0"/>
              </a:spcAft>
            </a:pPr>
            <a:r>
              <a:rPr lang="fr-FR" sz="900" b="1" noProof="0" dirty="0"/>
              <a:t>Captivea</a:t>
            </a:r>
          </a:p>
        </p:txBody>
      </p:sp>
      <p:sp>
        <p:nvSpPr>
          <p:cNvPr id="29" name="ZoneTexte 28">
            <a:extLst>
              <a:ext uri="{FF2B5EF4-FFF2-40B4-BE49-F238E27FC236}">
                <a16:creationId xmlns:a16="http://schemas.microsoft.com/office/drawing/2014/main" id="{3D452D5F-C7F6-BA5C-A83E-4146D71ED58A}"/>
              </a:ext>
            </a:extLst>
          </p:cNvPr>
          <p:cNvSpPr txBox="1"/>
          <p:nvPr/>
        </p:nvSpPr>
        <p:spPr>
          <a:xfrm>
            <a:off x="3558593" y="3152001"/>
            <a:ext cx="127375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Domaine</a:t>
            </a:r>
          </a:p>
          <a:p>
            <a:pPr lvl="0" algn="ctr" eaLnBrk="0" fontAlgn="base" hangingPunct="0">
              <a:spcAft>
                <a:spcPct val="0"/>
              </a:spcAft>
            </a:pPr>
            <a:r>
              <a:rPr kumimoji="0" lang="fr-FR" sz="1200" b="1" i="0" u="none" strike="noStrike" cap="none" normalizeH="0" baseline="0" noProof="0" dirty="0">
                <a:ln>
                  <a:noFill/>
                </a:ln>
                <a:solidFill>
                  <a:schemeClr val="accent2"/>
                </a:solidFill>
                <a:effectLst/>
              </a:rPr>
              <a:t>1, 2, </a:t>
            </a:r>
            <a:r>
              <a:rPr lang="fr-FR" sz="1200" b="1" noProof="0" dirty="0">
                <a:solidFill>
                  <a:schemeClr val="accent2"/>
                </a:solidFill>
              </a:rPr>
              <a:t>n</a:t>
            </a:r>
            <a:endParaRPr kumimoji="0" lang="fr-FR" sz="1200" b="1" i="0" u="none" strike="noStrike" cap="none" normalizeH="0" baseline="0" noProof="0" dirty="0">
              <a:ln>
                <a:noFill/>
              </a:ln>
              <a:solidFill>
                <a:schemeClr val="accent2"/>
              </a:solidFill>
              <a:effectLst/>
            </a:endParaRPr>
          </a:p>
        </p:txBody>
      </p:sp>
      <p:sp>
        <p:nvSpPr>
          <p:cNvPr id="32" name="ZoneTexte 31">
            <a:extLst>
              <a:ext uri="{FF2B5EF4-FFF2-40B4-BE49-F238E27FC236}">
                <a16:creationId xmlns:a16="http://schemas.microsoft.com/office/drawing/2014/main" id="{0489E4CB-42E4-F5D2-78E3-63BA277C3077}"/>
              </a:ext>
            </a:extLst>
          </p:cNvPr>
          <p:cNvSpPr txBox="1"/>
          <p:nvPr/>
        </p:nvSpPr>
        <p:spPr>
          <a:xfrm>
            <a:off x="3554318" y="4496004"/>
            <a:ext cx="128230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Validation du domaine</a:t>
            </a:r>
            <a:endParaRPr kumimoji="0" lang="fr-FR" sz="1200" b="1" i="0" u="none" strike="noStrike" cap="none" normalizeH="0" baseline="0" noProof="0" dirty="0">
              <a:ln>
                <a:noFill/>
              </a:ln>
              <a:solidFill>
                <a:schemeClr val="accent2"/>
              </a:solidFill>
              <a:effectLst/>
            </a:endParaRPr>
          </a:p>
        </p:txBody>
      </p:sp>
      <p:sp>
        <p:nvSpPr>
          <p:cNvPr id="47" name="Rectangle : coins arrondis 46">
            <a:extLst>
              <a:ext uri="{FF2B5EF4-FFF2-40B4-BE49-F238E27FC236}">
                <a16:creationId xmlns:a16="http://schemas.microsoft.com/office/drawing/2014/main" id="{844C6666-7015-6479-6594-AA8D7284C1F2}"/>
              </a:ext>
            </a:extLst>
          </p:cNvPr>
          <p:cNvSpPr/>
          <p:nvPr/>
        </p:nvSpPr>
        <p:spPr>
          <a:xfrm>
            <a:off x="3556520" y="4473791"/>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34" name="Organigramme : Délai 33">
            <a:extLst>
              <a:ext uri="{FF2B5EF4-FFF2-40B4-BE49-F238E27FC236}">
                <a16:creationId xmlns:a16="http://schemas.microsoft.com/office/drawing/2014/main" id="{DD5566ED-9DB1-6A00-76B7-5609B7AE5E6F}"/>
              </a:ext>
            </a:extLst>
          </p:cNvPr>
          <p:cNvSpPr/>
          <p:nvPr/>
        </p:nvSpPr>
        <p:spPr>
          <a:xfrm>
            <a:off x="5044958" y="4515054"/>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5" name="Organigramme : Délai 34">
            <a:extLst>
              <a:ext uri="{FF2B5EF4-FFF2-40B4-BE49-F238E27FC236}">
                <a16:creationId xmlns:a16="http://schemas.microsoft.com/office/drawing/2014/main" id="{BA42A84E-0800-0319-9E29-71F9A60E6446}"/>
              </a:ext>
            </a:extLst>
          </p:cNvPr>
          <p:cNvSpPr/>
          <p:nvPr/>
        </p:nvSpPr>
        <p:spPr>
          <a:xfrm>
            <a:off x="653534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6" name="Organigramme : Délai 35">
            <a:extLst>
              <a:ext uri="{FF2B5EF4-FFF2-40B4-BE49-F238E27FC236}">
                <a16:creationId xmlns:a16="http://schemas.microsoft.com/office/drawing/2014/main" id="{B0291349-D401-6C1B-0BA1-936F8DA656D3}"/>
              </a:ext>
            </a:extLst>
          </p:cNvPr>
          <p:cNvSpPr/>
          <p:nvPr/>
        </p:nvSpPr>
        <p:spPr>
          <a:xfrm>
            <a:off x="802478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7" name="ZoneTexte 36">
            <a:extLst>
              <a:ext uri="{FF2B5EF4-FFF2-40B4-BE49-F238E27FC236}">
                <a16:creationId xmlns:a16="http://schemas.microsoft.com/office/drawing/2014/main" id="{62B64F63-A1E0-8252-D825-061E1CEB0A37}"/>
              </a:ext>
            </a:extLst>
          </p:cNvPr>
          <p:cNvSpPr txBox="1"/>
          <p:nvPr/>
        </p:nvSpPr>
        <p:spPr>
          <a:xfrm>
            <a:off x="5111956" y="4537036"/>
            <a:ext cx="1335065"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a:t>
            </a:r>
          </a:p>
          <a:p>
            <a:pPr lvl="0" eaLnBrk="0" fontAlgn="base" hangingPunct="0">
              <a:spcBef>
                <a:spcPct val="0"/>
              </a:spcBef>
              <a:spcAft>
                <a:spcPct val="0"/>
              </a:spcAft>
            </a:pPr>
            <a:r>
              <a:rPr lang="fr-FR" sz="900" b="1" noProof="0" dirty="0"/>
              <a:t>d’implémentation</a:t>
            </a:r>
          </a:p>
        </p:txBody>
      </p:sp>
      <p:sp>
        <p:nvSpPr>
          <p:cNvPr id="38" name="ZoneTexte 37">
            <a:extLst>
              <a:ext uri="{FF2B5EF4-FFF2-40B4-BE49-F238E27FC236}">
                <a16:creationId xmlns:a16="http://schemas.microsoft.com/office/drawing/2014/main" id="{04D7519E-A4D6-3F89-2054-A96B395DB8E0}"/>
              </a:ext>
            </a:extLst>
          </p:cNvPr>
          <p:cNvSpPr txBox="1"/>
          <p:nvPr/>
        </p:nvSpPr>
        <p:spPr>
          <a:xfrm>
            <a:off x="6621417" y="4537036"/>
            <a:ext cx="1055486" cy="369332"/>
          </a:xfrm>
          <a:prstGeom prst="rect">
            <a:avLst/>
          </a:prstGeom>
          <a:noFill/>
        </p:spPr>
        <p:txBody>
          <a:bodyPr wrap="square">
            <a:spAutoFit/>
          </a:bodyPr>
          <a:lstStyle/>
          <a:p>
            <a:pPr lvl="0" eaLnBrk="0" fontAlgn="base" hangingPunct="0">
              <a:spcBef>
                <a:spcPct val="0"/>
              </a:spcBef>
              <a:spcAft>
                <a:spcPct val="0"/>
              </a:spcAft>
            </a:pPr>
            <a:r>
              <a:rPr lang="fr-FR" sz="900" b="1" noProof="0" dirty="0"/>
              <a:t>Démo complète du domaine</a:t>
            </a:r>
          </a:p>
        </p:txBody>
      </p:sp>
      <p:sp>
        <p:nvSpPr>
          <p:cNvPr id="39" name="ZoneTexte 38">
            <a:extLst>
              <a:ext uri="{FF2B5EF4-FFF2-40B4-BE49-F238E27FC236}">
                <a16:creationId xmlns:a16="http://schemas.microsoft.com/office/drawing/2014/main" id="{BCF7FCCC-9BE0-FE26-FFD6-052438E771FB}"/>
              </a:ext>
            </a:extLst>
          </p:cNvPr>
          <p:cNvSpPr txBox="1"/>
          <p:nvPr/>
        </p:nvSpPr>
        <p:spPr>
          <a:xfrm>
            <a:off x="8098412" y="4467787"/>
            <a:ext cx="1295933" cy="507831"/>
          </a:xfrm>
          <a:prstGeom prst="rect">
            <a:avLst/>
          </a:prstGeom>
          <a:noFill/>
        </p:spPr>
        <p:txBody>
          <a:bodyPr wrap="square">
            <a:spAutoFit/>
          </a:bodyPr>
          <a:lstStyle/>
          <a:p>
            <a:pPr lvl="0" eaLnBrk="0" fontAlgn="base" hangingPunct="0">
              <a:spcBef>
                <a:spcPct val="0"/>
              </a:spcBef>
              <a:spcAft>
                <a:spcPct val="0"/>
              </a:spcAft>
            </a:pPr>
            <a:r>
              <a:rPr lang="fr-FR" sz="900" b="1" noProof="0" dirty="0"/>
              <a:t>Tests implémentation &amp; feedback client</a:t>
            </a:r>
          </a:p>
        </p:txBody>
      </p:sp>
      <p:sp>
        <p:nvSpPr>
          <p:cNvPr id="40" name="Organigramme : Délai 39">
            <a:extLst>
              <a:ext uri="{FF2B5EF4-FFF2-40B4-BE49-F238E27FC236}">
                <a16:creationId xmlns:a16="http://schemas.microsoft.com/office/drawing/2014/main" id="{FCF4055C-A446-2578-C7CC-E54ABA068026}"/>
              </a:ext>
            </a:extLst>
          </p:cNvPr>
          <p:cNvSpPr/>
          <p:nvPr/>
        </p:nvSpPr>
        <p:spPr>
          <a:xfrm>
            <a:off x="951422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1" name="ZoneTexte 40">
            <a:extLst>
              <a:ext uri="{FF2B5EF4-FFF2-40B4-BE49-F238E27FC236}">
                <a16:creationId xmlns:a16="http://schemas.microsoft.com/office/drawing/2014/main" id="{DAF46907-FD27-C8AC-3E2D-44BB9C34AFC4}"/>
              </a:ext>
            </a:extLst>
          </p:cNvPr>
          <p:cNvSpPr txBox="1"/>
          <p:nvPr/>
        </p:nvSpPr>
        <p:spPr>
          <a:xfrm>
            <a:off x="9587852" y="4537036"/>
            <a:ext cx="1222306" cy="369332"/>
          </a:xfrm>
          <a:prstGeom prst="rect">
            <a:avLst/>
          </a:prstGeom>
          <a:noFill/>
        </p:spPr>
        <p:txBody>
          <a:bodyPr wrap="square">
            <a:spAutoFit/>
          </a:bodyPr>
          <a:lstStyle/>
          <a:p>
            <a:pPr lvl="0" eaLnBrk="0" fontAlgn="base" hangingPunct="0">
              <a:spcBef>
                <a:spcPct val="0"/>
              </a:spcBef>
              <a:spcAft>
                <a:spcPct val="0"/>
              </a:spcAft>
            </a:pPr>
            <a:r>
              <a:rPr lang="fr-FR" sz="900" b="1" noProof="0" dirty="0"/>
              <a:t>Gestion des feedbacks</a:t>
            </a:r>
          </a:p>
        </p:txBody>
      </p:sp>
      <p:sp>
        <p:nvSpPr>
          <p:cNvPr id="42" name="Organigramme : Délai 41">
            <a:extLst>
              <a:ext uri="{FF2B5EF4-FFF2-40B4-BE49-F238E27FC236}">
                <a16:creationId xmlns:a16="http://schemas.microsoft.com/office/drawing/2014/main" id="{54C8C9DF-F57F-DFA2-0B7E-C799DD7678E4}"/>
              </a:ext>
            </a:extLst>
          </p:cNvPr>
          <p:cNvSpPr/>
          <p:nvPr/>
        </p:nvSpPr>
        <p:spPr>
          <a:xfrm>
            <a:off x="1100366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3" name="ZoneTexte 42">
            <a:extLst>
              <a:ext uri="{FF2B5EF4-FFF2-40B4-BE49-F238E27FC236}">
                <a16:creationId xmlns:a16="http://schemas.microsoft.com/office/drawing/2014/main" id="{8EA88C5E-8DA6-CDA4-973D-DC4C42A0E603}"/>
              </a:ext>
            </a:extLst>
          </p:cNvPr>
          <p:cNvSpPr txBox="1"/>
          <p:nvPr/>
        </p:nvSpPr>
        <p:spPr>
          <a:xfrm>
            <a:off x="11077292" y="4467787"/>
            <a:ext cx="1148679" cy="507831"/>
          </a:xfrm>
          <a:prstGeom prst="rect">
            <a:avLst/>
          </a:prstGeom>
          <a:noFill/>
        </p:spPr>
        <p:txBody>
          <a:bodyPr wrap="square">
            <a:spAutoFit/>
          </a:bodyPr>
          <a:lstStyle/>
          <a:p>
            <a:pPr lvl="0" eaLnBrk="0" fontAlgn="base" hangingPunct="0">
              <a:spcBef>
                <a:spcPct val="0"/>
              </a:spcBef>
              <a:spcAft>
                <a:spcPct val="0"/>
              </a:spcAft>
            </a:pPr>
            <a:r>
              <a:rPr lang="fr-FR" sz="900" b="1" noProof="0" dirty="0"/>
              <a:t>Validation du domaine &amp; </a:t>
            </a:r>
          </a:p>
          <a:p>
            <a:pPr lvl="0" eaLnBrk="0" fontAlgn="base" hangingPunct="0">
              <a:spcBef>
                <a:spcPct val="0"/>
              </a:spcBef>
              <a:spcAft>
                <a:spcPct val="0"/>
              </a:spcAft>
            </a:pPr>
            <a:r>
              <a:rPr lang="fr-FR" sz="900" b="1" noProof="0" dirty="0"/>
              <a:t>MEP domaine</a:t>
            </a:r>
          </a:p>
        </p:txBody>
      </p:sp>
      <p:sp>
        <p:nvSpPr>
          <p:cNvPr id="67" name="Organigramme : Délai 66">
            <a:extLst>
              <a:ext uri="{FF2B5EF4-FFF2-40B4-BE49-F238E27FC236}">
                <a16:creationId xmlns:a16="http://schemas.microsoft.com/office/drawing/2014/main" id="{90E45CA2-A89E-E79B-C12D-F63F2B330B7A}"/>
              </a:ext>
            </a:extLst>
          </p:cNvPr>
          <p:cNvSpPr/>
          <p:nvPr/>
        </p:nvSpPr>
        <p:spPr>
          <a:xfrm>
            <a:off x="9513753" y="3875865"/>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nvGrpSpPr>
          <p:cNvPr id="73" name="Groupe 72">
            <a:extLst>
              <a:ext uri="{FF2B5EF4-FFF2-40B4-BE49-F238E27FC236}">
                <a16:creationId xmlns:a16="http://schemas.microsoft.com/office/drawing/2014/main" id="{008AA4B5-CA48-6526-2A4F-AE4923A929F2}"/>
              </a:ext>
            </a:extLst>
          </p:cNvPr>
          <p:cNvGrpSpPr/>
          <p:nvPr/>
        </p:nvGrpSpPr>
        <p:grpSpPr>
          <a:xfrm>
            <a:off x="3445320" y="2690651"/>
            <a:ext cx="1578875" cy="2777722"/>
            <a:chOff x="3211532" y="2690651"/>
            <a:chExt cx="1810155" cy="2777722"/>
          </a:xfrm>
        </p:grpSpPr>
        <p:sp>
          <p:nvSpPr>
            <p:cNvPr id="68" name="Rectangle : coins arrondis 67">
              <a:extLst>
                <a:ext uri="{FF2B5EF4-FFF2-40B4-BE49-F238E27FC236}">
                  <a16:creationId xmlns:a16="http://schemas.microsoft.com/office/drawing/2014/main" id="{AA287F23-1818-3DE0-8885-3F4F8AE8D6BA}"/>
                </a:ext>
              </a:extLst>
            </p:cNvPr>
            <p:cNvSpPr/>
            <p:nvPr/>
          </p:nvSpPr>
          <p:spPr>
            <a:xfrm>
              <a:off x="3211532" y="2690651"/>
              <a:ext cx="1704945" cy="2777722"/>
            </a:xfrm>
            <a:prstGeom prst="roundRect">
              <a:avLst/>
            </a:prstGeom>
            <a:noFill/>
            <a:ln w="3810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69" name="Rectangle 68">
              <a:extLst>
                <a:ext uri="{FF2B5EF4-FFF2-40B4-BE49-F238E27FC236}">
                  <a16:creationId xmlns:a16="http://schemas.microsoft.com/office/drawing/2014/main" id="{10519021-2C74-B19A-F669-03663F0C8556}"/>
                </a:ext>
              </a:extLst>
            </p:cNvPr>
            <p:cNvSpPr/>
            <p:nvPr/>
          </p:nvSpPr>
          <p:spPr>
            <a:xfrm>
              <a:off x="4796367" y="3179667"/>
              <a:ext cx="225320" cy="2493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1" name="Ellipse 70">
              <a:extLst>
                <a:ext uri="{FF2B5EF4-FFF2-40B4-BE49-F238E27FC236}">
                  <a16:creationId xmlns:a16="http://schemas.microsoft.com/office/drawing/2014/main" id="{6A8D49C5-6ABA-594F-248F-635C39FBE557}"/>
                </a:ext>
              </a:extLst>
            </p:cNvPr>
            <p:cNvSpPr/>
            <p:nvPr/>
          </p:nvSpPr>
          <p:spPr>
            <a:xfrm>
              <a:off x="4876016" y="3139337"/>
              <a:ext cx="80922" cy="80659"/>
            </a:xfrm>
            <a:prstGeom prst="ellipse">
              <a:avLst/>
            </a:prstGeom>
            <a:solidFill>
              <a:srgbClr val="7B435D"/>
            </a:solid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2" name="Triangle isocèle 71">
              <a:extLst>
                <a:ext uri="{FF2B5EF4-FFF2-40B4-BE49-F238E27FC236}">
                  <a16:creationId xmlns:a16="http://schemas.microsoft.com/office/drawing/2014/main" id="{53721D4D-6CAB-9F99-FE41-1BE0F72B5DB9}"/>
                </a:ext>
              </a:extLst>
            </p:cNvPr>
            <p:cNvSpPr/>
            <p:nvPr/>
          </p:nvSpPr>
          <p:spPr>
            <a:xfrm>
              <a:off x="4856062" y="3354848"/>
              <a:ext cx="115976" cy="99656"/>
            </a:xfrm>
            <a:prstGeom prst="triangle">
              <a:avLst/>
            </a:prstGeom>
            <a:solidFill>
              <a:srgbClr val="7B43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sp>
        <p:nvSpPr>
          <p:cNvPr id="81" name="Ellipse 80">
            <a:extLst>
              <a:ext uri="{FF2B5EF4-FFF2-40B4-BE49-F238E27FC236}">
                <a16:creationId xmlns:a16="http://schemas.microsoft.com/office/drawing/2014/main" id="{B8567788-99EA-BEE3-FC13-C2BB0CEC84AE}"/>
              </a:ext>
            </a:extLst>
          </p:cNvPr>
          <p:cNvSpPr/>
          <p:nvPr/>
        </p:nvSpPr>
        <p:spPr>
          <a:xfrm>
            <a:off x="86858" y="3905630"/>
            <a:ext cx="490762" cy="4907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85" name="Connecteur droit 84">
            <a:extLst>
              <a:ext uri="{FF2B5EF4-FFF2-40B4-BE49-F238E27FC236}">
                <a16:creationId xmlns:a16="http://schemas.microsoft.com/office/drawing/2014/main" id="{48C81B33-160E-E805-756E-6C69EA5D242D}"/>
              </a:ext>
            </a:extLst>
          </p:cNvPr>
          <p:cNvCxnSpPr>
            <a:cxnSpLocks/>
            <a:stCxn id="81" idx="6"/>
          </p:cNvCxnSpPr>
          <p:nvPr/>
        </p:nvCxnSpPr>
        <p:spPr>
          <a:xfrm>
            <a:off x="577620" y="4151011"/>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86" name="Google Shape;13526;p81">
            <a:extLst>
              <a:ext uri="{FF2B5EF4-FFF2-40B4-BE49-F238E27FC236}">
                <a16:creationId xmlns:a16="http://schemas.microsoft.com/office/drawing/2014/main" id="{182B27D2-6842-9569-AD2A-B5E2DF38083A}"/>
              </a:ext>
            </a:extLst>
          </p:cNvPr>
          <p:cNvGrpSpPr/>
          <p:nvPr/>
        </p:nvGrpSpPr>
        <p:grpSpPr>
          <a:xfrm>
            <a:off x="176060" y="3992806"/>
            <a:ext cx="316433" cy="316409"/>
            <a:chOff x="-4478975" y="3251700"/>
            <a:chExt cx="293825" cy="293800"/>
          </a:xfrm>
          <a:solidFill>
            <a:schemeClr val="bg1"/>
          </a:solidFill>
        </p:grpSpPr>
        <p:sp>
          <p:nvSpPr>
            <p:cNvPr id="87" name="Google Shape;13527;p81">
              <a:extLst>
                <a:ext uri="{FF2B5EF4-FFF2-40B4-BE49-F238E27FC236}">
                  <a16:creationId xmlns:a16="http://schemas.microsoft.com/office/drawing/2014/main" id="{924313FC-ADE1-7C3E-D044-9FFD98A0E169}"/>
                </a:ext>
              </a:extLst>
            </p:cNvPr>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88" name="Google Shape;13528;p81">
              <a:extLst>
                <a:ext uri="{FF2B5EF4-FFF2-40B4-BE49-F238E27FC236}">
                  <a16:creationId xmlns:a16="http://schemas.microsoft.com/office/drawing/2014/main" id="{56C38052-A23F-87E6-7A04-C8AF710B35C9}"/>
                </a:ext>
              </a:extLst>
            </p:cNvPr>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89" name="Google Shape;13529;p81">
              <a:extLst>
                <a:ext uri="{FF2B5EF4-FFF2-40B4-BE49-F238E27FC236}">
                  <a16:creationId xmlns:a16="http://schemas.microsoft.com/office/drawing/2014/main" id="{AFEB4270-4014-8BBF-9F26-19736D300474}"/>
                </a:ext>
              </a:extLst>
            </p:cNvPr>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grpSp>
    </p:spTree>
    <p:extLst>
      <p:ext uri="{BB962C8B-B14F-4D97-AF65-F5344CB8AC3E}">
        <p14:creationId xmlns:p14="http://schemas.microsoft.com/office/powerpoint/2010/main" val="3826315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889CA9-1A89-9522-A092-3F3867C571EB}"/>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90FF0FF0-D95B-66C0-1F57-DE1DCA088B3E}"/>
              </a:ext>
            </a:extLst>
          </p:cNvPr>
          <p:cNvSpPr>
            <a:spLocks noGrp="1"/>
          </p:cNvSpPr>
          <p:nvPr>
            <p:ph type="title"/>
          </p:nvPr>
        </p:nvSpPr>
        <p:spPr/>
        <p:txBody>
          <a:bodyPr/>
          <a:lstStyle/>
          <a:p>
            <a:r>
              <a:rPr lang="fr-FR" noProof="0" dirty="0"/>
              <a:t>MISE EN PRODUCTION</a:t>
            </a:r>
          </a:p>
        </p:txBody>
      </p:sp>
      <p:sp>
        <p:nvSpPr>
          <p:cNvPr id="5" name="Espace réservé du numéro de diapositive 4">
            <a:extLst>
              <a:ext uri="{FF2B5EF4-FFF2-40B4-BE49-F238E27FC236}">
                <a16:creationId xmlns:a16="http://schemas.microsoft.com/office/drawing/2014/main" id="{E1F20CD3-3B84-57AF-9716-ED535D8A6822}"/>
              </a:ext>
            </a:extLst>
          </p:cNvPr>
          <p:cNvSpPr>
            <a:spLocks noGrp="1"/>
          </p:cNvSpPr>
          <p:nvPr>
            <p:ph type="sldNum" sz="quarter" idx="10"/>
          </p:nvPr>
        </p:nvSpPr>
        <p:spPr/>
        <p:txBody>
          <a:bodyPr/>
          <a:lstStyle/>
          <a:p>
            <a:fld id="{0C34F99C-3C47-4582-9518-8D365E9692AE}" type="slidenum">
              <a:rPr lang="fr-FR" noProof="0" smtClean="0"/>
              <a:pPr/>
              <a:t>31</a:t>
            </a:fld>
            <a:endParaRPr lang="fr-FR" noProof="0" dirty="0"/>
          </a:p>
        </p:txBody>
      </p:sp>
      <p:sp>
        <p:nvSpPr>
          <p:cNvPr id="7" name="Rectangle : coins arrondis 6">
            <a:extLst>
              <a:ext uri="{FF2B5EF4-FFF2-40B4-BE49-F238E27FC236}">
                <a16:creationId xmlns:a16="http://schemas.microsoft.com/office/drawing/2014/main" id="{7EF90D99-DB01-38FB-D860-9827B6A8F100}"/>
              </a:ext>
            </a:extLst>
          </p:cNvPr>
          <p:cNvSpPr/>
          <p:nvPr/>
        </p:nvSpPr>
        <p:spPr>
          <a:xfrm>
            <a:off x="819730" y="2698079"/>
            <a:ext cx="2503095" cy="3311003"/>
          </a:xfrm>
          <a:prstGeom prst="roundRect">
            <a:avLst>
              <a:gd name="adj" fmla="val 10296"/>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8" name="ZoneTexte 7">
            <a:extLst>
              <a:ext uri="{FF2B5EF4-FFF2-40B4-BE49-F238E27FC236}">
                <a16:creationId xmlns:a16="http://schemas.microsoft.com/office/drawing/2014/main" id="{349F1F3A-1DF9-A3DF-A85D-6B741723CEB0}"/>
              </a:ext>
            </a:extLst>
          </p:cNvPr>
          <p:cNvSpPr txBox="1"/>
          <p:nvPr/>
        </p:nvSpPr>
        <p:spPr>
          <a:xfrm>
            <a:off x="925414" y="3661083"/>
            <a:ext cx="2291727" cy="1384995"/>
          </a:xfrm>
          <a:prstGeom prst="rect">
            <a:avLst/>
          </a:prstGeom>
          <a:noFill/>
        </p:spPr>
        <p:txBody>
          <a:bodyPr wrap="square">
            <a:spAutoFit/>
          </a:bodyPr>
          <a:lstStyle/>
          <a:p>
            <a:pPr lvl="0" eaLnBrk="0" fontAlgn="base" hangingPunct="0">
              <a:spcBef>
                <a:spcPct val="0"/>
              </a:spcBef>
              <a:spcAft>
                <a:spcPct val="0"/>
              </a:spcAft>
            </a:pPr>
            <a:r>
              <a:rPr lang="fr-FR" b="1" noProof="0" dirty="0">
                <a:solidFill>
                  <a:schemeClr val="bg1"/>
                </a:solidFill>
              </a:rPr>
              <a:t>MISE EN PRODUCTION</a:t>
            </a:r>
            <a:br>
              <a:rPr lang="fr-FR" b="1" noProof="0" dirty="0">
                <a:solidFill>
                  <a:schemeClr val="bg1"/>
                </a:solidFill>
              </a:rPr>
            </a:br>
            <a:r>
              <a:rPr lang="fr-FR" sz="1200" noProof="0" dirty="0">
                <a:solidFill>
                  <a:schemeClr val="bg1"/>
                </a:solidFill>
              </a:rPr>
              <a:t>Vous recevez une formation pour vos utilisateurs et validez toutes les fonctionnalités avant la mise en service</a:t>
            </a:r>
            <a:endParaRPr kumimoji="0" lang="fr-FR" sz="1200" i="0" u="none" strike="noStrike" cap="none" normalizeH="0" baseline="0" noProof="0" dirty="0">
              <a:ln>
                <a:noFill/>
              </a:ln>
              <a:solidFill>
                <a:schemeClr val="bg1"/>
              </a:solidFill>
              <a:effectLst/>
            </a:endParaRPr>
          </a:p>
        </p:txBody>
      </p:sp>
      <p:sp>
        <p:nvSpPr>
          <p:cNvPr id="10" name="ZoneTexte 9">
            <a:extLst>
              <a:ext uri="{FF2B5EF4-FFF2-40B4-BE49-F238E27FC236}">
                <a16:creationId xmlns:a16="http://schemas.microsoft.com/office/drawing/2014/main" id="{0B8ABD72-6C7E-A050-DBB9-9ED86C231257}"/>
              </a:ext>
            </a:extLst>
          </p:cNvPr>
          <p:cNvSpPr txBox="1"/>
          <p:nvPr/>
        </p:nvSpPr>
        <p:spPr>
          <a:xfrm>
            <a:off x="3554381" y="4838066"/>
            <a:ext cx="1273757" cy="461665"/>
          </a:xfrm>
          <a:prstGeom prst="rect">
            <a:avLst/>
          </a:prstGeom>
          <a:noFill/>
        </p:spPr>
        <p:txBody>
          <a:bodyPr wrap="square" rtlCol="0">
            <a:spAutoFit/>
          </a:bodyPr>
          <a:lstStyle/>
          <a:p>
            <a:pPr lvl="0" algn="ctr" eaLnBrk="0" fontAlgn="base" hangingPunct="0">
              <a:spcAft>
                <a:spcPct val="0"/>
              </a:spcAft>
            </a:pPr>
            <a:r>
              <a:rPr kumimoji="0" lang="fr-FR" sz="1200" b="1" i="0" u="none" strike="noStrike" cap="none" normalizeH="0" baseline="0" noProof="0" dirty="0">
                <a:ln>
                  <a:noFill/>
                </a:ln>
                <a:solidFill>
                  <a:schemeClr val="accent2"/>
                </a:solidFill>
                <a:effectLst/>
              </a:rPr>
              <a:t>Mise en production</a:t>
            </a:r>
          </a:p>
        </p:txBody>
      </p:sp>
      <p:sp>
        <p:nvSpPr>
          <p:cNvPr id="21" name="Rectangle : coins arrondis 20">
            <a:extLst>
              <a:ext uri="{FF2B5EF4-FFF2-40B4-BE49-F238E27FC236}">
                <a16:creationId xmlns:a16="http://schemas.microsoft.com/office/drawing/2014/main" id="{B578C57E-64F7-FB30-E043-DA15ED572FB1}"/>
              </a:ext>
            </a:extLst>
          </p:cNvPr>
          <p:cNvSpPr/>
          <p:nvPr/>
        </p:nvSpPr>
        <p:spPr>
          <a:xfrm>
            <a:off x="3537790" y="4820987"/>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12" name="Organigramme : Délai 11">
            <a:extLst>
              <a:ext uri="{FF2B5EF4-FFF2-40B4-BE49-F238E27FC236}">
                <a16:creationId xmlns:a16="http://schemas.microsoft.com/office/drawing/2014/main" id="{DAE9A0F9-E420-5898-2DD1-6D40EB27F0C7}"/>
              </a:ext>
            </a:extLst>
          </p:cNvPr>
          <p:cNvSpPr/>
          <p:nvPr/>
        </p:nvSpPr>
        <p:spPr>
          <a:xfrm>
            <a:off x="5158490" y="4862250"/>
            <a:ext cx="74574"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3" name="Organigramme : Délai 12">
            <a:extLst>
              <a:ext uri="{FF2B5EF4-FFF2-40B4-BE49-F238E27FC236}">
                <a16:creationId xmlns:a16="http://schemas.microsoft.com/office/drawing/2014/main" id="{504651BE-0422-56A9-FBD7-3515FCDEAE85}"/>
              </a:ext>
            </a:extLst>
          </p:cNvPr>
          <p:cNvSpPr/>
          <p:nvPr/>
        </p:nvSpPr>
        <p:spPr>
          <a:xfrm>
            <a:off x="6648877" y="4862250"/>
            <a:ext cx="73627"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5" name="ZoneTexte 14">
            <a:extLst>
              <a:ext uri="{FF2B5EF4-FFF2-40B4-BE49-F238E27FC236}">
                <a16:creationId xmlns:a16="http://schemas.microsoft.com/office/drawing/2014/main" id="{97334724-6667-7C5E-8499-029B128809E0}"/>
              </a:ext>
            </a:extLst>
          </p:cNvPr>
          <p:cNvSpPr txBox="1"/>
          <p:nvPr/>
        </p:nvSpPr>
        <p:spPr>
          <a:xfrm>
            <a:off x="5221927" y="4884232"/>
            <a:ext cx="1335066" cy="369332"/>
          </a:xfrm>
          <a:prstGeom prst="rect">
            <a:avLst/>
          </a:prstGeom>
          <a:noFill/>
        </p:spPr>
        <p:txBody>
          <a:bodyPr wrap="square">
            <a:spAutoFit/>
          </a:bodyPr>
          <a:lstStyle/>
          <a:p>
            <a:pPr lvl="0" eaLnBrk="0" fontAlgn="base" hangingPunct="0">
              <a:spcBef>
                <a:spcPct val="0"/>
              </a:spcBef>
              <a:spcAft>
                <a:spcPct val="0"/>
              </a:spcAft>
            </a:pPr>
            <a:r>
              <a:rPr lang="fr-FR" sz="900" b="1" noProof="0" dirty="0"/>
              <a:t>MEP des </a:t>
            </a:r>
          </a:p>
          <a:p>
            <a:pPr lvl="0" eaLnBrk="0" fontAlgn="base" hangingPunct="0">
              <a:spcBef>
                <a:spcPct val="0"/>
              </a:spcBef>
              <a:spcAft>
                <a:spcPct val="0"/>
              </a:spcAft>
            </a:pPr>
            <a:r>
              <a:rPr lang="fr-FR" sz="900" b="1" noProof="0" dirty="0"/>
              <a:t>éléments</a:t>
            </a:r>
          </a:p>
        </p:txBody>
      </p:sp>
      <p:sp>
        <p:nvSpPr>
          <p:cNvPr id="16" name="ZoneTexte 15">
            <a:extLst>
              <a:ext uri="{FF2B5EF4-FFF2-40B4-BE49-F238E27FC236}">
                <a16:creationId xmlns:a16="http://schemas.microsoft.com/office/drawing/2014/main" id="{2875B14E-42B6-5E0D-D17C-CB9D40EEBA43}"/>
              </a:ext>
            </a:extLst>
          </p:cNvPr>
          <p:cNvSpPr txBox="1"/>
          <p:nvPr/>
        </p:nvSpPr>
        <p:spPr>
          <a:xfrm>
            <a:off x="6734949" y="4889011"/>
            <a:ext cx="1055486" cy="369332"/>
          </a:xfrm>
          <a:prstGeom prst="rect">
            <a:avLst/>
          </a:prstGeom>
          <a:noFill/>
        </p:spPr>
        <p:txBody>
          <a:bodyPr wrap="square">
            <a:spAutoFit/>
          </a:bodyPr>
          <a:lstStyle/>
          <a:p>
            <a:pPr lvl="0" eaLnBrk="0" fontAlgn="base" hangingPunct="0">
              <a:spcBef>
                <a:spcPct val="0"/>
              </a:spcBef>
              <a:spcAft>
                <a:spcPct val="0"/>
              </a:spcAft>
            </a:pPr>
            <a:r>
              <a:rPr lang="fr-FR" sz="900" b="1" noProof="0" dirty="0"/>
              <a:t>Imports</a:t>
            </a:r>
          </a:p>
          <a:p>
            <a:pPr lvl="0" eaLnBrk="0" fontAlgn="base" hangingPunct="0">
              <a:spcBef>
                <a:spcPct val="0"/>
              </a:spcBef>
              <a:spcAft>
                <a:spcPct val="0"/>
              </a:spcAft>
            </a:pPr>
            <a:r>
              <a:rPr lang="fr-FR" sz="900" b="1" noProof="0" dirty="0"/>
              <a:t>finaux</a:t>
            </a:r>
          </a:p>
        </p:txBody>
      </p:sp>
      <p:sp>
        <p:nvSpPr>
          <p:cNvPr id="9" name="ZoneTexte 8">
            <a:extLst>
              <a:ext uri="{FF2B5EF4-FFF2-40B4-BE49-F238E27FC236}">
                <a16:creationId xmlns:a16="http://schemas.microsoft.com/office/drawing/2014/main" id="{CB68D6DF-ADC1-A9DD-C3D5-D1C93B564091}"/>
              </a:ext>
            </a:extLst>
          </p:cNvPr>
          <p:cNvSpPr txBox="1"/>
          <p:nvPr/>
        </p:nvSpPr>
        <p:spPr>
          <a:xfrm>
            <a:off x="3539861" y="2721162"/>
            <a:ext cx="127375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latin typeface="+mj-lt"/>
              </a:rPr>
              <a:t>UAT Key </a:t>
            </a:r>
          </a:p>
          <a:p>
            <a:pPr lvl="0" algn="ctr" eaLnBrk="0" fontAlgn="base" hangingPunct="0">
              <a:spcAft>
                <a:spcPct val="0"/>
              </a:spcAft>
            </a:pPr>
            <a:r>
              <a:rPr lang="fr-FR" sz="1200" b="1" noProof="0" dirty="0" err="1">
                <a:solidFill>
                  <a:schemeClr val="accent2"/>
                </a:solidFill>
                <a:latin typeface="+mj-lt"/>
              </a:rPr>
              <a:t>users</a:t>
            </a:r>
            <a:endParaRPr kumimoji="0" lang="fr-FR" sz="1200" b="1" i="0" u="none" strike="noStrike" cap="none" normalizeH="0" baseline="0" noProof="0" dirty="0">
              <a:ln>
                <a:noFill/>
              </a:ln>
              <a:solidFill>
                <a:schemeClr val="accent2"/>
              </a:solidFill>
              <a:effectLst/>
              <a:latin typeface="+mj-lt"/>
            </a:endParaRPr>
          </a:p>
        </p:txBody>
      </p:sp>
      <p:sp>
        <p:nvSpPr>
          <p:cNvPr id="23" name="Rectangle : coins arrondis 22">
            <a:extLst>
              <a:ext uri="{FF2B5EF4-FFF2-40B4-BE49-F238E27FC236}">
                <a16:creationId xmlns:a16="http://schemas.microsoft.com/office/drawing/2014/main" id="{48AE1D95-78B3-49DD-0C2E-AED70BBABB2A}"/>
              </a:ext>
            </a:extLst>
          </p:cNvPr>
          <p:cNvSpPr/>
          <p:nvPr/>
        </p:nvSpPr>
        <p:spPr>
          <a:xfrm>
            <a:off x="3537790" y="2704083"/>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24" name="Organigramme : Délai 23">
            <a:extLst>
              <a:ext uri="{FF2B5EF4-FFF2-40B4-BE49-F238E27FC236}">
                <a16:creationId xmlns:a16="http://schemas.microsoft.com/office/drawing/2014/main" id="{F7E108E6-FA57-3E32-8B44-25777084267F}"/>
              </a:ext>
            </a:extLst>
          </p:cNvPr>
          <p:cNvSpPr/>
          <p:nvPr/>
        </p:nvSpPr>
        <p:spPr>
          <a:xfrm>
            <a:off x="5158490" y="2745346"/>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5" name="Organigramme : Délai 24">
            <a:extLst>
              <a:ext uri="{FF2B5EF4-FFF2-40B4-BE49-F238E27FC236}">
                <a16:creationId xmlns:a16="http://schemas.microsoft.com/office/drawing/2014/main" id="{FAE5222D-ECB8-A5AF-F992-8C0DF6BE2EE8}"/>
              </a:ext>
            </a:extLst>
          </p:cNvPr>
          <p:cNvSpPr/>
          <p:nvPr/>
        </p:nvSpPr>
        <p:spPr>
          <a:xfrm>
            <a:off x="6648877" y="2745346"/>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0" name="Organigramme : Délai 29">
            <a:extLst>
              <a:ext uri="{FF2B5EF4-FFF2-40B4-BE49-F238E27FC236}">
                <a16:creationId xmlns:a16="http://schemas.microsoft.com/office/drawing/2014/main" id="{B14B6C66-F211-1D68-40D8-029C0B0A47E0}"/>
              </a:ext>
            </a:extLst>
          </p:cNvPr>
          <p:cNvSpPr/>
          <p:nvPr/>
        </p:nvSpPr>
        <p:spPr>
          <a:xfrm>
            <a:off x="8138317" y="2745346"/>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1" name="ZoneTexte 30">
            <a:extLst>
              <a:ext uri="{FF2B5EF4-FFF2-40B4-BE49-F238E27FC236}">
                <a16:creationId xmlns:a16="http://schemas.microsoft.com/office/drawing/2014/main" id="{8D840808-3805-3A4D-CCB7-8DEB94A88FC7}"/>
              </a:ext>
            </a:extLst>
          </p:cNvPr>
          <p:cNvSpPr txBox="1"/>
          <p:nvPr/>
        </p:nvSpPr>
        <p:spPr>
          <a:xfrm>
            <a:off x="5221927" y="2767328"/>
            <a:ext cx="1335066"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de bout en bout</a:t>
            </a:r>
          </a:p>
        </p:txBody>
      </p:sp>
      <p:sp>
        <p:nvSpPr>
          <p:cNvPr id="33" name="ZoneTexte 32">
            <a:extLst>
              <a:ext uri="{FF2B5EF4-FFF2-40B4-BE49-F238E27FC236}">
                <a16:creationId xmlns:a16="http://schemas.microsoft.com/office/drawing/2014/main" id="{D660B9DF-67C1-0965-FEF8-9A2A59F59F12}"/>
              </a:ext>
            </a:extLst>
          </p:cNvPr>
          <p:cNvSpPr txBox="1"/>
          <p:nvPr/>
        </p:nvSpPr>
        <p:spPr>
          <a:xfrm>
            <a:off x="6734949" y="2767328"/>
            <a:ext cx="1129112"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connexions app tierces</a:t>
            </a:r>
          </a:p>
        </p:txBody>
      </p:sp>
      <p:sp>
        <p:nvSpPr>
          <p:cNvPr id="44" name="ZoneTexte 43">
            <a:extLst>
              <a:ext uri="{FF2B5EF4-FFF2-40B4-BE49-F238E27FC236}">
                <a16:creationId xmlns:a16="http://schemas.microsoft.com/office/drawing/2014/main" id="{038D9880-5082-00DD-C053-A01229CAD953}"/>
              </a:ext>
            </a:extLst>
          </p:cNvPr>
          <p:cNvSpPr txBox="1"/>
          <p:nvPr/>
        </p:nvSpPr>
        <p:spPr>
          <a:xfrm>
            <a:off x="8211944" y="2767328"/>
            <a:ext cx="1067457"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imports complets</a:t>
            </a:r>
          </a:p>
        </p:txBody>
      </p:sp>
      <p:sp>
        <p:nvSpPr>
          <p:cNvPr id="45" name="ZoneTexte 44">
            <a:extLst>
              <a:ext uri="{FF2B5EF4-FFF2-40B4-BE49-F238E27FC236}">
                <a16:creationId xmlns:a16="http://schemas.microsoft.com/office/drawing/2014/main" id="{1E696D20-66C0-2744-7010-2675D7CFC6E6}"/>
              </a:ext>
            </a:extLst>
          </p:cNvPr>
          <p:cNvSpPr txBox="1"/>
          <p:nvPr/>
        </p:nvSpPr>
        <p:spPr>
          <a:xfrm>
            <a:off x="9726091" y="2698079"/>
            <a:ext cx="720250" cy="507831"/>
          </a:xfrm>
          <a:prstGeom prst="rect">
            <a:avLst/>
          </a:prstGeom>
          <a:noFill/>
        </p:spPr>
        <p:txBody>
          <a:bodyPr wrap="square">
            <a:spAutoFit/>
          </a:bodyPr>
          <a:lstStyle/>
          <a:p>
            <a:pPr lvl="0" eaLnBrk="0" fontAlgn="base" hangingPunct="0">
              <a:spcBef>
                <a:spcPct val="0"/>
              </a:spcBef>
              <a:spcAft>
                <a:spcPct val="0"/>
              </a:spcAft>
            </a:pPr>
            <a:r>
              <a:rPr lang="fr-FR" sz="900" b="1" noProof="0" dirty="0"/>
              <a:t>Tests des droits d’accès</a:t>
            </a:r>
          </a:p>
        </p:txBody>
      </p:sp>
      <p:sp>
        <p:nvSpPr>
          <p:cNvPr id="46" name="Organigramme : Délai 45">
            <a:extLst>
              <a:ext uri="{FF2B5EF4-FFF2-40B4-BE49-F238E27FC236}">
                <a16:creationId xmlns:a16="http://schemas.microsoft.com/office/drawing/2014/main" id="{B5D430BB-1412-F6FB-32AE-E0F9BCD8AE4B}"/>
              </a:ext>
            </a:extLst>
          </p:cNvPr>
          <p:cNvSpPr/>
          <p:nvPr/>
        </p:nvSpPr>
        <p:spPr>
          <a:xfrm>
            <a:off x="11117197" y="2745346"/>
            <a:ext cx="73627"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8" name="ZoneTexte 47">
            <a:extLst>
              <a:ext uri="{FF2B5EF4-FFF2-40B4-BE49-F238E27FC236}">
                <a16:creationId xmlns:a16="http://schemas.microsoft.com/office/drawing/2014/main" id="{5A5B88B7-7BDB-FDDE-B16F-9DDEA0ADEAAB}"/>
              </a:ext>
            </a:extLst>
          </p:cNvPr>
          <p:cNvSpPr txBox="1"/>
          <p:nvPr/>
        </p:nvSpPr>
        <p:spPr>
          <a:xfrm>
            <a:off x="11190824" y="2698079"/>
            <a:ext cx="769664" cy="507831"/>
          </a:xfrm>
          <a:prstGeom prst="rect">
            <a:avLst/>
          </a:prstGeom>
          <a:noFill/>
        </p:spPr>
        <p:txBody>
          <a:bodyPr wrap="square">
            <a:spAutoFit/>
          </a:bodyPr>
          <a:lstStyle/>
          <a:p>
            <a:pPr lvl="0" eaLnBrk="0" fontAlgn="base" hangingPunct="0">
              <a:spcBef>
                <a:spcPct val="0"/>
              </a:spcBef>
              <a:spcAft>
                <a:spcPct val="0"/>
              </a:spcAft>
            </a:pPr>
            <a:r>
              <a:rPr lang="fr-FR" sz="900" b="1" noProof="0" dirty="0"/>
              <a:t>Gestion des feedbacks</a:t>
            </a:r>
          </a:p>
        </p:txBody>
      </p:sp>
      <p:sp>
        <p:nvSpPr>
          <p:cNvPr id="49" name="Organigramme : Délai 48">
            <a:extLst>
              <a:ext uri="{FF2B5EF4-FFF2-40B4-BE49-F238E27FC236}">
                <a16:creationId xmlns:a16="http://schemas.microsoft.com/office/drawing/2014/main" id="{2E08486F-1F2A-47F5-A696-2DB295684245}"/>
              </a:ext>
            </a:extLst>
          </p:cNvPr>
          <p:cNvSpPr/>
          <p:nvPr/>
        </p:nvSpPr>
        <p:spPr>
          <a:xfrm>
            <a:off x="9627284" y="2745346"/>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1" name="ZoneTexte 50">
            <a:extLst>
              <a:ext uri="{FF2B5EF4-FFF2-40B4-BE49-F238E27FC236}">
                <a16:creationId xmlns:a16="http://schemas.microsoft.com/office/drawing/2014/main" id="{94194F57-8B9F-C556-34CC-C98E468AA184}"/>
              </a:ext>
            </a:extLst>
          </p:cNvPr>
          <p:cNvSpPr txBox="1"/>
          <p:nvPr/>
        </p:nvSpPr>
        <p:spPr>
          <a:xfrm>
            <a:off x="3539862" y="4150437"/>
            <a:ext cx="127375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UAT All </a:t>
            </a:r>
          </a:p>
          <a:p>
            <a:pPr lvl="0" algn="ctr" eaLnBrk="0" fontAlgn="base" hangingPunct="0">
              <a:spcAft>
                <a:spcPct val="0"/>
              </a:spcAft>
            </a:pPr>
            <a:r>
              <a:rPr lang="fr-FR" sz="1200" b="1" noProof="0" dirty="0" err="1">
                <a:solidFill>
                  <a:schemeClr val="accent2"/>
                </a:solidFill>
              </a:rPr>
              <a:t>users</a:t>
            </a:r>
            <a:endParaRPr kumimoji="0" lang="fr-FR" sz="1200" b="1" i="0" u="none" strike="noStrike" cap="none" normalizeH="0" baseline="0" noProof="0" dirty="0">
              <a:ln>
                <a:noFill/>
              </a:ln>
              <a:solidFill>
                <a:schemeClr val="accent2"/>
              </a:solidFill>
              <a:effectLst/>
            </a:endParaRPr>
          </a:p>
        </p:txBody>
      </p:sp>
      <p:sp>
        <p:nvSpPr>
          <p:cNvPr id="52" name="Rectangle : coins arrondis 51">
            <a:extLst>
              <a:ext uri="{FF2B5EF4-FFF2-40B4-BE49-F238E27FC236}">
                <a16:creationId xmlns:a16="http://schemas.microsoft.com/office/drawing/2014/main" id="{612B274C-8F48-CF39-0B61-7300FE3B7214}"/>
              </a:ext>
            </a:extLst>
          </p:cNvPr>
          <p:cNvSpPr/>
          <p:nvPr/>
        </p:nvSpPr>
        <p:spPr>
          <a:xfrm>
            <a:off x="3537790" y="4133358"/>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53" name="Organigramme : Délai 52">
            <a:extLst>
              <a:ext uri="{FF2B5EF4-FFF2-40B4-BE49-F238E27FC236}">
                <a16:creationId xmlns:a16="http://schemas.microsoft.com/office/drawing/2014/main" id="{D480EB6C-6C95-7117-25E6-5F380F537A60}"/>
              </a:ext>
            </a:extLst>
          </p:cNvPr>
          <p:cNvSpPr/>
          <p:nvPr/>
        </p:nvSpPr>
        <p:spPr>
          <a:xfrm>
            <a:off x="5158490" y="4174621"/>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4" name="Organigramme : Délai 53">
            <a:extLst>
              <a:ext uri="{FF2B5EF4-FFF2-40B4-BE49-F238E27FC236}">
                <a16:creationId xmlns:a16="http://schemas.microsoft.com/office/drawing/2014/main" id="{EB2CBF25-4767-B2EC-1834-B1FDCD2B4936}"/>
              </a:ext>
            </a:extLst>
          </p:cNvPr>
          <p:cNvSpPr/>
          <p:nvPr/>
        </p:nvSpPr>
        <p:spPr>
          <a:xfrm>
            <a:off x="6648877" y="4174621"/>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5" name="Organigramme : Délai 54">
            <a:extLst>
              <a:ext uri="{FF2B5EF4-FFF2-40B4-BE49-F238E27FC236}">
                <a16:creationId xmlns:a16="http://schemas.microsoft.com/office/drawing/2014/main" id="{DCB814DD-7D96-5C3D-F8A1-788AFC0E580B}"/>
              </a:ext>
            </a:extLst>
          </p:cNvPr>
          <p:cNvSpPr/>
          <p:nvPr/>
        </p:nvSpPr>
        <p:spPr>
          <a:xfrm>
            <a:off x="8138317" y="4174621"/>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6" name="ZoneTexte 55">
            <a:extLst>
              <a:ext uri="{FF2B5EF4-FFF2-40B4-BE49-F238E27FC236}">
                <a16:creationId xmlns:a16="http://schemas.microsoft.com/office/drawing/2014/main" id="{DDE7FB96-CBB8-7FD6-9188-852372A593DC}"/>
              </a:ext>
            </a:extLst>
          </p:cNvPr>
          <p:cNvSpPr txBox="1"/>
          <p:nvPr/>
        </p:nvSpPr>
        <p:spPr>
          <a:xfrm>
            <a:off x="5221927" y="4265853"/>
            <a:ext cx="1335066" cy="230832"/>
          </a:xfrm>
          <a:prstGeom prst="rect">
            <a:avLst/>
          </a:prstGeom>
          <a:noFill/>
        </p:spPr>
        <p:txBody>
          <a:bodyPr wrap="square">
            <a:spAutoFit/>
          </a:bodyPr>
          <a:lstStyle/>
          <a:p>
            <a:pPr lvl="0" eaLnBrk="0" fontAlgn="base" hangingPunct="0">
              <a:spcBef>
                <a:spcPct val="0"/>
              </a:spcBef>
              <a:spcAft>
                <a:spcPct val="0"/>
              </a:spcAft>
            </a:pPr>
            <a:r>
              <a:rPr lang="fr-FR" sz="900" b="1" noProof="0" dirty="0"/>
              <a:t>Tests libres</a:t>
            </a:r>
          </a:p>
        </p:txBody>
      </p:sp>
      <p:sp>
        <p:nvSpPr>
          <p:cNvPr id="57" name="ZoneTexte 56">
            <a:extLst>
              <a:ext uri="{FF2B5EF4-FFF2-40B4-BE49-F238E27FC236}">
                <a16:creationId xmlns:a16="http://schemas.microsoft.com/office/drawing/2014/main" id="{604D9D9D-DF15-8BFF-9951-0484917E8592}"/>
              </a:ext>
            </a:extLst>
          </p:cNvPr>
          <p:cNvSpPr txBox="1"/>
          <p:nvPr/>
        </p:nvSpPr>
        <p:spPr>
          <a:xfrm>
            <a:off x="6734949" y="4196603"/>
            <a:ext cx="1055486"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des actions</a:t>
            </a:r>
          </a:p>
        </p:txBody>
      </p:sp>
      <p:sp>
        <p:nvSpPr>
          <p:cNvPr id="58" name="ZoneTexte 57">
            <a:extLst>
              <a:ext uri="{FF2B5EF4-FFF2-40B4-BE49-F238E27FC236}">
                <a16:creationId xmlns:a16="http://schemas.microsoft.com/office/drawing/2014/main" id="{D62561EA-EA57-2A8D-B075-6727524C9830}"/>
              </a:ext>
            </a:extLst>
          </p:cNvPr>
          <p:cNvSpPr txBox="1"/>
          <p:nvPr/>
        </p:nvSpPr>
        <p:spPr>
          <a:xfrm>
            <a:off x="8211944" y="4196603"/>
            <a:ext cx="1237580"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des droits d’accès</a:t>
            </a:r>
          </a:p>
        </p:txBody>
      </p:sp>
      <p:sp>
        <p:nvSpPr>
          <p:cNvPr id="59" name="ZoneTexte 58">
            <a:extLst>
              <a:ext uri="{FF2B5EF4-FFF2-40B4-BE49-F238E27FC236}">
                <a16:creationId xmlns:a16="http://schemas.microsoft.com/office/drawing/2014/main" id="{7A846AD7-A462-4033-32F4-9A7C732176A0}"/>
              </a:ext>
            </a:extLst>
          </p:cNvPr>
          <p:cNvSpPr txBox="1"/>
          <p:nvPr/>
        </p:nvSpPr>
        <p:spPr>
          <a:xfrm>
            <a:off x="9701384" y="4127354"/>
            <a:ext cx="720250" cy="507831"/>
          </a:xfrm>
          <a:prstGeom prst="rect">
            <a:avLst/>
          </a:prstGeom>
          <a:noFill/>
        </p:spPr>
        <p:txBody>
          <a:bodyPr wrap="square">
            <a:spAutoFit/>
          </a:bodyPr>
          <a:lstStyle/>
          <a:p>
            <a:pPr lvl="0" eaLnBrk="0" fontAlgn="base" hangingPunct="0">
              <a:spcBef>
                <a:spcPct val="0"/>
              </a:spcBef>
              <a:spcAft>
                <a:spcPct val="0"/>
              </a:spcAft>
            </a:pPr>
            <a:r>
              <a:rPr lang="fr-FR" sz="900" b="1" noProof="0" dirty="0"/>
              <a:t>Gestion des feedbacks</a:t>
            </a:r>
          </a:p>
        </p:txBody>
      </p:sp>
      <p:sp>
        <p:nvSpPr>
          <p:cNvPr id="62" name="Organigramme : Délai 61">
            <a:extLst>
              <a:ext uri="{FF2B5EF4-FFF2-40B4-BE49-F238E27FC236}">
                <a16:creationId xmlns:a16="http://schemas.microsoft.com/office/drawing/2014/main" id="{DC21A13F-71FF-AAA2-2B78-99EF3781394B}"/>
              </a:ext>
            </a:extLst>
          </p:cNvPr>
          <p:cNvSpPr/>
          <p:nvPr/>
        </p:nvSpPr>
        <p:spPr>
          <a:xfrm>
            <a:off x="9627284" y="4174621"/>
            <a:ext cx="74574"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64" name="ZoneTexte 63">
            <a:extLst>
              <a:ext uri="{FF2B5EF4-FFF2-40B4-BE49-F238E27FC236}">
                <a16:creationId xmlns:a16="http://schemas.microsoft.com/office/drawing/2014/main" id="{C012DBA2-5B35-3DA8-2409-79008A22163C}"/>
              </a:ext>
            </a:extLst>
          </p:cNvPr>
          <p:cNvSpPr txBox="1"/>
          <p:nvPr/>
        </p:nvSpPr>
        <p:spPr>
          <a:xfrm>
            <a:off x="3562695" y="3429750"/>
            <a:ext cx="1252998"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Formation key </a:t>
            </a:r>
            <a:r>
              <a:rPr lang="fr-FR" sz="1200" b="1" noProof="0" dirty="0" err="1">
                <a:solidFill>
                  <a:schemeClr val="accent2"/>
                </a:solidFill>
              </a:rPr>
              <a:t>users</a:t>
            </a:r>
            <a:endParaRPr kumimoji="0" lang="fr-FR" sz="1200" b="1" i="0" u="none" strike="noStrike" cap="none" normalizeH="0" baseline="0" noProof="0" dirty="0">
              <a:ln>
                <a:noFill/>
              </a:ln>
              <a:solidFill>
                <a:schemeClr val="accent2"/>
              </a:solidFill>
              <a:effectLst/>
            </a:endParaRPr>
          </a:p>
        </p:txBody>
      </p:sp>
      <p:sp>
        <p:nvSpPr>
          <p:cNvPr id="65" name="Rectangle : coins arrondis 64">
            <a:extLst>
              <a:ext uri="{FF2B5EF4-FFF2-40B4-BE49-F238E27FC236}">
                <a16:creationId xmlns:a16="http://schemas.microsoft.com/office/drawing/2014/main" id="{6A819306-DA33-79A5-FDE8-AF30B09DD88E}"/>
              </a:ext>
            </a:extLst>
          </p:cNvPr>
          <p:cNvSpPr/>
          <p:nvPr/>
        </p:nvSpPr>
        <p:spPr>
          <a:xfrm>
            <a:off x="3537790" y="3411311"/>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88" name="ZoneTexte 87">
            <a:extLst>
              <a:ext uri="{FF2B5EF4-FFF2-40B4-BE49-F238E27FC236}">
                <a16:creationId xmlns:a16="http://schemas.microsoft.com/office/drawing/2014/main" id="{C17C4808-5C06-681D-094A-7E7FEFBE9707}"/>
              </a:ext>
            </a:extLst>
          </p:cNvPr>
          <p:cNvSpPr txBox="1"/>
          <p:nvPr/>
        </p:nvSpPr>
        <p:spPr>
          <a:xfrm>
            <a:off x="3554381" y="5622672"/>
            <a:ext cx="1273757" cy="276999"/>
          </a:xfrm>
          <a:prstGeom prst="rect">
            <a:avLst/>
          </a:prstGeom>
          <a:noFill/>
        </p:spPr>
        <p:txBody>
          <a:bodyPr wrap="square" rtlCol="0">
            <a:spAutoFit/>
          </a:bodyPr>
          <a:lstStyle/>
          <a:p>
            <a:pPr lvl="0" algn="ctr" eaLnBrk="0" fontAlgn="base" hangingPunct="0">
              <a:spcAft>
                <a:spcPct val="0"/>
              </a:spcAft>
            </a:pPr>
            <a:r>
              <a:rPr kumimoji="0" lang="fr-FR" sz="1200" b="1" i="0" u="none" strike="noStrike" cap="none" normalizeH="0" baseline="0" noProof="0" dirty="0" err="1">
                <a:ln>
                  <a:noFill/>
                </a:ln>
                <a:solidFill>
                  <a:schemeClr val="accent2"/>
                </a:solidFill>
                <a:effectLst/>
              </a:rPr>
              <a:t>Hypercare</a:t>
            </a:r>
            <a:endParaRPr kumimoji="0" lang="fr-FR" sz="1200" b="1" i="0" u="none" strike="noStrike" cap="none" normalizeH="0" baseline="0" noProof="0" dirty="0">
              <a:ln>
                <a:noFill/>
              </a:ln>
              <a:solidFill>
                <a:schemeClr val="accent2"/>
              </a:solidFill>
              <a:effectLst/>
            </a:endParaRPr>
          </a:p>
        </p:txBody>
      </p:sp>
      <p:sp>
        <p:nvSpPr>
          <p:cNvPr id="89" name="Rectangle : coins arrondis 88">
            <a:extLst>
              <a:ext uri="{FF2B5EF4-FFF2-40B4-BE49-F238E27FC236}">
                <a16:creationId xmlns:a16="http://schemas.microsoft.com/office/drawing/2014/main" id="{511FFAE4-7F1B-569E-F336-DD31FA94E265}"/>
              </a:ext>
            </a:extLst>
          </p:cNvPr>
          <p:cNvSpPr/>
          <p:nvPr/>
        </p:nvSpPr>
        <p:spPr>
          <a:xfrm>
            <a:off x="3537790" y="5513260"/>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104" name="Ellipse 103">
            <a:extLst>
              <a:ext uri="{FF2B5EF4-FFF2-40B4-BE49-F238E27FC236}">
                <a16:creationId xmlns:a16="http://schemas.microsoft.com/office/drawing/2014/main" id="{78531FF0-B388-7624-CB45-3CEEDA2ABDF5}"/>
              </a:ext>
            </a:extLst>
          </p:cNvPr>
          <p:cNvSpPr/>
          <p:nvPr/>
        </p:nvSpPr>
        <p:spPr>
          <a:xfrm>
            <a:off x="86858" y="4108199"/>
            <a:ext cx="490762" cy="4907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108" name="Connecteur droit 107">
            <a:extLst>
              <a:ext uri="{FF2B5EF4-FFF2-40B4-BE49-F238E27FC236}">
                <a16:creationId xmlns:a16="http://schemas.microsoft.com/office/drawing/2014/main" id="{22A5666A-7B6B-73AE-CF2F-5C67061A7E6F}"/>
              </a:ext>
            </a:extLst>
          </p:cNvPr>
          <p:cNvCxnSpPr>
            <a:cxnSpLocks/>
            <a:stCxn id="104" idx="6"/>
          </p:cNvCxnSpPr>
          <p:nvPr/>
        </p:nvCxnSpPr>
        <p:spPr>
          <a:xfrm>
            <a:off x="577620" y="4353580"/>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110" name="Google Shape;13746;p81">
            <a:extLst>
              <a:ext uri="{FF2B5EF4-FFF2-40B4-BE49-F238E27FC236}">
                <a16:creationId xmlns:a16="http://schemas.microsoft.com/office/drawing/2014/main" id="{97AFADEB-88C0-9AB6-66C2-6227432D6E72}"/>
              </a:ext>
            </a:extLst>
          </p:cNvPr>
          <p:cNvGrpSpPr/>
          <p:nvPr/>
        </p:nvGrpSpPr>
        <p:grpSpPr>
          <a:xfrm>
            <a:off x="162969" y="4196627"/>
            <a:ext cx="321546" cy="316860"/>
            <a:chOff x="-5254773" y="3631325"/>
            <a:chExt cx="296948" cy="292617"/>
          </a:xfrm>
          <a:solidFill>
            <a:schemeClr val="bg1"/>
          </a:solidFill>
        </p:grpSpPr>
        <p:sp>
          <p:nvSpPr>
            <p:cNvPr id="111" name="Google Shape;13747;p81">
              <a:extLst>
                <a:ext uri="{FF2B5EF4-FFF2-40B4-BE49-F238E27FC236}">
                  <a16:creationId xmlns:a16="http://schemas.microsoft.com/office/drawing/2014/main" id="{DAA7077E-7DA0-63F0-A799-F3447AE8649C}"/>
                </a:ext>
              </a:extLst>
            </p:cNvPr>
            <p:cNvSpPr/>
            <p:nvPr/>
          </p:nvSpPr>
          <p:spPr>
            <a:xfrm>
              <a:off x="-5246894" y="3766392"/>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2" name="Google Shape;13748;p81">
              <a:extLst>
                <a:ext uri="{FF2B5EF4-FFF2-40B4-BE49-F238E27FC236}">
                  <a16:creationId xmlns:a16="http://schemas.microsoft.com/office/drawing/2014/main" id="{ED211F71-E4B3-CC49-8105-39F8A18A8982}"/>
                </a:ext>
              </a:extLst>
            </p:cNvPr>
            <p:cNvSpPr/>
            <p:nvPr/>
          </p:nvSpPr>
          <p:spPr>
            <a:xfrm>
              <a:off x="-5216169" y="3795542"/>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3" name="Google Shape;13749;p81">
              <a:extLst>
                <a:ext uri="{FF2B5EF4-FFF2-40B4-BE49-F238E27FC236}">
                  <a16:creationId xmlns:a16="http://schemas.microsoft.com/office/drawing/2014/main" id="{5DDB008D-76A8-777A-9277-095A114C8B66}"/>
                </a:ext>
              </a:extLst>
            </p:cNvPr>
            <p:cNvSpPr/>
            <p:nvPr/>
          </p:nvSpPr>
          <p:spPr>
            <a:xfrm>
              <a:off x="-5185469" y="3826241"/>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4" name="Google Shape;13750;p81">
              <a:extLst>
                <a:ext uri="{FF2B5EF4-FFF2-40B4-BE49-F238E27FC236}">
                  <a16:creationId xmlns:a16="http://schemas.microsoft.com/office/drawing/2014/main" id="{5F2115F9-7B29-4176-1EE7-308C7DC54F50}"/>
                </a:ext>
              </a:extLst>
            </p:cNvPr>
            <p:cNvSpPr/>
            <p:nvPr/>
          </p:nvSpPr>
          <p:spPr>
            <a:xfrm>
              <a:off x="-5156319" y="3856366"/>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5" name="Google Shape;13751;p81">
              <a:extLst>
                <a:ext uri="{FF2B5EF4-FFF2-40B4-BE49-F238E27FC236}">
                  <a16:creationId xmlns:a16="http://schemas.microsoft.com/office/drawing/2014/main" id="{A8A7102B-59FA-4F3F-2660-24D0ABBF32C4}"/>
                </a:ext>
              </a:extLst>
            </p:cNvPr>
            <p:cNvSpPr/>
            <p:nvPr/>
          </p:nvSpPr>
          <p:spPr>
            <a:xfrm>
              <a:off x="-5105919" y="3886517"/>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6" name="Google Shape;13752;p81">
              <a:extLst>
                <a:ext uri="{FF2B5EF4-FFF2-40B4-BE49-F238E27FC236}">
                  <a16:creationId xmlns:a16="http://schemas.microsoft.com/office/drawing/2014/main" id="{F777E1A4-20EF-630E-C32F-2A3F5077F572}"/>
                </a:ext>
              </a:extLst>
            </p:cNvPr>
            <p:cNvSpPr/>
            <p:nvPr/>
          </p:nvSpPr>
          <p:spPr>
            <a:xfrm>
              <a:off x="-5254773" y="3648042"/>
              <a:ext cx="278050" cy="248324"/>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7" name="Google Shape;13753;p81">
              <a:extLst>
                <a:ext uri="{FF2B5EF4-FFF2-40B4-BE49-F238E27FC236}">
                  <a16:creationId xmlns:a16="http://schemas.microsoft.com/office/drawing/2014/main" id="{0C97C6CD-E815-FDD7-3427-FA8DCA7540BD}"/>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grpSp>
    </p:spTree>
    <p:extLst>
      <p:ext uri="{BB962C8B-B14F-4D97-AF65-F5344CB8AC3E}">
        <p14:creationId xmlns:p14="http://schemas.microsoft.com/office/powerpoint/2010/main" val="42272834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64A49B-9525-E837-E859-58914FCF3E99}"/>
              </a:ext>
            </a:extLst>
          </p:cNvPr>
          <p:cNvSpPr>
            <a:spLocks noGrp="1"/>
          </p:cNvSpPr>
          <p:nvPr>
            <p:ph type="title"/>
          </p:nvPr>
        </p:nvSpPr>
        <p:spPr/>
        <p:txBody>
          <a:bodyPr>
            <a:normAutofit/>
          </a:bodyPr>
          <a:lstStyle/>
          <a:p>
            <a:r>
              <a:rPr lang="fr-FR" b="0">
                <a:latin typeface="Tahoma"/>
                <a:ea typeface="Tahoma"/>
                <a:cs typeface="Tahoma"/>
              </a:rPr>
              <a:t>Fiduciaire comptable 100%</a:t>
            </a:r>
            <a:endParaRPr lang="fr-FR"/>
          </a:p>
          <a:p>
            <a:r>
              <a:rPr lang="fr-FR" b="0">
                <a:latin typeface="Tahoma"/>
                <a:ea typeface="Tahoma"/>
                <a:cs typeface="Tahoma"/>
              </a:rPr>
              <a:t>spécialisée sur Odoo</a:t>
            </a:r>
            <a:endParaRPr lang="fr-FR"/>
          </a:p>
        </p:txBody>
      </p:sp>
      <p:sp>
        <p:nvSpPr>
          <p:cNvPr id="5" name="Espace réservé du numéro de diapositive 4">
            <a:extLst>
              <a:ext uri="{FF2B5EF4-FFF2-40B4-BE49-F238E27FC236}">
                <a16:creationId xmlns:a16="http://schemas.microsoft.com/office/drawing/2014/main" id="{8C5B8CEB-A72F-0295-0AF5-E52A0F0A5958}"/>
              </a:ext>
            </a:extLst>
          </p:cNvPr>
          <p:cNvSpPr>
            <a:spLocks noGrp="1"/>
          </p:cNvSpPr>
          <p:nvPr>
            <p:ph type="sldNum" sz="quarter" idx="10"/>
          </p:nvPr>
        </p:nvSpPr>
        <p:spPr/>
        <p:txBody>
          <a:bodyPr/>
          <a:lstStyle/>
          <a:p>
            <a:fld id="{11061685-6496-4975-B02C-C44B14DBF38E}" type="slidenum">
              <a:rPr lang="fr-FR" smtClean="0"/>
              <a:pPr/>
              <a:t>32</a:t>
            </a:fld>
            <a:endParaRPr lang="fr-FR"/>
          </a:p>
        </p:txBody>
      </p:sp>
      <p:sp>
        <p:nvSpPr>
          <p:cNvPr id="4" name="Espace réservé du texte 5">
            <a:extLst>
              <a:ext uri="{FF2B5EF4-FFF2-40B4-BE49-F238E27FC236}">
                <a16:creationId xmlns:a16="http://schemas.microsoft.com/office/drawing/2014/main" id="{94788560-5F25-7546-6B0E-1F88B7CB08B3}"/>
              </a:ext>
            </a:extLst>
          </p:cNvPr>
          <p:cNvSpPr>
            <a:spLocks noGrp="1"/>
          </p:cNvSpPr>
          <p:nvPr>
            <p:ph type="body" idx="1"/>
          </p:nvPr>
        </p:nvSpPr>
        <p:spPr>
          <a:xfrm>
            <a:off x="543464" y="1681163"/>
            <a:ext cx="3600000" cy="823912"/>
          </a:xfrm>
        </p:spPr>
        <p:txBody>
          <a:bodyPr anchor="t"/>
          <a:lstStyle/>
          <a:p>
            <a:r>
              <a:rPr lang="fr-FR" b="0">
                <a:latin typeface="Tahoma"/>
                <a:ea typeface="Tahoma"/>
                <a:cs typeface="Tahoma"/>
              </a:rPr>
              <a:t>Accompagnement des créateurs d'entreprise</a:t>
            </a:r>
            <a:endParaRPr lang="fr-FR"/>
          </a:p>
        </p:txBody>
      </p:sp>
      <p:sp>
        <p:nvSpPr>
          <p:cNvPr id="7" name="Espace réservé du contenu 2">
            <a:extLst>
              <a:ext uri="{FF2B5EF4-FFF2-40B4-BE49-F238E27FC236}">
                <a16:creationId xmlns:a16="http://schemas.microsoft.com/office/drawing/2014/main" id="{C6C2DED0-50E8-C82C-9E45-9F7CC272D14B}"/>
              </a:ext>
            </a:extLst>
          </p:cNvPr>
          <p:cNvSpPr>
            <a:spLocks noGrp="1"/>
          </p:cNvSpPr>
          <p:nvPr>
            <p:ph sz="half" idx="2"/>
          </p:nvPr>
        </p:nvSpPr>
        <p:spPr>
          <a:xfrm>
            <a:off x="543464" y="2484480"/>
            <a:ext cx="3600000" cy="3395962"/>
          </a:xfrm>
        </p:spPr>
        <p:txBody>
          <a:bodyPr vert="horz" lIns="91440" tIns="45720" rIns="91440" bIns="45720" rtlCol="0" anchor="t">
            <a:normAutofit/>
          </a:bodyPr>
          <a:lstStyle/>
          <a:p>
            <a:pPr marL="0" indent="0">
              <a:buNone/>
            </a:pPr>
            <a:r>
              <a:rPr lang="fr-FR" sz="2000">
                <a:latin typeface="Tahoma"/>
                <a:ea typeface="Tahoma"/>
                <a:cs typeface="Tahoma"/>
              </a:rPr>
              <a:t>Nous accompagnons les créateurs et repreneurs d’entreprise au Luxembourg.</a:t>
            </a:r>
            <a:endParaRPr lang="fr-FR">
              <a:latin typeface="Tahoma"/>
              <a:ea typeface="Tahoma"/>
              <a:cs typeface="Tahoma"/>
            </a:endParaRPr>
          </a:p>
          <a:p>
            <a:pPr marL="0" indent="0">
              <a:buNone/>
            </a:pPr>
            <a:r>
              <a:rPr lang="fr-FR" sz="2000">
                <a:latin typeface="Tahoma"/>
                <a:ea typeface="Tahoma"/>
                <a:cs typeface="Tahoma"/>
              </a:rPr>
              <a:t>Nos équipes spécialisées leur apportent une écoute, un diagnostic et des conseils pour mieux comprendre les rouages de la création d’activité, tester la viabilité de leur projet et préparer le meilleur montage financier.</a:t>
            </a:r>
            <a:endParaRPr lang="fr-FR"/>
          </a:p>
        </p:txBody>
      </p:sp>
      <p:sp>
        <p:nvSpPr>
          <p:cNvPr id="9" name="Espace réservé du texte 6">
            <a:extLst>
              <a:ext uri="{FF2B5EF4-FFF2-40B4-BE49-F238E27FC236}">
                <a16:creationId xmlns:a16="http://schemas.microsoft.com/office/drawing/2014/main" id="{E303D853-FB34-57C6-9A9D-68986A68A49B}"/>
              </a:ext>
            </a:extLst>
          </p:cNvPr>
          <p:cNvSpPr>
            <a:spLocks noGrp="1"/>
          </p:cNvSpPr>
          <p:nvPr>
            <p:ph type="body" sz="quarter" idx="3"/>
          </p:nvPr>
        </p:nvSpPr>
        <p:spPr>
          <a:xfrm>
            <a:off x="4372514" y="1876811"/>
            <a:ext cx="3600000" cy="607670"/>
          </a:xfrm>
        </p:spPr>
        <p:txBody>
          <a:bodyPr anchor="t"/>
          <a:lstStyle/>
          <a:p>
            <a:pPr algn="ctr"/>
            <a:r>
              <a:rPr lang="fr-FR" b="0">
                <a:latin typeface="Tahoma"/>
                <a:ea typeface="Tahoma"/>
                <a:cs typeface="Tahoma"/>
              </a:rPr>
              <a:t>Comptabilité</a:t>
            </a:r>
            <a:endParaRPr lang="fr-FR"/>
          </a:p>
        </p:txBody>
      </p:sp>
      <p:sp>
        <p:nvSpPr>
          <p:cNvPr id="11" name="Espace réservé du contenu 7">
            <a:extLst>
              <a:ext uri="{FF2B5EF4-FFF2-40B4-BE49-F238E27FC236}">
                <a16:creationId xmlns:a16="http://schemas.microsoft.com/office/drawing/2014/main" id="{8A301304-2469-A94E-B096-E5957C4402C2}"/>
              </a:ext>
            </a:extLst>
          </p:cNvPr>
          <p:cNvSpPr>
            <a:spLocks noGrp="1"/>
          </p:cNvSpPr>
          <p:nvPr>
            <p:ph sz="quarter" idx="4"/>
          </p:nvPr>
        </p:nvSpPr>
        <p:spPr>
          <a:xfrm>
            <a:off x="4372514" y="2505074"/>
            <a:ext cx="3600000" cy="3921125"/>
          </a:xfrm>
        </p:spPr>
        <p:txBody>
          <a:bodyPr vert="horz" lIns="91440" tIns="45720" rIns="91440" bIns="45720" rtlCol="0" anchor="t">
            <a:normAutofit/>
          </a:bodyPr>
          <a:lstStyle/>
          <a:p>
            <a:pPr marL="0" indent="0">
              <a:buNone/>
            </a:pPr>
            <a:r>
              <a:rPr lang="fr-FR" sz="2000">
                <a:latin typeface="Tahoma"/>
                <a:ea typeface="Tahoma"/>
                <a:cs typeface="Tahoma"/>
              </a:rPr>
              <a:t>La comptabilité est au cœur de notre métier et nous menons nos missions avec la volonté de clarifier vos chiffres pour vous aider à prendre les bonnes décisions.</a:t>
            </a:r>
            <a:endParaRPr lang="fr-FR"/>
          </a:p>
          <a:p>
            <a:pPr marL="0" indent="0">
              <a:buNone/>
            </a:pPr>
            <a:r>
              <a:rPr lang="fr-FR" sz="2000">
                <a:latin typeface="Tahoma"/>
                <a:ea typeface="Tahoma"/>
                <a:cs typeface="Tahoma"/>
              </a:rPr>
              <a:t>Économisez du temps et gagnez en tranquillité d’esprit dans la gestion de votre comptabilité en nous confiant votre gestion comptable.</a:t>
            </a:r>
            <a:endParaRPr lang="fr-FR"/>
          </a:p>
          <a:p>
            <a:endParaRPr lang="fr-FR"/>
          </a:p>
          <a:p>
            <a:endParaRPr lang="fr-FR" sz="2000"/>
          </a:p>
        </p:txBody>
      </p:sp>
      <p:sp>
        <p:nvSpPr>
          <p:cNvPr id="17" name="Espace réservé du texte 6">
            <a:extLst>
              <a:ext uri="{FF2B5EF4-FFF2-40B4-BE49-F238E27FC236}">
                <a16:creationId xmlns:a16="http://schemas.microsoft.com/office/drawing/2014/main" id="{E69508C9-1D7D-49ED-2406-D690DD659C0E}"/>
              </a:ext>
            </a:extLst>
          </p:cNvPr>
          <p:cNvSpPr txBox="1">
            <a:spLocks/>
          </p:cNvSpPr>
          <p:nvPr/>
        </p:nvSpPr>
        <p:spPr>
          <a:xfrm>
            <a:off x="8159860" y="1709994"/>
            <a:ext cx="3898621" cy="772427"/>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Clr>
                <a:schemeClr val="accent1"/>
              </a:buClr>
              <a:buFont typeface="Tahoma" panose="020B0604030504040204" pitchFamily="34" charset="0"/>
              <a:buNone/>
              <a:defRPr sz="2400" b="1" kern="1200">
                <a:solidFill>
                  <a:srgbClr val="BA131A"/>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Clr>
                <a:schemeClr val="accent1"/>
              </a:buClr>
              <a:buFont typeface="Tahoma" panose="020B0604030504040204" pitchFamily="34" charset="0"/>
              <a:buNone/>
              <a:defRPr sz="2000" b="1"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Clr>
                <a:schemeClr val="accent1"/>
              </a:buClr>
              <a:buFont typeface="Tahoma" panose="020B0604030504040204" pitchFamily="34" charset="0"/>
              <a:buNone/>
              <a:defRPr sz="1800" b="1"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Clr>
                <a:schemeClr val="accent1"/>
              </a:buClr>
              <a:buFont typeface="Tahoma" panose="020B0604030504040204" pitchFamily="34" charset="0"/>
              <a:buNone/>
              <a:defRPr sz="1600" b="1"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Clr>
                <a:schemeClr val="accent1"/>
              </a:buClr>
              <a:buFont typeface="Tahoma" panose="020B0604030504040204" pitchFamily="34" charset="0"/>
              <a:buNone/>
              <a:defRPr sz="1600" b="1"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b="0">
                <a:latin typeface="Tahoma"/>
                <a:ea typeface="Tahoma"/>
                <a:cs typeface="Tahoma"/>
              </a:rPr>
              <a:t>Gestion de la paie et des ressources humaines</a:t>
            </a:r>
            <a:endParaRPr lang="fr-FR"/>
          </a:p>
          <a:p>
            <a:endParaRPr lang="fr-FR">
              <a:latin typeface="Tahoma"/>
              <a:ea typeface="Tahoma"/>
              <a:cs typeface="Tahoma"/>
            </a:endParaRPr>
          </a:p>
        </p:txBody>
      </p:sp>
      <p:sp>
        <p:nvSpPr>
          <p:cNvPr id="20" name="Espace réservé du contenu 7">
            <a:extLst>
              <a:ext uri="{FF2B5EF4-FFF2-40B4-BE49-F238E27FC236}">
                <a16:creationId xmlns:a16="http://schemas.microsoft.com/office/drawing/2014/main" id="{E7EAA6CD-E9E4-D617-5E6B-3D75475488EB}"/>
              </a:ext>
            </a:extLst>
          </p:cNvPr>
          <p:cNvSpPr txBox="1">
            <a:spLocks/>
          </p:cNvSpPr>
          <p:nvPr/>
        </p:nvSpPr>
        <p:spPr>
          <a:xfrm>
            <a:off x="8334914" y="2482420"/>
            <a:ext cx="3600000" cy="392112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1"/>
              </a:buClr>
              <a:buFont typeface="Tahoma" panose="020B060403050404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chemeClr val="accent1"/>
              </a:buClr>
              <a:buFont typeface="Tahoma" panose="020B060403050404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chemeClr val="accent1"/>
              </a:buClr>
              <a:buFont typeface="Tahoma" panose="020B060403050404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chemeClr val="accent1"/>
              </a:buClr>
              <a:buFont typeface="Tahoma" panose="020B060403050404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chemeClr val="accent1"/>
              </a:buClr>
              <a:buFont typeface="Tahoma" panose="020B060403050404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a:latin typeface="Tahoma"/>
                <a:ea typeface="Tahoma"/>
                <a:cs typeface="Tahoma"/>
              </a:rPr>
              <a:t>Le cabinet Leonard propose un ensemble de services dédiés au traitement de la paie et des obligations légales des entreprises au Luxembourg.</a:t>
            </a:r>
            <a:endParaRPr lang="fr-FR">
              <a:latin typeface="Tahoma"/>
              <a:ea typeface="Tahoma"/>
              <a:cs typeface="Tahoma"/>
            </a:endParaRPr>
          </a:p>
          <a:p>
            <a:pPr marL="0" indent="0">
              <a:buNone/>
            </a:pPr>
            <a:r>
              <a:rPr lang="fr-FR" sz="2000">
                <a:latin typeface="Tahoma"/>
                <a:ea typeface="Tahoma"/>
                <a:cs typeface="Tahoma"/>
              </a:rPr>
              <a:t>En mode gestion interne ou en mode externalisé, son logiciel Saas garantit gains de productivité, facilité d’utilisation et fiabilité.</a:t>
            </a:r>
            <a:endParaRPr lang="fr-FR"/>
          </a:p>
        </p:txBody>
      </p:sp>
      <p:pic>
        <p:nvPicPr>
          <p:cNvPr id="21" name="Image 20" descr="Une image contenant texte, Police, Graphique, logo&#10;&#10;Le contenu généré par l’IA peut être incorrect.">
            <a:extLst>
              <a:ext uri="{FF2B5EF4-FFF2-40B4-BE49-F238E27FC236}">
                <a16:creationId xmlns:a16="http://schemas.microsoft.com/office/drawing/2014/main" id="{2200D51D-D853-8D16-DA67-BAC76603793D}"/>
              </a:ext>
            </a:extLst>
          </p:cNvPr>
          <p:cNvPicPr>
            <a:picLocks noChangeAspect="1"/>
          </p:cNvPicPr>
          <p:nvPr/>
        </p:nvPicPr>
        <p:blipFill>
          <a:blip r:embed="rId2"/>
          <a:stretch>
            <a:fillRect/>
          </a:stretch>
        </p:blipFill>
        <p:spPr>
          <a:xfrm>
            <a:off x="9327292" y="126327"/>
            <a:ext cx="2743200" cy="941832"/>
          </a:xfrm>
          <a:prstGeom prst="rect">
            <a:avLst/>
          </a:prstGeom>
        </p:spPr>
      </p:pic>
    </p:spTree>
    <p:extLst>
      <p:ext uri="{BB962C8B-B14F-4D97-AF65-F5344CB8AC3E}">
        <p14:creationId xmlns:p14="http://schemas.microsoft.com/office/powerpoint/2010/main" val="414112659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70D32-4252-5BC4-1374-AD931B648660}"/>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94F72D51-A8F0-27B6-06B4-84EA25F0A689}"/>
              </a:ext>
            </a:extLst>
          </p:cNvPr>
          <p:cNvSpPr>
            <a:spLocks noGrp="1"/>
          </p:cNvSpPr>
          <p:nvPr>
            <p:ph type="ctrTitle"/>
          </p:nvPr>
        </p:nvSpPr>
        <p:spPr>
          <a:xfrm>
            <a:off x="215900" y="1898650"/>
            <a:ext cx="5880100" cy="3060700"/>
          </a:xfrm>
        </p:spPr>
        <p:txBody>
          <a:bodyPr anchor="ctr">
            <a:normAutofit/>
          </a:bodyPr>
          <a:lstStyle/>
          <a:p>
            <a:r>
              <a:rPr lang="fr-FR" sz="6000" noProof="0" dirty="0">
                <a:latin typeface="+mj-lt"/>
              </a:rPr>
              <a:t>APPROCHE BUDGÉTAIRE</a:t>
            </a:r>
          </a:p>
        </p:txBody>
      </p:sp>
      <p:pic>
        <p:nvPicPr>
          <p:cNvPr id="7" name="Espace réservé du contenu 6">
            <a:extLst>
              <a:ext uri="{FF2B5EF4-FFF2-40B4-BE49-F238E27FC236}">
                <a16:creationId xmlns:a16="http://schemas.microsoft.com/office/drawing/2014/main" id="{D261C24A-F94C-C02A-CEB2-A3BC6F7C60B0}"/>
              </a:ext>
            </a:extLst>
          </p:cNvPr>
          <p:cNvPicPr>
            <a:picLocks noGrp="1" noChangeAspect="1"/>
          </p:cNvPicPr>
          <p:nvPr>
            <p:ph sz="quarter" idx="11"/>
          </p:nvPr>
        </p:nvPicPr>
        <p:blipFill>
          <a:blip>
            <a:extLst>
              <a:ext uri="{96DAC541-7B7A-43D3-8B79-37D633B846F1}">
                <asvg:svgBlip xmlns:asvg="http://schemas.microsoft.com/office/drawing/2016/SVG/main" r:embed="rId3"/>
              </a:ext>
            </a:extLst>
          </a:blip>
          <a:stretch/>
        </p:blipFill>
        <p:spPr>
          <a:xfrm>
            <a:off x="6096000" y="1347787"/>
            <a:ext cx="4160838" cy="4160838"/>
          </a:xfrm>
          <a:prstGeom prst="rect">
            <a:avLst/>
          </a:prstGeom>
        </p:spPr>
      </p:pic>
      <p:sp>
        <p:nvSpPr>
          <p:cNvPr id="2" name="Espace réservé du numéro de diapositive 1">
            <a:extLst>
              <a:ext uri="{FF2B5EF4-FFF2-40B4-BE49-F238E27FC236}">
                <a16:creationId xmlns:a16="http://schemas.microsoft.com/office/drawing/2014/main" id="{3CFDC36C-68E4-379C-E69D-3482DD28B9E4}"/>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bg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33</a:t>
            </a:fld>
            <a:endParaRPr lang="fr-FR" noProof="0" dirty="0"/>
          </a:p>
        </p:txBody>
      </p:sp>
    </p:spTree>
    <p:extLst>
      <p:ext uri="{BB962C8B-B14F-4D97-AF65-F5344CB8AC3E}">
        <p14:creationId xmlns:p14="http://schemas.microsoft.com/office/powerpoint/2010/main" val="12424056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03C810-CF3F-4C1B-4964-75D1EB9CA874}"/>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40A23455-A8C2-390F-ECDD-916EF5F1836B}"/>
              </a:ext>
            </a:extLst>
          </p:cNvPr>
          <p:cNvSpPr>
            <a:spLocks noGrp="1"/>
          </p:cNvSpPr>
          <p:nvPr>
            <p:ph type="body" sz="quarter" idx="13"/>
          </p:nvPr>
        </p:nvSpPr>
        <p:spPr>
          <a:xfrm>
            <a:off x="1824212" y="4613046"/>
            <a:ext cx="2472755" cy="707922"/>
          </a:xfrm>
        </p:spPr>
        <p:txBody>
          <a:bodyPr anchor="ctr">
            <a:noAutofit/>
          </a:bodyPr>
          <a:lstStyle/>
          <a:p>
            <a:pPr lvl="0">
              <a:lnSpc>
                <a:spcPct val="100000"/>
              </a:lnSpc>
              <a:spcBef>
                <a:spcPts val="0"/>
              </a:spcBef>
              <a:defRPr/>
            </a:pPr>
            <a:r>
              <a:rPr lang="fr-FR" b="1" noProof="0" dirty="0">
                <a:solidFill>
                  <a:srgbClr val="212529"/>
                </a:solidFill>
                <a:latin typeface="+mn-lt"/>
              </a:rPr>
              <a:t>LOCAL</a:t>
            </a:r>
          </a:p>
        </p:txBody>
      </p:sp>
      <p:sp>
        <p:nvSpPr>
          <p:cNvPr id="10" name="Espace réservé du texte 9">
            <a:extLst>
              <a:ext uri="{FF2B5EF4-FFF2-40B4-BE49-F238E27FC236}">
                <a16:creationId xmlns:a16="http://schemas.microsoft.com/office/drawing/2014/main" id="{F7263ECA-8C7C-92FD-0ED0-E76922A354B2}"/>
              </a:ext>
            </a:extLst>
          </p:cNvPr>
          <p:cNvSpPr>
            <a:spLocks noGrp="1"/>
          </p:cNvSpPr>
          <p:nvPr>
            <p:ph type="body" sz="quarter" idx="14"/>
          </p:nvPr>
        </p:nvSpPr>
        <p:spPr>
          <a:xfrm>
            <a:off x="4870796" y="4609569"/>
            <a:ext cx="2472756" cy="707922"/>
          </a:xfrm>
        </p:spPr>
        <p:txBody>
          <a:bodyPr anchor="ctr">
            <a:normAutofit/>
          </a:bodyPr>
          <a:lstStyle/>
          <a:p>
            <a:pPr lvl="0">
              <a:lnSpc>
                <a:spcPct val="100000"/>
              </a:lnSpc>
              <a:spcBef>
                <a:spcPts val="0"/>
              </a:spcBef>
              <a:defRPr/>
            </a:pPr>
            <a:r>
              <a:rPr lang="fr-FR" b="1" noProof="0" dirty="0">
                <a:solidFill>
                  <a:srgbClr val="212529"/>
                </a:solidFill>
                <a:latin typeface="+mn-lt"/>
              </a:rPr>
              <a:t>HYBRIDE</a:t>
            </a:r>
          </a:p>
        </p:txBody>
      </p:sp>
      <p:sp>
        <p:nvSpPr>
          <p:cNvPr id="11" name="Espace réservé du texte 10">
            <a:extLst>
              <a:ext uri="{FF2B5EF4-FFF2-40B4-BE49-F238E27FC236}">
                <a16:creationId xmlns:a16="http://schemas.microsoft.com/office/drawing/2014/main" id="{456F4FC8-0F32-665D-AB6E-5D3BCDB7A8F5}"/>
              </a:ext>
            </a:extLst>
          </p:cNvPr>
          <p:cNvSpPr>
            <a:spLocks noGrp="1"/>
          </p:cNvSpPr>
          <p:nvPr>
            <p:ph type="body" sz="quarter" idx="15"/>
          </p:nvPr>
        </p:nvSpPr>
        <p:spPr>
          <a:xfrm>
            <a:off x="7917381" y="4609569"/>
            <a:ext cx="2453237" cy="707922"/>
          </a:xfrm>
        </p:spPr>
        <p:txBody>
          <a:bodyPr anchor="ctr">
            <a:noAutofit/>
          </a:bodyPr>
          <a:lstStyle/>
          <a:p>
            <a:pPr lvl="0">
              <a:lnSpc>
                <a:spcPct val="100000"/>
              </a:lnSpc>
              <a:spcBef>
                <a:spcPts val="0"/>
              </a:spcBef>
              <a:defRPr/>
            </a:pPr>
            <a:r>
              <a:rPr lang="fr-FR" b="1" noProof="0" dirty="0">
                <a:solidFill>
                  <a:srgbClr val="212529"/>
                </a:solidFill>
                <a:latin typeface="+mn-lt"/>
              </a:rPr>
              <a:t>OFFSHORE</a:t>
            </a:r>
          </a:p>
        </p:txBody>
      </p:sp>
      <p:sp>
        <p:nvSpPr>
          <p:cNvPr id="5" name="Titre 4">
            <a:extLst>
              <a:ext uri="{FF2B5EF4-FFF2-40B4-BE49-F238E27FC236}">
                <a16:creationId xmlns:a16="http://schemas.microsoft.com/office/drawing/2014/main" id="{86D5C3F8-ABF3-DF02-7FEC-D7D234140415}"/>
              </a:ext>
            </a:extLst>
          </p:cNvPr>
          <p:cNvSpPr>
            <a:spLocks noGrp="1"/>
          </p:cNvSpPr>
          <p:nvPr>
            <p:ph type="title"/>
          </p:nvPr>
        </p:nvSpPr>
        <p:spPr/>
        <p:txBody>
          <a:bodyPr/>
          <a:lstStyle/>
          <a:p>
            <a:r>
              <a:rPr lang="fr-FR" noProof="0" dirty="0">
                <a:latin typeface="+mj-lt"/>
              </a:rPr>
              <a:t>NOS MODES DE PROJETS</a:t>
            </a:r>
            <a:br>
              <a:rPr lang="fr-FR" noProof="0" dirty="0">
                <a:latin typeface="+mj-lt"/>
              </a:rPr>
            </a:br>
            <a:r>
              <a:rPr lang="fr-FR" b="0" noProof="0" dirty="0">
                <a:latin typeface="+mj-lt"/>
              </a:rPr>
              <a:t>LOCAL, HYBRIDE OU OFFSHORE</a:t>
            </a:r>
            <a:endParaRPr lang="fr-FR" noProof="0" dirty="0">
              <a:latin typeface="+mj-lt"/>
            </a:endParaRPr>
          </a:p>
        </p:txBody>
      </p:sp>
      <p:grpSp>
        <p:nvGrpSpPr>
          <p:cNvPr id="4" name="Google Shape;10649;p75">
            <a:extLst>
              <a:ext uri="{FF2B5EF4-FFF2-40B4-BE49-F238E27FC236}">
                <a16:creationId xmlns:a16="http://schemas.microsoft.com/office/drawing/2014/main" id="{EF757227-C28B-86B8-8200-20EB9676C31E}"/>
              </a:ext>
            </a:extLst>
          </p:cNvPr>
          <p:cNvGrpSpPr/>
          <p:nvPr/>
        </p:nvGrpSpPr>
        <p:grpSpPr>
          <a:xfrm>
            <a:off x="2797474" y="3372863"/>
            <a:ext cx="501052" cy="570090"/>
            <a:chOff x="1529350" y="258825"/>
            <a:chExt cx="423475" cy="481825"/>
          </a:xfrm>
          <a:solidFill>
            <a:schemeClr val="bg1"/>
          </a:solidFill>
        </p:grpSpPr>
        <p:sp>
          <p:nvSpPr>
            <p:cNvPr id="12" name="Google Shape;10650;p75">
              <a:extLst>
                <a:ext uri="{FF2B5EF4-FFF2-40B4-BE49-F238E27FC236}">
                  <a16:creationId xmlns:a16="http://schemas.microsoft.com/office/drawing/2014/main" id="{32BBAD0E-C7A0-C5BD-5675-510E080D6E14}"/>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13" name="Google Shape;10651;p75">
              <a:extLst>
                <a:ext uri="{FF2B5EF4-FFF2-40B4-BE49-F238E27FC236}">
                  <a16:creationId xmlns:a16="http://schemas.microsoft.com/office/drawing/2014/main" id="{05B70FCD-1558-1CCA-65A3-FCA3AFAE46A6}"/>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sp>
        <p:nvSpPr>
          <p:cNvPr id="14" name="Ellipse 13">
            <a:extLst>
              <a:ext uri="{FF2B5EF4-FFF2-40B4-BE49-F238E27FC236}">
                <a16:creationId xmlns:a16="http://schemas.microsoft.com/office/drawing/2014/main" id="{47C4BEFA-2617-CF87-8E39-BF5E4AE92346}"/>
              </a:ext>
            </a:extLst>
          </p:cNvPr>
          <p:cNvSpPr/>
          <p:nvPr/>
        </p:nvSpPr>
        <p:spPr>
          <a:xfrm>
            <a:off x="2539936" y="3149844"/>
            <a:ext cx="1016128" cy="101612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n>
                <a:solidFill>
                  <a:schemeClr val="bg1"/>
                </a:solidFill>
              </a:ln>
            </a:endParaRPr>
          </a:p>
        </p:txBody>
      </p:sp>
      <p:grpSp>
        <p:nvGrpSpPr>
          <p:cNvPr id="27" name="Groupe 26">
            <a:extLst>
              <a:ext uri="{FF2B5EF4-FFF2-40B4-BE49-F238E27FC236}">
                <a16:creationId xmlns:a16="http://schemas.microsoft.com/office/drawing/2014/main" id="{C665EFA0-95B7-155F-5EF3-7601B9329D47}"/>
              </a:ext>
            </a:extLst>
          </p:cNvPr>
          <p:cNvGrpSpPr/>
          <p:nvPr/>
        </p:nvGrpSpPr>
        <p:grpSpPr>
          <a:xfrm>
            <a:off x="5466016" y="3044198"/>
            <a:ext cx="769604" cy="769604"/>
            <a:chOff x="5587936" y="3173349"/>
            <a:chExt cx="1016128" cy="1016128"/>
          </a:xfrm>
        </p:grpSpPr>
        <p:grpSp>
          <p:nvGrpSpPr>
            <p:cNvPr id="23" name="Google Shape;10649;p75">
              <a:extLst>
                <a:ext uri="{FF2B5EF4-FFF2-40B4-BE49-F238E27FC236}">
                  <a16:creationId xmlns:a16="http://schemas.microsoft.com/office/drawing/2014/main" id="{E8256084-5EA7-E982-005A-E30201D47539}"/>
                </a:ext>
              </a:extLst>
            </p:cNvPr>
            <p:cNvGrpSpPr/>
            <p:nvPr/>
          </p:nvGrpSpPr>
          <p:grpSpPr>
            <a:xfrm>
              <a:off x="5845474" y="3396368"/>
              <a:ext cx="501052" cy="570090"/>
              <a:chOff x="1529350" y="258825"/>
              <a:chExt cx="423475" cy="481825"/>
            </a:xfrm>
            <a:solidFill>
              <a:schemeClr val="bg1"/>
            </a:solidFill>
          </p:grpSpPr>
          <p:sp>
            <p:nvSpPr>
              <p:cNvPr id="24" name="Google Shape;10650;p75">
                <a:extLst>
                  <a:ext uri="{FF2B5EF4-FFF2-40B4-BE49-F238E27FC236}">
                    <a16:creationId xmlns:a16="http://schemas.microsoft.com/office/drawing/2014/main" id="{1A872FBB-0727-7375-7448-1932C8ECA662}"/>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25" name="Google Shape;10651;p75">
                <a:extLst>
                  <a:ext uri="{FF2B5EF4-FFF2-40B4-BE49-F238E27FC236}">
                    <a16:creationId xmlns:a16="http://schemas.microsoft.com/office/drawing/2014/main" id="{16C4C20C-CEC2-B497-3B48-502D6E026855}"/>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sp>
          <p:nvSpPr>
            <p:cNvPr id="26" name="Ellipse 25">
              <a:extLst>
                <a:ext uri="{FF2B5EF4-FFF2-40B4-BE49-F238E27FC236}">
                  <a16:creationId xmlns:a16="http://schemas.microsoft.com/office/drawing/2014/main" id="{4AB6B9F3-E82C-7AA1-D2D6-090D074E1DA6}"/>
                </a:ext>
              </a:extLst>
            </p:cNvPr>
            <p:cNvSpPr/>
            <p:nvPr/>
          </p:nvSpPr>
          <p:spPr>
            <a:xfrm>
              <a:off x="5587936" y="3173349"/>
              <a:ext cx="1016128" cy="101612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n>
                  <a:solidFill>
                    <a:schemeClr val="bg1"/>
                  </a:solidFill>
                </a:ln>
              </a:endParaRPr>
            </a:p>
          </p:txBody>
        </p:sp>
      </p:grpSp>
      <p:grpSp>
        <p:nvGrpSpPr>
          <p:cNvPr id="32" name="Google Shape;10649;p75">
            <a:extLst>
              <a:ext uri="{FF2B5EF4-FFF2-40B4-BE49-F238E27FC236}">
                <a16:creationId xmlns:a16="http://schemas.microsoft.com/office/drawing/2014/main" id="{4E5CFAC8-610D-ECDC-1F91-E9620600453A}"/>
              </a:ext>
            </a:extLst>
          </p:cNvPr>
          <p:cNvGrpSpPr/>
          <p:nvPr/>
        </p:nvGrpSpPr>
        <p:grpSpPr>
          <a:xfrm>
            <a:off x="6185100" y="3767853"/>
            <a:ext cx="379491" cy="431780"/>
            <a:chOff x="1529350" y="258825"/>
            <a:chExt cx="423475" cy="481825"/>
          </a:xfrm>
          <a:solidFill>
            <a:schemeClr val="bg1"/>
          </a:solidFill>
        </p:grpSpPr>
        <p:sp>
          <p:nvSpPr>
            <p:cNvPr id="34" name="Google Shape;10650;p75">
              <a:extLst>
                <a:ext uri="{FF2B5EF4-FFF2-40B4-BE49-F238E27FC236}">
                  <a16:creationId xmlns:a16="http://schemas.microsoft.com/office/drawing/2014/main" id="{4DF554E9-9626-FEF6-14AE-087761EFEE80}"/>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35" name="Google Shape;10651;p75">
              <a:extLst>
                <a:ext uri="{FF2B5EF4-FFF2-40B4-BE49-F238E27FC236}">
                  <a16:creationId xmlns:a16="http://schemas.microsoft.com/office/drawing/2014/main" id="{57AFB37F-18D5-6148-B583-21C99EB07A79}"/>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sp>
        <p:nvSpPr>
          <p:cNvPr id="38" name="Ellipse 37">
            <a:extLst>
              <a:ext uri="{FF2B5EF4-FFF2-40B4-BE49-F238E27FC236}">
                <a16:creationId xmlns:a16="http://schemas.microsoft.com/office/drawing/2014/main" id="{DC07EC1C-D7D6-FDDA-B330-739A41E0F6FC}"/>
              </a:ext>
            </a:extLst>
          </p:cNvPr>
          <p:cNvSpPr/>
          <p:nvPr/>
        </p:nvSpPr>
        <p:spPr>
          <a:xfrm>
            <a:off x="8474610" y="3061739"/>
            <a:ext cx="769604" cy="76960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n>
                <a:solidFill>
                  <a:schemeClr val="bg1"/>
                </a:solidFill>
              </a:ln>
            </a:endParaRPr>
          </a:p>
        </p:txBody>
      </p:sp>
      <p:grpSp>
        <p:nvGrpSpPr>
          <p:cNvPr id="41" name="Google Shape;10649;p75">
            <a:extLst>
              <a:ext uri="{FF2B5EF4-FFF2-40B4-BE49-F238E27FC236}">
                <a16:creationId xmlns:a16="http://schemas.microsoft.com/office/drawing/2014/main" id="{F951C2F9-9732-7AB3-6617-28598A8B3AF9}"/>
              </a:ext>
            </a:extLst>
          </p:cNvPr>
          <p:cNvGrpSpPr/>
          <p:nvPr/>
        </p:nvGrpSpPr>
        <p:grpSpPr>
          <a:xfrm>
            <a:off x="9193694" y="3785394"/>
            <a:ext cx="379491" cy="431780"/>
            <a:chOff x="1529350" y="258825"/>
            <a:chExt cx="423475" cy="481825"/>
          </a:xfrm>
          <a:solidFill>
            <a:schemeClr val="bg1"/>
          </a:solidFill>
        </p:grpSpPr>
        <p:sp>
          <p:nvSpPr>
            <p:cNvPr id="42" name="Google Shape;10650;p75">
              <a:extLst>
                <a:ext uri="{FF2B5EF4-FFF2-40B4-BE49-F238E27FC236}">
                  <a16:creationId xmlns:a16="http://schemas.microsoft.com/office/drawing/2014/main" id="{EE581DC8-51F1-352C-5239-AB6195F105E7}"/>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43" name="Google Shape;10651;p75">
              <a:extLst>
                <a:ext uri="{FF2B5EF4-FFF2-40B4-BE49-F238E27FC236}">
                  <a16:creationId xmlns:a16="http://schemas.microsoft.com/office/drawing/2014/main" id="{BFEB2BDE-CC74-7A8E-5CEC-5814B6B71FC0}"/>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sp>
        <p:nvSpPr>
          <p:cNvPr id="2" name="Espace réservé du numéro de diapositive 1">
            <a:extLst>
              <a:ext uri="{FF2B5EF4-FFF2-40B4-BE49-F238E27FC236}">
                <a16:creationId xmlns:a16="http://schemas.microsoft.com/office/drawing/2014/main" id="{ECE4D790-5186-E918-722F-B9D490B7081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34</a:t>
            </a:fld>
            <a:endParaRPr lang="fr-FR" noProof="0" dirty="0"/>
          </a:p>
        </p:txBody>
      </p:sp>
    </p:spTree>
    <p:extLst>
      <p:ext uri="{BB962C8B-B14F-4D97-AF65-F5344CB8AC3E}">
        <p14:creationId xmlns:p14="http://schemas.microsoft.com/office/powerpoint/2010/main" val="4223141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7C32F396-0A8F-ED8E-BE48-6B551A79A37E}"/>
              </a:ext>
            </a:extLst>
          </p:cNvPr>
          <p:cNvSpPr>
            <a:spLocks noGrp="1"/>
          </p:cNvSpPr>
          <p:nvPr>
            <p:ph type="body" sz="quarter" idx="14"/>
          </p:nvPr>
        </p:nvSpPr>
        <p:spPr>
          <a:xfrm>
            <a:off x="808176" y="4575275"/>
            <a:ext cx="1896833" cy="480483"/>
          </a:xfrm>
        </p:spPr>
        <p:txBody>
          <a:bodyPr anchor="ctr">
            <a:normAutofit/>
          </a:bodyPr>
          <a:lstStyle/>
          <a:p>
            <a:r>
              <a:rPr lang="fr-FR" sz="1400" b="1" noProof="0" dirty="0"/>
              <a:t>Analyse</a:t>
            </a:r>
          </a:p>
        </p:txBody>
      </p:sp>
      <p:sp>
        <p:nvSpPr>
          <p:cNvPr id="12" name="Espace réservé du texte 11">
            <a:extLst>
              <a:ext uri="{FF2B5EF4-FFF2-40B4-BE49-F238E27FC236}">
                <a16:creationId xmlns:a16="http://schemas.microsoft.com/office/drawing/2014/main" id="{32BE3B57-20A5-D0A9-BE56-3BF8423BD0BA}"/>
              </a:ext>
            </a:extLst>
          </p:cNvPr>
          <p:cNvSpPr>
            <a:spLocks noGrp="1"/>
          </p:cNvSpPr>
          <p:nvPr>
            <p:ph type="body" sz="quarter" idx="15"/>
          </p:nvPr>
        </p:nvSpPr>
        <p:spPr>
          <a:xfrm>
            <a:off x="3464895" y="4462047"/>
            <a:ext cx="2386348" cy="706939"/>
          </a:xfrm>
        </p:spPr>
        <p:txBody>
          <a:bodyPr anchor="ctr">
            <a:normAutofit/>
          </a:bodyPr>
          <a:lstStyle/>
          <a:p>
            <a:r>
              <a:rPr lang="fr-FR" sz="1400" b="1" noProof="0" dirty="0"/>
              <a:t>Licences et hébergement</a:t>
            </a:r>
          </a:p>
          <a:p>
            <a:r>
              <a:rPr lang="fr-FR" sz="1300" i="1" noProof="0" dirty="0"/>
              <a:t>/an, Facturé par Odoo</a:t>
            </a:r>
          </a:p>
        </p:txBody>
      </p:sp>
      <p:sp>
        <p:nvSpPr>
          <p:cNvPr id="13" name="Espace réservé du texte 12">
            <a:extLst>
              <a:ext uri="{FF2B5EF4-FFF2-40B4-BE49-F238E27FC236}">
                <a16:creationId xmlns:a16="http://schemas.microsoft.com/office/drawing/2014/main" id="{D8BBD250-A7A5-D022-F675-83676AC29E6B}"/>
              </a:ext>
            </a:extLst>
          </p:cNvPr>
          <p:cNvSpPr>
            <a:spLocks noGrp="1"/>
          </p:cNvSpPr>
          <p:nvPr>
            <p:ph type="body" sz="quarter" idx="16"/>
          </p:nvPr>
        </p:nvSpPr>
        <p:spPr>
          <a:xfrm>
            <a:off x="9484236" y="4575275"/>
            <a:ext cx="1881861" cy="480483"/>
          </a:xfrm>
        </p:spPr>
        <p:txBody>
          <a:bodyPr anchor="ctr">
            <a:normAutofit/>
          </a:bodyPr>
          <a:lstStyle/>
          <a:p>
            <a:r>
              <a:rPr lang="fr-FR" sz="1400" b="1" noProof="0" dirty="0"/>
              <a:t>Achats de modules supplémentaires</a:t>
            </a:r>
          </a:p>
        </p:txBody>
      </p:sp>
      <p:sp>
        <p:nvSpPr>
          <p:cNvPr id="15" name="Espace réservé du texte 14">
            <a:extLst>
              <a:ext uri="{FF2B5EF4-FFF2-40B4-BE49-F238E27FC236}">
                <a16:creationId xmlns:a16="http://schemas.microsoft.com/office/drawing/2014/main" id="{A1B5F088-7990-7D59-411B-FADFE592F346}"/>
              </a:ext>
            </a:extLst>
          </p:cNvPr>
          <p:cNvSpPr>
            <a:spLocks noGrp="1"/>
          </p:cNvSpPr>
          <p:nvPr>
            <p:ph type="body" sz="quarter" idx="18"/>
          </p:nvPr>
        </p:nvSpPr>
        <p:spPr>
          <a:xfrm>
            <a:off x="6597732" y="4575275"/>
            <a:ext cx="1881861" cy="480483"/>
          </a:xfrm>
        </p:spPr>
        <p:txBody>
          <a:bodyPr anchor="ctr">
            <a:normAutofit/>
          </a:bodyPr>
          <a:lstStyle/>
          <a:p>
            <a:r>
              <a:rPr lang="fr-FR" sz="1400" b="1" noProof="0" dirty="0"/>
              <a:t>Implémentation</a:t>
            </a:r>
          </a:p>
        </p:txBody>
      </p:sp>
      <p:sp>
        <p:nvSpPr>
          <p:cNvPr id="7" name="Titre 6">
            <a:extLst>
              <a:ext uri="{FF2B5EF4-FFF2-40B4-BE49-F238E27FC236}">
                <a16:creationId xmlns:a16="http://schemas.microsoft.com/office/drawing/2014/main" id="{E3C40A50-0A93-BCA6-93F0-1DE666F2AE9A}"/>
              </a:ext>
            </a:extLst>
          </p:cNvPr>
          <p:cNvSpPr>
            <a:spLocks noGrp="1"/>
          </p:cNvSpPr>
          <p:nvPr>
            <p:ph type="title"/>
          </p:nvPr>
        </p:nvSpPr>
        <p:spPr/>
        <p:txBody>
          <a:bodyPr/>
          <a:lstStyle/>
          <a:p>
            <a:r>
              <a:rPr lang="fr-FR" noProof="0" dirty="0"/>
              <a:t>NOTRE OFFRE DE PRIX</a:t>
            </a:r>
          </a:p>
        </p:txBody>
      </p:sp>
      <p:sp>
        <p:nvSpPr>
          <p:cNvPr id="5" name="Espace réservé du numéro de diapositive 4">
            <a:extLst>
              <a:ext uri="{FF2B5EF4-FFF2-40B4-BE49-F238E27FC236}">
                <a16:creationId xmlns:a16="http://schemas.microsoft.com/office/drawing/2014/main" id="{935E0A44-0E33-E3CB-60DD-A5912259F0DB}"/>
              </a:ext>
            </a:extLst>
          </p:cNvPr>
          <p:cNvSpPr>
            <a:spLocks noGrp="1"/>
          </p:cNvSpPr>
          <p:nvPr>
            <p:ph type="sldNum" sz="quarter" idx="19"/>
          </p:nvPr>
        </p:nvSpPr>
        <p:spPr/>
        <p:txBody>
          <a:bodyPr/>
          <a:lstStyle/>
          <a:p>
            <a:fld id="{0C34F99C-3C47-4582-9518-8D365E9692AE}" type="slidenum">
              <a:rPr lang="fr-FR" noProof="0" smtClean="0"/>
              <a:pPr/>
              <a:t>35</a:t>
            </a:fld>
            <a:endParaRPr lang="fr-FR" noProof="0" dirty="0"/>
          </a:p>
        </p:txBody>
      </p:sp>
      <p:grpSp>
        <p:nvGrpSpPr>
          <p:cNvPr id="23" name="Google Shape;10712;p75">
            <a:extLst>
              <a:ext uri="{FF2B5EF4-FFF2-40B4-BE49-F238E27FC236}">
                <a16:creationId xmlns:a16="http://schemas.microsoft.com/office/drawing/2014/main" id="{8C45EC9C-C4A3-E800-422B-A0E72CA755F1}"/>
              </a:ext>
            </a:extLst>
          </p:cNvPr>
          <p:cNvGrpSpPr/>
          <p:nvPr/>
        </p:nvGrpSpPr>
        <p:grpSpPr>
          <a:xfrm>
            <a:off x="1351343" y="3014279"/>
            <a:ext cx="828000" cy="828000"/>
            <a:chOff x="5045500" y="842250"/>
            <a:chExt cx="503875" cy="481850"/>
          </a:xfrm>
          <a:solidFill>
            <a:schemeClr val="bg1"/>
          </a:solidFill>
        </p:grpSpPr>
        <p:sp>
          <p:nvSpPr>
            <p:cNvPr id="24" name="Google Shape;10713;p75">
              <a:extLst>
                <a:ext uri="{FF2B5EF4-FFF2-40B4-BE49-F238E27FC236}">
                  <a16:creationId xmlns:a16="http://schemas.microsoft.com/office/drawing/2014/main" id="{C6046427-81EA-3696-3F30-867636271AD1}"/>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25" name="Google Shape;10714;p75">
              <a:extLst>
                <a:ext uri="{FF2B5EF4-FFF2-40B4-BE49-F238E27FC236}">
                  <a16:creationId xmlns:a16="http://schemas.microsoft.com/office/drawing/2014/main" id="{CC2D59DF-EA26-CB66-3A7B-826E3E22388A}"/>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grpSp>
        <p:nvGrpSpPr>
          <p:cNvPr id="27" name="Groupe 26">
            <a:extLst>
              <a:ext uri="{FF2B5EF4-FFF2-40B4-BE49-F238E27FC236}">
                <a16:creationId xmlns:a16="http://schemas.microsoft.com/office/drawing/2014/main" id="{CCE36300-328E-A84D-4064-DA7ECC5EC6CB}"/>
              </a:ext>
            </a:extLst>
          </p:cNvPr>
          <p:cNvGrpSpPr/>
          <p:nvPr/>
        </p:nvGrpSpPr>
        <p:grpSpPr>
          <a:xfrm>
            <a:off x="4094200" y="2958682"/>
            <a:ext cx="1127738" cy="940633"/>
            <a:chOff x="4062122" y="2853000"/>
            <a:chExt cx="1191894" cy="994145"/>
          </a:xfrm>
        </p:grpSpPr>
        <p:pic>
          <p:nvPicPr>
            <p:cNvPr id="17" name="Graphic 50">
              <a:extLst>
                <a:ext uri="{FF2B5EF4-FFF2-40B4-BE49-F238E27FC236}">
                  <a16:creationId xmlns:a16="http://schemas.microsoft.com/office/drawing/2014/main" id="{1DEF78C1-EEB9-923D-C301-947B036D91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70069" y="2853000"/>
              <a:ext cx="576000" cy="576000"/>
            </a:xfrm>
            <a:prstGeom prst="rect">
              <a:avLst/>
            </a:prstGeom>
          </p:spPr>
        </p:pic>
        <p:pic>
          <p:nvPicPr>
            <p:cNvPr id="26" name="Graphique 25">
              <a:extLst>
                <a:ext uri="{FF2B5EF4-FFF2-40B4-BE49-F238E27FC236}">
                  <a16:creationId xmlns:a16="http://schemas.microsoft.com/office/drawing/2014/main" id="{B5C113C2-BFCB-BBE7-AAEC-48B8B8BE8A9F}"/>
                </a:ext>
              </a:extLst>
            </p:cNvPr>
            <p:cNvPicPr>
              <a:picLocks noChangeAspect="1"/>
            </p:cNvPicPr>
            <p:nvPr/>
          </p:nvPicPr>
          <p:blipFill>
            <a:blip>
              <a:extLst>
                <a:ext uri="{96DAC541-7B7A-43D3-8B79-37D633B846F1}">
                  <asvg:svgBlip xmlns:asvg="http://schemas.microsoft.com/office/drawing/2016/SVG/main" r:embed="rId4"/>
                </a:ext>
              </a:extLst>
            </a:blip>
            <a:srcRect b="24142"/>
            <a:stretch>
              <a:fillRect/>
            </a:stretch>
          </p:blipFill>
          <p:spPr>
            <a:xfrm>
              <a:off x="4062122" y="3360148"/>
              <a:ext cx="1191894" cy="486997"/>
            </a:xfrm>
            <a:prstGeom prst="rect">
              <a:avLst/>
            </a:prstGeom>
          </p:spPr>
        </p:pic>
      </p:grpSp>
      <p:sp>
        <p:nvSpPr>
          <p:cNvPr id="28" name="ZoneTexte 27">
            <a:extLst>
              <a:ext uri="{FF2B5EF4-FFF2-40B4-BE49-F238E27FC236}">
                <a16:creationId xmlns:a16="http://schemas.microsoft.com/office/drawing/2014/main" id="{382BE814-AB72-8DF8-0E6F-E19212E9F327}"/>
              </a:ext>
            </a:extLst>
          </p:cNvPr>
          <p:cNvSpPr txBox="1"/>
          <p:nvPr/>
        </p:nvSpPr>
        <p:spPr>
          <a:xfrm>
            <a:off x="2649340" y="3115388"/>
            <a:ext cx="1049165" cy="646331"/>
          </a:xfrm>
          <a:prstGeom prst="rect">
            <a:avLst/>
          </a:prstGeom>
          <a:noFill/>
        </p:spPr>
        <p:txBody>
          <a:bodyPr wrap="square" rtlCol="0">
            <a:spAutoFit/>
          </a:bodyPr>
          <a:lstStyle/>
          <a:p>
            <a:pPr algn="ctr"/>
            <a:r>
              <a:rPr lang="fr-FR" noProof="0" dirty="0"/>
              <a:t>GO</a:t>
            </a:r>
            <a:br>
              <a:rPr lang="fr-FR" noProof="0" dirty="0"/>
            </a:br>
            <a:r>
              <a:rPr lang="fr-FR" noProof="0" dirty="0"/>
              <a:t>NO GO</a:t>
            </a:r>
          </a:p>
        </p:txBody>
      </p:sp>
      <p:grpSp>
        <p:nvGrpSpPr>
          <p:cNvPr id="29" name="Google Shape;11558;p77">
            <a:extLst>
              <a:ext uri="{FF2B5EF4-FFF2-40B4-BE49-F238E27FC236}">
                <a16:creationId xmlns:a16="http://schemas.microsoft.com/office/drawing/2014/main" id="{8E15B290-39EE-E4CB-E90B-87C39E18B89F}"/>
              </a:ext>
            </a:extLst>
          </p:cNvPr>
          <p:cNvGrpSpPr/>
          <p:nvPr/>
        </p:nvGrpSpPr>
        <p:grpSpPr>
          <a:xfrm>
            <a:off x="10003175" y="3014279"/>
            <a:ext cx="828000" cy="828000"/>
            <a:chOff x="-62154300" y="3743950"/>
            <a:chExt cx="318200" cy="317450"/>
          </a:xfrm>
          <a:solidFill>
            <a:schemeClr val="bg1"/>
          </a:solidFill>
        </p:grpSpPr>
        <p:sp>
          <p:nvSpPr>
            <p:cNvPr id="30" name="Google Shape;11559;p77">
              <a:extLst>
                <a:ext uri="{FF2B5EF4-FFF2-40B4-BE49-F238E27FC236}">
                  <a16:creationId xmlns:a16="http://schemas.microsoft.com/office/drawing/2014/main" id="{9299D3B0-6B5F-C6DB-56F6-77F95F2C44D0}"/>
                </a:ext>
              </a:extLst>
            </p:cNvPr>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31" name="Google Shape;11560;p77">
              <a:extLst>
                <a:ext uri="{FF2B5EF4-FFF2-40B4-BE49-F238E27FC236}">
                  <a16:creationId xmlns:a16="http://schemas.microsoft.com/office/drawing/2014/main" id="{4BBE206F-CD67-D531-8CFF-4DC44D927F9A}"/>
                </a:ext>
              </a:extLst>
            </p:cNvPr>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grpSp>
      <p:grpSp>
        <p:nvGrpSpPr>
          <p:cNvPr id="32" name="Google Shape;10957;p75">
            <a:extLst>
              <a:ext uri="{FF2B5EF4-FFF2-40B4-BE49-F238E27FC236}">
                <a16:creationId xmlns:a16="http://schemas.microsoft.com/office/drawing/2014/main" id="{6527DF7B-DC9E-9BC2-1BC5-C46743D78E58}"/>
              </a:ext>
            </a:extLst>
          </p:cNvPr>
          <p:cNvGrpSpPr/>
          <p:nvPr/>
        </p:nvGrpSpPr>
        <p:grpSpPr>
          <a:xfrm>
            <a:off x="7113189" y="3019146"/>
            <a:ext cx="828000" cy="827999"/>
            <a:chOff x="898875" y="4399275"/>
            <a:chExt cx="483700" cy="481850"/>
          </a:xfrm>
          <a:solidFill>
            <a:schemeClr val="bg1"/>
          </a:solidFill>
        </p:grpSpPr>
        <p:sp>
          <p:nvSpPr>
            <p:cNvPr id="33" name="Google Shape;10958;p75">
              <a:extLst>
                <a:ext uri="{FF2B5EF4-FFF2-40B4-BE49-F238E27FC236}">
                  <a16:creationId xmlns:a16="http://schemas.microsoft.com/office/drawing/2014/main" id="{9261D402-64DE-9C89-3654-5E2D45A34803}"/>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34" name="Google Shape;10959;p75">
              <a:extLst>
                <a:ext uri="{FF2B5EF4-FFF2-40B4-BE49-F238E27FC236}">
                  <a16:creationId xmlns:a16="http://schemas.microsoft.com/office/drawing/2014/main" id="{FB90E7BB-CCE0-9A45-FDE9-C231945F89F4}"/>
                </a:ext>
              </a:extLst>
            </p:cNvPr>
            <p:cNvSpPr/>
            <p:nvPr/>
          </p:nvSpPr>
          <p:spPr>
            <a:xfrm>
              <a:off x="1138025" y="4763350"/>
              <a:ext cx="25" cy="25"/>
            </a:xfrm>
            <a:custGeom>
              <a:avLst/>
              <a:gdLst/>
              <a:ahLst/>
              <a:cxnLst/>
              <a:rect l="l" t="t" r="r" b="b"/>
              <a:pathLst>
                <a:path w="1" h="1" extrusionOk="0">
                  <a:moveTo>
                    <a:pt x="1" y="0"/>
                  </a:move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35" name="Google Shape;10960;p75">
              <a:extLst>
                <a:ext uri="{FF2B5EF4-FFF2-40B4-BE49-F238E27FC236}">
                  <a16:creationId xmlns:a16="http://schemas.microsoft.com/office/drawing/2014/main" id="{5D6696A8-ECE4-782D-97F9-644064EE7306}"/>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36" name="Google Shape;10961;p75">
              <a:extLst>
                <a:ext uri="{FF2B5EF4-FFF2-40B4-BE49-F238E27FC236}">
                  <a16:creationId xmlns:a16="http://schemas.microsoft.com/office/drawing/2014/main" id="{A034C53E-B514-34B7-A5CD-5A9F0C56A1A4}"/>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37" name="Google Shape;10962;p75">
              <a:extLst>
                <a:ext uri="{FF2B5EF4-FFF2-40B4-BE49-F238E27FC236}">
                  <a16:creationId xmlns:a16="http://schemas.microsoft.com/office/drawing/2014/main" id="{86207EC4-7BBA-71A8-532D-7235F6475E91}"/>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38" name="Google Shape;10963;p75">
              <a:extLst>
                <a:ext uri="{FF2B5EF4-FFF2-40B4-BE49-F238E27FC236}">
                  <a16:creationId xmlns:a16="http://schemas.microsoft.com/office/drawing/2014/main" id="{6E5F54EB-626F-F2AA-A7B0-E984070281A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39" name="Google Shape;10964;p75">
              <a:extLst>
                <a:ext uri="{FF2B5EF4-FFF2-40B4-BE49-F238E27FC236}">
                  <a16:creationId xmlns:a16="http://schemas.microsoft.com/office/drawing/2014/main" id="{AF2E1F87-839F-AF57-5C43-B1B507C54FEA}"/>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sp>
          <p:nvSpPr>
            <p:cNvPr id="40" name="Google Shape;10965;p75">
              <a:extLst>
                <a:ext uri="{FF2B5EF4-FFF2-40B4-BE49-F238E27FC236}">
                  <a16:creationId xmlns:a16="http://schemas.microsoft.com/office/drawing/2014/main" id="{6C239E57-733C-C452-3A11-4013046F3F30}"/>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grpFill/>
            <a:ln>
              <a:noFill/>
            </a:ln>
          </p:spPr>
          <p:txBody>
            <a:bodyPr spcFirstLastPara="1" wrap="square" lIns="121900" tIns="121900" rIns="121900" bIns="121900" anchor="ctr" anchorCtr="0">
              <a:noAutofit/>
            </a:bodyPr>
            <a:lstStyle/>
            <a:p>
              <a:endParaRPr lang="fr-FR" sz="2400" noProof="0" dirty="0">
                <a:solidFill>
                  <a:srgbClr val="435D74"/>
                </a:solidFill>
              </a:endParaRPr>
            </a:p>
          </p:txBody>
        </p:sp>
      </p:grpSp>
      <p:cxnSp>
        <p:nvCxnSpPr>
          <p:cNvPr id="42" name="Connecteur droit 41">
            <a:extLst>
              <a:ext uri="{FF2B5EF4-FFF2-40B4-BE49-F238E27FC236}">
                <a16:creationId xmlns:a16="http://schemas.microsoft.com/office/drawing/2014/main" id="{6E0D9A32-8E7E-C4BE-534F-D1E2C6E348F7}"/>
              </a:ext>
            </a:extLst>
          </p:cNvPr>
          <p:cNvCxnSpPr/>
          <p:nvPr/>
        </p:nvCxnSpPr>
        <p:spPr>
          <a:xfrm>
            <a:off x="2926272" y="3429000"/>
            <a:ext cx="4953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2575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9E1FDCC-22D5-6122-2EAD-5572DD52D94E}"/>
              </a:ext>
            </a:extLst>
          </p:cNvPr>
          <p:cNvSpPr>
            <a:spLocks noGrp="1"/>
          </p:cNvSpPr>
          <p:nvPr>
            <p:ph type="title"/>
          </p:nvPr>
        </p:nvSpPr>
        <p:spPr/>
        <p:txBody>
          <a:bodyPr/>
          <a:lstStyle/>
          <a:p>
            <a:r>
              <a:rPr lang="fr-FR" noProof="0" dirty="0">
                <a:latin typeface="+mj-lt"/>
              </a:rPr>
              <a:t>DIVERSES</a:t>
            </a:r>
            <a:r>
              <a:rPr lang="fr-FR" noProof="0" dirty="0">
                <a:latin typeface="+mn-lt"/>
              </a:rPr>
              <a:t> OPTIONS </a:t>
            </a:r>
            <a:br>
              <a:rPr lang="fr-FR" noProof="0" dirty="0">
                <a:latin typeface="+mn-lt"/>
              </a:rPr>
            </a:br>
            <a:r>
              <a:rPr lang="fr-FR" b="0" noProof="0" dirty="0">
                <a:latin typeface="+mn-lt"/>
              </a:rPr>
              <a:t>D'HÉBERGEMENT ODOO</a:t>
            </a:r>
          </a:p>
        </p:txBody>
      </p:sp>
      <p:grpSp>
        <p:nvGrpSpPr>
          <p:cNvPr id="10" name="Group 16">
            <a:extLst>
              <a:ext uri="{FF2B5EF4-FFF2-40B4-BE49-F238E27FC236}">
                <a16:creationId xmlns:a16="http://schemas.microsoft.com/office/drawing/2014/main" id="{466BC1D9-32D9-C7AF-027F-A6840808CCF1}"/>
              </a:ext>
            </a:extLst>
          </p:cNvPr>
          <p:cNvGrpSpPr/>
          <p:nvPr/>
        </p:nvGrpSpPr>
        <p:grpSpPr>
          <a:xfrm>
            <a:off x="4404483" y="2219807"/>
            <a:ext cx="3367426" cy="3376907"/>
            <a:chOff x="4404483" y="2219807"/>
            <a:chExt cx="3367426" cy="3376907"/>
          </a:xfrm>
        </p:grpSpPr>
        <p:grpSp>
          <p:nvGrpSpPr>
            <p:cNvPr id="11" name="Group 12">
              <a:extLst>
                <a:ext uri="{FF2B5EF4-FFF2-40B4-BE49-F238E27FC236}">
                  <a16:creationId xmlns:a16="http://schemas.microsoft.com/office/drawing/2014/main" id="{B30A96B4-156A-E59E-D1C0-78B3461C9F2E}"/>
                </a:ext>
              </a:extLst>
            </p:cNvPr>
            <p:cNvGrpSpPr/>
            <p:nvPr/>
          </p:nvGrpSpPr>
          <p:grpSpPr>
            <a:xfrm>
              <a:off x="4404483" y="2219807"/>
              <a:ext cx="2951942" cy="2932278"/>
              <a:chOff x="583061" y="2480934"/>
              <a:chExt cx="2951942" cy="2932278"/>
            </a:xfrm>
          </p:grpSpPr>
          <p:sp>
            <p:nvSpPr>
              <p:cNvPr id="16" name="Rectangle: Rounded Corners 1">
                <a:extLst>
                  <a:ext uri="{FF2B5EF4-FFF2-40B4-BE49-F238E27FC236}">
                    <a16:creationId xmlns:a16="http://schemas.microsoft.com/office/drawing/2014/main" id="{9CECDBFE-0C7A-9191-CCAD-5492AFA27857}"/>
                  </a:ext>
                </a:extLst>
              </p:cNvPr>
              <p:cNvSpPr/>
              <p:nvPr/>
            </p:nvSpPr>
            <p:spPr>
              <a:xfrm>
                <a:off x="583061" y="2480934"/>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7" name="Rectangle: Rounded Corners 7">
                <a:extLst>
                  <a:ext uri="{FF2B5EF4-FFF2-40B4-BE49-F238E27FC236}">
                    <a16:creationId xmlns:a16="http://schemas.microsoft.com/office/drawing/2014/main" id="{86DD63A1-E4FD-0DE0-CEF7-6821B4F096C6}"/>
                  </a:ext>
                </a:extLst>
              </p:cNvPr>
              <p:cNvSpPr/>
              <p:nvPr/>
            </p:nvSpPr>
            <p:spPr>
              <a:xfrm>
                <a:off x="693396" y="288209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8" name="TextBox 26">
                <a:extLst>
                  <a:ext uri="{FF2B5EF4-FFF2-40B4-BE49-F238E27FC236}">
                    <a16:creationId xmlns:a16="http://schemas.microsoft.com/office/drawing/2014/main" id="{10937009-BAFE-BFD1-B77F-A3E86D518B82}"/>
                  </a:ext>
                </a:extLst>
              </p:cNvPr>
              <p:cNvSpPr txBox="1"/>
              <p:nvPr/>
            </p:nvSpPr>
            <p:spPr>
              <a:xfrm>
                <a:off x="1394753"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ea typeface="+mn-ea"/>
                    <a:cs typeface="+mn-cs"/>
                  </a:rPr>
                  <a:t>ODOO CLOUD (SAAS)</a:t>
                </a:r>
              </a:p>
            </p:txBody>
          </p:sp>
          <p:sp>
            <p:nvSpPr>
              <p:cNvPr id="19" name="TextBox 34">
                <a:extLst>
                  <a:ext uri="{FF2B5EF4-FFF2-40B4-BE49-F238E27FC236}">
                    <a16:creationId xmlns:a16="http://schemas.microsoft.com/office/drawing/2014/main" id="{66D2EE1E-D61A-94D1-40A1-F4077B1AAB45}"/>
                  </a:ext>
                </a:extLst>
              </p:cNvPr>
              <p:cNvSpPr txBox="1"/>
              <p:nvPr/>
            </p:nvSpPr>
            <p:spPr>
              <a:xfrm>
                <a:off x="702633" y="2867888"/>
                <a:ext cx="2709960" cy="2405321"/>
              </a:xfrm>
              <a:prstGeom prst="rect">
                <a:avLst/>
              </a:prstGeom>
            </p:spPr>
            <p:txBody>
              <a:bodyPr vert="horz" wrap="none" lIns="91440" tIns="45720" rIns="91440" bIns="45720" rtlCol="0" anchor="t">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Aucun coût supplémentaire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Toujours à jour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Pas d'apps.odoo.com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Pas de développement</a:t>
                </a:r>
              </a:p>
            </p:txBody>
          </p:sp>
        </p:grpSp>
        <p:grpSp>
          <p:nvGrpSpPr>
            <p:cNvPr id="12" name="Group 52">
              <a:extLst>
                <a:ext uri="{FF2B5EF4-FFF2-40B4-BE49-F238E27FC236}">
                  <a16:creationId xmlns:a16="http://schemas.microsoft.com/office/drawing/2014/main" id="{75D508E0-9F78-E133-6AAE-EDFC8AF26693}"/>
                </a:ext>
              </a:extLst>
            </p:cNvPr>
            <p:cNvGrpSpPr/>
            <p:nvPr/>
          </p:nvGrpSpPr>
          <p:grpSpPr>
            <a:xfrm>
              <a:off x="6835567" y="4660372"/>
              <a:ext cx="936342" cy="936342"/>
              <a:chOff x="2268062" y="898165"/>
              <a:chExt cx="936342" cy="936342"/>
            </a:xfrm>
          </p:grpSpPr>
          <p:sp>
            <p:nvSpPr>
              <p:cNvPr id="13" name="Oval 29">
                <a:extLst>
                  <a:ext uri="{FF2B5EF4-FFF2-40B4-BE49-F238E27FC236}">
                    <a16:creationId xmlns:a16="http://schemas.microsoft.com/office/drawing/2014/main" id="{A4B35710-D3E4-BAD4-CD34-21621ECED0BB}"/>
                  </a:ext>
                </a:extLst>
              </p:cNvPr>
              <p:cNvSpPr/>
              <p:nvPr/>
            </p:nvSpPr>
            <p:spPr>
              <a:xfrm>
                <a:off x="2268062" y="898165"/>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pic>
            <p:nvPicPr>
              <p:cNvPr id="14" name="Graphic 41">
                <a:extLst>
                  <a:ext uri="{FF2B5EF4-FFF2-40B4-BE49-F238E27FC236}">
                    <a16:creationId xmlns:a16="http://schemas.microsoft.com/office/drawing/2014/main" id="{C006B819-D49C-9542-6B85-BAD6797DD7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17650" y="1454554"/>
                <a:ext cx="661700" cy="356411"/>
              </a:xfrm>
              <a:prstGeom prst="rect">
                <a:avLst/>
              </a:prstGeom>
            </p:spPr>
          </p:pic>
          <p:pic>
            <p:nvPicPr>
              <p:cNvPr id="15" name="Graphic 43">
                <a:extLst>
                  <a:ext uri="{FF2B5EF4-FFF2-40B4-BE49-F238E27FC236}">
                    <a16:creationId xmlns:a16="http://schemas.microsoft.com/office/drawing/2014/main" id="{1D6BC44A-48CB-7B63-66C6-9D749787CD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9766" y="906728"/>
                <a:ext cx="717469" cy="717469"/>
              </a:xfrm>
              <a:prstGeom prst="rect">
                <a:avLst/>
              </a:prstGeom>
            </p:spPr>
          </p:pic>
        </p:grpSp>
      </p:grpSp>
      <p:grpSp>
        <p:nvGrpSpPr>
          <p:cNvPr id="20" name="Group 17">
            <a:extLst>
              <a:ext uri="{FF2B5EF4-FFF2-40B4-BE49-F238E27FC236}">
                <a16:creationId xmlns:a16="http://schemas.microsoft.com/office/drawing/2014/main" id="{B51C0A6A-10E9-F89A-0D67-D176A4C60B8A}"/>
              </a:ext>
            </a:extLst>
          </p:cNvPr>
          <p:cNvGrpSpPr/>
          <p:nvPr/>
        </p:nvGrpSpPr>
        <p:grpSpPr>
          <a:xfrm>
            <a:off x="659962" y="2219807"/>
            <a:ext cx="3367426" cy="3376907"/>
            <a:chOff x="659962" y="2219807"/>
            <a:chExt cx="3367426" cy="3376907"/>
          </a:xfrm>
        </p:grpSpPr>
        <p:grpSp>
          <p:nvGrpSpPr>
            <p:cNvPr id="21" name="Group 9">
              <a:extLst>
                <a:ext uri="{FF2B5EF4-FFF2-40B4-BE49-F238E27FC236}">
                  <a16:creationId xmlns:a16="http://schemas.microsoft.com/office/drawing/2014/main" id="{A63BC568-D0C3-8D82-FE71-40869ED46D4C}"/>
                </a:ext>
              </a:extLst>
            </p:cNvPr>
            <p:cNvGrpSpPr/>
            <p:nvPr/>
          </p:nvGrpSpPr>
          <p:grpSpPr>
            <a:xfrm>
              <a:off x="659962" y="2219807"/>
              <a:ext cx="2951942" cy="2932278"/>
              <a:chOff x="8203089" y="2480934"/>
              <a:chExt cx="2951942" cy="2932278"/>
            </a:xfrm>
          </p:grpSpPr>
          <p:grpSp>
            <p:nvGrpSpPr>
              <p:cNvPr id="25" name="Group 82">
                <a:extLst>
                  <a:ext uri="{FF2B5EF4-FFF2-40B4-BE49-F238E27FC236}">
                    <a16:creationId xmlns:a16="http://schemas.microsoft.com/office/drawing/2014/main" id="{7E3F463D-363B-8347-6CBA-6E93CF27FDC6}"/>
                  </a:ext>
                </a:extLst>
              </p:cNvPr>
              <p:cNvGrpSpPr/>
              <p:nvPr/>
            </p:nvGrpSpPr>
            <p:grpSpPr>
              <a:xfrm>
                <a:off x="8203089" y="2480934"/>
                <a:ext cx="2951942" cy="2932278"/>
                <a:chOff x="4394951" y="2459770"/>
                <a:chExt cx="2951942" cy="2932278"/>
              </a:xfrm>
            </p:grpSpPr>
            <p:sp>
              <p:nvSpPr>
                <p:cNvPr id="28" name="Rectangle: Rounded Corners 83">
                  <a:extLst>
                    <a:ext uri="{FF2B5EF4-FFF2-40B4-BE49-F238E27FC236}">
                      <a16:creationId xmlns:a16="http://schemas.microsoft.com/office/drawing/2014/main" id="{E767B5BA-02AF-A10B-8498-D02A118F9BC0}"/>
                    </a:ext>
                  </a:extLst>
                </p:cNvPr>
                <p:cNvSpPr/>
                <p:nvPr/>
              </p:nvSpPr>
              <p:spPr>
                <a:xfrm>
                  <a:off x="4394951" y="2459770"/>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29" name="Rectangle: Rounded Corners 84">
                  <a:extLst>
                    <a:ext uri="{FF2B5EF4-FFF2-40B4-BE49-F238E27FC236}">
                      <a16:creationId xmlns:a16="http://schemas.microsoft.com/office/drawing/2014/main" id="{DC9EA64B-ECBA-1D41-E6E7-2BC09F2EFF0F}"/>
                    </a:ext>
                  </a:extLst>
                </p:cNvPr>
                <p:cNvSpPr/>
                <p:nvPr/>
              </p:nvSpPr>
              <p:spPr>
                <a:xfrm>
                  <a:off x="4505286" y="288153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grpSp>
          <p:sp>
            <p:nvSpPr>
              <p:cNvPr id="26" name="TextBox 37">
                <a:extLst>
                  <a:ext uri="{FF2B5EF4-FFF2-40B4-BE49-F238E27FC236}">
                    <a16:creationId xmlns:a16="http://schemas.microsoft.com/office/drawing/2014/main" id="{E1F83E9A-9329-CB0C-698C-DDE769FD7D51}"/>
                  </a:ext>
                </a:extLst>
              </p:cNvPr>
              <p:cNvSpPr txBox="1"/>
              <p:nvPr/>
            </p:nvSpPr>
            <p:spPr>
              <a:xfrm>
                <a:off x="8343555" y="2874384"/>
                <a:ext cx="2687629" cy="2425695"/>
              </a:xfrm>
              <a:prstGeom prst="rect">
                <a:avLst/>
              </a:prstGeom>
            </p:spPr>
            <p:txBody>
              <a:bodyPr vert="horz" wrap="none" lIns="91440" tIns="45720" rIns="91440" bIns="45720" rtlCol="0" anchor="t">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La connaissance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l'installation d'Odoo est requise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Un contrat clair et réel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de services d'hébergement 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nécessaire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Il existe des limitations 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des difficultés dans la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de projet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Vous devez effectuer des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 mises à jour de sécurité</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Vous devez disposer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d'une équipe DSI</a:t>
                </a:r>
              </a:p>
            </p:txBody>
          </p:sp>
          <p:sp>
            <p:nvSpPr>
              <p:cNvPr id="27" name="TextBox 28">
                <a:extLst>
                  <a:ext uri="{FF2B5EF4-FFF2-40B4-BE49-F238E27FC236}">
                    <a16:creationId xmlns:a16="http://schemas.microsoft.com/office/drawing/2014/main" id="{FBA563AB-1C59-CC97-AFD8-17D047ADE615}"/>
                  </a:ext>
                </a:extLst>
              </p:cNvPr>
              <p:cNvSpPr txBox="1"/>
              <p:nvPr/>
            </p:nvSpPr>
            <p:spPr>
              <a:xfrm>
                <a:off x="8977260"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ea typeface="+mn-ea"/>
                    <a:cs typeface="+mn-cs"/>
                  </a:rPr>
                  <a:t>SUR SITE</a:t>
                </a:r>
              </a:p>
            </p:txBody>
          </p:sp>
        </p:grpSp>
        <p:grpSp>
          <p:nvGrpSpPr>
            <p:cNvPr id="22" name="Group 55">
              <a:extLst>
                <a:ext uri="{FF2B5EF4-FFF2-40B4-BE49-F238E27FC236}">
                  <a16:creationId xmlns:a16="http://schemas.microsoft.com/office/drawing/2014/main" id="{C1132FC2-7906-DD09-7A29-7259D8024802}"/>
                </a:ext>
              </a:extLst>
            </p:cNvPr>
            <p:cNvGrpSpPr/>
            <p:nvPr/>
          </p:nvGrpSpPr>
          <p:grpSpPr>
            <a:xfrm>
              <a:off x="3091046" y="4660372"/>
              <a:ext cx="936342" cy="936342"/>
              <a:chOff x="2268062" y="4937871"/>
              <a:chExt cx="936342" cy="936342"/>
            </a:xfrm>
          </p:grpSpPr>
          <p:sp>
            <p:nvSpPr>
              <p:cNvPr id="23" name="Oval 33">
                <a:extLst>
                  <a:ext uri="{FF2B5EF4-FFF2-40B4-BE49-F238E27FC236}">
                    <a16:creationId xmlns:a16="http://schemas.microsoft.com/office/drawing/2014/main" id="{95D60F2F-D96A-7F00-5C8A-9D9C5B6C980C}"/>
                  </a:ext>
                </a:extLst>
              </p:cNvPr>
              <p:cNvSpPr/>
              <p:nvPr/>
            </p:nvSpPr>
            <p:spPr>
              <a:xfrm>
                <a:off x="2268062" y="4937871"/>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pic>
            <p:nvPicPr>
              <p:cNvPr id="24" name="Graphic 47">
                <a:extLst>
                  <a:ext uri="{FF2B5EF4-FFF2-40B4-BE49-F238E27FC236}">
                    <a16:creationId xmlns:a16="http://schemas.microsoft.com/office/drawing/2014/main" id="{8285968A-3793-A763-9116-2DC5524D63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30233" y="5100042"/>
                <a:ext cx="612000" cy="612000"/>
              </a:xfrm>
              <a:prstGeom prst="rect">
                <a:avLst/>
              </a:prstGeom>
            </p:spPr>
          </p:pic>
        </p:grpSp>
      </p:grpSp>
      <p:grpSp>
        <p:nvGrpSpPr>
          <p:cNvPr id="30" name="Group 6">
            <a:extLst>
              <a:ext uri="{FF2B5EF4-FFF2-40B4-BE49-F238E27FC236}">
                <a16:creationId xmlns:a16="http://schemas.microsoft.com/office/drawing/2014/main" id="{C17C0293-226C-8A04-F17D-AF7CCD504D46}"/>
              </a:ext>
            </a:extLst>
          </p:cNvPr>
          <p:cNvGrpSpPr/>
          <p:nvPr/>
        </p:nvGrpSpPr>
        <p:grpSpPr>
          <a:xfrm>
            <a:off x="8148674" y="2159203"/>
            <a:ext cx="3383364" cy="3437511"/>
            <a:chOff x="8148674" y="2159203"/>
            <a:chExt cx="3383364" cy="3437511"/>
          </a:xfrm>
        </p:grpSpPr>
        <p:grpSp>
          <p:nvGrpSpPr>
            <p:cNvPr id="31" name="Group 10">
              <a:extLst>
                <a:ext uri="{FF2B5EF4-FFF2-40B4-BE49-F238E27FC236}">
                  <a16:creationId xmlns:a16="http://schemas.microsoft.com/office/drawing/2014/main" id="{A07A1CDD-DF81-389B-7141-68423DA68899}"/>
                </a:ext>
              </a:extLst>
            </p:cNvPr>
            <p:cNvGrpSpPr/>
            <p:nvPr/>
          </p:nvGrpSpPr>
          <p:grpSpPr>
            <a:xfrm>
              <a:off x="8148674" y="2219807"/>
              <a:ext cx="2951942" cy="2932278"/>
              <a:chOff x="4327252" y="2480934"/>
              <a:chExt cx="2951942" cy="2932278"/>
            </a:xfrm>
          </p:grpSpPr>
          <p:grpSp>
            <p:nvGrpSpPr>
              <p:cNvPr id="40" name="Group 76">
                <a:extLst>
                  <a:ext uri="{FF2B5EF4-FFF2-40B4-BE49-F238E27FC236}">
                    <a16:creationId xmlns:a16="http://schemas.microsoft.com/office/drawing/2014/main" id="{D2BC0575-FB90-91B7-61D0-2AB10E412C92}"/>
                  </a:ext>
                </a:extLst>
              </p:cNvPr>
              <p:cNvGrpSpPr/>
              <p:nvPr/>
            </p:nvGrpSpPr>
            <p:grpSpPr>
              <a:xfrm>
                <a:off x="4327252" y="2480934"/>
                <a:ext cx="2951942" cy="2932278"/>
                <a:chOff x="4394951" y="2459770"/>
                <a:chExt cx="2951942" cy="2932278"/>
              </a:xfrm>
            </p:grpSpPr>
            <p:sp>
              <p:nvSpPr>
                <p:cNvPr id="43" name="Rectangle: Rounded Corners 64">
                  <a:extLst>
                    <a:ext uri="{FF2B5EF4-FFF2-40B4-BE49-F238E27FC236}">
                      <a16:creationId xmlns:a16="http://schemas.microsoft.com/office/drawing/2014/main" id="{63ABA52A-1020-C5D8-068D-A729AA86053B}"/>
                    </a:ext>
                  </a:extLst>
                </p:cNvPr>
                <p:cNvSpPr/>
                <p:nvPr/>
              </p:nvSpPr>
              <p:spPr>
                <a:xfrm>
                  <a:off x="4394951" y="2459770"/>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44" name="Rectangle: Rounded Corners 66">
                  <a:extLst>
                    <a:ext uri="{FF2B5EF4-FFF2-40B4-BE49-F238E27FC236}">
                      <a16:creationId xmlns:a16="http://schemas.microsoft.com/office/drawing/2014/main" id="{6829A835-20DE-9473-0DE4-B0649E35EC39}"/>
                    </a:ext>
                  </a:extLst>
                </p:cNvPr>
                <p:cNvSpPr/>
                <p:nvPr/>
              </p:nvSpPr>
              <p:spPr>
                <a:xfrm>
                  <a:off x="4505286" y="288153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grpSp>
          <p:sp>
            <p:nvSpPr>
              <p:cNvPr id="41" name="TextBox 77">
                <a:extLst>
                  <a:ext uri="{FF2B5EF4-FFF2-40B4-BE49-F238E27FC236}">
                    <a16:creationId xmlns:a16="http://schemas.microsoft.com/office/drawing/2014/main" id="{CBA15F1D-AC40-BF7E-BE2B-2C5E59FA22F8}"/>
                  </a:ext>
                </a:extLst>
              </p:cNvPr>
              <p:cNvSpPr txBox="1"/>
              <p:nvPr/>
            </p:nvSpPr>
            <p:spPr>
              <a:xfrm>
                <a:off x="5220639"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ea typeface="+mn-ea"/>
                    <a:cs typeface="+mn-cs"/>
                  </a:rPr>
                  <a:t>ODOO SH (PAAS)</a:t>
                </a:r>
              </a:p>
            </p:txBody>
          </p:sp>
          <p:sp>
            <p:nvSpPr>
              <p:cNvPr id="42" name="TextBox 35">
                <a:extLst>
                  <a:ext uri="{FF2B5EF4-FFF2-40B4-BE49-F238E27FC236}">
                    <a16:creationId xmlns:a16="http://schemas.microsoft.com/office/drawing/2014/main" id="{FEE2AC1A-1461-2030-E47E-4747DEFE6648}"/>
                  </a:ext>
                </a:extLst>
              </p:cNvPr>
              <p:cNvSpPr txBox="1"/>
              <p:nvPr/>
            </p:nvSpPr>
            <p:spPr>
              <a:xfrm>
                <a:off x="4449662" y="2877992"/>
                <a:ext cx="2714922" cy="2425695"/>
              </a:xfrm>
              <a:prstGeom prst="rect">
                <a:avLst/>
              </a:prstGeom>
            </p:spPr>
            <p:txBody>
              <a:bodyPr vert="horz" wrap="none" lIns="91440" tIns="45720" rIns="91440" bIns="45720" rtlCol="0" anchor="t">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Coût supplémentaire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Tout intégré pour une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de projet efficace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Tous les correctifs de sécurité</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Automatiques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Hébergement et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à faible coût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Odoo Studio inclus</a:t>
                </a:r>
              </a:p>
            </p:txBody>
          </p:sp>
        </p:grpSp>
        <p:grpSp>
          <p:nvGrpSpPr>
            <p:cNvPr id="32" name="Group 3">
              <a:extLst>
                <a:ext uri="{FF2B5EF4-FFF2-40B4-BE49-F238E27FC236}">
                  <a16:creationId xmlns:a16="http://schemas.microsoft.com/office/drawing/2014/main" id="{99BE6F20-6EF3-E9A3-A420-E18AF1819CAC}"/>
                </a:ext>
              </a:extLst>
            </p:cNvPr>
            <p:cNvGrpSpPr/>
            <p:nvPr/>
          </p:nvGrpSpPr>
          <p:grpSpPr>
            <a:xfrm>
              <a:off x="10595696" y="4660372"/>
              <a:ext cx="936342" cy="936342"/>
              <a:chOff x="10595696" y="4660372"/>
              <a:chExt cx="936342" cy="936342"/>
            </a:xfrm>
          </p:grpSpPr>
          <p:grpSp>
            <p:nvGrpSpPr>
              <p:cNvPr id="36" name="Group 54">
                <a:extLst>
                  <a:ext uri="{FF2B5EF4-FFF2-40B4-BE49-F238E27FC236}">
                    <a16:creationId xmlns:a16="http://schemas.microsoft.com/office/drawing/2014/main" id="{DC42CBFC-70BA-3AA4-1443-87DD021E0695}"/>
                  </a:ext>
                </a:extLst>
              </p:cNvPr>
              <p:cNvGrpSpPr/>
              <p:nvPr/>
            </p:nvGrpSpPr>
            <p:grpSpPr>
              <a:xfrm>
                <a:off x="10595696" y="4660372"/>
                <a:ext cx="936342" cy="936342"/>
                <a:chOff x="2268062" y="2974057"/>
                <a:chExt cx="936342" cy="936342"/>
              </a:xfrm>
            </p:grpSpPr>
            <p:sp>
              <p:nvSpPr>
                <p:cNvPr id="38" name="Oval 31">
                  <a:extLst>
                    <a:ext uri="{FF2B5EF4-FFF2-40B4-BE49-F238E27FC236}">
                      <a16:creationId xmlns:a16="http://schemas.microsoft.com/office/drawing/2014/main" id="{3942621A-1BCA-CDB6-ABA5-C9C9B8F01D6A}"/>
                    </a:ext>
                  </a:extLst>
                </p:cNvPr>
                <p:cNvSpPr/>
                <p:nvPr/>
              </p:nvSpPr>
              <p:spPr>
                <a:xfrm>
                  <a:off x="2268062" y="2974057"/>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pic>
              <p:nvPicPr>
                <p:cNvPr id="39" name="Graphic 50">
                  <a:extLst>
                    <a:ext uri="{FF2B5EF4-FFF2-40B4-BE49-F238E27FC236}">
                      <a16:creationId xmlns:a16="http://schemas.microsoft.com/office/drawing/2014/main" id="{51AC699F-6400-31E6-C412-DFC7AC2DF40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8893" y="3039088"/>
                  <a:ext cx="576000" cy="576000"/>
                </a:xfrm>
                <a:prstGeom prst="rect">
                  <a:avLst/>
                </a:prstGeom>
              </p:spPr>
            </p:pic>
          </p:grpSp>
          <p:pic>
            <p:nvPicPr>
              <p:cNvPr id="37" name="Graphic 2">
                <a:extLst>
                  <a:ext uri="{FF2B5EF4-FFF2-40B4-BE49-F238E27FC236}">
                    <a16:creationId xmlns:a16="http://schemas.microsoft.com/office/drawing/2014/main" id="{F7297FE0-7390-A6CA-474B-E3771F9242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46825" y="5224770"/>
                <a:ext cx="661700" cy="356411"/>
              </a:xfrm>
              <a:prstGeom prst="rect">
                <a:avLst/>
              </a:prstGeom>
            </p:spPr>
          </p:pic>
        </p:grpSp>
        <p:grpSp>
          <p:nvGrpSpPr>
            <p:cNvPr id="33" name="Group 8">
              <a:extLst>
                <a:ext uri="{FF2B5EF4-FFF2-40B4-BE49-F238E27FC236}">
                  <a16:creationId xmlns:a16="http://schemas.microsoft.com/office/drawing/2014/main" id="{FA7F0C78-799D-03A6-4D9B-9FA97B5CB908}"/>
                </a:ext>
              </a:extLst>
            </p:cNvPr>
            <p:cNvGrpSpPr/>
            <p:nvPr/>
          </p:nvGrpSpPr>
          <p:grpSpPr>
            <a:xfrm>
              <a:off x="10791137" y="2159203"/>
              <a:ext cx="566415" cy="566415"/>
              <a:chOff x="7070264" y="2151039"/>
              <a:chExt cx="566415" cy="566415"/>
            </a:xfrm>
          </p:grpSpPr>
          <p:sp>
            <p:nvSpPr>
              <p:cNvPr id="34" name="Oval 11">
                <a:extLst>
                  <a:ext uri="{FF2B5EF4-FFF2-40B4-BE49-F238E27FC236}">
                    <a16:creationId xmlns:a16="http://schemas.microsoft.com/office/drawing/2014/main" id="{346F5767-AFF9-04E8-DF82-B789A34537DF}"/>
                  </a:ext>
                </a:extLst>
              </p:cNvPr>
              <p:cNvSpPr/>
              <p:nvPr/>
            </p:nvSpPr>
            <p:spPr>
              <a:xfrm>
                <a:off x="7070264" y="2151039"/>
                <a:ext cx="566415" cy="566415"/>
              </a:xfrm>
              <a:prstGeom prst="ellipse">
                <a:avLst/>
              </a:prstGeom>
              <a:solidFill>
                <a:schemeClr val="bg1"/>
              </a:solidFill>
              <a:ln w="63500">
                <a:solidFill>
                  <a:srgbClr val="13B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pic>
            <p:nvPicPr>
              <p:cNvPr id="35" name="Graphic 15">
                <a:extLst>
                  <a:ext uri="{FF2B5EF4-FFF2-40B4-BE49-F238E27FC236}">
                    <a16:creationId xmlns:a16="http://schemas.microsoft.com/office/drawing/2014/main" id="{1AACED7D-63C6-8075-0C87-BA63E07A6B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87172" y="2250695"/>
                <a:ext cx="367103" cy="367103"/>
              </a:xfrm>
              <a:prstGeom prst="rect">
                <a:avLst/>
              </a:prstGeom>
            </p:spPr>
          </p:pic>
        </p:grpSp>
      </p:grpSp>
      <p:sp>
        <p:nvSpPr>
          <p:cNvPr id="2" name="Espace réservé du numéro de diapositive 1">
            <a:extLst>
              <a:ext uri="{FF2B5EF4-FFF2-40B4-BE49-F238E27FC236}">
                <a16:creationId xmlns:a16="http://schemas.microsoft.com/office/drawing/2014/main" id="{E74F9AD9-DFE3-0666-A540-FC2B36D69EC8}"/>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noProof="0" smtClean="0"/>
              <a:pPr defTabSz="914400">
                <a:defRPr/>
              </a:pPr>
              <a:t>36</a:t>
            </a:fld>
            <a:endParaRPr lang="fr-FR" noProof="0" dirty="0"/>
          </a:p>
        </p:txBody>
      </p:sp>
    </p:spTree>
    <p:extLst>
      <p:ext uri="{BB962C8B-B14F-4D97-AF65-F5344CB8AC3E}">
        <p14:creationId xmlns:p14="http://schemas.microsoft.com/office/powerpoint/2010/main" val="760134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D99BBFAE-F23E-B8C2-F1A0-34363CD5C1C8}"/>
              </a:ext>
            </a:extLst>
          </p:cNvPr>
          <p:cNvSpPr>
            <a:spLocks noGrp="1"/>
          </p:cNvSpPr>
          <p:nvPr>
            <p:ph type="body" sz="quarter" idx="10"/>
          </p:nvPr>
        </p:nvSpPr>
        <p:spPr/>
        <p:txBody>
          <a:bodyPr>
            <a:normAutofit/>
          </a:bodyPr>
          <a:lstStyle/>
          <a:p>
            <a:r>
              <a:rPr lang="fr-FR" sz="2000" noProof="0" dirty="0">
                <a:latin typeface="+mn-lt"/>
              </a:rPr>
              <a:t>Licences</a:t>
            </a:r>
          </a:p>
          <a:p>
            <a:r>
              <a:rPr lang="fr-FR" sz="2000" noProof="0" dirty="0">
                <a:latin typeface="+mn-lt"/>
              </a:rPr>
              <a:t>Odoo</a:t>
            </a:r>
          </a:p>
        </p:txBody>
      </p:sp>
      <p:sp>
        <p:nvSpPr>
          <p:cNvPr id="5" name="Espace réservé du texte 4">
            <a:extLst>
              <a:ext uri="{FF2B5EF4-FFF2-40B4-BE49-F238E27FC236}">
                <a16:creationId xmlns:a16="http://schemas.microsoft.com/office/drawing/2014/main" id="{A1DE8262-F581-4A3C-3C1A-080D88617060}"/>
              </a:ext>
            </a:extLst>
          </p:cNvPr>
          <p:cNvSpPr>
            <a:spLocks noGrp="1"/>
          </p:cNvSpPr>
          <p:nvPr>
            <p:ph type="body" sz="quarter" idx="11"/>
          </p:nvPr>
        </p:nvSpPr>
        <p:spPr/>
        <p:txBody>
          <a:bodyPr>
            <a:normAutofit/>
          </a:bodyPr>
          <a:lstStyle/>
          <a:p>
            <a:r>
              <a:rPr lang="fr-FR" sz="2000" noProof="0" dirty="0">
                <a:latin typeface="+mn-lt"/>
              </a:rPr>
              <a:t>Hébergement</a:t>
            </a:r>
          </a:p>
          <a:p>
            <a:r>
              <a:rPr lang="fr-FR" sz="2000" noProof="0" dirty="0">
                <a:latin typeface="+mn-lt"/>
              </a:rPr>
              <a:t>Odoo.SH</a:t>
            </a:r>
          </a:p>
        </p:txBody>
      </p:sp>
      <p:sp>
        <p:nvSpPr>
          <p:cNvPr id="6" name="Espace réservé du texte 5">
            <a:extLst>
              <a:ext uri="{FF2B5EF4-FFF2-40B4-BE49-F238E27FC236}">
                <a16:creationId xmlns:a16="http://schemas.microsoft.com/office/drawing/2014/main" id="{F866D680-C32F-892C-8521-E69958BE33DC}"/>
              </a:ext>
            </a:extLst>
          </p:cNvPr>
          <p:cNvSpPr>
            <a:spLocks noGrp="1"/>
          </p:cNvSpPr>
          <p:nvPr>
            <p:ph type="body" sz="quarter" idx="13"/>
          </p:nvPr>
        </p:nvSpPr>
        <p:spPr>
          <a:xfrm>
            <a:off x="1841500" y="4425950"/>
            <a:ext cx="3625850" cy="717550"/>
          </a:xfrm>
        </p:spPr>
        <p:txBody>
          <a:bodyPr anchor="ctr">
            <a:noAutofit/>
          </a:bodyPr>
          <a:lstStyle/>
          <a:p>
            <a:r>
              <a:rPr lang="fr-FR" sz="1600" b="1" noProof="0" dirty="0">
                <a:latin typeface="+mn-lt"/>
              </a:rPr>
              <a:t>37,40€ /m/utilisateur</a:t>
            </a:r>
          </a:p>
        </p:txBody>
      </p:sp>
      <p:sp>
        <p:nvSpPr>
          <p:cNvPr id="3" name="Titre 2">
            <a:extLst>
              <a:ext uri="{FF2B5EF4-FFF2-40B4-BE49-F238E27FC236}">
                <a16:creationId xmlns:a16="http://schemas.microsoft.com/office/drawing/2014/main" id="{87351F49-758A-17E8-B019-B8AF6EB65813}"/>
              </a:ext>
            </a:extLst>
          </p:cNvPr>
          <p:cNvSpPr>
            <a:spLocks noGrp="1"/>
          </p:cNvSpPr>
          <p:nvPr>
            <p:ph type="title"/>
          </p:nvPr>
        </p:nvSpPr>
        <p:spPr/>
        <p:txBody>
          <a:bodyPr/>
          <a:lstStyle/>
          <a:p>
            <a:r>
              <a:rPr lang="fr-FR" noProof="0" dirty="0">
                <a:latin typeface="+mn-lt"/>
              </a:rPr>
              <a:t>APPROCHE BUDGÉTAIRE</a:t>
            </a:r>
            <a:br>
              <a:rPr lang="fr-FR" noProof="0" dirty="0">
                <a:latin typeface="+mn-lt"/>
              </a:rPr>
            </a:br>
            <a:r>
              <a:rPr lang="fr-FR" b="0" noProof="0" dirty="0">
                <a:latin typeface="+mn-lt"/>
              </a:rPr>
              <a:t>ODOO</a:t>
            </a:r>
          </a:p>
        </p:txBody>
      </p:sp>
      <p:sp>
        <p:nvSpPr>
          <p:cNvPr id="8" name="Espace réservé du texte 5">
            <a:extLst>
              <a:ext uri="{FF2B5EF4-FFF2-40B4-BE49-F238E27FC236}">
                <a16:creationId xmlns:a16="http://schemas.microsoft.com/office/drawing/2014/main" id="{FCBD70E2-8320-EE60-3F7F-785EB4D8B88F}"/>
              </a:ext>
            </a:extLst>
          </p:cNvPr>
          <p:cNvSpPr txBox="1">
            <a:spLocks/>
          </p:cNvSpPr>
          <p:nvPr/>
        </p:nvSpPr>
        <p:spPr>
          <a:xfrm>
            <a:off x="6815925" y="4425950"/>
            <a:ext cx="3625850" cy="717550"/>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b="1" noProof="0" dirty="0">
                <a:highlight>
                  <a:srgbClr val="FFFF00"/>
                </a:highlight>
                <a:latin typeface="+mn-lt"/>
              </a:rPr>
              <a:t>29,90</a:t>
            </a:r>
            <a:r>
              <a:rPr lang="fr-FR" sz="1600" b="1" noProof="0" dirty="0">
                <a:latin typeface="+mn-lt"/>
              </a:rPr>
              <a:t>€ /mois</a:t>
            </a:r>
            <a:endParaRPr lang="fr-FR" sz="1600" noProof="0" dirty="0">
              <a:latin typeface="+mn-lt"/>
            </a:endParaRPr>
          </a:p>
        </p:txBody>
      </p:sp>
      <p:sp>
        <p:nvSpPr>
          <p:cNvPr id="9" name="Espace réservé du texte 5">
            <a:extLst>
              <a:ext uri="{FF2B5EF4-FFF2-40B4-BE49-F238E27FC236}">
                <a16:creationId xmlns:a16="http://schemas.microsoft.com/office/drawing/2014/main" id="{A8ADAA8D-BFDD-65BE-46F6-CE6168A7100E}"/>
              </a:ext>
            </a:extLst>
          </p:cNvPr>
          <p:cNvSpPr txBox="1">
            <a:spLocks/>
          </p:cNvSpPr>
          <p:nvPr/>
        </p:nvSpPr>
        <p:spPr>
          <a:xfrm>
            <a:off x="1795862" y="5668010"/>
            <a:ext cx="8600275" cy="71755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b="1" noProof="0" dirty="0">
                <a:latin typeface="+mn-lt"/>
              </a:rPr>
              <a:t>Pour </a:t>
            </a:r>
            <a:r>
              <a:rPr lang="fr-FR" sz="2000" b="1" noProof="0" dirty="0">
                <a:highlight>
                  <a:srgbClr val="FFFF00"/>
                </a:highlight>
                <a:latin typeface="+mn-lt"/>
              </a:rPr>
              <a:t>XXX</a:t>
            </a:r>
            <a:r>
              <a:rPr lang="fr-FR" sz="2000" b="1" noProof="0" dirty="0">
                <a:latin typeface="+mn-lt"/>
              </a:rPr>
              <a:t> utilisateurs : </a:t>
            </a:r>
            <a:r>
              <a:rPr lang="fr-FR" sz="2000" b="1" noProof="0" dirty="0">
                <a:highlight>
                  <a:srgbClr val="FFFF00"/>
                </a:highlight>
                <a:latin typeface="+mn-lt"/>
              </a:rPr>
              <a:t>XXX</a:t>
            </a:r>
            <a:r>
              <a:rPr lang="fr-FR" sz="2000" b="1" noProof="0" dirty="0">
                <a:latin typeface="+mn-lt"/>
              </a:rPr>
              <a:t>€ par ans</a:t>
            </a:r>
          </a:p>
          <a:p>
            <a:r>
              <a:rPr lang="fr-FR" sz="1400" dirty="0">
                <a:latin typeface="+mn-lt"/>
              </a:rPr>
              <a:t>Paiement annuel</a:t>
            </a:r>
            <a:endParaRPr lang="fr-FR" sz="1400" noProof="0" dirty="0">
              <a:latin typeface="+mn-lt"/>
            </a:endParaRPr>
          </a:p>
        </p:txBody>
      </p:sp>
      <p:sp>
        <p:nvSpPr>
          <p:cNvPr id="2" name="Espace réservé du numéro de diapositive 1">
            <a:extLst>
              <a:ext uri="{FF2B5EF4-FFF2-40B4-BE49-F238E27FC236}">
                <a16:creationId xmlns:a16="http://schemas.microsoft.com/office/drawing/2014/main" id="{B10E9C5A-13F1-8FEC-2257-F5BE9D55B6FA}"/>
              </a:ext>
            </a:extLst>
          </p:cNvPr>
          <p:cNvSpPr>
            <a:spLocks noGrp="1"/>
          </p:cNvSpPr>
          <p:nvPr>
            <p:ph type="sldNum" sz="quarter" idx="4"/>
          </p:nvPr>
        </p:nvSpPr>
        <p:spPr/>
        <p:txBody>
          <a:bodyPr/>
          <a:lstStyle/>
          <a:p>
            <a:pPr defTabSz="914400">
              <a:defRPr/>
            </a:pPr>
            <a:fld id="{11061685-6496-4975-B02C-C44B14DBF38E}" type="slidenum">
              <a:rPr lang="fr-FR" noProof="0" smtClean="0"/>
              <a:pPr defTabSz="914400">
                <a:defRPr/>
              </a:pPr>
              <a:t>37</a:t>
            </a:fld>
            <a:endParaRPr lang="fr-FR" noProof="0" dirty="0"/>
          </a:p>
        </p:txBody>
      </p:sp>
    </p:spTree>
    <p:extLst>
      <p:ext uri="{BB962C8B-B14F-4D97-AF65-F5344CB8AC3E}">
        <p14:creationId xmlns:p14="http://schemas.microsoft.com/office/powerpoint/2010/main" val="2016768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922C355-6826-AC62-3814-8FC50F6EE682}"/>
              </a:ext>
            </a:extLst>
          </p:cNvPr>
          <p:cNvSpPr>
            <a:spLocks noGrp="1"/>
          </p:cNvSpPr>
          <p:nvPr>
            <p:ph type="title"/>
          </p:nvPr>
        </p:nvSpPr>
        <p:spPr/>
        <p:txBody>
          <a:bodyPr/>
          <a:lstStyle/>
          <a:p>
            <a:r>
              <a:rPr lang="fr-FR" dirty="0"/>
              <a:t>A la demande</a:t>
            </a:r>
            <a:endParaRPr lang="en-US" dirty="0"/>
          </a:p>
        </p:txBody>
      </p:sp>
      <p:sp>
        <p:nvSpPr>
          <p:cNvPr id="6" name="Slide Number Placeholder 5">
            <a:extLst>
              <a:ext uri="{FF2B5EF4-FFF2-40B4-BE49-F238E27FC236}">
                <a16:creationId xmlns:a16="http://schemas.microsoft.com/office/drawing/2014/main" id="{DA8B0D32-B73C-0B62-E247-9C04B3ED055E}"/>
              </a:ext>
            </a:extLst>
          </p:cNvPr>
          <p:cNvSpPr>
            <a:spLocks noGrp="1"/>
          </p:cNvSpPr>
          <p:nvPr>
            <p:ph type="sldNum" sz="quarter" idx="10"/>
          </p:nvPr>
        </p:nvSpPr>
        <p:spPr/>
        <p:txBody>
          <a:bodyPr/>
          <a:lstStyle/>
          <a:p>
            <a:pPr defTabSz="914400">
              <a:defRPr/>
            </a:pPr>
            <a:fld id="{11061685-6496-4975-B02C-C44B14DBF38E}" type="slidenum">
              <a:rPr lang="fr-FR" smtClean="0"/>
              <a:pPr defTabSz="914400">
                <a:defRPr/>
              </a:pPr>
              <a:t>38</a:t>
            </a:fld>
            <a:endParaRPr lang="fr-FR"/>
          </a:p>
        </p:txBody>
      </p:sp>
      <p:pic>
        <p:nvPicPr>
          <p:cNvPr id="10" name="Picture 9">
            <a:extLst>
              <a:ext uri="{FF2B5EF4-FFF2-40B4-BE49-F238E27FC236}">
                <a16:creationId xmlns:a16="http://schemas.microsoft.com/office/drawing/2014/main" id="{0D59F475-3013-6E19-B1AA-AA485687B0A1}"/>
              </a:ext>
            </a:extLst>
          </p:cNvPr>
          <p:cNvPicPr>
            <a:picLocks noChangeAspect="1"/>
          </p:cNvPicPr>
          <p:nvPr/>
        </p:nvPicPr>
        <p:blipFill>
          <a:blip r:embed="rId2"/>
          <a:stretch>
            <a:fillRect/>
          </a:stretch>
        </p:blipFill>
        <p:spPr>
          <a:xfrm>
            <a:off x="613949" y="2500549"/>
            <a:ext cx="5162528" cy="3990360"/>
          </a:xfrm>
          <a:prstGeom prst="rect">
            <a:avLst/>
          </a:prstGeom>
        </p:spPr>
      </p:pic>
      <p:sp>
        <p:nvSpPr>
          <p:cNvPr id="13" name="TextBox 12">
            <a:extLst>
              <a:ext uri="{FF2B5EF4-FFF2-40B4-BE49-F238E27FC236}">
                <a16:creationId xmlns:a16="http://schemas.microsoft.com/office/drawing/2014/main" id="{4A67A8B2-CE44-84EE-9C37-884F50E2F0C7}"/>
              </a:ext>
            </a:extLst>
          </p:cNvPr>
          <p:cNvSpPr txBox="1"/>
          <p:nvPr/>
        </p:nvSpPr>
        <p:spPr>
          <a:xfrm>
            <a:off x="7650373" y="2138359"/>
            <a:ext cx="3927678" cy="369332"/>
          </a:xfrm>
          <a:prstGeom prst="rect">
            <a:avLst/>
          </a:prstGeom>
          <a:noFill/>
        </p:spPr>
        <p:txBody>
          <a:bodyPr wrap="none" rtlCol="0">
            <a:spAutoFit/>
          </a:bodyPr>
          <a:lstStyle/>
          <a:p>
            <a:r>
              <a:rPr lang="fr-FR" dirty="0"/>
              <a:t>Complétion de contact automatique</a:t>
            </a:r>
            <a:endParaRPr lang="en-US" dirty="0"/>
          </a:p>
        </p:txBody>
      </p:sp>
      <p:sp>
        <p:nvSpPr>
          <p:cNvPr id="14" name="TextBox 13">
            <a:extLst>
              <a:ext uri="{FF2B5EF4-FFF2-40B4-BE49-F238E27FC236}">
                <a16:creationId xmlns:a16="http://schemas.microsoft.com/office/drawing/2014/main" id="{275E0107-273C-455E-EDF6-328F7DA55BA8}"/>
              </a:ext>
            </a:extLst>
          </p:cNvPr>
          <p:cNvSpPr txBox="1"/>
          <p:nvPr/>
        </p:nvSpPr>
        <p:spPr>
          <a:xfrm>
            <a:off x="2888879" y="2131217"/>
            <a:ext cx="612668" cy="369332"/>
          </a:xfrm>
          <a:prstGeom prst="rect">
            <a:avLst/>
          </a:prstGeom>
          <a:noFill/>
        </p:spPr>
        <p:txBody>
          <a:bodyPr wrap="none" rtlCol="0">
            <a:spAutoFit/>
          </a:bodyPr>
          <a:lstStyle/>
          <a:p>
            <a:r>
              <a:rPr lang="fr-FR" dirty="0"/>
              <a:t>OCR</a:t>
            </a:r>
            <a:endParaRPr lang="en-US" dirty="0"/>
          </a:p>
        </p:txBody>
      </p:sp>
      <p:pic>
        <p:nvPicPr>
          <p:cNvPr id="16" name="Picture 15">
            <a:extLst>
              <a:ext uri="{FF2B5EF4-FFF2-40B4-BE49-F238E27FC236}">
                <a16:creationId xmlns:a16="http://schemas.microsoft.com/office/drawing/2014/main" id="{282DB8AC-E3FD-7D2F-BBB8-5776A5BCA829}"/>
              </a:ext>
            </a:extLst>
          </p:cNvPr>
          <p:cNvPicPr>
            <a:picLocks noChangeAspect="1"/>
          </p:cNvPicPr>
          <p:nvPr/>
        </p:nvPicPr>
        <p:blipFill>
          <a:blip r:embed="rId3"/>
          <a:stretch>
            <a:fillRect/>
          </a:stretch>
        </p:blipFill>
        <p:spPr>
          <a:xfrm>
            <a:off x="6758447" y="2574425"/>
            <a:ext cx="5162529" cy="3842608"/>
          </a:xfrm>
          <a:prstGeom prst="rect">
            <a:avLst/>
          </a:prstGeom>
        </p:spPr>
      </p:pic>
    </p:spTree>
    <p:extLst>
      <p:ext uri="{BB962C8B-B14F-4D97-AF65-F5344CB8AC3E}">
        <p14:creationId xmlns:p14="http://schemas.microsoft.com/office/powerpoint/2010/main" val="2464025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04249-D7B9-7768-00CC-EFAA43FFD8D9}"/>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D78B20A5-EDF3-CA4F-FBBC-481EC4B60857}"/>
              </a:ext>
            </a:extLst>
          </p:cNvPr>
          <p:cNvSpPr>
            <a:spLocks noGrp="1"/>
          </p:cNvSpPr>
          <p:nvPr>
            <p:ph type="title"/>
          </p:nvPr>
        </p:nvSpPr>
        <p:spPr/>
        <p:txBody>
          <a:bodyPr>
            <a:normAutofit/>
          </a:bodyPr>
          <a:lstStyle/>
          <a:p>
            <a:r>
              <a:rPr lang="fr-FR" noProof="0" dirty="0"/>
              <a:t>APPROCHE BUDGÉTAIRE</a:t>
            </a:r>
            <a:br>
              <a:rPr lang="fr-FR" noProof="0" dirty="0"/>
            </a:br>
            <a:r>
              <a:rPr lang="fr-FR" b="0" noProof="0" dirty="0"/>
              <a:t>NOS NIVEAUX D’EXPERTISE</a:t>
            </a:r>
            <a:r>
              <a:rPr lang="fr-FR" noProof="0" dirty="0"/>
              <a:t> - FRANCE</a:t>
            </a:r>
            <a:endParaRPr lang="fr-FR" b="0" noProof="0" dirty="0"/>
          </a:p>
        </p:txBody>
      </p:sp>
      <p:sp>
        <p:nvSpPr>
          <p:cNvPr id="11" name="Espace réservé du numéro de diapositive 10">
            <a:extLst>
              <a:ext uri="{FF2B5EF4-FFF2-40B4-BE49-F238E27FC236}">
                <a16:creationId xmlns:a16="http://schemas.microsoft.com/office/drawing/2014/main" id="{021215CF-B671-0BE8-2550-C1DC60BCF01B}"/>
              </a:ext>
            </a:extLst>
          </p:cNvPr>
          <p:cNvSpPr>
            <a:spLocks noGrp="1"/>
          </p:cNvSpPr>
          <p:nvPr>
            <p:ph type="sldNum" sz="quarter" idx="10"/>
          </p:nvPr>
        </p:nvSpPr>
        <p:spPr/>
        <p:txBody>
          <a:bodyPr/>
          <a:lstStyle/>
          <a:p>
            <a:fld id="{0C34F99C-3C47-4582-9518-8D365E9692AE}" type="slidenum">
              <a:rPr lang="fr-FR" noProof="0" smtClean="0"/>
              <a:pPr/>
              <a:t>39</a:t>
            </a:fld>
            <a:endParaRPr lang="fr-FR" noProof="0" dirty="0"/>
          </a:p>
        </p:txBody>
      </p:sp>
      <p:grpSp>
        <p:nvGrpSpPr>
          <p:cNvPr id="31" name="Groupe 30">
            <a:extLst>
              <a:ext uri="{FF2B5EF4-FFF2-40B4-BE49-F238E27FC236}">
                <a16:creationId xmlns:a16="http://schemas.microsoft.com/office/drawing/2014/main" id="{540D7922-73C4-F823-E3C8-46D8F0DC8A40}"/>
              </a:ext>
            </a:extLst>
          </p:cNvPr>
          <p:cNvGrpSpPr/>
          <p:nvPr/>
        </p:nvGrpSpPr>
        <p:grpSpPr>
          <a:xfrm>
            <a:off x="308632" y="2620344"/>
            <a:ext cx="2717800" cy="2775315"/>
            <a:chOff x="484517" y="2242973"/>
            <a:chExt cx="2717800" cy="2775315"/>
          </a:xfrm>
        </p:grpSpPr>
        <p:pic>
          <p:nvPicPr>
            <p:cNvPr id="16" name="Graphique 15">
              <a:extLst>
                <a:ext uri="{FF2B5EF4-FFF2-40B4-BE49-F238E27FC236}">
                  <a16:creationId xmlns:a16="http://schemas.microsoft.com/office/drawing/2014/main" id="{FB003DBA-7B59-E773-5E3B-D9D3C9E33F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030" y="2242973"/>
              <a:ext cx="1628775" cy="1200150"/>
            </a:xfrm>
            <a:prstGeom prst="rect">
              <a:avLst/>
            </a:prstGeom>
          </p:spPr>
        </p:pic>
        <p:sp>
          <p:nvSpPr>
            <p:cNvPr id="24" name="Espace réservé du texte 10">
              <a:extLst>
                <a:ext uri="{FF2B5EF4-FFF2-40B4-BE49-F238E27FC236}">
                  <a16:creationId xmlns:a16="http://schemas.microsoft.com/office/drawing/2014/main" id="{19F0BA5C-1A87-7393-570D-835C53374B0A}"/>
                </a:ext>
              </a:extLst>
            </p:cNvPr>
            <p:cNvSpPr txBox="1">
              <a:spLocks/>
            </p:cNvSpPr>
            <p:nvPr/>
          </p:nvSpPr>
          <p:spPr>
            <a:xfrm>
              <a:off x="484517"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a:t>
              </a:r>
            </a:p>
            <a:p>
              <a:pPr marL="0" indent="0" algn="ctr">
                <a:buNone/>
              </a:pPr>
              <a:r>
                <a:rPr lang="fr-FR" sz="2000" noProof="0" dirty="0"/>
                <a:t>114.00 EUR/h HT</a:t>
              </a:r>
            </a:p>
          </p:txBody>
        </p:sp>
      </p:grpSp>
      <p:grpSp>
        <p:nvGrpSpPr>
          <p:cNvPr id="32" name="Groupe 31">
            <a:extLst>
              <a:ext uri="{FF2B5EF4-FFF2-40B4-BE49-F238E27FC236}">
                <a16:creationId xmlns:a16="http://schemas.microsoft.com/office/drawing/2014/main" id="{31B1507B-2C26-951F-79E8-7051A2A849AE}"/>
              </a:ext>
            </a:extLst>
          </p:cNvPr>
          <p:cNvGrpSpPr/>
          <p:nvPr/>
        </p:nvGrpSpPr>
        <p:grpSpPr>
          <a:xfrm>
            <a:off x="3260944" y="2520496"/>
            <a:ext cx="2717800" cy="2875163"/>
            <a:chOff x="3409949" y="2143125"/>
            <a:chExt cx="2717800" cy="2875163"/>
          </a:xfrm>
        </p:grpSpPr>
        <p:pic>
          <p:nvPicPr>
            <p:cNvPr id="22" name="Graphique 21">
              <a:extLst>
                <a:ext uri="{FF2B5EF4-FFF2-40B4-BE49-F238E27FC236}">
                  <a16:creationId xmlns:a16="http://schemas.microsoft.com/office/drawing/2014/main" id="{D8629E81-FEC0-0907-53B4-EABE725EC8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54462" y="2143125"/>
              <a:ext cx="1628775" cy="1285875"/>
            </a:xfrm>
            <a:prstGeom prst="rect">
              <a:avLst/>
            </a:prstGeom>
          </p:spPr>
        </p:pic>
        <p:sp>
          <p:nvSpPr>
            <p:cNvPr id="28" name="Espace réservé du texte 10">
              <a:extLst>
                <a:ext uri="{FF2B5EF4-FFF2-40B4-BE49-F238E27FC236}">
                  <a16:creationId xmlns:a16="http://schemas.microsoft.com/office/drawing/2014/main" id="{CB57D612-8233-5472-AF47-3BA06398005C}"/>
                </a:ext>
              </a:extLst>
            </p:cNvPr>
            <p:cNvSpPr txBox="1">
              <a:spLocks/>
            </p:cNvSpPr>
            <p:nvPr/>
          </p:nvSpPr>
          <p:spPr>
            <a:xfrm>
              <a:off x="3409949"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Certifié</a:t>
              </a:r>
            </a:p>
            <a:p>
              <a:pPr marL="0" indent="0" algn="ctr">
                <a:buNone/>
              </a:pPr>
              <a:r>
                <a:rPr lang="fr-FR" sz="2000" noProof="0" dirty="0"/>
                <a:t>132.00 EUR/h HT</a:t>
              </a:r>
            </a:p>
          </p:txBody>
        </p:sp>
      </p:grpSp>
      <p:grpSp>
        <p:nvGrpSpPr>
          <p:cNvPr id="34" name="Groupe 33">
            <a:extLst>
              <a:ext uri="{FF2B5EF4-FFF2-40B4-BE49-F238E27FC236}">
                <a16:creationId xmlns:a16="http://schemas.microsoft.com/office/drawing/2014/main" id="{388E06A4-F137-AC43-E58C-AF4AF47B06EF}"/>
              </a:ext>
            </a:extLst>
          </p:cNvPr>
          <p:cNvGrpSpPr/>
          <p:nvPr/>
        </p:nvGrpSpPr>
        <p:grpSpPr>
          <a:xfrm>
            <a:off x="6213256" y="2425246"/>
            <a:ext cx="2717800" cy="2970412"/>
            <a:chOff x="6032170" y="2047875"/>
            <a:chExt cx="2717800" cy="2970412"/>
          </a:xfrm>
        </p:grpSpPr>
        <p:pic>
          <p:nvPicPr>
            <p:cNvPr id="18" name="Graphique 17">
              <a:extLst>
                <a:ext uri="{FF2B5EF4-FFF2-40B4-BE49-F238E27FC236}">
                  <a16:creationId xmlns:a16="http://schemas.microsoft.com/office/drawing/2014/main" id="{5142898A-08A1-31A2-9566-FA78DBC470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6683" y="2047875"/>
              <a:ext cx="1628775" cy="1381125"/>
            </a:xfrm>
            <a:prstGeom prst="rect">
              <a:avLst/>
            </a:prstGeom>
          </p:spPr>
        </p:pic>
        <p:sp>
          <p:nvSpPr>
            <p:cNvPr id="29" name="Espace réservé du texte 10">
              <a:extLst>
                <a:ext uri="{FF2B5EF4-FFF2-40B4-BE49-F238E27FC236}">
                  <a16:creationId xmlns:a16="http://schemas.microsoft.com/office/drawing/2014/main" id="{E2C3DEC7-620F-2AA7-B45C-FD1D7F7D37CC}"/>
                </a:ext>
              </a:extLst>
            </p:cNvPr>
            <p:cNvSpPr txBox="1">
              <a:spLocks/>
            </p:cNvSpPr>
            <p:nvPr/>
          </p:nvSpPr>
          <p:spPr>
            <a:xfrm>
              <a:off x="6032170" y="3692724"/>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Master</a:t>
              </a:r>
            </a:p>
            <a:p>
              <a:pPr marL="0" indent="0" algn="ctr">
                <a:buNone/>
              </a:pPr>
              <a:r>
                <a:rPr lang="fr-FR" sz="2000" noProof="0" dirty="0"/>
                <a:t>152.00 EUR/h HT</a:t>
              </a:r>
            </a:p>
          </p:txBody>
        </p:sp>
      </p:grpSp>
      <p:grpSp>
        <p:nvGrpSpPr>
          <p:cNvPr id="33" name="Groupe 32">
            <a:extLst>
              <a:ext uri="{FF2B5EF4-FFF2-40B4-BE49-F238E27FC236}">
                <a16:creationId xmlns:a16="http://schemas.microsoft.com/office/drawing/2014/main" id="{C7FB3EC3-DB4B-F24E-ECDB-83C8429684D1}"/>
              </a:ext>
            </a:extLst>
          </p:cNvPr>
          <p:cNvGrpSpPr/>
          <p:nvPr/>
        </p:nvGrpSpPr>
        <p:grpSpPr>
          <a:xfrm>
            <a:off x="9165568" y="2556460"/>
            <a:ext cx="2717800" cy="2839197"/>
            <a:chOff x="8654392" y="2179089"/>
            <a:chExt cx="2717800" cy="2839197"/>
          </a:xfrm>
        </p:grpSpPr>
        <p:pic>
          <p:nvPicPr>
            <p:cNvPr id="20" name="Graphique 19">
              <a:extLst>
                <a:ext uri="{FF2B5EF4-FFF2-40B4-BE49-F238E27FC236}">
                  <a16:creationId xmlns:a16="http://schemas.microsoft.com/office/drawing/2014/main" id="{95C416FA-6F2F-57B8-BB67-8A7A98F031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98905" y="2179089"/>
              <a:ext cx="1628775" cy="1266825"/>
            </a:xfrm>
            <a:prstGeom prst="rect">
              <a:avLst/>
            </a:prstGeom>
          </p:spPr>
        </p:pic>
        <p:sp>
          <p:nvSpPr>
            <p:cNvPr id="30" name="Espace réservé du texte 10">
              <a:extLst>
                <a:ext uri="{FF2B5EF4-FFF2-40B4-BE49-F238E27FC236}">
                  <a16:creationId xmlns:a16="http://schemas.microsoft.com/office/drawing/2014/main" id="{542F3E60-3D79-CF32-B67F-E88751482B61}"/>
                </a:ext>
              </a:extLst>
            </p:cNvPr>
            <p:cNvSpPr txBox="1">
              <a:spLocks/>
            </p:cNvSpPr>
            <p:nvPr/>
          </p:nvSpPr>
          <p:spPr>
            <a:xfrm>
              <a:off x="8654392" y="3692723"/>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a:t>
              </a:r>
              <a:r>
                <a:rPr lang="fr-FR" sz="1600" b="1" noProof="0" dirty="0" err="1"/>
                <a:t>Legend</a:t>
              </a:r>
              <a:endParaRPr lang="fr-FR" sz="1600" b="1" noProof="0" dirty="0"/>
            </a:p>
            <a:p>
              <a:pPr marL="0" indent="0" algn="ctr">
                <a:buNone/>
              </a:pPr>
              <a:r>
                <a:rPr lang="fr-FR" sz="2000" noProof="0" dirty="0"/>
                <a:t>182.00 EUR/h HT</a:t>
              </a:r>
            </a:p>
          </p:txBody>
        </p:sp>
      </p:grpSp>
    </p:spTree>
    <p:extLst>
      <p:ext uri="{BB962C8B-B14F-4D97-AF65-F5344CB8AC3E}">
        <p14:creationId xmlns:p14="http://schemas.microsoft.com/office/powerpoint/2010/main" val="2252204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55939FD-34A4-EE6A-1635-AD0223FAC404}"/>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428DF11A-8B6B-0BC7-E988-A5688E1C0E3A}"/>
              </a:ext>
            </a:extLst>
          </p:cNvPr>
          <p:cNvSpPr>
            <a:spLocks noGrp="1"/>
          </p:cNvSpPr>
          <p:nvPr>
            <p:ph type="title"/>
          </p:nvPr>
        </p:nvSpPr>
        <p:spPr/>
        <p:txBody>
          <a:bodyPr>
            <a:normAutofit fontScale="90000"/>
          </a:bodyPr>
          <a:lstStyle/>
          <a:p>
            <a:r>
              <a:rPr lang="fr-FR" noProof="0" dirty="0"/>
              <a:t>APPROCHE BUDGÉTAIRE</a:t>
            </a:r>
            <a:br>
              <a:rPr lang="fr-FR" noProof="0" dirty="0"/>
            </a:br>
            <a:r>
              <a:rPr lang="fr-FR" b="0" noProof="0" dirty="0"/>
              <a:t>NOS NIVEAUX D’EXPERTISE - LUXEMBOURG</a:t>
            </a:r>
          </a:p>
        </p:txBody>
      </p:sp>
      <p:sp>
        <p:nvSpPr>
          <p:cNvPr id="11" name="Espace réservé du numéro de diapositive 10">
            <a:extLst>
              <a:ext uri="{FF2B5EF4-FFF2-40B4-BE49-F238E27FC236}">
                <a16:creationId xmlns:a16="http://schemas.microsoft.com/office/drawing/2014/main" id="{D96B9A0E-4746-83D6-D35C-F77290B1A4CD}"/>
              </a:ext>
            </a:extLst>
          </p:cNvPr>
          <p:cNvSpPr>
            <a:spLocks noGrp="1"/>
          </p:cNvSpPr>
          <p:nvPr>
            <p:ph type="sldNum" sz="quarter" idx="10"/>
          </p:nvPr>
        </p:nvSpPr>
        <p:spPr/>
        <p:txBody>
          <a:bodyPr/>
          <a:lstStyle/>
          <a:p>
            <a:fld id="{0C34F99C-3C47-4582-9518-8D365E9692AE}" type="slidenum">
              <a:rPr lang="fr-FR" noProof="0" smtClean="0"/>
              <a:pPr/>
              <a:t>40</a:t>
            </a:fld>
            <a:endParaRPr lang="fr-FR" noProof="0" dirty="0"/>
          </a:p>
        </p:txBody>
      </p:sp>
      <p:grpSp>
        <p:nvGrpSpPr>
          <p:cNvPr id="31" name="Groupe 30">
            <a:extLst>
              <a:ext uri="{FF2B5EF4-FFF2-40B4-BE49-F238E27FC236}">
                <a16:creationId xmlns:a16="http://schemas.microsoft.com/office/drawing/2014/main" id="{1B3223DB-065C-8352-F0BA-F80959E28263}"/>
              </a:ext>
            </a:extLst>
          </p:cNvPr>
          <p:cNvGrpSpPr/>
          <p:nvPr/>
        </p:nvGrpSpPr>
        <p:grpSpPr>
          <a:xfrm>
            <a:off x="193920" y="2620344"/>
            <a:ext cx="2952312" cy="2775313"/>
            <a:chOff x="369805" y="2242973"/>
            <a:chExt cx="2952312" cy="2775313"/>
          </a:xfrm>
        </p:grpSpPr>
        <p:pic>
          <p:nvPicPr>
            <p:cNvPr id="16" name="Graphique 15">
              <a:extLst>
                <a:ext uri="{FF2B5EF4-FFF2-40B4-BE49-F238E27FC236}">
                  <a16:creationId xmlns:a16="http://schemas.microsoft.com/office/drawing/2014/main" id="{E8D590E7-2B96-409C-F556-F4F5FBE2BE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030" y="2242973"/>
              <a:ext cx="1628775" cy="1200150"/>
            </a:xfrm>
            <a:prstGeom prst="rect">
              <a:avLst/>
            </a:prstGeom>
          </p:spPr>
        </p:pic>
        <p:sp>
          <p:nvSpPr>
            <p:cNvPr id="24" name="Espace réservé du texte 10">
              <a:extLst>
                <a:ext uri="{FF2B5EF4-FFF2-40B4-BE49-F238E27FC236}">
                  <a16:creationId xmlns:a16="http://schemas.microsoft.com/office/drawing/2014/main" id="{0616CC85-D0C6-F572-A8C7-7D15A14CE529}"/>
                </a:ext>
              </a:extLst>
            </p:cNvPr>
            <p:cNvSpPr txBox="1">
              <a:spLocks/>
            </p:cNvSpPr>
            <p:nvPr/>
          </p:nvSpPr>
          <p:spPr>
            <a:xfrm>
              <a:off x="369805" y="3692723"/>
              <a:ext cx="2952312"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a:t>
              </a:r>
            </a:p>
            <a:p>
              <a:pPr marL="0" indent="0" algn="ctr">
                <a:buNone/>
              </a:pPr>
              <a:r>
                <a:rPr lang="fr-FR" sz="2000" noProof="0" dirty="0"/>
                <a:t>120.00 EUR/h HT</a:t>
              </a:r>
            </a:p>
          </p:txBody>
        </p:sp>
      </p:grpSp>
      <p:grpSp>
        <p:nvGrpSpPr>
          <p:cNvPr id="32" name="Groupe 31">
            <a:extLst>
              <a:ext uri="{FF2B5EF4-FFF2-40B4-BE49-F238E27FC236}">
                <a16:creationId xmlns:a16="http://schemas.microsoft.com/office/drawing/2014/main" id="{99549505-0380-CEDF-2DA6-B9501200363F}"/>
              </a:ext>
            </a:extLst>
          </p:cNvPr>
          <p:cNvGrpSpPr/>
          <p:nvPr/>
        </p:nvGrpSpPr>
        <p:grpSpPr>
          <a:xfrm>
            <a:off x="3260944" y="2520496"/>
            <a:ext cx="2717800" cy="2875163"/>
            <a:chOff x="3409949" y="2143125"/>
            <a:chExt cx="2717800" cy="2875163"/>
          </a:xfrm>
        </p:grpSpPr>
        <p:pic>
          <p:nvPicPr>
            <p:cNvPr id="22" name="Graphique 21">
              <a:extLst>
                <a:ext uri="{FF2B5EF4-FFF2-40B4-BE49-F238E27FC236}">
                  <a16:creationId xmlns:a16="http://schemas.microsoft.com/office/drawing/2014/main" id="{27D98445-C194-B3E0-B2CE-B8A2B810F4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54462" y="2143125"/>
              <a:ext cx="1628775" cy="1285875"/>
            </a:xfrm>
            <a:prstGeom prst="rect">
              <a:avLst/>
            </a:prstGeom>
          </p:spPr>
        </p:pic>
        <p:sp>
          <p:nvSpPr>
            <p:cNvPr id="28" name="Espace réservé du texte 10">
              <a:extLst>
                <a:ext uri="{FF2B5EF4-FFF2-40B4-BE49-F238E27FC236}">
                  <a16:creationId xmlns:a16="http://schemas.microsoft.com/office/drawing/2014/main" id="{8278B791-B3CF-2490-1BB2-D2A232FD574C}"/>
                </a:ext>
              </a:extLst>
            </p:cNvPr>
            <p:cNvSpPr txBox="1">
              <a:spLocks/>
            </p:cNvSpPr>
            <p:nvPr/>
          </p:nvSpPr>
          <p:spPr>
            <a:xfrm>
              <a:off x="3409949"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Certifié</a:t>
              </a:r>
            </a:p>
            <a:p>
              <a:pPr marL="0" indent="0" algn="ctr">
                <a:buNone/>
              </a:pPr>
              <a:r>
                <a:rPr lang="fr-FR" sz="2000" noProof="0" dirty="0"/>
                <a:t>138.00 EUR/h HT</a:t>
              </a:r>
            </a:p>
          </p:txBody>
        </p:sp>
      </p:grpSp>
      <p:grpSp>
        <p:nvGrpSpPr>
          <p:cNvPr id="34" name="Groupe 33">
            <a:extLst>
              <a:ext uri="{FF2B5EF4-FFF2-40B4-BE49-F238E27FC236}">
                <a16:creationId xmlns:a16="http://schemas.microsoft.com/office/drawing/2014/main" id="{24681FE6-BE73-26C8-DEFF-C52892AE6964}"/>
              </a:ext>
            </a:extLst>
          </p:cNvPr>
          <p:cNvGrpSpPr/>
          <p:nvPr/>
        </p:nvGrpSpPr>
        <p:grpSpPr>
          <a:xfrm>
            <a:off x="6213256" y="2425246"/>
            <a:ext cx="2717800" cy="2970412"/>
            <a:chOff x="6032170" y="2047875"/>
            <a:chExt cx="2717800" cy="2970412"/>
          </a:xfrm>
        </p:grpSpPr>
        <p:pic>
          <p:nvPicPr>
            <p:cNvPr id="18" name="Graphique 17">
              <a:extLst>
                <a:ext uri="{FF2B5EF4-FFF2-40B4-BE49-F238E27FC236}">
                  <a16:creationId xmlns:a16="http://schemas.microsoft.com/office/drawing/2014/main" id="{9B03F717-BF78-E19D-66A6-2EDAA886DB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6683" y="2047875"/>
              <a:ext cx="1628775" cy="1381125"/>
            </a:xfrm>
            <a:prstGeom prst="rect">
              <a:avLst/>
            </a:prstGeom>
          </p:spPr>
        </p:pic>
        <p:sp>
          <p:nvSpPr>
            <p:cNvPr id="29" name="Espace réservé du texte 10">
              <a:extLst>
                <a:ext uri="{FF2B5EF4-FFF2-40B4-BE49-F238E27FC236}">
                  <a16:creationId xmlns:a16="http://schemas.microsoft.com/office/drawing/2014/main" id="{C52CA4EB-F256-BB78-8B48-E6D136EE6867}"/>
                </a:ext>
              </a:extLst>
            </p:cNvPr>
            <p:cNvSpPr txBox="1">
              <a:spLocks/>
            </p:cNvSpPr>
            <p:nvPr/>
          </p:nvSpPr>
          <p:spPr>
            <a:xfrm>
              <a:off x="6032170" y="3692724"/>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Master</a:t>
              </a:r>
            </a:p>
            <a:p>
              <a:pPr marL="0" indent="0" algn="ctr">
                <a:buNone/>
              </a:pPr>
              <a:r>
                <a:rPr lang="fr-FR" sz="2000" noProof="0" dirty="0"/>
                <a:t>155.00 EUR/h HT</a:t>
              </a:r>
            </a:p>
          </p:txBody>
        </p:sp>
      </p:grpSp>
      <p:grpSp>
        <p:nvGrpSpPr>
          <p:cNvPr id="33" name="Groupe 32">
            <a:extLst>
              <a:ext uri="{FF2B5EF4-FFF2-40B4-BE49-F238E27FC236}">
                <a16:creationId xmlns:a16="http://schemas.microsoft.com/office/drawing/2014/main" id="{D4446502-599B-5021-B95F-66B279E30E9E}"/>
              </a:ext>
            </a:extLst>
          </p:cNvPr>
          <p:cNvGrpSpPr/>
          <p:nvPr/>
        </p:nvGrpSpPr>
        <p:grpSpPr>
          <a:xfrm>
            <a:off x="9165568" y="2556460"/>
            <a:ext cx="2717800" cy="2839197"/>
            <a:chOff x="8654392" y="2179089"/>
            <a:chExt cx="2717800" cy="2839197"/>
          </a:xfrm>
        </p:grpSpPr>
        <p:pic>
          <p:nvPicPr>
            <p:cNvPr id="20" name="Graphique 19">
              <a:extLst>
                <a:ext uri="{FF2B5EF4-FFF2-40B4-BE49-F238E27FC236}">
                  <a16:creationId xmlns:a16="http://schemas.microsoft.com/office/drawing/2014/main" id="{84ABF439-BF5C-DAE8-17E9-CC37E33B20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98905" y="2179089"/>
              <a:ext cx="1628775" cy="1266825"/>
            </a:xfrm>
            <a:prstGeom prst="rect">
              <a:avLst/>
            </a:prstGeom>
          </p:spPr>
        </p:pic>
        <p:sp>
          <p:nvSpPr>
            <p:cNvPr id="30" name="Espace réservé du texte 10">
              <a:extLst>
                <a:ext uri="{FF2B5EF4-FFF2-40B4-BE49-F238E27FC236}">
                  <a16:creationId xmlns:a16="http://schemas.microsoft.com/office/drawing/2014/main" id="{4C389FAC-892B-9D68-5C14-ACA347164F3E}"/>
                </a:ext>
              </a:extLst>
            </p:cNvPr>
            <p:cNvSpPr txBox="1">
              <a:spLocks/>
            </p:cNvSpPr>
            <p:nvPr/>
          </p:nvSpPr>
          <p:spPr>
            <a:xfrm>
              <a:off x="8654392" y="3692723"/>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a:t>
              </a:r>
              <a:r>
                <a:rPr lang="fr-FR" sz="1600" b="1" noProof="0" dirty="0" err="1"/>
                <a:t>Legend</a:t>
              </a:r>
              <a:endParaRPr lang="fr-FR" sz="1600" b="1" noProof="0" dirty="0"/>
            </a:p>
            <a:p>
              <a:pPr marL="0" indent="0" algn="ctr">
                <a:buNone/>
              </a:pPr>
              <a:r>
                <a:rPr lang="fr-FR" sz="2000" noProof="0" dirty="0"/>
                <a:t>180.00 EUR/h HT</a:t>
              </a:r>
            </a:p>
          </p:txBody>
        </p:sp>
      </p:grpSp>
    </p:spTree>
    <p:extLst>
      <p:ext uri="{BB962C8B-B14F-4D97-AF65-F5344CB8AC3E}">
        <p14:creationId xmlns:p14="http://schemas.microsoft.com/office/powerpoint/2010/main" val="16378925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65D45F-CE0F-7E1D-9BF0-3C207B172226}"/>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9A659074-62D1-2F32-223B-06B08490DC9A}"/>
              </a:ext>
            </a:extLst>
          </p:cNvPr>
          <p:cNvSpPr>
            <a:spLocks noGrp="1"/>
          </p:cNvSpPr>
          <p:nvPr>
            <p:ph type="title"/>
          </p:nvPr>
        </p:nvSpPr>
        <p:spPr/>
        <p:txBody>
          <a:bodyPr>
            <a:normAutofit fontScale="90000"/>
          </a:bodyPr>
          <a:lstStyle/>
          <a:p>
            <a:r>
              <a:rPr lang="fr-FR" noProof="0" dirty="0"/>
              <a:t>APPROCHE BUDGÉTAIRE</a:t>
            </a:r>
            <a:br>
              <a:rPr lang="fr-FR" noProof="0" dirty="0"/>
            </a:br>
            <a:r>
              <a:rPr lang="fr-FR" b="0" noProof="0" dirty="0"/>
              <a:t>NOS NIVEAUX D’EXPERTISE - MADAGASCAR</a:t>
            </a:r>
          </a:p>
        </p:txBody>
      </p:sp>
      <p:sp>
        <p:nvSpPr>
          <p:cNvPr id="11" name="Espace réservé du numéro de diapositive 10">
            <a:extLst>
              <a:ext uri="{FF2B5EF4-FFF2-40B4-BE49-F238E27FC236}">
                <a16:creationId xmlns:a16="http://schemas.microsoft.com/office/drawing/2014/main" id="{4100A524-D7D5-5BA9-FEB1-A78BBF8FF52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pic>
        <p:nvPicPr>
          <p:cNvPr id="16" name="Graphique 15">
            <a:extLst>
              <a:ext uri="{FF2B5EF4-FFF2-40B4-BE49-F238E27FC236}">
                <a16:creationId xmlns:a16="http://schemas.microsoft.com/office/drawing/2014/main" id="{791B242F-9D7D-7A78-40A1-FF0910A5FF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3145" y="2620344"/>
            <a:ext cx="1628775" cy="1200150"/>
          </a:xfrm>
          <a:prstGeom prst="rect">
            <a:avLst/>
          </a:prstGeom>
        </p:spPr>
      </p:pic>
      <p:sp>
        <p:nvSpPr>
          <p:cNvPr id="24" name="Espace réservé du texte 10">
            <a:extLst>
              <a:ext uri="{FF2B5EF4-FFF2-40B4-BE49-F238E27FC236}">
                <a16:creationId xmlns:a16="http://schemas.microsoft.com/office/drawing/2014/main" id="{82EFF51D-7D44-3EFD-2DA4-B7F2006ADA13}"/>
              </a:ext>
            </a:extLst>
          </p:cNvPr>
          <p:cNvSpPr txBox="1">
            <a:spLocks/>
          </p:cNvSpPr>
          <p:nvPr/>
        </p:nvSpPr>
        <p:spPr>
          <a:xfrm>
            <a:off x="249832" y="4420824"/>
            <a:ext cx="2835401" cy="1325563"/>
          </a:xfrm>
          <a:prstGeom prst="rect">
            <a:avLst/>
          </a:prstGeom>
        </p:spPr>
        <p:txBody>
          <a:bodyPr anchor="ct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900" b="1" noProof="0" dirty="0"/>
              <a:t>Consultant / Développeur Odoo</a:t>
            </a:r>
          </a:p>
          <a:p>
            <a:pPr marL="0" lvl="0" indent="0" algn="ctr">
              <a:buNone/>
              <a:defRPr/>
            </a:pPr>
            <a:r>
              <a:rPr lang="fr-FR" sz="2400" noProof="0" dirty="0">
                <a:solidFill>
                  <a:srgbClr val="212529"/>
                </a:solidFill>
              </a:rPr>
              <a:t>16.00 EUR /h HT</a:t>
            </a:r>
          </a:p>
          <a:p>
            <a:pPr marL="0" lvl="0" indent="0" algn="ctr">
              <a:buNone/>
              <a:defRPr/>
            </a:pPr>
            <a:r>
              <a:rPr lang="fr-FR" sz="2400" noProof="0" dirty="0">
                <a:solidFill>
                  <a:srgbClr val="212529"/>
                </a:solidFill>
              </a:rPr>
              <a:t>80,000.00 MGA /h HT</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fr-FR" sz="24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p:txBody>
      </p:sp>
      <p:pic>
        <p:nvPicPr>
          <p:cNvPr id="22" name="Graphique 21">
            <a:extLst>
              <a:ext uri="{FF2B5EF4-FFF2-40B4-BE49-F238E27FC236}">
                <a16:creationId xmlns:a16="http://schemas.microsoft.com/office/drawing/2014/main" id="{BF329D5D-4413-06E5-BDF1-DF24ECEE58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05457" y="2520496"/>
            <a:ext cx="1628775" cy="1285875"/>
          </a:xfrm>
          <a:prstGeom prst="rect">
            <a:avLst/>
          </a:prstGeom>
        </p:spPr>
      </p:pic>
      <p:sp>
        <p:nvSpPr>
          <p:cNvPr id="28" name="Espace réservé du texte 10">
            <a:extLst>
              <a:ext uri="{FF2B5EF4-FFF2-40B4-BE49-F238E27FC236}">
                <a16:creationId xmlns:a16="http://schemas.microsoft.com/office/drawing/2014/main" id="{8B0C3256-8509-13BA-4955-2D102DA2BABA}"/>
              </a:ext>
            </a:extLst>
          </p:cNvPr>
          <p:cNvSpPr txBox="1">
            <a:spLocks/>
          </p:cNvSpPr>
          <p:nvPr/>
        </p:nvSpPr>
        <p:spPr>
          <a:xfrm>
            <a:off x="3260944" y="4283038"/>
            <a:ext cx="2717800" cy="1325563"/>
          </a:xfrm>
          <a:prstGeom prst="rect">
            <a:avLst/>
          </a:prstGeom>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Certifié</a:t>
            </a:r>
          </a:p>
          <a:p>
            <a:pPr marL="0" lvl="0" indent="0" algn="ctr">
              <a:lnSpc>
                <a:spcPct val="100000"/>
              </a:lnSpc>
              <a:spcBef>
                <a:spcPts val="0"/>
              </a:spcBef>
              <a:buNone/>
              <a:defRPr/>
            </a:pPr>
            <a:r>
              <a:rPr lang="fr-FR" sz="2000" noProof="0" dirty="0">
                <a:solidFill>
                  <a:srgbClr val="212529"/>
                </a:solidFill>
                <a:latin typeface="Trebuchet MS"/>
              </a:rPr>
              <a:t>24.00 EUR /h HT</a:t>
            </a:r>
          </a:p>
          <a:p>
            <a:pPr marL="0" lvl="0" indent="0" algn="ctr">
              <a:lnSpc>
                <a:spcPct val="100000"/>
              </a:lnSpc>
              <a:spcBef>
                <a:spcPts val="0"/>
              </a:spcBef>
              <a:buNone/>
              <a:defRPr/>
            </a:pPr>
            <a:r>
              <a:rPr lang="fr-FR" sz="2000" noProof="0" dirty="0">
                <a:solidFill>
                  <a:srgbClr val="212529"/>
                </a:solidFill>
                <a:latin typeface="Trebuchet MS"/>
              </a:rPr>
              <a:t>120,000.00 MGA /h HT</a:t>
            </a:r>
          </a:p>
        </p:txBody>
      </p:sp>
      <p:pic>
        <p:nvPicPr>
          <p:cNvPr id="18" name="Graphique 17">
            <a:extLst>
              <a:ext uri="{FF2B5EF4-FFF2-40B4-BE49-F238E27FC236}">
                <a16:creationId xmlns:a16="http://schemas.microsoft.com/office/drawing/2014/main" id="{4C456DF1-3D8C-FA2E-BEA7-BA96103E3C8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57769" y="2425246"/>
            <a:ext cx="1628775" cy="1381125"/>
          </a:xfrm>
          <a:prstGeom prst="rect">
            <a:avLst/>
          </a:prstGeom>
        </p:spPr>
      </p:pic>
      <p:sp>
        <p:nvSpPr>
          <p:cNvPr id="29" name="Espace réservé du texte 10">
            <a:extLst>
              <a:ext uri="{FF2B5EF4-FFF2-40B4-BE49-F238E27FC236}">
                <a16:creationId xmlns:a16="http://schemas.microsoft.com/office/drawing/2014/main" id="{D765DA1A-B375-B535-2272-7C85B496E098}"/>
              </a:ext>
            </a:extLst>
          </p:cNvPr>
          <p:cNvSpPr txBox="1">
            <a:spLocks/>
          </p:cNvSpPr>
          <p:nvPr/>
        </p:nvSpPr>
        <p:spPr>
          <a:xfrm>
            <a:off x="6213256" y="4283037"/>
            <a:ext cx="2717800" cy="1325563"/>
          </a:xfrm>
          <a:prstGeom prst="rect">
            <a:avLst/>
          </a:prstGeom>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Master</a:t>
            </a:r>
          </a:p>
          <a:p>
            <a:pPr marL="0" lvl="0" indent="0" algn="ctr">
              <a:lnSpc>
                <a:spcPct val="100000"/>
              </a:lnSpc>
              <a:spcBef>
                <a:spcPts val="0"/>
              </a:spcBef>
              <a:buNone/>
              <a:defRPr/>
            </a:pPr>
            <a:r>
              <a:rPr lang="fr-FR" sz="2000" noProof="0" dirty="0">
                <a:solidFill>
                  <a:srgbClr val="212529"/>
                </a:solidFill>
                <a:latin typeface="Trebuchet MS"/>
              </a:rPr>
              <a:t>28.00 EUR /h HT</a:t>
            </a:r>
          </a:p>
          <a:p>
            <a:pPr marL="0" lvl="0" indent="0" algn="ctr">
              <a:lnSpc>
                <a:spcPct val="100000"/>
              </a:lnSpc>
              <a:spcBef>
                <a:spcPts val="0"/>
              </a:spcBef>
              <a:buNone/>
              <a:defRPr/>
            </a:pPr>
            <a:r>
              <a:rPr lang="fr-FR" sz="2000" noProof="0" dirty="0">
                <a:solidFill>
                  <a:srgbClr val="212529"/>
                </a:solidFill>
                <a:latin typeface="Trebuchet MS"/>
              </a:rPr>
              <a:t>140,000,00 MGA /h HT</a:t>
            </a:r>
          </a:p>
        </p:txBody>
      </p:sp>
      <p:pic>
        <p:nvPicPr>
          <p:cNvPr id="20" name="Graphique 19">
            <a:extLst>
              <a:ext uri="{FF2B5EF4-FFF2-40B4-BE49-F238E27FC236}">
                <a16:creationId xmlns:a16="http://schemas.microsoft.com/office/drawing/2014/main" id="{EF968B98-6AB3-2730-DD3B-79183C77D7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10081" y="2556460"/>
            <a:ext cx="1628775" cy="1266825"/>
          </a:xfrm>
          <a:prstGeom prst="rect">
            <a:avLst/>
          </a:prstGeom>
        </p:spPr>
      </p:pic>
      <p:sp>
        <p:nvSpPr>
          <p:cNvPr id="30" name="Espace réservé du texte 10">
            <a:extLst>
              <a:ext uri="{FF2B5EF4-FFF2-40B4-BE49-F238E27FC236}">
                <a16:creationId xmlns:a16="http://schemas.microsoft.com/office/drawing/2014/main" id="{066A04EB-CD8E-3448-4298-88449326DC68}"/>
              </a:ext>
            </a:extLst>
          </p:cNvPr>
          <p:cNvSpPr txBox="1">
            <a:spLocks/>
          </p:cNvSpPr>
          <p:nvPr/>
        </p:nvSpPr>
        <p:spPr>
          <a:xfrm>
            <a:off x="9165568" y="4283036"/>
            <a:ext cx="2717800" cy="1325563"/>
          </a:xfrm>
          <a:prstGeom prst="rect">
            <a:avLst/>
          </a:prstGeom>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a:t>
            </a:r>
            <a:r>
              <a:rPr lang="fr-FR" sz="1600" b="1" noProof="0" dirty="0" err="1"/>
              <a:t>Legend</a:t>
            </a:r>
            <a:endParaRPr lang="fr-FR" sz="1600" b="1" noProof="0" dirty="0"/>
          </a:p>
          <a:p>
            <a:pPr marL="0" lvl="0" indent="0" algn="ctr">
              <a:lnSpc>
                <a:spcPct val="100000"/>
              </a:lnSpc>
              <a:spcBef>
                <a:spcPts val="0"/>
              </a:spcBef>
              <a:buNone/>
              <a:defRPr/>
            </a:pPr>
            <a:r>
              <a:rPr lang="fr-FR" sz="2000" noProof="0" dirty="0">
                <a:solidFill>
                  <a:srgbClr val="212529"/>
                </a:solidFill>
                <a:latin typeface="Trebuchet MS"/>
              </a:rPr>
              <a:t>30.00 EUR/h HT</a:t>
            </a:r>
          </a:p>
          <a:p>
            <a:pPr marL="0" lvl="0" indent="0" algn="ctr">
              <a:lnSpc>
                <a:spcPct val="100000"/>
              </a:lnSpc>
              <a:spcBef>
                <a:spcPts val="0"/>
              </a:spcBef>
              <a:buNone/>
              <a:defRPr/>
            </a:pPr>
            <a:r>
              <a:rPr lang="fr-FR" sz="2000" noProof="0" dirty="0">
                <a:solidFill>
                  <a:srgbClr val="212529"/>
                </a:solidFill>
                <a:latin typeface="Trebuchet MS"/>
              </a:rPr>
              <a:t>150,000.00 MGA /h HT</a:t>
            </a:r>
          </a:p>
        </p:txBody>
      </p:sp>
    </p:spTree>
    <p:extLst>
      <p:ext uri="{BB962C8B-B14F-4D97-AF65-F5344CB8AC3E}">
        <p14:creationId xmlns:p14="http://schemas.microsoft.com/office/powerpoint/2010/main" val="2797578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EAE7A0-ADFE-8A2E-DA8B-246F20C73F0D}"/>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9057263D-82EF-E705-5A0E-04CDFAA9DCF8}"/>
              </a:ext>
            </a:extLst>
          </p:cNvPr>
          <p:cNvSpPr>
            <a:spLocks noGrp="1"/>
          </p:cNvSpPr>
          <p:nvPr>
            <p:ph type="title"/>
          </p:nvPr>
        </p:nvSpPr>
        <p:spPr/>
        <p:txBody>
          <a:bodyPr>
            <a:normAutofit/>
          </a:bodyPr>
          <a:lstStyle/>
          <a:p>
            <a:r>
              <a:rPr lang="fr-FR" noProof="0" dirty="0"/>
              <a:t>APPROCHE BUDGÉTAIRE</a:t>
            </a:r>
            <a:br>
              <a:rPr lang="fr-FR" noProof="0" dirty="0"/>
            </a:br>
            <a:r>
              <a:rPr lang="fr-FR" b="0" noProof="0" dirty="0"/>
              <a:t>NOS NIVEAUX D’EXPERTISE - CANADA</a:t>
            </a:r>
          </a:p>
        </p:txBody>
      </p:sp>
      <p:sp>
        <p:nvSpPr>
          <p:cNvPr id="11" name="Espace réservé du numéro de diapositive 10">
            <a:extLst>
              <a:ext uri="{FF2B5EF4-FFF2-40B4-BE49-F238E27FC236}">
                <a16:creationId xmlns:a16="http://schemas.microsoft.com/office/drawing/2014/main" id="{7169A25B-A7A2-A78F-6EB9-C066163F2683}"/>
              </a:ext>
            </a:extLst>
          </p:cNvPr>
          <p:cNvSpPr>
            <a:spLocks noGrp="1"/>
          </p:cNvSpPr>
          <p:nvPr>
            <p:ph type="sldNum" sz="quarter" idx="10"/>
          </p:nvPr>
        </p:nvSpPr>
        <p:spPr/>
        <p:txBody>
          <a:bodyPr/>
          <a:lstStyle/>
          <a:p>
            <a:fld id="{0C34F99C-3C47-4582-9518-8D365E9692AE}" type="slidenum">
              <a:rPr lang="fr-FR" noProof="0" smtClean="0"/>
              <a:pPr/>
              <a:t>42</a:t>
            </a:fld>
            <a:endParaRPr lang="fr-FR" noProof="0" dirty="0"/>
          </a:p>
        </p:txBody>
      </p:sp>
      <p:grpSp>
        <p:nvGrpSpPr>
          <p:cNvPr id="32" name="Groupe 31">
            <a:extLst>
              <a:ext uri="{FF2B5EF4-FFF2-40B4-BE49-F238E27FC236}">
                <a16:creationId xmlns:a16="http://schemas.microsoft.com/office/drawing/2014/main" id="{CF5EECAC-7890-E073-321A-20016EC0F25E}"/>
              </a:ext>
            </a:extLst>
          </p:cNvPr>
          <p:cNvGrpSpPr/>
          <p:nvPr/>
        </p:nvGrpSpPr>
        <p:grpSpPr>
          <a:xfrm>
            <a:off x="3260944" y="2520496"/>
            <a:ext cx="2717800" cy="2875163"/>
            <a:chOff x="3409949" y="2143125"/>
            <a:chExt cx="2717800" cy="2875163"/>
          </a:xfrm>
        </p:grpSpPr>
        <p:pic>
          <p:nvPicPr>
            <p:cNvPr id="22" name="Graphique 21">
              <a:extLst>
                <a:ext uri="{FF2B5EF4-FFF2-40B4-BE49-F238E27FC236}">
                  <a16:creationId xmlns:a16="http://schemas.microsoft.com/office/drawing/2014/main" id="{F109D93D-A9E5-5908-3893-8C1600928A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4462" y="2143125"/>
              <a:ext cx="1628775" cy="1285875"/>
            </a:xfrm>
            <a:prstGeom prst="rect">
              <a:avLst/>
            </a:prstGeom>
          </p:spPr>
        </p:pic>
        <p:sp>
          <p:nvSpPr>
            <p:cNvPr id="28" name="Espace réservé du texte 10">
              <a:extLst>
                <a:ext uri="{FF2B5EF4-FFF2-40B4-BE49-F238E27FC236}">
                  <a16:creationId xmlns:a16="http://schemas.microsoft.com/office/drawing/2014/main" id="{83BB3A0C-C2FB-E740-7B29-226376363E92}"/>
                </a:ext>
              </a:extLst>
            </p:cNvPr>
            <p:cNvSpPr txBox="1">
              <a:spLocks/>
            </p:cNvSpPr>
            <p:nvPr/>
          </p:nvSpPr>
          <p:spPr>
            <a:xfrm>
              <a:off x="3409949"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Certifié</a:t>
              </a:r>
            </a:p>
            <a:p>
              <a:pPr marL="0" indent="0" algn="ctr">
                <a:buNone/>
              </a:pPr>
              <a:r>
                <a:rPr lang="fr-FR" sz="2000" noProof="0" dirty="0"/>
                <a:t>180.00 CAD /h HT</a:t>
              </a:r>
            </a:p>
          </p:txBody>
        </p:sp>
      </p:grpSp>
      <p:grpSp>
        <p:nvGrpSpPr>
          <p:cNvPr id="34" name="Groupe 33">
            <a:extLst>
              <a:ext uri="{FF2B5EF4-FFF2-40B4-BE49-F238E27FC236}">
                <a16:creationId xmlns:a16="http://schemas.microsoft.com/office/drawing/2014/main" id="{475C270E-373F-01C7-0CE1-BE7A2B840020}"/>
              </a:ext>
            </a:extLst>
          </p:cNvPr>
          <p:cNvGrpSpPr/>
          <p:nvPr/>
        </p:nvGrpSpPr>
        <p:grpSpPr>
          <a:xfrm>
            <a:off x="6213256" y="2425246"/>
            <a:ext cx="2717800" cy="2970412"/>
            <a:chOff x="6032170" y="2047875"/>
            <a:chExt cx="2717800" cy="2970412"/>
          </a:xfrm>
        </p:grpSpPr>
        <p:pic>
          <p:nvPicPr>
            <p:cNvPr id="18" name="Graphique 17">
              <a:extLst>
                <a:ext uri="{FF2B5EF4-FFF2-40B4-BE49-F238E27FC236}">
                  <a16:creationId xmlns:a16="http://schemas.microsoft.com/office/drawing/2014/main" id="{124506A4-526C-A86E-A50E-F9E53B9FD1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6683" y="2047875"/>
              <a:ext cx="1628775" cy="1381125"/>
            </a:xfrm>
            <a:prstGeom prst="rect">
              <a:avLst/>
            </a:prstGeom>
          </p:spPr>
        </p:pic>
        <p:sp>
          <p:nvSpPr>
            <p:cNvPr id="29" name="Espace réservé du texte 10">
              <a:extLst>
                <a:ext uri="{FF2B5EF4-FFF2-40B4-BE49-F238E27FC236}">
                  <a16:creationId xmlns:a16="http://schemas.microsoft.com/office/drawing/2014/main" id="{4E831D33-FB73-701F-B1A1-97013F28FDB3}"/>
                </a:ext>
              </a:extLst>
            </p:cNvPr>
            <p:cNvSpPr txBox="1">
              <a:spLocks/>
            </p:cNvSpPr>
            <p:nvPr/>
          </p:nvSpPr>
          <p:spPr>
            <a:xfrm>
              <a:off x="6032170" y="3692724"/>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Master</a:t>
              </a:r>
            </a:p>
            <a:p>
              <a:pPr marL="0" indent="0" algn="ctr">
                <a:buNone/>
              </a:pPr>
              <a:r>
                <a:rPr lang="fr-FR" sz="2000" noProof="0" dirty="0"/>
                <a:t>200.00 CAD /h HT</a:t>
              </a:r>
            </a:p>
          </p:txBody>
        </p:sp>
      </p:grpSp>
      <p:grpSp>
        <p:nvGrpSpPr>
          <p:cNvPr id="33" name="Groupe 32">
            <a:extLst>
              <a:ext uri="{FF2B5EF4-FFF2-40B4-BE49-F238E27FC236}">
                <a16:creationId xmlns:a16="http://schemas.microsoft.com/office/drawing/2014/main" id="{E7C2EEAB-86CA-D403-A2AF-91FF16C6F000}"/>
              </a:ext>
            </a:extLst>
          </p:cNvPr>
          <p:cNvGrpSpPr/>
          <p:nvPr/>
        </p:nvGrpSpPr>
        <p:grpSpPr>
          <a:xfrm>
            <a:off x="9165568" y="2556460"/>
            <a:ext cx="2717800" cy="2839197"/>
            <a:chOff x="8654392" y="2179089"/>
            <a:chExt cx="2717800" cy="2839197"/>
          </a:xfrm>
        </p:grpSpPr>
        <p:pic>
          <p:nvPicPr>
            <p:cNvPr id="20" name="Graphique 19">
              <a:extLst>
                <a:ext uri="{FF2B5EF4-FFF2-40B4-BE49-F238E27FC236}">
                  <a16:creationId xmlns:a16="http://schemas.microsoft.com/office/drawing/2014/main" id="{1F7033AE-BE48-84A4-19CE-F2AA84BB00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98905" y="2179089"/>
              <a:ext cx="1628775" cy="1266825"/>
            </a:xfrm>
            <a:prstGeom prst="rect">
              <a:avLst/>
            </a:prstGeom>
          </p:spPr>
        </p:pic>
        <p:sp>
          <p:nvSpPr>
            <p:cNvPr id="30" name="Espace réservé du texte 10">
              <a:extLst>
                <a:ext uri="{FF2B5EF4-FFF2-40B4-BE49-F238E27FC236}">
                  <a16:creationId xmlns:a16="http://schemas.microsoft.com/office/drawing/2014/main" id="{AF96DD61-B360-F6F4-1F6D-7079A7768B68}"/>
                </a:ext>
              </a:extLst>
            </p:cNvPr>
            <p:cNvSpPr txBox="1">
              <a:spLocks/>
            </p:cNvSpPr>
            <p:nvPr/>
          </p:nvSpPr>
          <p:spPr>
            <a:xfrm>
              <a:off x="8654392" y="3692723"/>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 </a:t>
              </a:r>
              <a:r>
                <a:rPr lang="fr-FR" sz="1600" b="1" noProof="0" dirty="0" err="1"/>
                <a:t>Legend</a:t>
              </a:r>
              <a:endParaRPr lang="fr-FR" sz="1600" b="1" noProof="0" dirty="0"/>
            </a:p>
            <a:p>
              <a:pPr marL="0" indent="0" algn="ctr">
                <a:buNone/>
              </a:pPr>
              <a:r>
                <a:rPr lang="fr-FR" sz="2000" noProof="0" dirty="0"/>
                <a:t>225.00 CAD /h HT</a:t>
              </a:r>
            </a:p>
          </p:txBody>
        </p:sp>
      </p:grpSp>
      <p:grpSp>
        <p:nvGrpSpPr>
          <p:cNvPr id="3" name="Groupe 2">
            <a:extLst>
              <a:ext uri="{FF2B5EF4-FFF2-40B4-BE49-F238E27FC236}">
                <a16:creationId xmlns:a16="http://schemas.microsoft.com/office/drawing/2014/main" id="{B38FC836-0982-0E69-B14A-4C3B8C78045B}"/>
              </a:ext>
            </a:extLst>
          </p:cNvPr>
          <p:cNvGrpSpPr/>
          <p:nvPr/>
        </p:nvGrpSpPr>
        <p:grpSpPr>
          <a:xfrm>
            <a:off x="249832" y="2620344"/>
            <a:ext cx="2835401" cy="2999938"/>
            <a:chOff x="249832" y="2620344"/>
            <a:chExt cx="2835401" cy="2999938"/>
          </a:xfrm>
        </p:grpSpPr>
        <p:pic>
          <p:nvPicPr>
            <p:cNvPr id="16" name="Graphique 15">
              <a:extLst>
                <a:ext uri="{FF2B5EF4-FFF2-40B4-BE49-F238E27FC236}">
                  <a16:creationId xmlns:a16="http://schemas.microsoft.com/office/drawing/2014/main" id="{924994CA-1DA1-7614-3814-4677C868C1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3145" y="2620344"/>
              <a:ext cx="1628775" cy="1200150"/>
            </a:xfrm>
            <a:prstGeom prst="rect">
              <a:avLst/>
            </a:prstGeom>
          </p:spPr>
        </p:pic>
        <p:sp>
          <p:nvSpPr>
            <p:cNvPr id="2" name="Espace réservé du texte 10">
              <a:extLst>
                <a:ext uri="{FF2B5EF4-FFF2-40B4-BE49-F238E27FC236}">
                  <a16:creationId xmlns:a16="http://schemas.microsoft.com/office/drawing/2014/main" id="{F484F824-8724-4926-612C-7E6BD3E48A5B}"/>
                </a:ext>
              </a:extLst>
            </p:cNvPr>
            <p:cNvSpPr txBox="1">
              <a:spLocks/>
            </p:cNvSpPr>
            <p:nvPr/>
          </p:nvSpPr>
          <p:spPr>
            <a:xfrm>
              <a:off x="249832" y="4294719"/>
              <a:ext cx="2835401"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noProof="0" dirty="0"/>
                <a:t>Consultant / Développeur Odoo</a:t>
              </a:r>
            </a:p>
            <a:p>
              <a:pPr marL="0" lvl="0" indent="0" algn="ctr">
                <a:buNone/>
                <a:defRPr/>
              </a:pPr>
              <a:r>
                <a:rPr lang="fr-FR" sz="2000" noProof="0" dirty="0">
                  <a:solidFill>
                    <a:srgbClr val="212529"/>
                  </a:solidFill>
                </a:rPr>
                <a:t>140.00 CAD /H HT</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fr-FR" sz="24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p:txBody>
        </p:sp>
      </p:grpSp>
    </p:spTree>
    <p:extLst>
      <p:ext uri="{BB962C8B-B14F-4D97-AF65-F5344CB8AC3E}">
        <p14:creationId xmlns:p14="http://schemas.microsoft.com/office/powerpoint/2010/main" val="3033928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6EBA941D-225A-7E4E-93D8-ECFC3C5ABDAD}"/>
              </a:ext>
            </a:extLst>
          </p:cNvPr>
          <p:cNvSpPr>
            <a:spLocks noGrp="1"/>
          </p:cNvSpPr>
          <p:nvPr>
            <p:ph type="body" idx="1"/>
          </p:nvPr>
        </p:nvSpPr>
        <p:spPr>
          <a:xfrm>
            <a:off x="839788" y="1819425"/>
            <a:ext cx="5157787" cy="466575"/>
          </a:xfrm>
        </p:spPr>
        <p:txBody>
          <a:bodyPr/>
          <a:lstStyle/>
          <a:p>
            <a:r>
              <a:rPr lang="fr-FR" noProof="0" dirty="0">
                <a:latin typeface="+mn-lt"/>
              </a:rPr>
              <a:t>LES WORKSHOPS</a:t>
            </a:r>
          </a:p>
        </p:txBody>
      </p:sp>
      <p:sp>
        <p:nvSpPr>
          <p:cNvPr id="12" name="Espace réservé du contenu 11">
            <a:extLst>
              <a:ext uri="{FF2B5EF4-FFF2-40B4-BE49-F238E27FC236}">
                <a16:creationId xmlns:a16="http://schemas.microsoft.com/office/drawing/2014/main" id="{70F06569-83E5-E692-8423-510807DB8FC6}"/>
              </a:ext>
            </a:extLst>
          </p:cNvPr>
          <p:cNvSpPr>
            <a:spLocks noGrp="1"/>
          </p:cNvSpPr>
          <p:nvPr>
            <p:ph sz="half" idx="2"/>
          </p:nvPr>
        </p:nvSpPr>
        <p:spPr>
          <a:xfrm>
            <a:off x="839788" y="2286000"/>
            <a:ext cx="5157787" cy="4089400"/>
          </a:xfrm>
        </p:spPr>
        <p:txBody>
          <a:bodyPr vert="horz" lIns="91440" tIns="45720" rIns="91440" bIns="45720" rtlCol="0">
            <a:normAutofit/>
          </a:bodyPr>
          <a:lstStyle/>
          <a:p>
            <a:pPr marL="342900" indent="-342900" fontAlgn="t">
              <a:buFont typeface="+mj-lt"/>
              <a:buAutoNum type="arabicPeriod"/>
            </a:pPr>
            <a:r>
              <a:rPr lang="fr-FR" sz="1800" noProof="0" dirty="0">
                <a:highlight>
                  <a:srgbClr val="FFFF00"/>
                </a:highlight>
              </a:rPr>
              <a:t>Référentiels contacts et articles</a:t>
            </a:r>
          </a:p>
          <a:p>
            <a:pPr marL="342900" indent="-342900" fontAlgn="t">
              <a:buFont typeface="+mj-lt"/>
              <a:buAutoNum type="arabicPeriod"/>
            </a:pPr>
            <a:r>
              <a:rPr lang="fr-FR" sz="1800" noProof="0" dirty="0">
                <a:highlight>
                  <a:srgbClr val="FFFF00"/>
                </a:highlight>
              </a:rPr>
              <a:t>Gestion commerciale</a:t>
            </a:r>
          </a:p>
          <a:p>
            <a:pPr marL="342900" indent="-342900" fontAlgn="t">
              <a:buFont typeface="+mj-lt"/>
              <a:buAutoNum type="arabicPeriod"/>
            </a:pPr>
            <a:r>
              <a:rPr lang="fr-FR" sz="1800" noProof="0" dirty="0">
                <a:highlight>
                  <a:srgbClr val="FFFF00"/>
                </a:highlight>
              </a:rPr>
              <a:t>Gestion de licences clients</a:t>
            </a:r>
          </a:p>
          <a:p>
            <a:pPr marL="342900" indent="-342900" fontAlgn="t">
              <a:buFont typeface="+mj-lt"/>
              <a:buAutoNum type="arabicPeriod"/>
            </a:pPr>
            <a:r>
              <a:rPr lang="fr-FR" sz="1800" noProof="0" dirty="0">
                <a:highlight>
                  <a:srgbClr val="FFFF00"/>
                </a:highlight>
              </a:rPr>
              <a:t>Maintenance</a:t>
            </a:r>
          </a:p>
          <a:p>
            <a:pPr marL="342900" indent="-342900" fontAlgn="t">
              <a:buFont typeface="+mj-lt"/>
              <a:buAutoNum type="arabicPeriod"/>
            </a:pPr>
            <a:r>
              <a:rPr lang="fr-FR" sz="1800" noProof="0" dirty="0">
                <a:highlight>
                  <a:srgbClr val="FFFF00"/>
                </a:highlight>
              </a:rPr>
              <a:t>Gestion de projets</a:t>
            </a:r>
          </a:p>
          <a:p>
            <a:pPr marL="342900" indent="-342900" fontAlgn="t">
              <a:buFont typeface="+mj-lt"/>
              <a:buAutoNum type="arabicPeriod"/>
            </a:pPr>
            <a:r>
              <a:rPr lang="fr-FR" sz="1800" noProof="0" dirty="0">
                <a:highlight>
                  <a:srgbClr val="FFFF00"/>
                </a:highlight>
              </a:rPr>
              <a:t>Gestion des achats</a:t>
            </a:r>
          </a:p>
          <a:p>
            <a:pPr marL="342900" indent="-342900" fontAlgn="t">
              <a:buFont typeface="+mj-lt"/>
              <a:buAutoNum type="arabicPeriod"/>
            </a:pPr>
            <a:r>
              <a:rPr lang="fr-FR" sz="1800" noProof="0" dirty="0">
                <a:highlight>
                  <a:srgbClr val="FFFF00"/>
                </a:highlight>
              </a:rPr>
              <a:t>Inventaire et stocks</a:t>
            </a:r>
          </a:p>
          <a:p>
            <a:pPr marL="342900" indent="-342900" fontAlgn="t">
              <a:buFont typeface="+mj-lt"/>
              <a:buAutoNum type="arabicPeriod"/>
            </a:pPr>
            <a:r>
              <a:rPr lang="fr-FR" sz="1800" noProof="0" dirty="0">
                <a:highlight>
                  <a:srgbClr val="FFFF00"/>
                </a:highlight>
              </a:rPr>
              <a:t>Service après-vente</a:t>
            </a:r>
          </a:p>
          <a:p>
            <a:pPr marL="342900" indent="-342900" fontAlgn="t">
              <a:buFont typeface="+mj-lt"/>
              <a:buAutoNum type="arabicPeriod"/>
            </a:pPr>
            <a:r>
              <a:rPr lang="fr-FR" sz="1800" noProof="0" dirty="0">
                <a:highlight>
                  <a:srgbClr val="FFFF00"/>
                </a:highlight>
              </a:rPr>
              <a:t>Finance et comptabilité</a:t>
            </a:r>
          </a:p>
          <a:p>
            <a:pPr marL="342900" indent="-342900" fontAlgn="t">
              <a:buFont typeface="+mj-lt"/>
              <a:buAutoNum type="arabicPeriod"/>
            </a:pPr>
            <a:r>
              <a:rPr lang="fr-FR" sz="1800" noProof="0" dirty="0">
                <a:highlight>
                  <a:srgbClr val="FFFF00"/>
                </a:highlight>
              </a:rPr>
              <a:t>Architecture technique et intégrations</a:t>
            </a:r>
          </a:p>
        </p:txBody>
      </p:sp>
      <p:sp>
        <p:nvSpPr>
          <p:cNvPr id="5" name="Espace réservé du texte 4">
            <a:extLst>
              <a:ext uri="{FF2B5EF4-FFF2-40B4-BE49-F238E27FC236}">
                <a16:creationId xmlns:a16="http://schemas.microsoft.com/office/drawing/2014/main" id="{456A0A74-9342-DCED-495E-33FE9D37BF87}"/>
              </a:ext>
            </a:extLst>
          </p:cNvPr>
          <p:cNvSpPr>
            <a:spLocks noGrp="1"/>
          </p:cNvSpPr>
          <p:nvPr>
            <p:ph type="body" sz="quarter" idx="3"/>
          </p:nvPr>
        </p:nvSpPr>
        <p:spPr>
          <a:xfrm>
            <a:off x="6172200" y="1819425"/>
            <a:ext cx="5183188" cy="466575"/>
          </a:xfrm>
        </p:spPr>
        <p:txBody>
          <a:bodyPr>
            <a:normAutofit/>
          </a:bodyPr>
          <a:lstStyle/>
          <a:p>
            <a:r>
              <a:rPr lang="fr-FR" noProof="0" dirty="0"/>
              <a:t>TEMPS PAR CONSULTANTS</a:t>
            </a:r>
          </a:p>
        </p:txBody>
      </p:sp>
      <p:sp>
        <p:nvSpPr>
          <p:cNvPr id="10" name="Titre 9">
            <a:extLst>
              <a:ext uri="{FF2B5EF4-FFF2-40B4-BE49-F238E27FC236}">
                <a16:creationId xmlns:a16="http://schemas.microsoft.com/office/drawing/2014/main" id="{E39448D3-199F-77B6-97CA-BAC3F676BA86}"/>
              </a:ext>
            </a:extLst>
          </p:cNvPr>
          <p:cNvSpPr>
            <a:spLocks noGrp="1"/>
          </p:cNvSpPr>
          <p:nvPr>
            <p:ph type="title"/>
          </p:nvPr>
        </p:nvSpPr>
        <p:spPr/>
        <p:txBody>
          <a:bodyPr/>
          <a:lstStyle/>
          <a:p>
            <a:r>
              <a:rPr lang="fr-FR" noProof="0" dirty="0">
                <a:latin typeface="+mj-lt"/>
              </a:rPr>
              <a:t>APPROCHE</a:t>
            </a:r>
            <a:r>
              <a:rPr lang="fr-FR" noProof="0" dirty="0">
                <a:latin typeface="+mn-lt"/>
              </a:rPr>
              <a:t> BUDGÉTAIRE</a:t>
            </a:r>
            <a:br>
              <a:rPr lang="fr-FR" noProof="0" dirty="0">
                <a:latin typeface="+mn-lt"/>
              </a:rPr>
            </a:br>
            <a:r>
              <a:rPr lang="fr-FR" b="0" noProof="0" dirty="0">
                <a:latin typeface="+mn-lt"/>
              </a:rPr>
              <a:t>PHASE D’ANALYSE</a:t>
            </a:r>
          </a:p>
        </p:txBody>
      </p:sp>
      <p:sp>
        <p:nvSpPr>
          <p:cNvPr id="2" name="Espace réservé du numéro de diapositive 1">
            <a:extLst>
              <a:ext uri="{FF2B5EF4-FFF2-40B4-BE49-F238E27FC236}">
                <a16:creationId xmlns:a16="http://schemas.microsoft.com/office/drawing/2014/main" id="{2D0B42D0-E4BF-C2A8-AE9A-D415C3EF6842}"/>
              </a:ext>
            </a:extLst>
          </p:cNvPr>
          <p:cNvSpPr>
            <a:spLocks noGrp="1"/>
          </p:cNvSpPr>
          <p:nvPr>
            <p:ph type="sldNum" sz="quarter" idx="10"/>
          </p:nvPr>
        </p:nvSpPr>
        <p:spPr/>
        <p:txBody>
          <a:bodyPr/>
          <a:lstStyle/>
          <a:p>
            <a:pPr defTabSz="914400">
              <a:defRPr/>
            </a:pPr>
            <a:fld id="{11061685-6496-4975-B02C-C44B14DBF38E}" type="slidenum">
              <a:rPr lang="fr-FR" noProof="0" smtClean="0"/>
              <a:pPr defTabSz="914400">
                <a:defRPr/>
              </a:pPr>
              <a:t>43</a:t>
            </a:fld>
            <a:endParaRPr lang="fr-FR" noProof="0" dirty="0"/>
          </a:p>
        </p:txBody>
      </p:sp>
      <p:sp>
        <p:nvSpPr>
          <p:cNvPr id="8" name="Freeform 18">
            <a:extLst>
              <a:ext uri="{FF2B5EF4-FFF2-40B4-BE49-F238E27FC236}">
                <a16:creationId xmlns:a16="http://schemas.microsoft.com/office/drawing/2014/main" id="{82B03277-82DE-9EF1-7B7F-F0355BDA84F1}"/>
              </a:ext>
            </a:extLst>
          </p:cNvPr>
          <p:cNvSpPr/>
          <p:nvPr/>
        </p:nvSpPr>
        <p:spPr>
          <a:xfrm>
            <a:off x="7707424" y="637540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noProof="0" dirty="0">
              <a:latin typeface="+mn-lt"/>
            </a:endParaRPr>
          </a:p>
        </p:txBody>
      </p:sp>
      <p:sp>
        <p:nvSpPr>
          <p:cNvPr id="9" name="Ellipse 8">
            <a:extLst>
              <a:ext uri="{FF2B5EF4-FFF2-40B4-BE49-F238E27FC236}">
                <a16:creationId xmlns:a16="http://schemas.microsoft.com/office/drawing/2014/main" id="{2751756D-912F-E78A-415B-3317C582BA0F}"/>
              </a:ext>
            </a:extLst>
          </p:cNvPr>
          <p:cNvSpPr/>
          <p:nvPr/>
        </p:nvSpPr>
        <p:spPr>
          <a:xfrm>
            <a:off x="7841157" y="4227068"/>
            <a:ext cx="2173255" cy="2148332"/>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867" noProof="0" dirty="0">
              <a:solidFill>
                <a:srgbClr val="BA131A"/>
              </a:solidFill>
              <a:latin typeface="+mn-lt"/>
              <a:ea typeface="Inter Heavy"/>
              <a:cs typeface="Inter Heavy"/>
              <a:sym typeface="Inter Heavy"/>
            </a:endParaRPr>
          </a:p>
        </p:txBody>
      </p:sp>
      <p:sp>
        <p:nvSpPr>
          <p:cNvPr id="13" name="Espace réservé du texte 15">
            <a:extLst>
              <a:ext uri="{FF2B5EF4-FFF2-40B4-BE49-F238E27FC236}">
                <a16:creationId xmlns:a16="http://schemas.microsoft.com/office/drawing/2014/main" id="{2683D563-3D89-E8F8-6483-ADE1E27D8BC9}"/>
              </a:ext>
            </a:extLst>
          </p:cNvPr>
          <p:cNvSpPr txBox="1">
            <a:spLocks/>
          </p:cNvSpPr>
          <p:nvPr/>
        </p:nvSpPr>
        <p:spPr>
          <a:xfrm>
            <a:off x="7841158" y="4226896"/>
            <a:ext cx="2173254" cy="2148731"/>
          </a:xfrm>
          <a:prstGeom prst="rect">
            <a:avLst/>
          </a:prstGeom>
        </p:spPr>
        <p:txBody>
          <a:bodyPr vert="horz" lIns="91440" tIns="45720" rIns="91440" bIns="45720" rtlCol="0" anchor="ctr">
            <a:normAutofit/>
          </a:bodyPr>
          <a:lstStyle>
            <a:defPPr>
              <a:defRPr lang="en-US"/>
            </a:defPPr>
            <a:lvl1pPr marL="0" indent="0" algn="ctr" defTabSz="914400" rtl="0" eaLnBrk="1" latinLnBrk="0" hangingPunct="1">
              <a:buNone/>
              <a:defRPr sz="3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4800" noProof="0" dirty="0"/>
              <a:t>57h</a:t>
            </a:r>
          </a:p>
          <a:p>
            <a:r>
              <a:rPr lang="fr-FR" noProof="0" dirty="0"/>
              <a:t>7410€</a:t>
            </a:r>
          </a:p>
        </p:txBody>
      </p:sp>
      <p:sp>
        <p:nvSpPr>
          <p:cNvPr id="18" name="Espace réservé du contenu 17">
            <a:extLst>
              <a:ext uri="{FF2B5EF4-FFF2-40B4-BE49-F238E27FC236}">
                <a16:creationId xmlns:a16="http://schemas.microsoft.com/office/drawing/2014/main" id="{81E6D388-C5E2-A5FD-00A9-127543C5A9CD}"/>
              </a:ext>
            </a:extLst>
          </p:cNvPr>
          <p:cNvSpPr>
            <a:spLocks noGrp="1"/>
          </p:cNvSpPr>
          <p:nvPr>
            <p:ph sz="quarter" idx="4"/>
          </p:nvPr>
        </p:nvSpPr>
        <p:spPr>
          <a:xfrm>
            <a:off x="6172200" y="2286000"/>
            <a:ext cx="5183188" cy="1940669"/>
          </a:xfrm>
        </p:spPr>
        <p:txBody>
          <a:bodyPr>
            <a:normAutofit/>
          </a:bodyPr>
          <a:lstStyle/>
          <a:p>
            <a:pPr fontAlgn="t"/>
            <a:r>
              <a:rPr lang="fr-FR" sz="1800" noProof="0" dirty="0"/>
              <a:t>Consultant / Développeur Odoo : </a:t>
            </a:r>
            <a:r>
              <a:rPr lang="fr-FR" sz="1800" noProof="0" dirty="0">
                <a:highlight>
                  <a:srgbClr val="FFFF00"/>
                </a:highlight>
              </a:rPr>
              <a:t>0h</a:t>
            </a:r>
          </a:p>
          <a:p>
            <a:pPr fontAlgn="t"/>
            <a:r>
              <a:rPr lang="fr-FR" sz="1800" noProof="0" dirty="0"/>
              <a:t>Consultant / Développeur Odoo Certifié : </a:t>
            </a:r>
            <a:r>
              <a:rPr lang="fr-FR" sz="1800" noProof="0" dirty="0">
                <a:highlight>
                  <a:srgbClr val="FFFF00"/>
                </a:highlight>
              </a:rPr>
              <a:t>57h</a:t>
            </a:r>
          </a:p>
          <a:p>
            <a:r>
              <a:rPr lang="fr-FR" sz="1800" noProof="0" dirty="0"/>
              <a:t>Consultant / Développeur Odoo Master : </a:t>
            </a:r>
            <a:r>
              <a:rPr lang="fr-FR" sz="1800" noProof="0" dirty="0">
                <a:highlight>
                  <a:srgbClr val="FFFF00"/>
                </a:highlight>
              </a:rPr>
              <a:t>0h</a:t>
            </a:r>
          </a:p>
          <a:p>
            <a:r>
              <a:rPr lang="fr-FR" sz="1800" noProof="0" dirty="0"/>
              <a:t>Consultant / Développeur Odoo </a:t>
            </a:r>
            <a:r>
              <a:rPr lang="fr-FR" sz="1800" noProof="0" dirty="0" err="1"/>
              <a:t>Legend</a:t>
            </a:r>
            <a:r>
              <a:rPr lang="fr-FR" sz="1800" noProof="0" dirty="0"/>
              <a:t> : </a:t>
            </a:r>
            <a:r>
              <a:rPr lang="fr-FR" sz="1800" noProof="0" dirty="0">
                <a:highlight>
                  <a:srgbClr val="FFFF00"/>
                </a:highlight>
              </a:rPr>
              <a:t>0h</a:t>
            </a:r>
          </a:p>
          <a:p>
            <a:r>
              <a:rPr lang="fr-FR" sz="1800" noProof="0" dirty="0"/>
              <a:t>Frais de déplacement : </a:t>
            </a:r>
            <a:r>
              <a:rPr lang="fr-FR" sz="1800" noProof="0" dirty="0">
                <a:highlight>
                  <a:srgbClr val="FFFF00"/>
                </a:highlight>
              </a:rPr>
              <a:t>0€</a:t>
            </a:r>
          </a:p>
          <a:p>
            <a:endParaRPr lang="fr-FR" sz="1800" noProof="0" dirty="0"/>
          </a:p>
        </p:txBody>
      </p:sp>
    </p:spTree>
    <p:extLst>
      <p:ext uri="{BB962C8B-B14F-4D97-AF65-F5344CB8AC3E}">
        <p14:creationId xmlns:p14="http://schemas.microsoft.com/office/powerpoint/2010/main" val="2001393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6D671FBF-031D-D14E-5379-7D3DC38606BE}"/>
              </a:ext>
            </a:extLst>
          </p:cNvPr>
          <p:cNvSpPr>
            <a:spLocks noGrp="1"/>
          </p:cNvSpPr>
          <p:nvPr>
            <p:ph type="body" idx="1"/>
          </p:nvPr>
        </p:nvSpPr>
        <p:spPr/>
        <p:txBody>
          <a:bodyPr/>
          <a:lstStyle/>
          <a:p>
            <a:r>
              <a:rPr lang="fr-FR" noProof="0" dirty="0">
                <a:latin typeface="+mn-lt"/>
              </a:rPr>
              <a:t>PLANNING</a:t>
            </a:r>
          </a:p>
        </p:txBody>
      </p:sp>
      <p:sp>
        <p:nvSpPr>
          <p:cNvPr id="8" name="Espace réservé du contenu 7">
            <a:extLst>
              <a:ext uri="{FF2B5EF4-FFF2-40B4-BE49-F238E27FC236}">
                <a16:creationId xmlns:a16="http://schemas.microsoft.com/office/drawing/2014/main" id="{A9FBE70D-87DF-4085-7A1C-EE1B9897E542}"/>
              </a:ext>
            </a:extLst>
          </p:cNvPr>
          <p:cNvSpPr>
            <a:spLocks noGrp="1"/>
          </p:cNvSpPr>
          <p:nvPr>
            <p:ph sz="half" idx="2"/>
          </p:nvPr>
        </p:nvSpPr>
        <p:spPr/>
        <p:txBody>
          <a:bodyPr/>
          <a:lstStyle/>
          <a:p>
            <a:r>
              <a:rPr lang="fr-FR" noProof="0" dirty="0">
                <a:highlight>
                  <a:srgbClr val="FFFF00"/>
                </a:highlight>
                <a:latin typeface="+mn-lt"/>
              </a:rPr>
              <a:t>Février : Analyse</a:t>
            </a:r>
          </a:p>
          <a:p>
            <a:r>
              <a:rPr lang="fr-FR" noProof="0" dirty="0">
                <a:highlight>
                  <a:srgbClr val="FFFF00"/>
                </a:highlight>
                <a:latin typeface="+mn-lt"/>
              </a:rPr>
              <a:t>Mars - Mai: Implémentation</a:t>
            </a:r>
          </a:p>
          <a:p>
            <a:r>
              <a:rPr lang="fr-FR" noProof="0" dirty="0">
                <a:highlight>
                  <a:srgbClr val="FFFF00"/>
                </a:highlight>
                <a:latin typeface="+mn-lt"/>
              </a:rPr>
              <a:t>Juin  : Validation / Formation</a:t>
            </a:r>
          </a:p>
          <a:p>
            <a:r>
              <a:rPr lang="fr-FR" noProof="0" dirty="0">
                <a:highlight>
                  <a:srgbClr val="FFFF00"/>
                </a:highlight>
                <a:latin typeface="+mn-lt"/>
              </a:rPr>
              <a:t>Juillet : Mise en production</a:t>
            </a:r>
          </a:p>
          <a:p>
            <a:endParaRPr lang="fr-FR" noProof="0" dirty="0">
              <a:latin typeface="+mn-lt"/>
            </a:endParaRPr>
          </a:p>
        </p:txBody>
      </p:sp>
      <p:sp>
        <p:nvSpPr>
          <p:cNvPr id="9" name="Espace réservé du texte 8">
            <a:extLst>
              <a:ext uri="{FF2B5EF4-FFF2-40B4-BE49-F238E27FC236}">
                <a16:creationId xmlns:a16="http://schemas.microsoft.com/office/drawing/2014/main" id="{B5C8E2FA-C971-E5BF-A0DD-6D9D8FE58825}"/>
              </a:ext>
            </a:extLst>
          </p:cNvPr>
          <p:cNvSpPr>
            <a:spLocks noGrp="1"/>
          </p:cNvSpPr>
          <p:nvPr>
            <p:ph type="body" sz="quarter" idx="3"/>
          </p:nvPr>
        </p:nvSpPr>
        <p:spPr/>
        <p:txBody>
          <a:bodyPr/>
          <a:lstStyle/>
          <a:p>
            <a:r>
              <a:rPr lang="fr-FR" noProof="0" dirty="0">
                <a:latin typeface="+mn-lt"/>
              </a:rPr>
              <a:t>BUDGET IMPLÉMENTATION</a:t>
            </a:r>
          </a:p>
        </p:txBody>
      </p:sp>
      <p:sp>
        <p:nvSpPr>
          <p:cNvPr id="10" name="Espace réservé du contenu 9">
            <a:extLst>
              <a:ext uri="{FF2B5EF4-FFF2-40B4-BE49-F238E27FC236}">
                <a16:creationId xmlns:a16="http://schemas.microsoft.com/office/drawing/2014/main" id="{FFDB6A7E-DF1C-7093-42DD-6B73FE9D2729}"/>
              </a:ext>
            </a:extLst>
          </p:cNvPr>
          <p:cNvSpPr>
            <a:spLocks noGrp="1"/>
          </p:cNvSpPr>
          <p:nvPr>
            <p:ph sz="quarter" idx="4"/>
          </p:nvPr>
        </p:nvSpPr>
        <p:spPr/>
        <p:txBody>
          <a:bodyPr/>
          <a:lstStyle/>
          <a:p>
            <a:r>
              <a:rPr lang="fr-FR" noProof="0" dirty="0">
                <a:highlight>
                  <a:srgbClr val="FFFF00"/>
                </a:highlight>
                <a:latin typeface="+mn-lt"/>
              </a:rPr>
              <a:t>250-350h</a:t>
            </a:r>
          </a:p>
          <a:p>
            <a:r>
              <a:rPr lang="fr-FR" noProof="0" dirty="0">
                <a:highlight>
                  <a:srgbClr val="FFFF00"/>
                </a:highlight>
                <a:latin typeface="+mn-lt"/>
              </a:rPr>
              <a:t>40K€ - 60k€</a:t>
            </a:r>
          </a:p>
          <a:p>
            <a:endParaRPr lang="fr-FR" noProof="0" dirty="0">
              <a:latin typeface="+mn-lt"/>
            </a:endParaRPr>
          </a:p>
        </p:txBody>
      </p:sp>
      <p:sp>
        <p:nvSpPr>
          <p:cNvPr id="6" name="Titre 5">
            <a:extLst>
              <a:ext uri="{FF2B5EF4-FFF2-40B4-BE49-F238E27FC236}">
                <a16:creationId xmlns:a16="http://schemas.microsoft.com/office/drawing/2014/main" id="{0DE74E65-2DB5-4E36-4BCA-2124313838F2}"/>
              </a:ext>
            </a:extLst>
          </p:cNvPr>
          <p:cNvSpPr>
            <a:spLocks noGrp="1"/>
          </p:cNvSpPr>
          <p:nvPr>
            <p:ph type="title"/>
          </p:nvPr>
        </p:nvSpPr>
        <p:spPr/>
        <p:txBody>
          <a:bodyPr/>
          <a:lstStyle/>
          <a:p>
            <a:r>
              <a:rPr lang="fr-FR" noProof="0" dirty="0">
                <a:latin typeface="+mj-lt"/>
              </a:rPr>
              <a:t>APPROCHE</a:t>
            </a:r>
            <a:r>
              <a:rPr lang="fr-FR" noProof="0" dirty="0">
                <a:latin typeface="+mn-lt"/>
              </a:rPr>
              <a:t> BUDGÉTAIRE</a:t>
            </a:r>
            <a:br>
              <a:rPr lang="fr-FR" noProof="0" dirty="0">
                <a:latin typeface="+mn-lt"/>
              </a:rPr>
            </a:br>
            <a:r>
              <a:rPr lang="fr-FR" b="0" noProof="0" dirty="0">
                <a:latin typeface="+mn-lt"/>
              </a:rPr>
              <a:t>IMPLÉMENTATION</a:t>
            </a:r>
          </a:p>
        </p:txBody>
      </p:sp>
      <p:sp>
        <p:nvSpPr>
          <p:cNvPr id="2" name="Espace réservé du numéro de diapositive 1">
            <a:extLst>
              <a:ext uri="{FF2B5EF4-FFF2-40B4-BE49-F238E27FC236}">
                <a16:creationId xmlns:a16="http://schemas.microsoft.com/office/drawing/2014/main" id="{34B3CEAA-07EC-7C22-68E0-73294404B576}"/>
              </a:ext>
            </a:extLst>
          </p:cNvPr>
          <p:cNvSpPr>
            <a:spLocks noGrp="1"/>
          </p:cNvSpPr>
          <p:nvPr>
            <p:ph type="sldNum" sz="quarter" idx="10"/>
          </p:nvPr>
        </p:nvSpPr>
        <p:spPr/>
        <p:txBody>
          <a:bodyPr/>
          <a:lstStyle/>
          <a:p>
            <a:pPr defTabSz="914400">
              <a:defRPr/>
            </a:pPr>
            <a:fld id="{11061685-6496-4975-B02C-C44B14DBF38E}" type="slidenum">
              <a:rPr lang="fr-FR" noProof="0" smtClean="0"/>
              <a:pPr defTabSz="914400">
                <a:defRPr/>
              </a:pPr>
              <a:t>44</a:t>
            </a:fld>
            <a:endParaRPr lang="fr-FR" noProof="0" dirty="0"/>
          </a:p>
        </p:txBody>
      </p:sp>
    </p:spTree>
    <p:extLst>
      <p:ext uri="{BB962C8B-B14F-4D97-AF65-F5344CB8AC3E}">
        <p14:creationId xmlns:p14="http://schemas.microsoft.com/office/powerpoint/2010/main" val="19208141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0773D5-BEE7-C8F6-6D9C-8B4E64DF0917}"/>
              </a:ext>
            </a:extLst>
          </p:cNvPr>
          <p:cNvSpPr>
            <a:spLocks noGrp="1"/>
          </p:cNvSpPr>
          <p:nvPr>
            <p:ph type="title"/>
          </p:nvPr>
        </p:nvSpPr>
        <p:spPr/>
        <p:txBody>
          <a:bodyPr>
            <a:normAutofit/>
          </a:bodyPr>
          <a:lstStyle/>
          <a:p>
            <a:r>
              <a:rPr lang="fr-FR">
                <a:latin typeface="+mn-lt"/>
                <a:ea typeface="Tahoma"/>
                <a:cs typeface="Tahoma"/>
              </a:rPr>
              <a:t>SME Packages</a:t>
            </a:r>
            <a:br>
              <a:rPr lang="fr-FR">
                <a:latin typeface="+mn-lt"/>
                <a:ea typeface="Tahoma"/>
                <a:cs typeface="Tahoma"/>
              </a:rPr>
            </a:br>
            <a:r>
              <a:rPr lang="fr-FR">
                <a:latin typeface="+mn-lt"/>
                <a:ea typeface="Tahoma"/>
                <a:cs typeface="Tahoma"/>
              </a:rPr>
              <a:t>Packages &amp; coûts</a:t>
            </a:r>
            <a:endParaRPr lang="fr-FR">
              <a:latin typeface="+mn-lt"/>
            </a:endParaRPr>
          </a:p>
        </p:txBody>
      </p:sp>
      <p:sp>
        <p:nvSpPr>
          <p:cNvPr id="6" name="Google Shape;383;g1281b620820_0_0">
            <a:extLst>
              <a:ext uri="{FF2B5EF4-FFF2-40B4-BE49-F238E27FC236}">
                <a16:creationId xmlns:a16="http://schemas.microsoft.com/office/drawing/2014/main" id="{44BA05B1-3CE2-4462-FDA1-6C66ABB32A53}"/>
              </a:ext>
            </a:extLst>
          </p:cNvPr>
          <p:cNvSpPr txBox="1"/>
          <p:nvPr/>
        </p:nvSpPr>
        <p:spPr>
          <a:xfrm>
            <a:off x="230073" y="1596838"/>
            <a:ext cx="5756098" cy="4717671"/>
          </a:xfrm>
          <a:prstGeom prst="rect">
            <a:avLst/>
          </a:prstGeom>
          <a:noFill/>
          <a:ln>
            <a:noFill/>
          </a:ln>
        </p:spPr>
        <p:txBody>
          <a:bodyPr spcFirstLastPara="1" wrap="square" lIns="91425" tIns="91425" rIns="91425" bIns="91425" anchor="t" anchorCtr="0">
            <a:spAutoFit/>
          </a:bodyPr>
          <a:lstStyle/>
          <a:p>
            <a:pPr algn="just">
              <a:lnSpc>
                <a:spcPct val="114999"/>
              </a:lnSpc>
              <a:spcBef>
                <a:spcPts val="1800"/>
              </a:spcBef>
            </a:pPr>
            <a:r>
              <a:rPr lang="fr-FR" sz="1600" b="1" u="sng">
                <a:solidFill>
                  <a:srgbClr val="333333"/>
                </a:solidFill>
                <a:highlight>
                  <a:srgbClr val="FFFFFF"/>
                </a:highlight>
                <a:latin typeface="Tahoma"/>
                <a:ea typeface="Tahoma"/>
                <a:cs typeface="Tahoma"/>
                <a:sym typeface="Montserrat"/>
              </a:rPr>
              <a:t>Les différents axes : </a:t>
            </a:r>
            <a:endParaRPr lang="fr-FR" sz="1600" b="1" u="sng">
              <a:highlight>
                <a:srgbClr val="FFFFFF"/>
              </a:highlight>
              <a:ea typeface="+mn-lt"/>
              <a:cs typeface="+mn-lt"/>
            </a:endParaRPr>
          </a:p>
          <a:p>
            <a:pPr marL="285750" indent="-285750" algn="just">
              <a:buFont typeface="Arial"/>
              <a:buChar char="•"/>
            </a:pPr>
            <a:r>
              <a:rPr lang="en" sz="1400" b="1">
                <a:solidFill>
                  <a:srgbClr val="222222"/>
                </a:solidFill>
                <a:highlight>
                  <a:srgbClr val="FFFFFF"/>
                </a:highlight>
                <a:ea typeface="+mn-lt"/>
                <a:cs typeface="+mn-lt"/>
              </a:rPr>
              <a:t>Marketing</a:t>
            </a:r>
            <a:r>
              <a:rPr lang="fr-FR" sz="1400" b="1">
                <a:solidFill>
                  <a:srgbClr val="222222"/>
                </a:solidFill>
                <a:highlight>
                  <a:srgbClr val="FFFFFF"/>
                </a:highlight>
                <a:ea typeface="+mn-lt"/>
                <a:cs typeface="+mn-lt"/>
              </a:rPr>
              <a:t> digital :</a:t>
            </a:r>
            <a:r>
              <a:rPr lang="fr-FR" sz="1400">
                <a:solidFill>
                  <a:srgbClr val="222222"/>
                </a:solidFill>
                <a:highlight>
                  <a:srgbClr val="FFFFFF"/>
                </a:highlight>
                <a:ea typeface="+mn-lt"/>
                <a:cs typeface="+mn-lt"/>
              </a:rPr>
              <a:t> création ou amélioration de votre site web, campagnes sur les réseaux sociaux, etc. ;</a:t>
            </a:r>
            <a:endParaRPr lang="fr-FR">
              <a:ea typeface="Tahoma"/>
              <a:cs typeface="Tahoma"/>
            </a:endParaRPr>
          </a:p>
          <a:p>
            <a:pPr marL="285750" indent="-285750" algn="just">
              <a:buFont typeface="Arial"/>
              <a:buChar char="•"/>
            </a:pPr>
            <a:r>
              <a:rPr lang="fr-FR" sz="1400" b="1">
                <a:solidFill>
                  <a:srgbClr val="222222"/>
                </a:solidFill>
                <a:highlight>
                  <a:srgbClr val="FFFFFF"/>
                </a:highlight>
                <a:ea typeface="+mn-lt"/>
                <a:cs typeface="+mn-lt"/>
              </a:rPr>
              <a:t>Système de gestion :</a:t>
            </a:r>
            <a:r>
              <a:rPr lang="fr-FR" sz="1400">
                <a:solidFill>
                  <a:srgbClr val="222222"/>
                </a:solidFill>
                <a:highlight>
                  <a:srgbClr val="FFFFFF"/>
                </a:highlight>
                <a:ea typeface="+mn-lt"/>
                <a:cs typeface="+mn-lt"/>
              </a:rPr>
              <a:t> caisse enregistreuse, logiciel spécifique à votre secteur d’activité, ERP, etc. ;</a:t>
            </a:r>
            <a:endParaRPr lang="fr-FR">
              <a:ea typeface="Tahoma"/>
              <a:cs typeface="Tahoma"/>
            </a:endParaRPr>
          </a:p>
          <a:p>
            <a:pPr marL="285750" indent="-285750" algn="just">
              <a:buFont typeface="Arial"/>
              <a:buChar char="•"/>
            </a:pPr>
            <a:r>
              <a:rPr lang="fr-FR" sz="1400" b="1">
                <a:solidFill>
                  <a:srgbClr val="222222"/>
                </a:solidFill>
                <a:highlight>
                  <a:srgbClr val="FFFFFF"/>
                </a:highlight>
                <a:ea typeface="+mn-lt"/>
                <a:cs typeface="+mn-lt"/>
              </a:rPr>
              <a:t>Facturation électronique :</a:t>
            </a:r>
            <a:r>
              <a:rPr lang="fr-FR" sz="1400">
                <a:solidFill>
                  <a:srgbClr val="222222"/>
                </a:solidFill>
                <a:highlight>
                  <a:srgbClr val="FFFFFF"/>
                </a:highlight>
                <a:ea typeface="+mn-lt"/>
                <a:cs typeface="+mn-lt"/>
              </a:rPr>
              <a:t> système ERP avec un module pour la facturation électronique.</a:t>
            </a:r>
            <a:endParaRPr lang="fr-FR" sz="1400">
              <a:solidFill>
                <a:srgbClr val="222222"/>
              </a:solidFill>
              <a:highlight>
                <a:srgbClr val="FFFFFF"/>
              </a:highlight>
              <a:ea typeface="Tahoma"/>
              <a:cs typeface="Tahoma"/>
            </a:endParaRPr>
          </a:p>
          <a:p>
            <a:pPr marL="285750" indent="-285750" algn="just">
              <a:buFont typeface="Arial"/>
              <a:buChar char="•"/>
            </a:pPr>
            <a:r>
              <a:rPr lang="fr-FR" sz="1400" b="1">
                <a:solidFill>
                  <a:srgbClr val="222222"/>
                </a:solidFill>
                <a:highlight>
                  <a:srgbClr val="FFFFFF"/>
                </a:highlight>
                <a:latin typeface="Tahoma"/>
                <a:ea typeface="+mn-lt"/>
                <a:cs typeface="+mn-lt"/>
              </a:rPr>
              <a:t>IA </a:t>
            </a:r>
            <a:r>
              <a:rPr lang="fr-FR" sz="1400">
                <a:solidFill>
                  <a:srgbClr val="222222"/>
                </a:solidFill>
                <a:highlight>
                  <a:srgbClr val="FFFFFF"/>
                </a:highlight>
                <a:latin typeface="Tahoma"/>
                <a:ea typeface="+mn-lt"/>
                <a:cs typeface="+mn-lt"/>
              </a:rPr>
              <a:t>: </a:t>
            </a:r>
            <a:r>
              <a:rPr lang="fr-FR" sz="1400">
                <a:solidFill>
                  <a:srgbClr val="222222"/>
                </a:solidFill>
                <a:highlight>
                  <a:srgbClr val="FFFFFF"/>
                </a:highlight>
                <a:ea typeface="+mn-lt"/>
                <a:cs typeface="+mn-lt"/>
              </a:rPr>
              <a:t>Bénéficiez d’une aide afin de mettre en place l’utilisation de l’intelligence artificielle dans les différents processus de votre PME.</a:t>
            </a:r>
            <a:endParaRPr lang="fr-FR" sz="1400">
              <a:solidFill>
                <a:srgbClr val="222222"/>
              </a:solidFill>
              <a:highlight>
                <a:srgbClr val="FFFFFF"/>
              </a:highlight>
              <a:latin typeface="Tahoma"/>
              <a:ea typeface="+mn-lt"/>
              <a:cs typeface="+mn-lt"/>
            </a:endParaRPr>
          </a:p>
          <a:p>
            <a:pPr algn="just">
              <a:lnSpc>
                <a:spcPct val="114999"/>
              </a:lnSpc>
              <a:spcBef>
                <a:spcPts val="1800"/>
              </a:spcBef>
            </a:pPr>
            <a:r>
              <a:rPr lang="fr-FR" sz="1600" b="1" u="sng">
                <a:solidFill>
                  <a:srgbClr val="333333"/>
                </a:solidFill>
                <a:highlight>
                  <a:srgbClr val="FFFFFF"/>
                </a:highlight>
                <a:latin typeface="Tahoma"/>
                <a:ea typeface="+mn-lt"/>
                <a:cs typeface="+mn-lt"/>
              </a:rPr>
              <a:t>Les coûts : </a:t>
            </a:r>
            <a:r>
              <a:rPr lang="fr-FR" sz="1400">
                <a:solidFill>
                  <a:srgbClr val="222222"/>
                </a:solidFill>
                <a:highlight>
                  <a:srgbClr val="FFFFFF"/>
                </a:highlight>
                <a:ea typeface="+mn-lt"/>
                <a:cs typeface="+mn-lt"/>
              </a:rPr>
              <a:t>Pour bénéficier du programme </a:t>
            </a:r>
            <a:r>
              <a:rPr lang="en" sz="1400">
                <a:solidFill>
                  <a:srgbClr val="222222"/>
                </a:solidFill>
                <a:highlight>
                  <a:srgbClr val="FFFFFF"/>
                </a:highlight>
                <a:ea typeface="+mn-lt"/>
                <a:cs typeface="+mn-lt"/>
              </a:rPr>
              <a:t>SME Packages – Digital</a:t>
            </a:r>
            <a:r>
              <a:rPr lang="fr-FR" sz="1400">
                <a:solidFill>
                  <a:srgbClr val="222222"/>
                </a:solidFill>
                <a:highlight>
                  <a:srgbClr val="FFFFFF"/>
                </a:highlight>
                <a:ea typeface="+mn-lt"/>
                <a:cs typeface="+mn-lt"/>
              </a:rPr>
              <a:t>, l’entreprise doit réaliser un projet d’un montant </a:t>
            </a:r>
            <a:r>
              <a:rPr lang="fr-FR" sz="1400" b="1">
                <a:solidFill>
                  <a:srgbClr val="222222"/>
                </a:solidFill>
                <a:highlight>
                  <a:srgbClr val="FFFFFF"/>
                </a:highlight>
                <a:ea typeface="+mn-lt"/>
                <a:cs typeface="+mn-lt"/>
              </a:rPr>
              <a:t>entre 3.000 euros HTVA et 25.000 euros HTVA.</a:t>
            </a:r>
            <a:endParaRPr lang="fr-FR">
              <a:solidFill>
                <a:srgbClr val="212529"/>
              </a:solidFill>
              <a:ea typeface="+mn-lt"/>
              <a:cs typeface="+mn-lt"/>
            </a:endParaRPr>
          </a:p>
          <a:p>
            <a:pPr algn="just">
              <a:lnSpc>
                <a:spcPct val="114999"/>
              </a:lnSpc>
              <a:spcBef>
                <a:spcPts val="2300"/>
              </a:spcBef>
            </a:pPr>
            <a:r>
              <a:rPr lang="fr-FR" sz="1600" b="1" u="sng">
                <a:solidFill>
                  <a:srgbClr val="333333"/>
                </a:solidFill>
                <a:highlight>
                  <a:srgbClr val="FFFFFF"/>
                </a:highlight>
                <a:ea typeface="Tahoma"/>
                <a:cs typeface="Tahoma"/>
              </a:rPr>
              <a:t>Modalités pratiques </a:t>
            </a:r>
            <a:endParaRPr lang="fr-FR" sz="1600">
              <a:solidFill>
                <a:srgbClr val="212529"/>
              </a:solidFill>
              <a:highlight>
                <a:srgbClr val="FFFFFF"/>
              </a:highlight>
              <a:ea typeface="Tahoma"/>
              <a:cs typeface="Tahoma"/>
            </a:endParaRPr>
          </a:p>
          <a:p>
            <a:pPr marL="171450" indent="-171450" algn="just">
              <a:buFont typeface="Arial,Sans-Serif"/>
              <a:buChar char="•"/>
            </a:pPr>
            <a:endParaRPr lang="fr-FR" sz="1000">
              <a:solidFill>
                <a:srgbClr val="212529"/>
              </a:solidFill>
              <a:highlight>
                <a:srgbClr val="FFFFFF"/>
              </a:highlight>
              <a:ea typeface="Tahoma"/>
              <a:cs typeface="Tahoma"/>
            </a:endParaRPr>
          </a:p>
          <a:p>
            <a:pPr algn="just"/>
            <a:r>
              <a:rPr lang="fr-FR" sz="1400">
                <a:solidFill>
                  <a:srgbClr val="222222"/>
                </a:solidFill>
                <a:highlight>
                  <a:srgbClr val="FFFFFF"/>
                </a:highlight>
                <a:ea typeface="Tahoma"/>
                <a:cs typeface="Tahoma"/>
              </a:rPr>
              <a:t>Montant de l’aide est de </a:t>
            </a:r>
            <a:r>
              <a:rPr lang="fr-FR" sz="1400" b="1">
                <a:solidFill>
                  <a:srgbClr val="222222"/>
                </a:solidFill>
                <a:highlight>
                  <a:srgbClr val="FFFFFF"/>
                </a:highlight>
                <a:ea typeface="Tahoma"/>
                <a:cs typeface="Tahoma"/>
              </a:rPr>
              <a:t>70 % des coûts</a:t>
            </a:r>
            <a:r>
              <a:rPr lang="fr-FR" sz="1400">
                <a:solidFill>
                  <a:srgbClr val="222222"/>
                </a:solidFill>
                <a:highlight>
                  <a:srgbClr val="FFFFFF"/>
                </a:highlight>
                <a:ea typeface="Tahoma"/>
                <a:cs typeface="Tahoma"/>
              </a:rPr>
              <a:t> éligibles.</a:t>
            </a:r>
            <a:endParaRPr lang="fr-FR">
              <a:ea typeface="Tahoma"/>
              <a:cs typeface="Tahoma"/>
            </a:endParaRPr>
          </a:p>
          <a:p>
            <a:pPr algn="just">
              <a:buClr>
                <a:srgbClr val="333333"/>
              </a:buClr>
              <a:buSzPts val="1000"/>
            </a:pPr>
            <a:endParaRPr lang="fr-FR" sz="1200">
              <a:highlight>
                <a:srgbClr val="FFFFFF"/>
              </a:highlight>
              <a:latin typeface="Tahoma"/>
              <a:ea typeface="+mn-lt"/>
              <a:cs typeface="+mn-lt"/>
              <a:sym typeface="Montserrat"/>
            </a:endParaRPr>
          </a:p>
          <a:p>
            <a:pPr algn="just">
              <a:buClr>
                <a:srgbClr val="333333"/>
              </a:buClr>
              <a:buSzPts val="1000"/>
              <a:buFont typeface="Arial"/>
              <a:buChar char="•"/>
            </a:pPr>
            <a:endParaRPr lang="fr-FR" sz="1000">
              <a:latin typeface="Tahoma"/>
              <a:ea typeface="Tahoma"/>
              <a:cs typeface="Tahoma"/>
            </a:endParaRPr>
          </a:p>
        </p:txBody>
      </p:sp>
      <p:sp>
        <p:nvSpPr>
          <p:cNvPr id="7" name="Google Shape;384;g1281b620820_0_0">
            <a:extLst>
              <a:ext uri="{FF2B5EF4-FFF2-40B4-BE49-F238E27FC236}">
                <a16:creationId xmlns:a16="http://schemas.microsoft.com/office/drawing/2014/main" id="{299689D7-4C06-0BAA-73D2-B64825852652}"/>
              </a:ext>
            </a:extLst>
          </p:cNvPr>
          <p:cNvSpPr txBox="1"/>
          <p:nvPr/>
        </p:nvSpPr>
        <p:spPr>
          <a:xfrm>
            <a:off x="6403038" y="1475457"/>
            <a:ext cx="5805098" cy="4640727"/>
          </a:xfrm>
          <a:prstGeom prst="rect">
            <a:avLst/>
          </a:prstGeom>
          <a:noFill/>
          <a:ln>
            <a:noFill/>
          </a:ln>
        </p:spPr>
        <p:txBody>
          <a:bodyPr spcFirstLastPara="1" wrap="square" lIns="91425" tIns="91425" rIns="91425" bIns="91425" anchor="t" anchorCtr="0">
            <a:spAutoFit/>
          </a:bodyPr>
          <a:lstStyle/>
          <a:p>
            <a:pPr algn="just">
              <a:lnSpc>
                <a:spcPct val="114999"/>
              </a:lnSpc>
              <a:spcBef>
                <a:spcPts val="2300"/>
              </a:spcBef>
            </a:pPr>
            <a:r>
              <a:rPr lang="fr-FR" sz="1600" b="1" u="sng" dirty="0">
                <a:solidFill>
                  <a:srgbClr val="222222"/>
                </a:solidFill>
                <a:sym typeface="Montserrat"/>
              </a:rPr>
              <a:t>Déroulement : </a:t>
            </a:r>
            <a:endParaRPr lang="fr-FR" sz="1600" b="1" u="sng" dirty="0">
              <a:ea typeface="Tahoma"/>
              <a:cs typeface="Tahoma"/>
            </a:endParaRPr>
          </a:p>
          <a:p>
            <a:pPr algn="just">
              <a:buFont typeface="Arial"/>
              <a:buChar char="•"/>
            </a:pPr>
            <a:endParaRPr lang="fr-FR" sz="1400" b="1" dirty="0">
              <a:solidFill>
                <a:srgbClr val="222222"/>
              </a:solidFill>
              <a:sym typeface="Montserrat"/>
            </a:endParaRPr>
          </a:p>
          <a:p>
            <a:pPr algn="just"/>
            <a:r>
              <a:rPr lang="fr-FR" sz="1400" dirty="0">
                <a:solidFill>
                  <a:srgbClr val="222222"/>
                </a:solidFill>
                <a:sym typeface="Montserrat"/>
              </a:rPr>
              <a:t>1. Préanalyse de votre situation actuelle</a:t>
            </a:r>
            <a:endParaRPr lang="fr-FR" sz="1400" dirty="0">
              <a:ea typeface="Tahoma"/>
              <a:cs typeface="Tahoma"/>
            </a:endParaRPr>
          </a:p>
          <a:p>
            <a:pPr marL="285750" indent="-285750" algn="just">
              <a:buFont typeface="Arial"/>
              <a:buChar char="•"/>
            </a:pPr>
            <a:r>
              <a:rPr lang="fr-FR" sz="1400" dirty="0">
                <a:solidFill>
                  <a:srgbClr val="222222"/>
                </a:solidFill>
                <a:highlight>
                  <a:srgbClr val="FFFFFF"/>
                </a:highlight>
                <a:ea typeface="+mn-lt"/>
                <a:cs typeface="+mn-lt"/>
                <a:sym typeface="Montserrat"/>
              </a:rPr>
              <a:t>Prenez </a:t>
            </a:r>
            <a:r>
              <a:rPr lang="fr-FR" sz="1400" b="1" dirty="0">
                <a:solidFill>
                  <a:srgbClr val="222222"/>
                </a:solidFill>
                <a:highlight>
                  <a:srgbClr val="FFFFFF"/>
                </a:highlight>
                <a:ea typeface="+mn-lt"/>
                <a:cs typeface="+mn-lt"/>
                <a:sym typeface="Montserrat"/>
              </a:rPr>
              <a:t>rendez-vous</a:t>
            </a:r>
            <a:r>
              <a:rPr lang="fr-FR" sz="1400" dirty="0">
                <a:solidFill>
                  <a:srgbClr val="222222"/>
                </a:solidFill>
                <a:highlight>
                  <a:srgbClr val="FFFFFF"/>
                </a:highlight>
                <a:ea typeface="+mn-lt"/>
                <a:cs typeface="+mn-lt"/>
                <a:sym typeface="Montserrat"/>
              </a:rPr>
              <a:t> à la </a:t>
            </a:r>
            <a:r>
              <a:rPr lang="en" sz="1400" dirty="0">
                <a:solidFill>
                  <a:srgbClr val="222222"/>
                </a:solidFill>
                <a:highlight>
                  <a:srgbClr val="FFFFFF"/>
                </a:highlight>
                <a:ea typeface="+mn-lt"/>
                <a:cs typeface="+mn-lt"/>
                <a:sym typeface="Montserrat"/>
              </a:rPr>
              <a:t>House of Entrepreneurship</a:t>
            </a:r>
            <a:r>
              <a:rPr lang="fr-FR" sz="1400" dirty="0">
                <a:solidFill>
                  <a:srgbClr val="222222"/>
                </a:solidFill>
                <a:highlight>
                  <a:srgbClr val="FFFFFF"/>
                </a:highlight>
                <a:ea typeface="+mn-lt"/>
                <a:cs typeface="+mn-lt"/>
                <a:sym typeface="Montserrat"/>
              </a:rPr>
              <a:t> ou avec le service </a:t>
            </a:r>
            <a:r>
              <a:rPr lang="fr-FR" sz="1400" dirty="0" err="1">
                <a:solidFill>
                  <a:srgbClr val="222222"/>
                </a:solidFill>
                <a:highlight>
                  <a:srgbClr val="FFFFFF"/>
                </a:highlight>
                <a:ea typeface="+mn-lt"/>
                <a:cs typeface="+mn-lt"/>
                <a:sym typeface="Montserrat"/>
              </a:rPr>
              <a:t>eHandwierk</a:t>
            </a:r>
            <a:r>
              <a:rPr lang="fr-FR" sz="1400" dirty="0">
                <a:solidFill>
                  <a:srgbClr val="222222"/>
                </a:solidFill>
                <a:highlight>
                  <a:srgbClr val="FFFFFF"/>
                </a:highlight>
                <a:ea typeface="+mn-lt"/>
                <a:cs typeface="+mn-lt"/>
                <a:sym typeface="Montserrat"/>
              </a:rPr>
              <a:t> de la Chambre des Métiers </a:t>
            </a:r>
            <a:endParaRPr lang="fr-FR" sz="1400" dirty="0">
              <a:solidFill>
                <a:srgbClr val="212529"/>
              </a:solidFill>
              <a:ea typeface="Tahoma"/>
              <a:cs typeface="Tahoma"/>
            </a:endParaRPr>
          </a:p>
          <a:p>
            <a:pPr algn="just"/>
            <a:endParaRPr lang="fr-FR" sz="1400" dirty="0">
              <a:solidFill>
                <a:srgbClr val="222222"/>
              </a:solidFill>
              <a:highlight>
                <a:srgbClr val="FFFFFF"/>
              </a:highlight>
              <a:sym typeface="Montserrat"/>
            </a:endParaRPr>
          </a:p>
          <a:p>
            <a:pPr algn="just"/>
            <a:r>
              <a:rPr lang="fr-FR" sz="1400" dirty="0">
                <a:solidFill>
                  <a:srgbClr val="222222"/>
                </a:solidFill>
                <a:sym typeface="Montserrat"/>
              </a:rPr>
              <a:t>2. Définition de votre </a:t>
            </a:r>
            <a:r>
              <a:rPr lang="en" sz="1400" dirty="0">
                <a:solidFill>
                  <a:srgbClr val="222222"/>
                </a:solidFill>
                <a:sym typeface="Montserrat"/>
              </a:rPr>
              <a:t>package</a:t>
            </a:r>
            <a:r>
              <a:rPr lang="fr-FR" sz="1400" dirty="0">
                <a:solidFill>
                  <a:srgbClr val="222222"/>
                </a:solidFill>
                <a:sym typeface="Montserrat"/>
              </a:rPr>
              <a:t> en collaboration avec Captivea</a:t>
            </a:r>
            <a:endParaRPr lang="fr-FR" sz="1400" dirty="0">
              <a:ea typeface="Tahoma"/>
              <a:cs typeface="Tahoma"/>
            </a:endParaRPr>
          </a:p>
          <a:p>
            <a:pPr marL="285750" indent="-285750" algn="just">
              <a:buFont typeface="Arial"/>
              <a:buChar char="•"/>
            </a:pPr>
            <a:r>
              <a:rPr lang="fr-FR" sz="1400" b="1" dirty="0">
                <a:solidFill>
                  <a:srgbClr val="222222"/>
                </a:solidFill>
                <a:highlight>
                  <a:srgbClr val="FFFFFF"/>
                </a:highlight>
                <a:ea typeface="+mn-lt"/>
                <a:cs typeface="+mn-lt"/>
                <a:sym typeface="Montserrat"/>
              </a:rPr>
              <a:t>Devis </a:t>
            </a:r>
            <a:r>
              <a:rPr lang="fr-FR" sz="1400" dirty="0">
                <a:solidFill>
                  <a:srgbClr val="222222"/>
                </a:solidFill>
                <a:highlight>
                  <a:srgbClr val="FFFFFF"/>
                </a:highlight>
                <a:ea typeface="+mn-lt"/>
                <a:cs typeface="+mn-lt"/>
                <a:sym typeface="Montserrat"/>
              </a:rPr>
              <a:t>d’un montant compris entre 3.000 euros HTVA et 25.000 euros HTVA.</a:t>
            </a:r>
            <a:endParaRPr lang="fr-FR" sz="1400" dirty="0">
              <a:ea typeface="Tahoma"/>
              <a:cs typeface="Tahoma"/>
            </a:endParaRPr>
          </a:p>
          <a:p>
            <a:pPr marL="285750" indent="-285750" algn="just">
              <a:buFont typeface="Arial"/>
              <a:buChar char="•"/>
            </a:pPr>
            <a:r>
              <a:rPr lang="fr-FR" sz="1400" b="1" dirty="0">
                <a:solidFill>
                  <a:srgbClr val="222222"/>
                </a:solidFill>
                <a:sym typeface="Montserrat"/>
              </a:rPr>
              <a:t>Introduction et validation</a:t>
            </a:r>
            <a:r>
              <a:rPr lang="fr-FR" sz="1400" dirty="0">
                <a:solidFill>
                  <a:srgbClr val="222222"/>
                </a:solidFill>
                <a:sym typeface="Montserrat"/>
              </a:rPr>
              <a:t> de votre demande d’aide</a:t>
            </a:r>
            <a:endParaRPr lang="fr-FR" sz="1400" dirty="0">
              <a:ea typeface="Tahoma"/>
              <a:cs typeface="Tahoma"/>
            </a:endParaRPr>
          </a:p>
          <a:p>
            <a:pPr marL="285750" indent="-285750" algn="just">
              <a:buFont typeface="Arial"/>
              <a:buChar char="•"/>
            </a:pPr>
            <a:r>
              <a:rPr lang="fr-FR" sz="1400" dirty="0">
                <a:solidFill>
                  <a:srgbClr val="222222"/>
                </a:solidFill>
                <a:highlight>
                  <a:srgbClr val="FFFFFF"/>
                </a:highlight>
                <a:ea typeface="+mn-lt"/>
                <a:cs typeface="+mn-lt"/>
                <a:sym typeface="Montserrat"/>
              </a:rPr>
              <a:t>Le ministère de l’Économie analyse et </a:t>
            </a:r>
            <a:r>
              <a:rPr lang="fr-FR" sz="1400" b="1" dirty="0">
                <a:solidFill>
                  <a:srgbClr val="222222"/>
                </a:solidFill>
                <a:highlight>
                  <a:srgbClr val="FFFFFF"/>
                </a:highlight>
                <a:ea typeface="+mn-lt"/>
                <a:cs typeface="+mn-lt"/>
                <a:sym typeface="Montserrat"/>
              </a:rPr>
              <a:t>valide votre candidature</a:t>
            </a:r>
            <a:r>
              <a:rPr lang="fr-FR" sz="1400" dirty="0">
                <a:solidFill>
                  <a:srgbClr val="222222"/>
                </a:solidFill>
                <a:highlight>
                  <a:srgbClr val="FFFFFF"/>
                </a:highlight>
                <a:ea typeface="+mn-lt"/>
                <a:cs typeface="+mn-lt"/>
                <a:sym typeface="Montserrat"/>
              </a:rPr>
              <a:t>.</a:t>
            </a:r>
            <a:endParaRPr lang="fr-FR" sz="1400" dirty="0">
              <a:ea typeface="Tahoma"/>
              <a:cs typeface="Tahoma"/>
            </a:endParaRPr>
          </a:p>
          <a:p>
            <a:pPr marL="285750" indent="-285750" algn="just">
              <a:buFont typeface="Arial"/>
              <a:buChar char="•"/>
            </a:pPr>
            <a:r>
              <a:rPr lang="fr-FR" sz="1400" b="1" dirty="0">
                <a:solidFill>
                  <a:srgbClr val="222222"/>
                </a:solidFill>
                <a:sym typeface="Montserrat"/>
              </a:rPr>
              <a:t>Mise en œuvre </a:t>
            </a:r>
            <a:r>
              <a:rPr lang="fr-FR" sz="1400" dirty="0">
                <a:solidFill>
                  <a:srgbClr val="222222"/>
                </a:solidFill>
                <a:sym typeface="Montserrat"/>
              </a:rPr>
              <a:t>du </a:t>
            </a:r>
            <a:r>
              <a:rPr lang="en" sz="1400" dirty="0">
                <a:solidFill>
                  <a:srgbClr val="222222"/>
                </a:solidFill>
                <a:sym typeface="Montserrat"/>
              </a:rPr>
              <a:t>package</a:t>
            </a:r>
            <a:endParaRPr lang="fr-FR" sz="1400" dirty="0">
              <a:ea typeface="Tahoma"/>
              <a:cs typeface="Tahoma"/>
            </a:endParaRPr>
          </a:p>
          <a:p>
            <a:pPr marL="285750" indent="-285750" algn="just">
              <a:buFont typeface="Arial"/>
              <a:buChar char="•"/>
            </a:pPr>
            <a:r>
              <a:rPr lang="fr-FR" sz="1400" dirty="0">
                <a:solidFill>
                  <a:srgbClr val="222222"/>
                </a:solidFill>
                <a:highlight>
                  <a:srgbClr val="FFFFFF"/>
                </a:highlight>
                <a:ea typeface="+mn-lt"/>
                <a:cs typeface="+mn-lt"/>
                <a:sym typeface="Montserrat"/>
              </a:rPr>
              <a:t>Une fois l’accompagnement du prestataire terminé, une réunion d’évaluation est planifiée. Elle est considérée comme une clôture du dossier.</a:t>
            </a:r>
            <a:endParaRPr lang="fr-FR" sz="1400" dirty="0">
              <a:ea typeface="Tahoma"/>
              <a:cs typeface="Tahoma"/>
            </a:endParaRPr>
          </a:p>
          <a:p>
            <a:pPr algn="just"/>
            <a:endParaRPr lang="fr-FR" sz="1400" dirty="0">
              <a:solidFill>
                <a:srgbClr val="222222"/>
              </a:solidFill>
              <a:sym typeface="Montserrat"/>
            </a:endParaRPr>
          </a:p>
          <a:p>
            <a:pPr algn="just"/>
            <a:r>
              <a:rPr lang="fr-FR" sz="1400" dirty="0">
                <a:solidFill>
                  <a:srgbClr val="222222"/>
                </a:solidFill>
                <a:sym typeface="Montserrat"/>
              </a:rPr>
              <a:t>3. Vous percevez le remboursement</a:t>
            </a:r>
            <a:endParaRPr lang="fr-FR" sz="1400" dirty="0">
              <a:ea typeface="Tahoma"/>
              <a:cs typeface="Tahoma"/>
            </a:endParaRPr>
          </a:p>
          <a:p>
            <a:pPr algn="just"/>
            <a:endParaRPr lang="fr-FR" sz="1400" dirty="0">
              <a:solidFill>
                <a:srgbClr val="222222"/>
              </a:solidFill>
              <a:highlight>
                <a:srgbClr val="FFFFFF"/>
              </a:highlight>
              <a:ea typeface="+mn-lt"/>
              <a:cs typeface="+mn-lt"/>
            </a:endParaRPr>
          </a:p>
          <a:p>
            <a:pPr marL="171450" indent="-171450" algn="just">
              <a:buFont typeface="Arial"/>
              <a:buChar char="•"/>
            </a:pPr>
            <a:endParaRPr lang="fr-FR" sz="1400" dirty="0">
              <a:highlight>
                <a:srgbClr val="FFFFFF"/>
              </a:highlight>
              <a:ea typeface="Tahoma"/>
              <a:cs typeface="Tahoma"/>
            </a:endParaRPr>
          </a:p>
        </p:txBody>
      </p:sp>
      <p:pic>
        <p:nvPicPr>
          <p:cNvPr id="10" name="Google Shape;388;g1281b620820_0_0">
            <a:extLst>
              <a:ext uri="{FF2B5EF4-FFF2-40B4-BE49-F238E27FC236}">
                <a16:creationId xmlns:a16="http://schemas.microsoft.com/office/drawing/2014/main" id="{F6A366DB-EC73-11CC-88D2-848B89A9706D}"/>
              </a:ext>
            </a:extLst>
          </p:cNvPr>
          <p:cNvPicPr preferRelativeResize="0"/>
          <p:nvPr/>
        </p:nvPicPr>
        <p:blipFill rotWithShape="1">
          <a:blip r:embed="rId2">
            <a:alphaModFix/>
          </a:blip>
          <a:srcRect l="17431" t="24109" r="15678" b="25705"/>
          <a:stretch/>
        </p:blipFill>
        <p:spPr>
          <a:xfrm>
            <a:off x="8642646" y="5926765"/>
            <a:ext cx="2112501" cy="795875"/>
          </a:xfrm>
          <a:prstGeom prst="rect">
            <a:avLst/>
          </a:prstGeom>
          <a:noFill/>
          <a:ln>
            <a:noFill/>
          </a:ln>
        </p:spPr>
      </p:pic>
      <p:sp>
        <p:nvSpPr>
          <p:cNvPr id="3" name="Rectangle : coins arrondis 2">
            <a:extLst>
              <a:ext uri="{FF2B5EF4-FFF2-40B4-BE49-F238E27FC236}">
                <a16:creationId xmlns:a16="http://schemas.microsoft.com/office/drawing/2014/main" id="{F10829FB-3460-6FA0-3C6C-03EF82E3FE12}"/>
              </a:ext>
            </a:extLst>
          </p:cNvPr>
          <p:cNvSpPr/>
          <p:nvPr/>
        </p:nvSpPr>
        <p:spPr>
          <a:xfrm>
            <a:off x="3560260" y="6204633"/>
            <a:ext cx="4965290" cy="454099"/>
          </a:xfrm>
          <a:prstGeom prst="roundRect">
            <a:avLst/>
          </a:prstGeom>
          <a:solidFill>
            <a:srgbClr val="FCC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ea typeface="+mn-lt"/>
                <a:cs typeface="+mn-lt"/>
                <a:hlinkClick r:id="rId3"/>
              </a:rPr>
              <a:t>Formulaire d'éligibilité</a:t>
            </a:r>
            <a:endParaRPr lang="fr-FR"/>
          </a:p>
        </p:txBody>
      </p:sp>
    </p:spTree>
    <p:extLst>
      <p:ext uri="{BB962C8B-B14F-4D97-AF65-F5344CB8AC3E}">
        <p14:creationId xmlns:p14="http://schemas.microsoft.com/office/powerpoint/2010/main" val="391647973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D06A1F-FFCE-6D6D-7FD6-C42561395A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CEA1E4B-E541-A58E-73E9-6F7A8A338E9F}"/>
              </a:ext>
            </a:extLst>
          </p:cNvPr>
          <p:cNvSpPr>
            <a:spLocks noGrp="1"/>
          </p:cNvSpPr>
          <p:nvPr>
            <p:ph type="title"/>
          </p:nvPr>
        </p:nvSpPr>
        <p:spPr/>
        <p:txBody>
          <a:bodyPr>
            <a:normAutofit/>
          </a:bodyPr>
          <a:lstStyle/>
          <a:p>
            <a:r>
              <a:rPr lang="fr-FR">
                <a:latin typeface="+mn-lt"/>
                <a:ea typeface="Tahoma"/>
                <a:cs typeface="Tahoma"/>
              </a:rPr>
              <a:t>SME Packages </a:t>
            </a:r>
            <a:br>
              <a:rPr lang="fr-FR">
                <a:latin typeface="+mn-lt"/>
                <a:ea typeface="Tahoma"/>
                <a:cs typeface="Tahoma"/>
              </a:rPr>
            </a:br>
            <a:r>
              <a:rPr lang="fr-FR">
                <a:latin typeface="+mn-lt"/>
                <a:ea typeface="Tahoma"/>
                <a:cs typeface="Tahoma"/>
              </a:rPr>
              <a:t>Procédures</a:t>
            </a:r>
            <a:endParaRPr lang="fr-FR"/>
          </a:p>
        </p:txBody>
      </p:sp>
      <p:pic>
        <p:nvPicPr>
          <p:cNvPr id="10" name="Google Shape;388;g1281b620820_0_0">
            <a:extLst>
              <a:ext uri="{FF2B5EF4-FFF2-40B4-BE49-F238E27FC236}">
                <a16:creationId xmlns:a16="http://schemas.microsoft.com/office/drawing/2014/main" id="{EE88D6B5-E4A4-8811-0ED8-C5A1B40C2D10}"/>
              </a:ext>
            </a:extLst>
          </p:cNvPr>
          <p:cNvPicPr preferRelativeResize="0"/>
          <p:nvPr/>
        </p:nvPicPr>
        <p:blipFill rotWithShape="1">
          <a:blip r:embed="rId2">
            <a:alphaModFix/>
          </a:blip>
          <a:srcRect l="17431" t="24109" r="15678" b="25705"/>
          <a:stretch/>
        </p:blipFill>
        <p:spPr>
          <a:xfrm>
            <a:off x="8642646" y="5926765"/>
            <a:ext cx="2112501" cy="795875"/>
          </a:xfrm>
          <a:prstGeom prst="rect">
            <a:avLst/>
          </a:prstGeom>
          <a:noFill/>
          <a:ln>
            <a:noFill/>
          </a:ln>
        </p:spPr>
      </p:pic>
      <p:pic>
        <p:nvPicPr>
          <p:cNvPr id="4" name="Image 3" descr="Une image contenant texte, diagramme, capture d’écran, Police&#10;&#10;Le contenu généré par l’IA peut être incorrect.">
            <a:extLst>
              <a:ext uri="{FF2B5EF4-FFF2-40B4-BE49-F238E27FC236}">
                <a16:creationId xmlns:a16="http://schemas.microsoft.com/office/drawing/2014/main" id="{F97182C5-CF6A-6A9C-CFC5-53DD23A7FF59}"/>
              </a:ext>
            </a:extLst>
          </p:cNvPr>
          <p:cNvPicPr>
            <a:picLocks noChangeAspect="1"/>
          </p:cNvPicPr>
          <p:nvPr/>
        </p:nvPicPr>
        <p:blipFill>
          <a:blip r:embed="rId3"/>
          <a:srcRect l="3226" t="37208" r="4894" b="18145"/>
          <a:stretch>
            <a:fillRect/>
          </a:stretch>
        </p:blipFill>
        <p:spPr>
          <a:xfrm>
            <a:off x="355695" y="1902005"/>
            <a:ext cx="11450649" cy="3049217"/>
          </a:xfrm>
          <a:prstGeom prst="rect">
            <a:avLst/>
          </a:prstGeom>
          <a:ln>
            <a:noFill/>
          </a:ln>
        </p:spPr>
      </p:pic>
    </p:spTree>
    <p:extLst>
      <p:ext uri="{BB962C8B-B14F-4D97-AF65-F5344CB8AC3E}">
        <p14:creationId xmlns:p14="http://schemas.microsoft.com/office/powerpoint/2010/main" val="209253896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EC3A44F-21D9-0C5B-E0E9-B1D4B292F38B}"/>
              </a:ext>
            </a:extLst>
          </p:cNvPr>
          <p:cNvSpPr>
            <a:spLocks noGrp="1"/>
          </p:cNvSpPr>
          <p:nvPr>
            <p:ph type="sldNum" sz="quarter" idx="10"/>
          </p:nvPr>
        </p:nvSpPr>
        <p:spPr/>
        <p:txBody>
          <a:bodyPr/>
          <a:lstStyle/>
          <a:p>
            <a:fld id="{0C34F99C-3C47-4582-9518-8D365E9692AE}" type="slidenum">
              <a:rPr lang="fr-FR" noProof="0" smtClean="0"/>
              <a:pPr/>
              <a:t>47</a:t>
            </a:fld>
            <a:endParaRPr lang="fr-FR" noProof="0" dirty="0"/>
          </a:p>
        </p:txBody>
      </p:sp>
      <p:sp>
        <p:nvSpPr>
          <p:cNvPr id="10" name="ZoneTexte 9">
            <a:extLst>
              <a:ext uri="{FF2B5EF4-FFF2-40B4-BE49-F238E27FC236}">
                <a16:creationId xmlns:a16="http://schemas.microsoft.com/office/drawing/2014/main" id="{1E9BADD3-F726-6EC9-358C-4FB92CF7E811}"/>
              </a:ext>
            </a:extLst>
          </p:cNvPr>
          <p:cNvSpPr txBox="1"/>
          <p:nvPr/>
        </p:nvSpPr>
        <p:spPr>
          <a:xfrm>
            <a:off x="1377864" y="1402915"/>
            <a:ext cx="3106454" cy="1077218"/>
          </a:xfrm>
          <a:prstGeom prst="rect">
            <a:avLst/>
          </a:prstGeom>
          <a:noFill/>
        </p:spPr>
        <p:txBody>
          <a:bodyPr wrap="square" rtlCol="0">
            <a:spAutoFit/>
          </a:bodyPr>
          <a:lstStyle/>
          <a:p>
            <a:pPr algn="ctr"/>
            <a:r>
              <a:rPr lang="fr-FR" sz="3200" b="1" noProof="0" dirty="0">
                <a:solidFill>
                  <a:schemeClr val="bg1"/>
                </a:solidFill>
              </a:rPr>
              <a:t>LE BON </a:t>
            </a:r>
          </a:p>
          <a:p>
            <a:pPr algn="ctr"/>
            <a:r>
              <a:rPr lang="fr-FR" sz="3200" b="1" noProof="0" dirty="0">
                <a:solidFill>
                  <a:schemeClr val="bg1"/>
                </a:solidFill>
              </a:rPr>
              <a:t>INTÉGRATEUR</a:t>
            </a:r>
          </a:p>
        </p:txBody>
      </p:sp>
      <p:sp>
        <p:nvSpPr>
          <p:cNvPr id="11" name="ZoneTexte 10">
            <a:extLst>
              <a:ext uri="{FF2B5EF4-FFF2-40B4-BE49-F238E27FC236}">
                <a16:creationId xmlns:a16="http://schemas.microsoft.com/office/drawing/2014/main" id="{71854D27-5413-7D99-9FD9-1F3D85361554}"/>
              </a:ext>
            </a:extLst>
          </p:cNvPr>
          <p:cNvSpPr txBox="1"/>
          <p:nvPr/>
        </p:nvSpPr>
        <p:spPr>
          <a:xfrm>
            <a:off x="7170923" y="1402915"/>
            <a:ext cx="4346222" cy="1077218"/>
          </a:xfrm>
          <a:prstGeom prst="rect">
            <a:avLst/>
          </a:prstGeom>
          <a:noFill/>
        </p:spPr>
        <p:txBody>
          <a:bodyPr wrap="square" rtlCol="0">
            <a:spAutoFit/>
          </a:bodyPr>
          <a:lstStyle/>
          <a:p>
            <a:pPr algn="ctr"/>
            <a:r>
              <a:rPr lang="fr-FR" sz="3200" b="1" noProof="0" dirty="0">
                <a:solidFill>
                  <a:schemeClr val="bg1"/>
                </a:solidFill>
              </a:rPr>
              <a:t>AVEC LA BONNE SOLUTION</a:t>
            </a:r>
          </a:p>
        </p:txBody>
      </p:sp>
      <p:grpSp>
        <p:nvGrpSpPr>
          <p:cNvPr id="12" name="Groupe 11">
            <a:extLst>
              <a:ext uri="{FF2B5EF4-FFF2-40B4-BE49-F238E27FC236}">
                <a16:creationId xmlns:a16="http://schemas.microsoft.com/office/drawing/2014/main" id="{1E7BC3D3-1736-FFB1-7735-EDF1B080DE28}"/>
              </a:ext>
            </a:extLst>
          </p:cNvPr>
          <p:cNvGrpSpPr/>
          <p:nvPr/>
        </p:nvGrpSpPr>
        <p:grpSpPr>
          <a:xfrm>
            <a:off x="7518400" y="2970330"/>
            <a:ext cx="3660092" cy="1540950"/>
            <a:chOff x="5974532" y="4919498"/>
            <a:chExt cx="4983886" cy="2098286"/>
          </a:xfrm>
        </p:grpSpPr>
        <p:sp>
          <p:nvSpPr>
            <p:cNvPr id="13" name="Freeform 4">
              <a:extLst>
                <a:ext uri="{FF2B5EF4-FFF2-40B4-BE49-F238E27FC236}">
                  <a16:creationId xmlns:a16="http://schemas.microsoft.com/office/drawing/2014/main" id="{AA3335E7-2BD0-3815-8123-8E40997C36AD}"/>
                </a:ext>
              </a:extLst>
            </p:cNvPr>
            <p:cNvSpPr/>
            <p:nvPr/>
          </p:nvSpPr>
          <p:spPr>
            <a:xfrm>
              <a:off x="5974532" y="6085152"/>
              <a:ext cx="4983886" cy="932632"/>
            </a:xfrm>
            <a:custGeom>
              <a:avLst/>
              <a:gdLst/>
              <a:ahLst/>
              <a:cxnLst/>
              <a:rect l="l" t="t" r="r" b="b"/>
              <a:pathLst>
                <a:path w="4983886" h="932632">
                  <a:moveTo>
                    <a:pt x="0" y="0"/>
                  </a:moveTo>
                  <a:lnTo>
                    <a:pt x="4983887" y="0"/>
                  </a:lnTo>
                  <a:lnTo>
                    <a:pt x="4983887" y="932632"/>
                  </a:lnTo>
                  <a:lnTo>
                    <a:pt x="0" y="932632"/>
                  </a:lnTo>
                  <a:lnTo>
                    <a:pt x="0" y="0"/>
                  </a:lnTo>
                  <a:close/>
                </a:path>
              </a:pathLst>
            </a:custGeom>
            <a:blipFill>
              <a:blip r:embed="rId3"/>
              <a:stretch>
                <a:fillRect t="-166812"/>
              </a:stretch>
            </a:blipFill>
          </p:spPr>
          <p:txBody>
            <a:bodyPr/>
            <a:lstStyle/>
            <a:p>
              <a:endParaRPr lang="fr-FR" sz="800" noProof="0" dirty="0"/>
            </a:p>
          </p:txBody>
        </p:sp>
        <p:sp>
          <p:nvSpPr>
            <p:cNvPr id="14" name="Freeform 6">
              <a:extLst>
                <a:ext uri="{FF2B5EF4-FFF2-40B4-BE49-F238E27FC236}">
                  <a16:creationId xmlns:a16="http://schemas.microsoft.com/office/drawing/2014/main" id="{8FE09EFB-35A0-DDD2-701D-AFCB9114486B}"/>
                </a:ext>
              </a:extLst>
            </p:cNvPr>
            <p:cNvSpPr/>
            <p:nvPr/>
          </p:nvSpPr>
          <p:spPr>
            <a:xfrm>
              <a:off x="6705600" y="4919498"/>
              <a:ext cx="3509734" cy="1105566"/>
            </a:xfrm>
            <a:custGeom>
              <a:avLst/>
              <a:gdLst/>
              <a:ahLst/>
              <a:cxnLst/>
              <a:rect l="l" t="t" r="r" b="b"/>
              <a:pathLst>
                <a:path w="3509734" h="1105566">
                  <a:moveTo>
                    <a:pt x="0" y="0"/>
                  </a:moveTo>
                  <a:lnTo>
                    <a:pt x="3509734" y="0"/>
                  </a:lnTo>
                  <a:lnTo>
                    <a:pt x="3509734" y="1105566"/>
                  </a:lnTo>
                  <a:lnTo>
                    <a:pt x="0" y="1105566"/>
                  </a:lnTo>
                  <a:lnTo>
                    <a:pt x="0" y="0"/>
                  </a:lnTo>
                  <a:close/>
                </a:path>
              </a:pathLst>
            </a:custGeom>
            <a:blipFill>
              <a:blip r:embed="rId4"/>
              <a:stretch>
                <a:fillRect/>
              </a:stretch>
            </a:blipFill>
          </p:spPr>
          <p:txBody>
            <a:bodyPr/>
            <a:lstStyle/>
            <a:p>
              <a:endParaRPr lang="fr-FR" sz="800" noProof="0" dirty="0"/>
            </a:p>
          </p:txBody>
        </p:sp>
      </p:grpSp>
      <p:pic>
        <p:nvPicPr>
          <p:cNvPr id="15" name="Graphique 14">
            <a:extLst>
              <a:ext uri="{FF2B5EF4-FFF2-40B4-BE49-F238E27FC236}">
                <a16:creationId xmlns:a16="http://schemas.microsoft.com/office/drawing/2014/main" id="{7D543B67-CB66-AEA3-E877-2615C50C48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6799" y="2970330"/>
            <a:ext cx="5372260" cy="895377"/>
          </a:xfrm>
          <a:prstGeom prst="rect">
            <a:avLst/>
          </a:prstGeom>
        </p:spPr>
      </p:pic>
      <p:sp>
        <p:nvSpPr>
          <p:cNvPr id="16" name="Freeform 5">
            <a:extLst>
              <a:ext uri="{FF2B5EF4-FFF2-40B4-BE49-F238E27FC236}">
                <a16:creationId xmlns:a16="http://schemas.microsoft.com/office/drawing/2014/main" id="{7A67820E-50F4-92C3-18A9-33CACC7EDBF4}"/>
              </a:ext>
            </a:extLst>
          </p:cNvPr>
          <p:cNvSpPr/>
          <p:nvPr/>
        </p:nvSpPr>
        <p:spPr>
          <a:xfrm>
            <a:off x="1440168" y="4488569"/>
            <a:ext cx="9311664" cy="2199881"/>
          </a:xfrm>
          <a:custGeom>
            <a:avLst/>
            <a:gdLst/>
            <a:ahLst/>
            <a:cxnLst/>
            <a:rect l="l" t="t" r="r" b="b"/>
            <a:pathLst>
              <a:path w="7403402" h="1749054">
                <a:moveTo>
                  <a:pt x="0" y="0"/>
                </a:moveTo>
                <a:lnTo>
                  <a:pt x="7403402" y="0"/>
                </a:lnTo>
                <a:lnTo>
                  <a:pt x="7403402" y="1749054"/>
                </a:lnTo>
                <a:lnTo>
                  <a:pt x="0" y="174905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fr-FR" sz="800" noProof="0" dirty="0"/>
          </a:p>
        </p:txBody>
      </p:sp>
    </p:spTree>
    <p:extLst>
      <p:ext uri="{BB962C8B-B14F-4D97-AF65-F5344CB8AC3E}">
        <p14:creationId xmlns:p14="http://schemas.microsoft.com/office/powerpoint/2010/main" val="753443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B2711FF-8826-0F9B-611C-CD785C3D6489}"/>
              </a:ext>
            </a:extLst>
          </p:cNvPr>
          <p:cNvSpPr>
            <a:spLocks noGrp="1"/>
          </p:cNvSpPr>
          <p:nvPr>
            <p:ph type="sldNum" sz="quarter" idx="12"/>
          </p:nvPr>
        </p:nvSpPr>
        <p:spPr/>
        <p:txBody>
          <a:bodyPr/>
          <a:lstStyle/>
          <a:p>
            <a:fld id="{0C34F99C-3C47-4582-9518-8D365E9692AE}" type="slidenum">
              <a:rPr lang="fr-FR" noProof="0" smtClean="0">
                <a:latin typeface="+mj-lt"/>
              </a:rPr>
              <a:pPr/>
              <a:t>48</a:t>
            </a:fld>
            <a:endParaRPr lang="fr-FR" noProof="0" dirty="0">
              <a:latin typeface="+mj-lt"/>
            </a:endParaRPr>
          </a:p>
        </p:txBody>
      </p:sp>
      <p:pic>
        <p:nvPicPr>
          <p:cNvPr id="6" name="Espace réservé du contenu 4" descr="Une image contenant texte, capture d’écran, diagramme, carte">
            <a:extLst>
              <a:ext uri="{FF2B5EF4-FFF2-40B4-BE49-F238E27FC236}">
                <a16:creationId xmlns:a16="http://schemas.microsoft.com/office/drawing/2014/main" id="{ED26723B-BF1F-F2D9-2796-3525DB83D33E}"/>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5424844" y="93099"/>
            <a:ext cx="6671802" cy="6671802"/>
          </a:xfrm>
          <a:prstGeom prst="rect">
            <a:avLst/>
          </a:prstGeom>
        </p:spPr>
      </p:pic>
      <p:sp>
        <p:nvSpPr>
          <p:cNvPr id="7" name="Titre 1">
            <a:extLst>
              <a:ext uri="{FF2B5EF4-FFF2-40B4-BE49-F238E27FC236}">
                <a16:creationId xmlns:a16="http://schemas.microsoft.com/office/drawing/2014/main" id="{E7127C68-D8CF-682F-5B93-7A87D5061EAA}"/>
              </a:ext>
            </a:extLst>
          </p:cNvPr>
          <p:cNvSpPr>
            <a:spLocks noGrp="1"/>
          </p:cNvSpPr>
          <p:nvPr>
            <p:ph type="ctrTitle"/>
          </p:nvPr>
        </p:nvSpPr>
        <p:spPr>
          <a:xfrm>
            <a:off x="215900" y="0"/>
            <a:ext cx="4933616" cy="1111045"/>
          </a:xfrm>
        </p:spPr>
        <p:txBody>
          <a:bodyPr>
            <a:normAutofit/>
          </a:bodyPr>
          <a:lstStyle/>
          <a:p>
            <a:r>
              <a:rPr lang="fr-FR" sz="4000" noProof="0" dirty="0">
                <a:solidFill>
                  <a:srgbClr val="F5F4F4"/>
                </a:solidFill>
                <a:latin typeface="+mj-lt"/>
                <a:ea typeface="Inter Ultra-Bold"/>
                <a:cs typeface="Inter Ultra-Bold"/>
                <a:sym typeface="Inter Ultra-Bold"/>
              </a:rPr>
              <a:t>NOS BUREAUX</a:t>
            </a:r>
            <a:endParaRPr lang="fr-FR" sz="4000" noProof="0" dirty="0">
              <a:latin typeface="+mj-lt"/>
            </a:endParaRPr>
          </a:p>
        </p:txBody>
      </p:sp>
      <p:sp>
        <p:nvSpPr>
          <p:cNvPr id="8" name="Sous-titre 2">
            <a:extLst>
              <a:ext uri="{FF2B5EF4-FFF2-40B4-BE49-F238E27FC236}">
                <a16:creationId xmlns:a16="http://schemas.microsoft.com/office/drawing/2014/main" id="{840765BA-FDF4-7546-C011-BAF934AB968A}"/>
              </a:ext>
            </a:extLst>
          </p:cNvPr>
          <p:cNvSpPr>
            <a:spLocks noGrp="1"/>
          </p:cNvSpPr>
          <p:nvPr>
            <p:ph type="subTitle" idx="1"/>
          </p:nvPr>
        </p:nvSpPr>
        <p:spPr>
          <a:xfrm>
            <a:off x="215900" y="1224525"/>
            <a:ext cx="4933616" cy="4832145"/>
          </a:xfrm>
        </p:spPr>
        <p:txBody>
          <a:bodyPr>
            <a:normAutofit fontScale="92500" lnSpcReduction="20000"/>
          </a:bodyPr>
          <a:lstStyle/>
          <a:p>
            <a:pPr>
              <a:lnSpc>
                <a:spcPct val="100000"/>
              </a:lnSpc>
              <a:spcBef>
                <a:spcPts val="600"/>
              </a:spcBef>
            </a:pPr>
            <a:r>
              <a:rPr lang="fr-FR" sz="2100" b="1" noProof="0" dirty="0">
                <a:solidFill>
                  <a:srgbClr val="F5F4F4"/>
                </a:solidFill>
                <a:latin typeface="+mj-lt"/>
                <a:ea typeface="Trebuchet MS Bold"/>
                <a:cs typeface="Trebuchet MS Bold"/>
                <a:sym typeface="Trebuchet MS Bold"/>
              </a:rPr>
              <a:t>AMÉRIQUE DU NORD</a:t>
            </a:r>
          </a:p>
          <a:p>
            <a:pPr>
              <a:lnSpc>
                <a:spcPct val="100000"/>
              </a:lnSpc>
              <a:spcBef>
                <a:spcPts val="600"/>
              </a:spcBef>
            </a:pPr>
            <a:r>
              <a:rPr lang="fr-FR" sz="2100" noProof="0" dirty="0">
                <a:solidFill>
                  <a:srgbClr val="F5F4F4"/>
                </a:solidFill>
                <a:latin typeface="+mj-lt"/>
                <a:ea typeface="Trebuchet MS"/>
                <a:cs typeface="Trebuchet MS"/>
                <a:sym typeface="Trebuchet MS"/>
              </a:rPr>
              <a:t>USA – Florida, Orlando</a:t>
            </a:r>
          </a:p>
          <a:p>
            <a:pPr>
              <a:lnSpc>
                <a:spcPct val="100000"/>
              </a:lnSpc>
              <a:spcBef>
                <a:spcPts val="600"/>
              </a:spcBef>
            </a:pPr>
            <a:r>
              <a:rPr lang="fr-FR" sz="2100" noProof="0" dirty="0">
                <a:solidFill>
                  <a:srgbClr val="F5F4F4"/>
                </a:solidFill>
                <a:latin typeface="+mj-lt"/>
                <a:ea typeface="Trebuchet MS"/>
                <a:cs typeface="Trebuchet MS"/>
                <a:sym typeface="Trebuchet MS"/>
              </a:rPr>
              <a:t>Canada – Montréal, Québec</a:t>
            </a:r>
          </a:p>
          <a:p>
            <a:pPr>
              <a:lnSpc>
                <a:spcPct val="100000"/>
              </a:lnSpc>
              <a:spcBef>
                <a:spcPts val="600"/>
              </a:spcBef>
            </a:pPr>
            <a:endParaRPr lang="fr-FR" sz="2100" noProof="0" dirty="0">
              <a:solidFill>
                <a:srgbClr val="F5F4F4"/>
              </a:solidFill>
              <a:latin typeface="+mj-lt"/>
              <a:ea typeface="Trebuchet MS"/>
              <a:cs typeface="Trebuchet MS"/>
              <a:sym typeface="Trebuchet MS"/>
            </a:endParaRPr>
          </a:p>
          <a:p>
            <a:pPr>
              <a:lnSpc>
                <a:spcPct val="100000"/>
              </a:lnSpc>
              <a:spcBef>
                <a:spcPts val="600"/>
              </a:spcBef>
            </a:pPr>
            <a:r>
              <a:rPr lang="fr-FR" sz="2100" b="1" noProof="0" dirty="0">
                <a:solidFill>
                  <a:srgbClr val="F5F4F4"/>
                </a:solidFill>
                <a:latin typeface="+mj-lt"/>
                <a:ea typeface="Trebuchet MS Bold"/>
                <a:cs typeface="Trebuchet MS Bold"/>
                <a:sym typeface="Trebuchet MS Bold"/>
              </a:rPr>
              <a:t>EUROPE</a:t>
            </a:r>
          </a:p>
          <a:p>
            <a:pPr>
              <a:lnSpc>
                <a:spcPct val="100000"/>
              </a:lnSpc>
              <a:spcBef>
                <a:spcPts val="600"/>
              </a:spcBef>
            </a:pPr>
            <a:r>
              <a:rPr lang="fr-FR" sz="2100" noProof="0" dirty="0">
                <a:solidFill>
                  <a:srgbClr val="F5F4F4"/>
                </a:solidFill>
                <a:latin typeface="+mj-lt"/>
                <a:ea typeface="Trebuchet MS"/>
                <a:cs typeface="Trebuchet MS"/>
                <a:sym typeface="Trebuchet MS"/>
              </a:rPr>
              <a:t>France – Chambéry, Angers, Toulouse, Valenciennes</a:t>
            </a:r>
          </a:p>
          <a:p>
            <a:pPr>
              <a:lnSpc>
                <a:spcPct val="100000"/>
              </a:lnSpc>
              <a:spcBef>
                <a:spcPts val="600"/>
              </a:spcBef>
            </a:pPr>
            <a:r>
              <a:rPr lang="fr-FR" sz="2100" noProof="0" dirty="0">
                <a:solidFill>
                  <a:srgbClr val="F5F4F4"/>
                </a:solidFill>
                <a:latin typeface="+mj-lt"/>
                <a:ea typeface="Trebuchet MS"/>
                <a:cs typeface="Trebuchet MS"/>
                <a:sym typeface="Trebuchet MS"/>
              </a:rPr>
              <a:t>Luxembourg – Esch-sur-Alzette, </a:t>
            </a:r>
            <a:r>
              <a:rPr lang="fr-FR" sz="2100" noProof="0" dirty="0" err="1">
                <a:solidFill>
                  <a:srgbClr val="F5F4F4"/>
                </a:solidFill>
                <a:latin typeface="+mj-lt"/>
                <a:ea typeface="Trebuchet MS"/>
                <a:cs typeface="Trebuchet MS"/>
                <a:sym typeface="Trebuchet MS"/>
              </a:rPr>
              <a:t>Belvaux</a:t>
            </a:r>
            <a:endParaRPr lang="fr-FR" sz="2100" noProof="0" dirty="0">
              <a:solidFill>
                <a:srgbClr val="F5F4F4"/>
              </a:solidFill>
              <a:latin typeface="+mj-lt"/>
              <a:ea typeface="Trebuchet MS"/>
              <a:cs typeface="Trebuchet MS"/>
              <a:sym typeface="Trebuchet MS"/>
            </a:endParaRPr>
          </a:p>
          <a:p>
            <a:pPr>
              <a:lnSpc>
                <a:spcPct val="100000"/>
              </a:lnSpc>
              <a:spcBef>
                <a:spcPts val="600"/>
              </a:spcBef>
            </a:pPr>
            <a:endParaRPr lang="fr-FR" sz="2100" noProof="0" dirty="0">
              <a:solidFill>
                <a:srgbClr val="F5F4F4"/>
              </a:solidFill>
              <a:latin typeface="+mj-lt"/>
              <a:ea typeface="Trebuchet MS"/>
              <a:cs typeface="Trebuchet MS"/>
              <a:sym typeface="Trebuchet MS"/>
            </a:endParaRPr>
          </a:p>
          <a:p>
            <a:pPr>
              <a:lnSpc>
                <a:spcPct val="100000"/>
              </a:lnSpc>
              <a:spcBef>
                <a:spcPts val="600"/>
              </a:spcBef>
            </a:pPr>
            <a:r>
              <a:rPr lang="fr-FR" sz="2100" b="1" noProof="0" dirty="0">
                <a:solidFill>
                  <a:srgbClr val="F5F4F4"/>
                </a:solidFill>
                <a:latin typeface="+mj-lt"/>
                <a:ea typeface="Trebuchet MS Bold"/>
                <a:cs typeface="Trebuchet MS Bold"/>
                <a:sym typeface="Trebuchet MS Bold"/>
              </a:rPr>
              <a:t>ASIE</a:t>
            </a:r>
          </a:p>
          <a:p>
            <a:pPr>
              <a:lnSpc>
                <a:spcPct val="100000"/>
              </a:lnSpc>
              <a:spcBef>
                <a:spcPts val="600"/>
              </a:spcBef>
            </a:pPr>
            <a:r>
              <a:rPr lang="fr-FR" sz="2100" noProof="0" dirty="0">
                <a:solidFill>
                  <a:srgbClr val="F5F4F4"/>
                </a:solidFill>
                <a:latin typeface="+mj-lt"/>
                <a:ea typeface="Trebuchet MS"/>
                <a:cs typeface="Trebuchet MS"/>
                <a:sym typeface="Trebuchet MS"/>
              </a:rPr>
              <a:t>Singapour – Singapour</a:t>
            </a:r>
          </a:p>
          <a:p>
            <a:pPr>
              <a:lnSpc>
                <a:spcPct val="100000"/>
              </a:lnSpc>
              <a:spcBef>
                <a:spcPts val="600"/>
              </a:spcBef>
            </a:pPr>
            <a:r>
              <a:rPr lang="fr-FR" sz="2100" noProof="0" dirty="0">
                <a:solidFill>
                  <a:srgbClr val="F5F4F4"/>
                </a:solidFill>
                <a:latin typeface="+mj-lt"/>
                <a:ea typeface="Trebuchet MS"/>
                <a:cs typeface="Trebuchet MS"/>
                <a:sym typeface="Trebuchet MS"/>
              </a:rPr>
              <a:t>Inde – Gujarat, Vadodara</a:t>
            </a:r>
          </a:p>
          <a:p>
            <a:pPr>
              <a:lnSpc>
                <a:spcPct val="100000"/>
              </a:lnSpc>
              <a:spcBef>
                <a:spcPts val="600"/>
              </a:spcBef>
            </a:pPr>
            <a:endParaRPr lang="fr-FR" sz="2100" noProof="0" dirty="0">
              <a:solidFill>
                <a:srgbClr val="F5F4F4"/>
              </a:solidFill>
              <a:latin typeface="+mj-lt"/>
              <a:ea typeface="Trebuchet MS"/>
              <a:cs typeface="Trebuchet MS"/>
              <a:sym typeface="Trebuchet MS"/>
            </a:endParaRPr>
          </a:p>
          <a:p>
            <a:pPr>
              <a:lnSpc>
                <a:spcPct val="100000"/>
              </a:lnSpc>
              <a:spcBef>
                <a:spcPts val="600"/>
              </a:spcBef>
            </a:pPr>
            <a:r>
              <a:rPr lang="fr-FR" sz="2100" b="1" noProof="0" dirty="0">
                <a:solidFill>
                  <a:srgbClr val="F5F4F4"/>
                </a:solidFill>
                <a:latin typeface="+mj-lt"/>
                <a:ea typeface="Trebuchet MS Bold"/>
                <a:cs typeface="Trebuchet MS Bold"/>
                <a:sym typeface="Trebuchet MS Bold"/>
              </a:rPr>
              <a:t>AFRIQUE</a:t>
            </a:r>
          </a:p>
          <a:p>
            <a:pPr>
              <a:lnSpc>
                <a:spcPct val="100000"/>
              </a:lnSpc>
              <a:spcBef>
                <a:spcPts val="600"/>
              </a:spcBef>
            </a:pPr>
            <a:r>
              <a:rPr lang="fr-FR" sz="2100" noProof="0" dirty="0">
                <a:solidFill>
                  <a:srgbClr val="F5F4F4"/>
                </a:solidFill>
                <a:latin typeface="+mj-lt"/>
                <a:ea typeface="Trebuchet MS"/>
                <a:cs typeface="Trebuchet MS"/>
                <a:sym typeface="Trebuchet MS"/>
              </a:rPr>
              <a:t>Madagascar - Antananarivo</a:t>
            </a:r>
          </a:p>
          <a:p>
            <a:pPr>
              <a:lnSpc>
                <a:spcPct val="100000"/>
              </a:lnSpc>
            </a:pPr>
            <a:endParaRPr lang="fr-FR" noProof="0" dirty="0">
              <a:latin typeface="+mj-lt"/>
            </a:endParaRPr>
          </a:p>
          <a:p>
            <a:pPr>
              <a:lnSpc>
                <a:spcPct val="100000"/>
              </a:lnSpc>
            </a:pPr>
            <a:endParaRPr lang="fr-FR" noProof="0" dirty="0">
              <a:latin typeface="+mj-lt"/>
            </a:endParaRPr>
          </a:p>
          <a:p>
            <a:endParaRPr lang="fr-FR" noProof="0" dirty="0">
              <a:latin typeface="+mj-lt"/>
            </a:endParaRPr>
          </a:p>
        </p:txBody>
      </p:sp>
      <p:sp>
        <p:nvSpPr>
          <p:cNvPr id="10" name="Freeform 5">
            <a:extLst>
              <a:ext uri="{FF2B5EF4-FFF2-40B4-BE49-F238E27FC236}">
                <a16:creationId xmlns:a16="http://schemas.microsoft.com/office/drawing/2014/main" id="{A1D5F088-A180-DAE9-0770-706205A17F70}"/>
              </a:ext>
            </a:extLst>
          </p:cNvPr>
          <p:cNvSpPr/>
          <p:nvPr/>
        </p:nvSpPr>
        <p:spPr>
          <a:xfrm>
            <a:off x="318679" y="5692467"/>
            <a:ext cx="987215" cy="987215"/>
          </a:xfrm>
          <a:custGeom>
            <a:avLst/>
            <a:gdLst/>
            <a:ahLst/>
            <a:cxnLst/>
            <a:rect l="l" t="t" r="r" b="b"/>
            <a:pathLst>
              <a:path w="1480823" h="1480823">
                <a:moveTo>
                  <a:pt x="0" y="0"/>
                </a:moveTo>
                <a:lnTo>
                  <a:pt x="1480824" y="0"/>
                </a:lnTo>
                <a:lnTo>
                  <a:pt x="1480824" y="1480823"/>
                </a:lnTo>
                <a:lnTo>
                  <a:pt x="0" y="1480823"/>
                </a:lnTo>
                <a:lnTo>
                  <a:pt x="0" y="0"/>
                </a:lnTo>
                <a:close/>
              </a:path>
            </a:pathLst>
          </a:custGeom>
          <a:blipFill>
            <a:blip r:embed="rId3"/>
            <a:stretch>
              <a:fillRect/>
            </a:stretch>
          </a:blipFill>
        </p:spPr>
        <p:txBody>
          <a:bodyPr/>
          <a:lstStyle/>
          <a:p>
            <a:endParaRPr lang="fr-FR" sz="800" noProof="0" dirty="0">
              <a:latin typeface="+mj-lt"/>
            </a:endParaRPr>
          </a:p>
        </p:txBody>
      </p:sp>
    </p:spTree>
    <p:extLst>
      <p:ext uri="{BB962C8B-B14F-4D97-AF65-F5344CB8AC3E}">
        <p14:creationId xmlns:p14="http://schemas.microsoft.com/office/powerpoint/2010/main" val="949978694"/>
      </p:ext>
    </p:extLst>
  </p:cSld>
  <p:clrMapOvr>
    <a:masterClrMapping/>
  </p:clrMapOvr>
</p:sld>
</file>

<file path=ppt/theme/theme1.xml><?xml version="1.0" encoding="utf-8"?>
<a:theme xmlns:a="http://schemas.openxmlformats.org/drawingml/2006/main" name="Document Title">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 Integration ERP Odoo" id="{A24B92BF-EE17-4065-9654-771525C79DEF}" vid="{541AF3A7-85DB-436D-A632-F6C757BE95F8}"/>
    </a:ext>
  </a:extLst>
</a:theme>
</file>

<file path=ppt/theme/theme2.xml><?xml version="1.0" encoding="utf-8"?>
<a:theme xmlns:a="http://schemas.openxmlformats.org/drawingml/2006/main" name="With Gradient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 Integration ERP Odoo" id="{A24B92BF-EE17-4065-9654-771525C79DEF}" vid="{24EA5BC3-EFCE-4EA3-99CD-90A3BF9C345E}"/>
    </a:ext>
  </a:extLst>
</a:theme>
</file>

<file path=ppt/theme/theme3.xml><?xml version="1.0" encoding="utf-8"?>
<a:theme xmlns:a="http://schemas.openxmlformats.org/drawingml/2006/main" name="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 Integration ERP Odoo" id="{A24B92BF-EE17-4065-9654-771525C79DEF}" vid="{7AA4CF4B-07CA-4E69-88D4-F3AC2274F61F}"/>
    </a:ext>
  </a:extLst>
</a:theme>
</file>

<file path=ppt/theme/theme4.xml><?xml version="1.0" encoding="utf-8"?>
<a:theme xmlns:a="http://schemas.openxmlformats.org/drawingml/2006/main" name="Free Designe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 Integration ERP Odoo" id="{A24B92BF-EE17-4065-9654-771525C79DEF}" vid="{1FED9D87-A097-4A0E-88F4-0473DD38B6DF}"/>
    </a:ext>
  </a:extLst>
</a:theme>
</file>

<file path=ppt/theme/theme5.xml><?xml version="1.0" encoding="utf-8"?>
<a:theme xmlns:a="http://schemas.openxmlformats.org/drawingml/2006/main" name="1_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 Integration ERP Odoo" id="{A24B92BF-EE17-4065-9654-771525C79DEF}" vid="{8FEB40B7-C460-4284-9C34-8C83F58681D0}"/>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APTIVEA Colors">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BA131A"/>
    </a:hlink>
    <a:folHlink>
      <a:srgbClr val="714B6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eate a new document." ma:contentTypeScope="" ma:versionID="c9937ef98236318e69590d406fe99e08">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31c0fbf82f8a5cbe3aebebb0a82ffded"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SharedWithUsers xmlns="1b4ce469-5547-4c0a-a384-c2eccd8050e9">
      <UserInfo>
        <DisplayName/>
        <AccountId xsi:nil="true"/>
        <AccountType/>
      </UserInfo>
    </SharedWithUsers>
  </documentManagement>
</p:properties>
</file>

<file path=customXml/itemProps1.xml><?xml version="1.0" encoding="utf-8"?>
<ds:datastoreItem xmlns:ds="http://schemas.openxmlformats.org/officeDocument/2006/customXml" ds:itemID="{A1832656-1705-40D9-82F2-C54183C761D8}">
  <ds:schemaRefs>
    <ds:schemaRef ds:uri="http://schemas.microsoft.com/sharepoint/v3/contenttype/forms"/>
  </ds:schemaRefs>
</ds:datastoreItem>
</file>

<file path=customXml/itemProps2.xml><?xml version="1.0" encoding="utf-8"?>
<ds:datastoreItem xmlns:ds="http://schemas.openxmlformats.org/officeDocument/2006/customXml" ds:itemID="{A067956B-B229-41F8-9FD7-93DEE7B40A82}"/>
</file>

<file path=customXml/itemProps3.xml><?xml version="1.0" encoding="utf-8"?>
<ds:datastoreItem xmlns:ds="http://schemas.openxmlformats.org/officeDocument/2006/customXml" ds:itemID="{FE1DB151-F652-465C-AD8B-EF6348C1E285}">
  <ds:schemaRefs>
    <ds:schemaRef ds:uri="1b4ce469-5547-4c0a-a384-c2eccd8050e9"/>
    <ds:schemaRef ds:uri="224913b6-04fa-4134-94cc-857def7f27c4"/>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11</TotalTime>
  <Words>3821</Words>
  <Application>Microsoft Office PowerPoint</Application>
  <PresentationFormat>Widescreen</PresentationFormat>
  <Paragraphs>687</Paragraphs>
  <Slides>48</Slides>
  <Notes>32</Notes>
  <HiddenSlides>19</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48</vt:i4>
      </vt:variant>
    </vt:vector>
  </HeadingPairs>
  <TitlesOfParts>
    <vt:vector size="59" baseType="lpstr">
      <vt:lpstr>Arial</vt:lpstr>
      <vt:lpstr>Arial,Sans-Serif</vt:lpstr>
      <vt:lpstr>Calibri</vt:lpstr>
      <vt:lpstr>Montserrat</vt:lpstr>
      <vt:lpstr>Tahoma</vt:lpstr>
      <vt:lpstr>Trebuchet MS</vt:lpstr>
      <vt:lpstr>Document Title</vt:lpstr>
      <vt:lpstr>With Gradient Background</vt:lpstr>
      <vt:lpstr>With white Background</vt:lpstr>
      <vt:lpstr>Free Designed</vt:lpstr>
      <vt:lpstr>1_With white Background</vt:lpstr>
      <vt:lpstr>IMPLÉMENTATION DE L’ERP ODOO</vt:lpstr>
      <vt:lpstr>PowerPoint Presentation</vt:lpstr>
      <vt:lpstr>UN LOGICIEL, UNE SUCCESS STORY</vt:lpstr>
      <vt:lpstr>PowerPoint Presentation</vt:lpstr>
      <vt:lpstr>PowerPoint Presentation</vt:lpstr>
      <vt:lpstr>Vos interlocuteurs France</vt:lpstr>
      <vt:lpstr>Vos interlocuteurs Luxembourg</vt:lpstr>
      <vt:lpstr>Vos interlocuteurs Canada</vt:lpstr>
      <vt:lpstr>Vos interlocuteurs Madagascar</vt:lpstr>
      <vt:lpstr>NOS RÉFÉRENCES</vt:lpstr>
      <vt:lpstr>Nos références au Luxembourg</vt:lpstr>
      <vt:lpstr>CHRONOLOGIE DU PROJET CAPTIVEA</vt:lpstr>
      <vt:lpstr>PowerPoint Presentation</vt:lpstr>
      <vt:lpstr>Vos interlocuteurs</vt:lpstr>
      <vt:lpstr>GOUVERNANCE DU PROJET CAPTIVEA</vt:lpstr>
      <vt:lpstr>L’ÉQUIPE PROJET</vt:lpstr>
      <vt:lpstr>DÉFINITION DES RÔLES</vt:lpstr>
      <vt:lpstr>UN LOGICIEL, UNE SUCCESS STORY</vt:lpstr>
      <vt:lpstr>NOTRE VISION D’UN PROJET RÉUSSI</vt:lpstr>
      <vt:lpstr>SOYEZ EN LIGNE RAPIDEMENT</vt:lpstr>
      <vt:lpstr>NOUS AVANÇONS ENSEMBLE  TOUT AU LONG DE VOTRE PROJET !</vt:lpstr>
      <vt:lpstr>SOYEZ LIBRES DE CHANGER D’AVIS  EN TOUTE TRANSPARENCE !</vt:lpstr>
      <vt:lpstr>BÉNÉFICIEZ DE  TOUTE NOTRE EXPERTISE</vt:lpstr>
      <vt:lpstr>SLA Maintenance &amp; Support</vt:lpstr>
      <vt:lpstr>LES ÉTAPES VERS UN PROJET RÉUSSI</vt:lpstr>
      <vt:lpstr>PHASE D’ANALYSE</vt:lpstr>
      <vt:lpstr>PHASE D’ANALYSE PROGRESSION DE L’ANALYSE</vt:lpstr>
      <vt:lpstr>PHASE D’ANALYSE LIVRABLES À LA FIN D'UNE ANALYSE</vt:lpstr>
      <vt:lpstr>PHASE D’IMPLEMENTATION &amp; MISE EN PRODUCTION</vt:lpstr>
      <vt:lpstr>PHASE D’IMPLEMENTATION</vt:lpstr>
      <vt:lpstr>MISE EN PRODUCTION</vt:lpstr>
      <vt:lpstr>Fiduciaire comptable 100% spécialisée sur Odoo</vt:lpstr>
      <vt:lpstr>APPROCHE BUDGÉTAIRE</vt:lpstr>
      <vt:lpstr>NOS MODES DE PROJETS LOCAL, HYBRIDE OU OFFSHORE</vt:lpstr>
      <vt:lpstr>NOTRE OFFRE DE PRIX</vt:lpstr>
      <vt:lpstr>DIVERSES OPTIONS  D'HÉBERGEMENT ODOO</vt:lpstr>
      <vt:lpstr>APPROCHE BUDGÉTAIRE ODOO</vt:lpstr>
      <vt:lpstr>A la demande</vt:lpstr>
      <vt:lpstr>APPROCHE BUDGÉTAIRE NOS NIVEAUX D’EXPERTISE - FRANCE</vt:lpstr>
      <vt:lpstr>APPROCHE BUDGÉTAIRE NOS NIVEAUX D’EXPERTISE - LUXEMBOURG</vt:lpstr>
      <vt:lpstr>APPROCHE BUDGÉTAIRE NOS NIVEAUX D’EXPERTISE - MADAGASCAR</vt:lpstr>
      <vt:lpstr>APPROCHE BUDGÉTAIRE NOS NIVEAUX D’EXPERTISE - CANADA</vt:lpstr>
      <vt:lpstr>APPROCHE BUDGÉTAIRE PHASE D’ANALYSE</vt:lpstr>
      <vt:lpstr>APPROCHE BUDGÉTAIRE IMPLÉMENTATION</vt:lpstr>
      <vt:lpstr>SME Packages Packages &amp; coûts</vt:lpstr>
      <vt:lpstr>SME Packages  Procédures</vt:lpstr>
      <vt:lpstr>PowerPoint Presentation</vt:lpstr>
      <vt:lpstr>NOS BUREAUX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Danièle RALANTOMANANA</dc:creator>
  <cp:lastModifiedBy>Sebastien Riss</cp:lastModifiedBy>
  <cp:revision>21</cp:revision>
  <dcterms:created xsi:type="dcterms:W3CDTF">2025-11-24T06:39:34Z</dcterms:created>
  <dcterms:modified xsi:type="dcterms:W3CDTF">2026-06-12T07:30:38Z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y fmtid="{D5CDD505-2E9C-101B-9397-08002B2CF9AE}" pid="4" name="Order">
    <vt:r8>169700</vt:r8>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y fmtid="{D5CDD505-2E9C-101B-9397-08002B2CF9AE}" pid="9" name="TriggerFlowInfo">
    <vt:lpwstr/>
  </property>
</Properties>
</file>
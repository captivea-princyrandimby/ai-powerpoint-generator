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4.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62" r:id="rId5"/>
    <p:sldMasterId id="2147483677" r:id="rId6"/>
    <p:sldMasterId id="2147483699" r:id="rId7"/>
    <p:sldMasterId id="2147483704" r:id="rId8"/>
  </p:sldMasterIdLst>
  <p:notesMasterIdLst>
    <p:notesMasterId r:id="rId40"/>
  </p:notesMasterIdLst>
  <p:sldIdLst>
    <p:sldId id="256" r:id="rId9"/>
    <p:sldId id="257" r:id="rId10"/>
    <p:sldId id="258" r:id="rId11"/>
    <p:sldId id="259" r:id="rId12"/>
    <p:sldId id="260" r:id="rId13"/>
    <p:sldId id="261" r:id="rId14"/>
    <p:sldId id="262" r:id="rId15"/>
    <p:sldId id="263" r:id="rId16"/>
    <p:sldId id="717" r:id="rId17"/>
    <p:sldId id="264" r:id="rId18"/>
    <p:sldId id="647" r:id="rId19"/>
    <p:sldId id="648" r:id="rId20"/>
    <p:sldId id="649" r:id="rId21"/>
    <p:sldId id="625" r:id="rId22"/>
    <p:sldId id="650" r:id="rId23"/>
    <p:sldId id="627" r:id="rId24"/>
    <p:sldId id="628" r:id="rId25"/>
    <p:sldId id="651" r:id="rId26"/>
    <p:sldId id="632" r:id="rId27"/>
    <p:sldId id="634" r:id="rId28"/>
    <p:sldId id="635" r:id="rId29"/>
    <p:sldId id="636" r:id="rId30"/>
    <p:sldId id="637" r:id="rId31"/>
    <p:sldId id="654" r:id="rId32"/>
    <p:sldId id="640" r:id="rId33"/>
    <p:sldId id="641" r:id="rId34"/>
    <p:sldId id="1461" r:id="rId35"/>
    <p:sldId id="643" r:id="rId36"/>
    <p:sldId id="644" r:id="rId37"/>
    <p:sldId id="652" r:id="rId38"/>
    <p:sldId id="65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7" orient="horz" pos="2727" userDrawn="1">
          <p15:clr>
            <a:srgbClr val="A4A3A4"/>
          </p15:clr>
        </p15:guide>
        <p15:guide id="8" orient="horz" pos="1911" userDrawn="1">
          <p15:clr>
            <a:srgbClr val="A4A3A4"/>
          </p15:clr>
        </p15:guide>
        <p15:guide id="9" orient="horz" pos="3929" userDrawn="1">
          <p15:clr>
            <a:srgbClr val="A4A3A4"/>
          </p15:clr>
        </p15:guide>
        <p15:guide id="10"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E7E6E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6029" autoAdjust="0"/>
  </p:normalViewPr>
  <p:slideViewPr>
    <p:cSldViewPr snapToGrid="0" showGuides="1">
      <p:cViewPr varScale="1">
        <p:scale>
          <a:sx n="84" d="100"/>
          <a:sy n="84" d="100"/>
        </p:scale>
        <p:origin x="1632" y="84"/>
      </p:cViewPr>
      <p:guideLst>
        <p:guide orient="horz" pos="2727"/>
        <p:guide orient="horz" pos="1911"/>
        <p:guide orient="horz" pos="3929"/>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theme" Target="theme/theme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20" Type="http://schemas.openxmlformats.org/officeDocument/2006/relationships/slide" Target="slides/slide12.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astien Riss" userId="87b3a13d-eaab-4de5-a479-788af50ad501" providerId="ADAL" clId="{4DF7D741-EE32-4E50-9450-39CB419578E6}"/>
    <pc:docChg chg="addSld delSld modSld">
      <pc:chgData name="Sebastien Riss" userId="87b3a13d-eaab-4de5-a479-788af50ad501" providerId="ADAL" clId="{4DF7D741-EE32-4E50-9450-39CB419578E6}" dt="2025-12-03T11:23:45.475" v="75" actId="47"/>
      <pc:docMkLst>
        <pc:docMk/>
      </pc:docMkLst>
      <pc:sldChg chg="modSp mod">
        <pc:chgData name="Sebastien Riss" userId="87b3a13d-eaab-4de5-a479-788af50ad501" providerId="ADAL" clId="{4DF7D741-EE32-4E50-9450-39CB419578E6}" dt="2025-12-03T11:21:28.787" v="23" actId="20577"/>
        <pc:sldMkLst>
          <pc:docMk/>
          <pc:sldMk cId="2456708296" sldId="256"/>
        </pc:sldMkLst>
        <pc:spChg chg="mod">
          <ac:chgData name="Sebastien Riss" userId="87b3a13d-eaab-4de5-a479-788af50ad501" providerId="ADAL" clId="{4DF7D741-EE32-4E50-9450-39CB419578E6}" dt="2025-12-03T11:21:28.787" v="23" actId="20577"/>
          <ac:spMkLst>
            <pc:docMk/>
            <pc:sldMk cId="2456708296" sldId="256"/>
            <ac:spMk id="2" creationId="{C6E73B51-BBAF-F66B-8D9C-878DE27FEE45}"/>
          </ac:spMkLst>
        </pc:spChg>
      </pc:sldChg>
      <pc:sldChg chg="modSp mod">
        <pc:chgData name="Sebastien Riss" userId="87b3a13d-eaab-4de5-a479-788af50ad501" providerId="ADAL" clId="{4DF7D741-EE32-4E50-9450-39CB419578E6}" dt="2025-12-03T11:22:20.970" v="55" actId="20577"/>
        <pc:sldMkLst>
          <pc:docMk/>
          <pc:sldMk cId="3574659053" sldId="636"/>
        </pc:sldMkLst>
        <pc:spChg chg="mod">
          <ac:chgData name="Sebastien Riss" userId="87b3a13d-eaab-4de5-a479-788af50ad501" providerId="ADAL" clId="{4DF7D741-EE32-4E50-9450-39CB419578E6}" dt="2025-12-03T11:22:20.970" v="55" actId="20577"/>
          <ac:spMkLst>
            <pc:docMk/>
            <pc:sldMk cId="3574659053" sldId="636"/>
            <ac:spMk id="15" creationId="{F51D0484-453C-D5AB-411B-CF1E3D25BDD2}"/>
          </ac:spMkLst>
        </pc:spChg>
      </pc:sldChg>
      <pc:sldChg chg="del">
        <pc:chgData name="Sebastien Riss" userId="87b3a13d-eaab-4de5-a479-788af50ad501" providerId="ADAL" clId="{4DF7D741-EE32-4E50-9450-39CB419578E6}" dt="2025-12-03T11:22:37.174" v="56" actId="47"/>
        <pc:sldMkLst>
          <pc:docMk/>
          <pc:sldMk cId="318607685" sldId="655"/>
        </pc:sldMkLst>
      </pc:sldChg>
      <pc:sldChg chg="del">
        <pc:chgData name="Sebastien Riss" userId="87b3a13d-eaab-4de5-a479-788af50ad501" providerId="ADAL" clId="{4DF7D741-EE32-4E50-9450-39CB419578E6}" dt="2025-12-03T11:22:37.174" v="56" actId="47"/>
        <pc:sldMkLst>
          <pc:docMk/>
          <pc:sldMk cId="3826315545" sldId="656"/>
        </pc:sldMkLst>
      </pc:sldChg>
      <pc:sldChg chg="del">
        <pc:chgData name="Sebastien Riss" userId="87b3a13d-eaab-4de5-a479-788af50ad501" providerId="ADAL" clId="{4DF7D741-EE32-4E50-9450-39CB419578E6}" dt="2025-12-03T11:22:37.174" v="56" actId="47"/>
        <pc:sldMkLst>
          <pc:docMk/>
          <pc:sldMk cId="4227283409" sldId="659"/>
        </pc:sldMkLst>
      </pc:sldChg>
      <pc:sldChg chg="del">
        <pc:chgData name="Sebastien Riss" userId="87b3a13d-eaab-4de5-a479-788af50ad501" providerId="ADAL" clId="{4DF7D741-EE32-4E50-9450-39CB419578E6}" dt="2025-12-03T11:23:33.578" v="72" actId="47"/>
        <pc:sldMkLst>
          <pc:docMk/>
          <pc:sldMk cId="1637892557" sldId="661"/>
        </pc:sldMkLst>
      </pc:sldChg>
      <pc:sldChg chg="del">
        <pc:chgData name="Sebastien Riss" userId="87b3a13d-eaab-4de5-a479-788af50ad501" providerId="ADAL" clId="{4DF7D741-EE32-4E50-9450-39CB419578E6}" dt="2025-12-03T11:23:35.509" v="74" actId="47"/>
        <pc:sldMkLst>
          <pc:docMk/>
          <pc:sldMk cId="3033928611" sldId="662"/>
        </pc:sldMkLst>
      </pc:sldChg>
      <pc:sldChg chg="del">
        <pc:chgData name="Sebastien Riss" userId="87b3a13d-eaab-4de5-a479-788af50ad501" providerId="ADAL" clId="{4DF7D741-EE32-4E50-9450-39CB419578E6}" dt="2025-12-03T11:23:32.557" v="71" actId="47"/>
        <pc:sldMkLst>
          <pc:docMk/>
          <pc:sldMk cId="2252204086" sldId="663"/>
        </pc:sldMkLst>
      </pc:sldChg>
      <pc:sldChg chg="del">
        <pc:chgData name="Sebastien Riss" userId="87b3a13d-eaab-4de5-a479-788af50ad501" providerId="ADAL" clId="{4DF7D741-EE32-4E50-9450-39CB419578E6}" dt="2025-12-03T11:23:34.493" v="73" actId="47"/>
        <pc:sldMkLst>
          <pc:docMk/>
          <pc:sldMk cId="2797578198" sldId="667"/>
        </pc:sldMkLst>
      </pc:sldChg>
      <pc:sldChg chg="del">
        <pc:chgData name="Sebastien Riss" userId="87b3a13d-eaab-4de5-a479-788af50ad501" providerId="ADAL" clId="{4DF7D741-EE32-4E50-9450-39CB419578E6}" dt="2025-12-03T11:21:38.955" v="24" actId="47"/>
        <pc:sldMkLst>
          <pc:docMk/>
          <pc:sldMk cId="1078797449" sldId="668"/>
        </pc:sldMkLst>
      </pc:sldChg>
      <pc:sldChg chg="del">
        <pc:chgData name="Sebastien Riss" userId="87b3a13d-eaab-4de5-a479-788af50ad501" providerId="ADAL" clId="{4DF7D741-EE32-4E50-9450-39CB419578E6}" dt="2025-12-03T11:22:37.174" v="56" actId="47"/>
        <pc:sldMkLst>
          <pc:docMk/>
          <pc:sldMk cId="3171305368" sldId="1429"/>
        </pc:sldMkLst>
      </pc:sldChg>
      <pc:sldChg chg="del">
        <pc:chgData name="Sebastien Riss" userId="87b3a13d-eaab-4de5-a479-788af50ad501" providerId="ADAL" clId="{4DF7D741-EE32-4E50-9450-39CB419578E6}" dt="2025-12-03T11:22:02.800" v="25" actId="47"/>
        <pc:sldMkLst>
          <pc:docMk/>
          <pc:sldMk cId="3517316876" sldId="1441"/>
        </pc:sldMkLst>
      </pc:sldChg>
      <pc:sldChg chg="del">
        <pc:chgData name="Sebastien Riss" userId="87b3a13d-eaab-4de5-a479-788af50ad501" providerId="ADAL" clId="{4DF7D741-EE32-4E50-9450-39CB419578E6}" dt="2025-12-03T11:22:37.174" v="56" actId="47"/>
        <pc:sldMkLst>
          <pc:docMk/>
          <pc:sldMk cId="1547888865" sldId="1455"/>
        </pc:sldMkLst>
      </pc:sldChg>
      <pc:sldChg chg="del">
        <pc:chgData name="Sebastien Riss" userId="87b3a13d-eaab-4de5-a479-788af50ad501" providerId="ADAL" clId="{4DF7D741-EE32-4E50-9450-39CB419578E6}" dt="2025-12-03T11:22:39.560" v="57" actId="47"/>
        <pc:sldMkLst>
          <pc:docMk/>
          <pc:sldMk cId="3015854960" sldId="1459"/>
        </pc:sldMkLst>
      </pc:sldChg>
      <pc:sldChg chg="del">
        <pc:chgData name="Sebastien Riss" userId="87b3a13d-eaab-4de5-a479-788af50ad501" providerId="ADAL" clId="{4DF7D741-EE32-4E50-9450-39CB419578E6}" dt="2025-12-03T11:23:45.475" v="75" actId="47"/>
        <pc:sldMkLst>
          <pc:docMk/>
          <pc:sldMk cId="3782925773" sldId="1460"/>
        </pc:sldMkLst>
      </pc:sldChg>
      <pc:sldChg chg="modSp add mod">
        <pc:chgData name="Sebastien Riss" userId="87b3a13d-eaab-4de5-a479-788af50ad501" providerId="ADAL" clId="{4DF7D741-EE32-4E50-9450-39CB419578E6}" dt="2025-12-03T11:23:29.401" v="70" actId="20577"/>
        <pc:sldMkLst>
          <pc:docMk/>
          <pc:sldMk cId="3242413921" sldId="1461"/>
        </pc:sldMkLst>
        <pc:spChg chg="mod">
          <ac:chgData name="Sebastien Riss" userId="87b3a13d-eaab-4de5-a479-788af50ad501" providerId="ADAL" clId="{4DF7D741-EE32-4E50-9450-39CB419578E6}" dt="2025-12-03T11:23:29.401" v="70" actId="20577"/>
          <ac:spMkLst>
            <pc:docMk/>
            <pc:sldMk cId="3242413921" sldId="1461"/>
            <ac:spMk id="12" creationId="{D78B20A5-EDF3-CA4F-FBBC-481EC4B60857}"/>
          </ac:spMkLst>
        </pc:spChg>
        <pc:spChg chg="mod">
          <ac:chgData name="Sebastien Riss" userId="87b3a13d-eaab-4de5-a479-788af50ad501" providerId="ADAL" clId="{4DF7D741-EE32-4E50-9450-39CB419578E6}" dt="2025-12-03T11:23:05.900" v="67" actId="20577"/>
          <ac:spMkLst>
            <pc:docMk/>
            <pc:sldMk cId="3242413921" sldId="1461"/>
            <ac:spMk id="17" creationId="{06E97060-3AD7-4054-6260-015AECBBAF30}"/>
          </ac:spMkLst>
        </pc:spChg>
        <pc:spChg chg="mod">
          <ac:chgData name="Sebastien Riss" userId="87b3a13d-eaab-4de5-a479-788af50ad501" providerId="ADAL" clId="{4DF7D741-EE32-4E50-9450-39CB419578E6}" dt="2025-12-03T11:23:01.545" v="64" actId="20577"/>
          <ac:spMkLst>
            <pc:docMk/>
            <pc:sldMk cId="3242413921" sldId="1461"/>
            <ac:spMk id="21" creationId="{ABB8251E-956D-29B1-0DFE-7BF7D329610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rebuchet MS" panose="020B0603020202020204" pitchFamily="34" charset="0"/>
              </a:defRPr>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Trebuchet MS" panose="020B0603020202020204" pitchFamily="34" charset="0"/>
              </a:defRPr>
            </a:lvl1pPr>
          </a:lstStyle>
          <a:p>
            <a:fld id="{587B8CF8-7954-43EB-9C48-8768247D6AC7}" type="datetimeFigureOut">
              <a:rPr lang="en-US" smtClean="0"/>
              <a:pPr/>
              <a:t>3/16/2026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Trebuchet MS" panose="020B0603020202020204" pitchFamily="34" charset="0"/>
              </a:defRPr>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Trebuchet MS" panose="020B0603020202020204" pitchFamily="34" charset="0"/>
              </a:defRPr>
            </a:lvl1pPr>
          </a:lstStyle>
          <a:p>
            <a:fld id="{497E3E45-7047-42CC-A74F-EAAC0C8DB2CB}" type="slidenum">
              <a:rPr lang="en-US" smtClean="0"/>
              <a:pPr/>
              <a:t>‹#›</a:t>
            </a:fld>
            <a:endParaRPr lang="en-US"/>
          </a:p>
        </p:txBody>
      </p:sp>
    </p:spTree>
    <p:extLst>
      <p:ext uri="{BB962C8B-B14F-4D97-AF65-F5344CB8AC3E}">
        <p14:creationId xmlns:p14="http://schemas.microsoft.com/office/powerpoint/2010/main" val="38861161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rebuchet MS" panose="020B0603020202020204" pitchFamily="34" charset="0"/>
        <a:ea typeface="+mn-ea"/>
        <a:cs typeface="+mn-cs"/>
      </a:defRPr>
    </a:lvl1pPr>
    <a:lvl2pPr marL="457200" algn="l" defTabSz="914400" rtl="0" eaLnBrk="1" latinLnBrk="0" hangingPunct="1">
      <a:defRPr sz="1200" kern="1200">
        <a:solidFill>
          <a:schemeClr val="tx1"/>
        </a:solidFill>
        <a:latin typeface="Trebuchet MS" panose="020B0603020202020204" pitchFamily="34" charset="0"/>
        <a:ea typeface="+mn-ea"/>
        <a:cs typeface="+mn-cs"/>
      </a:defRPr>
    </a:lvl2pPr>
    <a:lvl3pPr marL="914400" algn="l" defTabSz="914400" rtl="0" eaLnBrk="1" latinLnBrk="0" hangingPunct="1">
      <a:defRPr sz="1200" kern="1200">
        <a:solidFill>
          <a:schemeClr val="tx1"/>
        </a:solidFill>
        <a:latin typeface="Trebuchet MS" panose="020B0603020202020204" pitchFamily="34" charset="0"/>
        <a:ea typeface="+mn-ea"/>
        <a:cs typeface="+mn-cs"/>
      </a:defRPr>
    </a:lvl3pPr>
    <a:lvl4pPr marL="1371600" algn="l" defTabSz="914400" rtl="0" eaLnBrk="1" latinLnBrk="0" hangingPunct="1">
      <a:defRPr sz="1200" kern="1200">
        <a:solidFill>
          <a:schemeClr val="tx1"/>
        </a:solidFill>
        <a:latin typeface="Trebuchet MS" panose="020B0603020202020204" pitchFamily="34" charset="0"/>
        <a:ea typeface="+mn-ea"/>
        <a:cs typeface="+mn-cs"/>
      </a:defRPr>
    </a:lvl4pPr>
    <a:lvl5pPr marL="1828800" algn="l" defTabSz="914400" rtl="0" eaLnBrk="1" latinLnBrk="0" hangingPunct="1">
      <a:defRPr sz="1200" kern="1200">
        <a:solidFill>
          <a:schemeClr val="tx1"/>
        </a:solidFill>
        <a:latin typeface="Trebuchet MS" panose="020B0603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Je suis ravi d'avoir l'opportunité de vous rencontrer aujourd'hui pour la démonstration et la présentation de notre offre.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Avant de commencer, j'aimerais savoir comment les choses se sont passées de votre côté depuis notre dernière conversation ?</a:t>
            </a:r>
            <a:endParaRPr lang="en-US" dirty="0"/>
          </a:p>
          <a:p>
            <a:endParaRPr lang="en-US" dirty="0"/>
          </a:p>
        </p:txBody>
      </p:sp>
      <p:sp>
        <p:nvSpPr>
          <p:cNvPr id="4" name="Slide Number Placeholder 3"/>
          <p:cNvSpPr>
            <a:spLocks noGrp="1"/>
          </p:cNvSpPr>
          <p:nvPr>
            <p:ph type="sldNum" sz="quarter" idx="5"/>
          </p:nvPr>
        </p:nvSpPr>
        <p:spPr/>
        <p:txBody>
          <a:bodyPr/>
          <a:lstStyle/>
          <a:p>
            <a:fld id="{497E3E45-7047-42CC-A74F-EAAC0C8DB2CB}" type="slidenum">
              <a:rPr lang="en-US" smtClean="0"/>
              <a:pPr/>
              <a:t>1</a:t>
            </a:fld>
            <a:endParaRPr lang="en-US"/>
          </a:p>
        </p:txBody>
      </p:sp>
    </p:spTree>
    <p:extLst>
      <p:ext uri="{BB962C8B-B14F-4D97-AF65-F5344CB8AC3E}">
        <p14:creationId xmlns:p14="http://schemas.microsoft.com/office/powerpoint/2010/main" val="11670592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Découvrez Odoo, un logiciel de gestion global complet conçu pour rationaliser toutes vos opérations au sein d'une plateforme centralisée.</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Avec Odoo, vous gagnez en flexibilité en commençant par quelques modules essentiels et en intégrant de manière transparente des fonctionnalités supplémentaires au fur et à mesure que votre entreprise se développe.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Cette solution évolutive grandit avec vous, garantissant que les capacités de votre logiciel s'étendent avec les besoins de votre entreprise.</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L'une des caractéristiques phares d'Odoo est sa conception centrée sur l'utilisateur. Odoo accorde la priorité à l'expérience utilisateur, offrant une interface intuitive et conviviale qui rend la navigation et l'opération un jeu d'enfant.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Odoo est plus qu'un simple logiciel ; c'est un outil conçu en pensant à l'utilisateur, permettant à votre équipe de travailler de manière plus efficace et efficiente.</a:t>
            </a:r>
          </a:p>
          <a:p>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2</a:t>
            </a:fld>
            <a:endParaRPr lang="en-US"/>
          </a:p>
        </p:txBody>
      </p:sp>
    </p:spTree>
    <p:extLst>
      <p:ext uri="{BB962C8B-B14F-4D97-AF65-F5344CB8AC3E}">
        <p14:creationId xmlns:p14="http://schemas.microsoft.com/office/powerpoint/2010/main" val="40236024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spcAft>
                <a:spcPts val="750"/>
              </a:spcAft>
              <a:buNone/>
            </a:pPr>
            <a:r>
              <a:rPr lang="fr-FR" sz="1200" b="0" i="0" kern="1200" dirty="0">
                <a:solidFill>
                  <a:schemeClr val="tx1"/>
                </a:solidFill>
                <a:effectLst/>
                <a:latin typeface="Trebuchet MS" panose="020B0603020202020204" pitchFamily="34" charset="0"/>
                <a:ea typeface="+mn-ea"/>
                <a:cs typeface="+mn-cs"/>
              </a:rPr>
              <a:t>Odoo compte plus de 15 millions d'utilisateurs et emploie plus de 6 000 employées. </a:t>
            </a:r>
          </a:p>
          <a:p>
            <a:pPr algn="l">
              <a:spcAft>
                <a:spcPts val="750"/>
              </a:spcAft>
              <a:buNone/>
            </a:pPr>
            <a:endParaRPr lang="fr-FR" sz="1200" b="0" i="0" kern="1200" dirty="0">
              <a:solidFill>
                <a:schemeClr val="tx1"/>
              </a:solidFill>
              <a:effectLst/>
              <a:latin typeface="Trebuchet MS" panose="020B0603020202020204" pitchFamily="34" charset="0"/>
              <a:ea typeface="+mn-ea"/>
              <a:cs typeface="+mn-cs"/>
            </a:endParaRPr>
          </a:p>
          <a:p>
            <a:pPr algn="l">
              <a:spcAft>
                <a:spcPts val="750"/>
              </a:spcAft>
              <a:buNone/>
            </a:pPr>
            <a:r>
              <a:rPr lang="fr-FR" sz="1200" b="0" i="0" kern="1200" dirty="0">
                <a:solidFill>
                  <a:schemeClr val="tx1"/>
                </a:solidFill>
                <a:effectLst/>
                <a:latin typeface="Trebuchet MS" panose="020B0603020202020204" pitchFamily="34" charset="0"/>
                <a:ea typeface="+mn-ea"/>
                <a:cs typeface="+mn-cs"/>
              </a:rPr>
              <a:t>L'un des plus grands atouts d'Odoo est sa flexibilité. En plus de la large gamme de modules standards, Odoo offre l'accès à une marketplace proposant plus </a:t>
            </a:r>
            <a:r>
              <a:rPr lang="fr-FR" sz="1200" b="0" i="0" kern="1200">
                <a:solidFill>
                  <a:schemeClr val="tx1"/>
                </a:solidFill>
                <a:effectLst/>
                <a:latin typeface="Trebuchet MS" panose="020B0603020202020204" pitchFamily="34" charset="0"/>
                <a:ea typeface="+mn-ea"/>
                <a:cs typeface="+mn-cs"/>
              </a:rPr>
              <a:t>de 50 </a:t>
            </a:r>
            <a:r>
              <a:rPr lang="fr-FR" sz="1200" b="0" i="0" kern="1200" dirty="0">
                <a:solidFill>
                  <a:schemeClr val="tx1"/>
                </a:solidFill>
                <a:effectLst/>
                <a:latin typeface="Trebuchet MS" panose="020B0603020202020204" pitchFamily="34" charset="0"/>
                <a:ea typeface="+mn-ea"/>
                <a:cs typeface="+mn-cs"/>
              </a:rPr>
              <a:t>000 modules supplémentaires. Cela vous permet d'adapter le logiciel précisément à vos besoins spécifiques.</a:t>
            </a:r>
            <a:endParaRPr lang="en-US"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3</a:t>
            </a:fld>
            <a:endParaRPr lang="en-US"/>
          </a:p>
        </p:txBody>
      </p:sp>
    </p:spTree>
    <p:extLst>
      <p:ext uri="{BB962C8B-B14F-4D97-AF65-F5344CB8AC3E}">
        <p14:creationId xmlns:p14="http://schemas.microsoft.com/office/powerpoint/2010/main" val="1486010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Captivea dispose de multiples expertises pour soutenir vos besoins.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Nos services incluent l'intégration ERP pour rationaliser vos opérations.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De plus, notre département d'agence web est dédié à la construction et à l'amélioration de votre présence en ligne et de vos stratégies de communication.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Nous sommes également spécialisés dans l'utilisation de l'IA pour améliorer vos processus, et notre département Business Intelligence est équipé pour fournir des analyses de données perspicaces afin de faire avancer votre entreprise.</a:t>
            </a:r>
            <a:endParaRPr lang="en-US" dirty="0"/>
          </a:p>
          <a:p>
            <a:endParaRPr lang="en-US" dirty="0"/>
          </a:p>
        </p:txBody>
      </p:sp>
      <p:sp>
        <p:nvSpPr>
          <p:cNvPr id="4" name="Slide Number Placeholder 3"/>
          <p:cNvSpPr>
            <a:spLocks noGrp="1"/>
          </p:cNvSpPr>
          <p:nvPr>
            <p:ph type="sldNum" sz="quarter" idx="5"/>
          </p:nvPr>
        </p:nvSpPr>
        <p:spPr/>
        <p:txBody>
          <a:bodyPr/>
          <a:lstStyle/>
          <a:p>
            <a:fld id="{497E3E45-7047-42CC-A74F-EAAC0C8DB2CB}" type="slidenum">
              <a:rPr lang="en-US" smtClean="0"/>
              <a:pPr/>
              <a:t>4</a:t>
            </a:fld>
            <a:endParaRPr lang="en-US"/>
          </a:p>
        </p:txBody>
      </p:sp>
    </p:spTree>
    <p:extLst>
      <p:ext uri="{BB962C8B-B14F-4D97-AF65-F5344CB8AC3E}">
        <p14:creationId xmlns:p14="http://schemas.microsoft.com/office/powerpoint/2010/main" val="9085495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spcAft>
                <a:spcPts val="750"/>
              </a:spcAft>
            </a:pPr>
            <a:r>
              <a:rPr lang="fr-FR" dirty="0"/>
              <a:t>Nous sommes le leader mondial de l'intégration Odoo, avec 18 ans d'expérience. Nous avons une méthode éprouvée avec laquelle nous avons accompagné plus de 800 entreprises vers le succès.</a:t>
            </a:r>
            <a:endParaRPr lang="en-US" dirty="0">
              <a:solidFill>
                <a:srgbClr val="444444"/>
              </a:solidFill>
            </a:endParaRPr>
          </a:p>
          <a:p>
            <a:pPr>
              <a:spcAft>
                <a:spcPts val="750"/>
              </a:spcAft>
            </a:pPr>
            <a:endParaRPr lang="fr-FR" dirty="0">
              <a:solidFill>
                <a:srgbClr val="444444"/>
              </a:solidFill>
            </a:endParaRPr>
          </a:p>
          <a:p>
            <a:pPr>
              <a:spcAft>
                <a:spcPts val="750"/>
              </a:spcAft>
            </a:pPr>
            <a:r>
              <a:rPr lang="fr-FR" dirty="0"/>
              <a:t>Nous sommes une équipe </a:t>
            </a:r>
            <a:r>
              <a:rPr lang="fr-FR"/>
              <a:t>de 200 </a:t>
            </a:r>
            <a:r>
              <a:rPr lang="fr-FR" dirty="0"/>
              <a:t>collaborateurs pour vous guider à chaque étape et vous assurer une intégration fluide.</a:t>
            </a:r>
            <a:endParaRPr lang="en-US" dirty="0">
              <a:solidFill>
                <a:srgbClr val="444444"/>
              </a:solidFill>
            </a:endParaRPr>
          </a:p>
          <a:p>
            <a:endParaRPr lang="en-US" dirty="0">
              <a:solidFill>
                <a:srgbClr val="444444"/>
              </a:solidFill>
            </a:endParaRPr>
          </a:p>
          <a:p>
            <a:endParaRPr lang="en-US" dirty="0">
              <a:solidFill>
                <a:srgbClr val="444444"/>
              </a:solidFill>
            </a:endParaRPr>
          </a:p>
          <a:p>
            <a:endParaRPr lang="fr-FR" dirty="0">
              <a:solidFill>
                <a:srgbClr val="444444"/>
              </a:solidFill>
            </a:endParaRPr>
          </a:p>
          <a:p>
            <a:endParaRPr lang="en-US" dirty="0">
              <a:ea typeface="Calibri"/>
              <a:cs typeface="Calibri"/>
            </a:endParaRP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5</a:t>
            </a:fld>
            <a:endParaRPr lang="en-US"/>
          </a:p>
        </p:txBody>
      </p:sp>
    </p:spTree>
    <p:extLst>
      <p:ext uri="{BB962C8B-B14F-4D97-AF65-F5344CB8AC3E}">
        <p14:creationId xmlns:p14="http://schemas.microsoft.com/office/powerpoint/2010/main" val="32743176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609539" rtl="0" eaLnBrk="1" fontAlgn="auto" latinLnBrk="0" hangingPunct="1">
              <a:lnSpc>
                <a:spcPct val="100000"/>
              </a:lnSpc>
              <a:spcBef>
                <a:spcPts val="0"/>
              </a:spcBef>
              <a:spcAft>
                <a:spcPts val="0"/>
              </a:spcAft>
              <a:buClrTx/>
              <a:buSzTx/>
              <a:buFontTx/>
              <a:buNone/>
              <a:tabLst/>
              <a:defRPr/>
            </a:pPr>
            <a:r>
              <a:rPr lang="fr-FR" dirty="0"/>
              <a:t>Voici quelque une </a:t>
            </a:r>
            <a:r>
              <a:rPr lang="fr-FR" dirty="0" err="1"/>
              <a:t>une</a:t>
            </a:r>
            <a:r>
              <a:rPr lang="fr-FR" dirty="0"/>
              <a:t> de nos références et sachez que vous retrouverez sur notre site internet plus de 300 présentations de projets que nous avons faits. Il y a la description du besoin, l’accompagnement fourni et les résultats</a:t>
            </a:r>
          </a:p>
          <a:p>
            <a:endParaRPr lang="en-US" dirty="0"/>
          </a:p>
          <a:p>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6</a:t>
            </a:fld>
            <a:endParaRPr lang="en-US"/>
          </a:p>
        </p:txBody>
      </p:sp>
    </p:spTree>
    <p:extLst>
      <p:ext uri="{BB962C8B-B14F-4D97-AF65-F5344CB8AC3E}">
        <p14:creationId xmlns:p14="http://schemas.microsoft.com/office/powerpoint/2010/main" val="18608062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Je vais vous expliquer comment se déroule un projet chez Captivea.</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Actuellement, nous sommes dans la phase de consultation gratuite et d'estimation globale. Nous avons préparé une estimation initiale pour votre projet, que nous aborderons plus tard.</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La première étape de notre collaboration est une phase d'analyse. Durant cette phase, nous organiserons des ateliers de travail avec vos utilisateurs clés pour bien comprendre vos besoins et voir comment les intégrer avec Odoo. C'est un moment d'échange pour identifier comment vous pouvez vous adapter à Odoo et comment Odoo peut s'adapter à vous.</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À l'issue de cette phase d'analyse, nous vous fournirons une estimation détaillée de votre projet, incluant tout ce qu'il faut pour mettre en place le logiciel. Si vous validez cette estimation, nous démarrerons la phase de mise en œuvre.</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Lors de la phase de mise en œuvre, nous installerons le logiciel, effectuerons les adaptations et configurations nécessaires, puis nous passerons en production. </a:t>
            </a: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7</a:t>
            </a:fld>
            <a:endParaRPr lang="en-US"/>
          </a:p>
        </p:txBody>
      </p:sp>
    </p:spTree>
    <p:extLst>
      <p:ext uri="{BB962C8B-B14F-4D97-AF65-F5344CB8AC3E}">
        <p14:creationId xmlns:p14="http://schemas.microsoft.com/office/powerpoint/2010/main" val="40812220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Après la mise en production, nous resterons très réactifs pour ajuster le système et répondre rapidement à vos attentes.</a:t>
            </a:r>
          </a:p>
          <a:p>
            <a:r>
              <a:rPr lang="fr-FR" sz="1200" b="0" i="0" kern="1200" dirty="0">
                <a:solidFill>
                  <a:schemeClr val="tx1"/>
                </a:solidFill>
                <a:effectLst/>
                <a:latin typeface="Trebuchet MS" panose="020B0603020202020204" pitchFamily="34" charset="0"/>
                <a:ea typeface="+mn-ea"/>
                <a:cs typeface="+mn-cs"/>
              </a:rPr>
              <a:t>Par la suite, nous évaluerons le projet et définirons les prochaines étapes pour construire une version 2, puis une version 3.</a:t>
            </a:r>
          </a:p>
          <a:p>
            <a:endParaRPr lang="en-US" dirty="0"/>
          </a:p>
        </p:txBody>
      </p:sp>
      <p:sp>
        <p:nvSpPr>
          <p:cNvPr id="4" name="Slide Number Placeholder 3"/>
          <p:cNvSpPr>
            <a:spLocks noGrp="1"/>
          </p:cNvSpPr>
          <p:nvPr>
            <p:ph type="sldNum" sz="quarter" idx="5"/>
          </p:nvPr>
        </p:nvSpPr>
        <p:spPr/>
        <p:txBody>
          <a:bodyPr/>
          <a:lstStyle/>
          <a:p>
            <a:fld id="{497E3E45-7047-42CC-A74F-EAAC0C8DB2CB}" type="slidenum">
              <a:rPr lang="en-US" smtClean="0"/>
              <a:pPr/>
              <a:t>8</a:t>
            </a:fld>
            <a:endParaRPr lang="en-US"/>
          </a:p>
        </p:txBody>
      </p:sp>
    </p:spTree>
    <p:extLst>
      <p:ext uri="{BB962C8B-B14F-4D97-AF65-F5344CB8AC3E}">
        <p14:creationId xmlns:p14="http://schemas.microsoft.com/office/powerpoint/2010/main" val="2793536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9</a:t>
            </a:fld>
            <a:endParaRPr lang="en-US"/>
          </a:p>
        </p:txBody>
      </p:sp>
    </p:spTree>
    <p:extLst>
      <p:ext uri="{BB962C8B-B14F-4D97-AF65-F5344CB8AC3E}">
        <p14:creationId xmlns:p14="http://schemas.microsoft.com/office/powerpoint/2010/main" val="26025568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spcAft>
                <a:spcPts val="750"/>
              </a:spcAft>
              <a:buNone/>
            </a:pPr>
            <a:r>
              <a:rPr lang="fr-FR" b="0" i="0">
                <a:effectLst/>
              </a:rPr>
              <a:t>Tout au long du projet, plusieurs réunions de suivi seront organisées :</a:t>
            </a:r>
          </a:p>
          <a:p>
            <a:pPr algn="l">
              <a:buFont typeface="+mj-lt"/>
              <a:buAutoNum type="arabicPeriod"/>
            </a:pPr>
            <a:r>
              <a:rPr lang="fr-FR" b="1" i="0">
                <a:effectLst/>
              </a:rPr>
              <a:t>Réunion hebdomadaire de démonstration</a:t>
            </a:r>
            <a:r>
              <a:rPr lang="fr-FR" b="0" i="0">
                <a:effectLst/>
              </a:rPr>
              <a:t> : Nous vous montrerons les avancées du projet, les configurations et personnalisations réalisées. L'objectif est de recueillir vos retours le plus tôt possible.</a:t>
            </a:r>
          </a:p>
          <a:p>
            <a:pPr algn="l">
              <a:buFont typeface="+mj-lt"/>
              <a:buAutoNum type="arabicPeriod"/>
            </a:pPr>
            <a:r>
              <a:rPr lang="fr-FR" b="1" i="0">
                <a:effectLst/>
              </a:rPr>
              <a:t>Réunion de gestion de projet</a:t>
            </a:r>
            <a:r>
              <a:rPr lang="fr-FR" b="0" i="0">
                <a:effectLst/>
              </a:rPr>
              <a:t> : Avec le chef de projet et le décideur chez vous, nous discuterons de la consommation du temps et vérifierons que nous sommes toujours dans les délais, en toute transparence.</a:t>
            </a:r>
          </a:p>
          <a:p>
            <a:pPr algn="l">
              <a:buFont typeface="+mj-lt"/>
              <a:buAutoNum type="arabicPeriod"/>
            </a:pPr>
            <a:r>
              <a:rPr lang="fr-FR" b="1" i="0">
                <a:effectLst/>
              </a:rPr>
              <a:t>Comité de pilotage</a:t>
            </a:r>
            <a:r>
              <a:rPr lang="fr-FR" b="0" i="0">
                <a:effectLst/>
              </a:rPr>
              <a:t> : Cette réunion, souvent mensuelle, rassemble toutes les parties prenantes pour faire un point global sur le projet, discuter des améliorations possibles et vérifier la tenue du planning et des fonctionnalités demandées.</a:t>
            </a:r>
          </a:p>
          <a:p>
            <a:endParaRPr lang="en-US"/>
          </a:p>
          <a:p>
            <a:endParaRPr lang="fr-F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10</a:t>
            </a:fld>
            <a:endParaRPr lang="en-US"/>
          </a:p>
        </p:txBody>
      </p:sp>
    </p:spTree>
    <p:extLst>
      <p:ext uri="{BB962C8B-B14F-4D97-AF65-F5344CB8AC3E}">
        <p14:creationId xmlns:p14="http://schemas.microsoft.com/office/powerpoint/2010/main" val="577835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a:t>Manque designer, copywriter, SEO SEA</a:t>
            </a:r>
            <a:endParaRPr lang="en-US" dirty="0"/>
          </a:p>
        </p:txBody>
      </p:sp>
      <p:sp>
        <p:nvSpPr>
          <p:cNvPr id="4" name="Espace réservé du numéro de diapositive 3"/>
          <p:cNvSpPr>
            <a:spLocks noGrp="1"/>
          </p:cNvSpPr>
          <p:nvPr>
            <p:ph type="sldNum" sz="quarter" idx="5"/>
          </p:nvPr>
        </p:nvSpPr>
        <p:spPr/>
        <p:txBody>
          <a:bodyPr/>
          <a:lstStyle/>
          <a:p>
            <a:fld id="{BFF2203E-488A-4BD1-AF36-A5CA97881365}" type="slidenum">
              <a:rPr lang="fr-FR" smtClean="0"/>
              <a:pPr/>
              <a:t>11</a:t>
            </a:fld>
            <a:endParaRPr lang="fr-FR"/>
          </a:p>
        </p:txBody>
      </p:sp>
    </p:spTree>
    <p:extLst>
      <p:ext uri="{BB962C8B-B14F-4D97-AF65-F5344CB8AC3E}">
        <p14:creationId xmlns:p14="http://schemas.microsoft.com/office/powerpoint/2010/main" val="37703956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12</a:t>
            </a:fld>
            <a:endParaRPr lang="en-US"/>
          </a:p>
        </p:txBody>
      </p:sp>
    </p:spTree>
    <p:extLst>
      <p:ext uri="{BB962C8B-B14F-4D97-AF65-F5344CB8AC3E}">
        <p14:creationId xmlns:p14="http://schemas.microsoft.com/office/powerpoint/2010/main" val="350770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0E1FA-0550-7AF7-0FFB-676E0AB24B5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4E2CFFC-6160-44C4-8CE5-E38A98C1066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9E16F54E-D55C-7CC7-47D6-744AECCD708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C’est parti pour la démonstration. {Consultant} va prendre la main et faire la démonstration. {Consultant}, tu as jusqu’à ..h..</a:t>
            </a:r>
          </a:p>
          <a:p>
            <a:endParaRPr lang="fr-FR" dirty="0"/>
          </a:p>
          <a:p>
            <a:r>
              <a:rPr lang="fr-FR" dirty="0"/>
              <a:t>Merci {Consultant} pour la démonstration. Qu’est-ce que vous en pensez? Etes-vous convaincus?</a:t>
            </a:r>
          </a:p>
          <a:p>
            <a:endParaRPr lang="fr-FR" dirty="0"/>
          </a:p>
        </p:txBody>
      </p:sp>
      <p:sp>
        <p:nvSpPr>
          <p:cNvPr id="4" name="Espace réservé du numéro de diapositive 3">
            <a:extLst>
              <a:ext uri="{FF2B5EF4-FFF2-40B4-BE49-F238E27FC236}">
                <a16:creationId xmlns:a16="http://schemas.microsoft.com/office/drawing/2014/main" id="{508DC305-52FA-8AAC-3787-A8DED692E2F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97E3E45-7047-42CC-A74F-EAAC0C8DB2CB}" type="slidenum">
              <a:rPr kumimoji="0" lang="en-US" sz="1200" b="0" i="0" u="none" strike="noStrike" kern="1200" cap="none" spc="0" normalizeH="0" baseline="0" noProof="0" smtClean="0">
                <a:ln>
                  <a:noFill/>
                </a:ln>
                <a:solidFill>
                  <a:prstClr val="black"/>
                </a:solidFill>
                <a:effectLst/>
                <a:uLnTx/>
                <a:uFillTx/>
                <a:latin typeface="Trebuchet MS" panose="020B0603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Trebuchet MS" panose="020B0603020202020204" pitchFamily="34" charset="0"/>
              <a:ea typeface="+mn-ea"/>
              <a:cs typeface="+mn-cs"/>
            </a:endParaRPr>
          </a:p>
        </p:txBody>
      </p:sp>
    </p:spTree>
    <p:extLst>
      <p:ext uri="{BB962C8B-B14F-4D97-AF65-F5344CB8AC3E}">
        <p14:creationId xmlns:p14="http://schemas.microsoft.com/office/powerpoint/2010/main" val="40760692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Parlons désormais de notre vision d’un projet réussi</a:t>
            </a:r>
            <a:endParaRPr lang="en-US" dirty="0"/>
          </a:p>
          <a:p>
            <a:endParaRPr lang="en-US" dirty="0"/>
          </a:p>
        </p:txBody>
      </p:sp>
      <p:sp>
        <p:nvSpPr>
          <p:cNvPr id="4" name="Slide Number Placeholder 3"/>
          <p:cNvSpPr>
            <a:spLocks noGrp="1"/>
          </p:cNvSpPr>
          <p:nvPr>
            <p:ph type="sldNum" sz="quarter" idx="5"/>
          </p:nvPr>
        </p:nvSpPr>
        <p:spPr/>
        <p:txBody>
          <a:bodyPr/>
          <a:lstStyle/>
          <a:p>
            <a:fld id="{497E3E45-7047-42CC-A74F-EAAC0C8DB2CB}" type="slidenum">
              <a:rPr lang="en-US" smtClean="0"/>
              <a:pPr/>
              <a:t>14</a:t>
            </a:fld>
            <a:endParaRPr lang="en-US"/>
          </a:p>
        </p:txBody>
      </p:sp>
    </p:spTree>
    <p:extLst>
      <p:ext uri="{BB962C8B-B14F-4D97-AF65-F5344CB8AC3E}">
        <p14:creationId xmlns:p14="http://schemas.microsoft.com/office/powerpoint/2010/main" val="35887662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Notre objectif principal est de lancer le produit aussi rapidement que possible.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Pour y parvenir, nous allons rester proche du standard.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Comme expliqué précédemment, nous effectuerons une analyse d’implémentation pour définir collaborativement le Produit Minimum Viable (MVP). Lors de cette analyse, nous explorerons comment intégrer vos processus actuels dans le cadre standard d'Odoo de la manière la plus fluide possible.</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Nous reporterons les améliorations et évolutions supplémentaires aux versions futures, telles que les versions 2 ou 3.</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La logique derrière cette approche est que vos retours seront plus précieux et pertinents une fois que vous utiliserez activement le logiciel, plutôt que d'anticiper comment vous pourriez l'utiliser.</a:t>
            </a: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15</a:t>
            </a:fld>
            <a:endParaRPr lang="en-US"/>
          </a:p>
        </p:txBody>
      </p:sp>
    </p:spTree>
    <p:extLst>
      <p:ext uri="{BB962C8B-B14F-4D97-AF65-F5344CB8AC3E}">
        <p14:creationId xmlns:p14="http://schemas.microsoft.com/office/powerpoint/2010/main" val="1410661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Nous sommes enthousiastes à l'idée d'entreprendre ce projet avec vous et nous croyons fermement que travailler ensemble en tant qu'équipe soudée sera la clé de sa réussite.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Tout au long du projet, nous fournirons une formation continue aux utilisateurs clés afin de nous assurer qu'ils s’approprient le logiciel.</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Nous nous engageons à maintenir une communication étroite et à effectuer des suivis hebdomadaires avec vous.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Notre objectif est de valider ensemble chaque étape du processus de mise en œuvre, garantissant ainsi que nous atteignons nos objectifs de manière efficace et efficiente.</a:t>
            </a:r>
          </a:p>
        </p:txBody>
      </p:sp>
      <p:sp>
        <p:nvSpPr>
          <p:cNvPr id="4" name="Espace réservé du numéro de diapositive 3"/>
          <p:cNvSpPr>
            <a:spLocks noGrp="1"/>
          </p:cNvSpPr>
          <p:nvPr>
            <p:ph type="sldNum" sz="quarter" idx="5"/>
          </p:nvPr>
        </p:nvSpPr>
        <p:spPr/>
        <p:txBody>
          <a:bodyPr/>
          <a:lstStyle/>
          <a:p>
            <a:fld id="{BFF2203E-488A-4BD1-AF36-A5CA97881365}" type="slidenum">
              <a:rPr lang="fr-FR" smtClean="0"/>
              <a:pPr/>
              <a:t>16</a:t>
            </a:fld>
            <a:endParaRPr lang="fr-FR"/>
          </a:p>
        </p:txBody>
      </p:sp>
    </p:spTree>
    <p:extLst>
      <p:ext uri="{BB962C8B-B14F-4D97-AF65-F5344CB8AC3E}">
        <p14:creationId xmlns:p14="http://schemas.microsoft.com/office/powerpoint/2010/main" val="4263949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Tout au long du projet, vous avez la liberté de changer d'avis selon vos besoins. Nous conservons une flexibilité maximale, vous permettant d'ajouter ou de supprimer des fonctionnalités et d'ajuster le calendrier en fonction de votre disponibilité.</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Notre rôle est de vous guider à travers ces changements et de vous expliquer leur impact sur le calendrier et la livraison du projet.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De plus, nous adapterons notre niveau de service en fonction de votre implication dans le projet. Par exemple, si des données doivent être importées, nous pouvons soit vous former pour gérer le processus d'importation dans Odoo, soit vous pouvez nous fournir les fichiers de données brutes, et nous nous chargerons de nettoyer et d'importer les données pour vous.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Les deux options sont réalisables, mais le temps et les efforts nécessaires varieront en conséquence.</a:t>
            </a:r>
          </a:p>
        </p:txBody>
      </p:sp>
      <p:sp>
        <p:nvSpPr>
          <p:cNvPr id="4" name="Espace réservé du numéro de diapositive 3"/>
          <p:cNvSpPr>
            <a:spLocks noGrp="1"/>
          </p:cNvSpPr>
          <p:nvPr>
            <p:ph type="sldNum" sz="quarter" idx="5"/>
          </p:nvPr>
        </p:nvSpPr>
        <p:spPr/>
        <p:txBody>
          <a:bodyPr/>
          <a:lstStyle/>
          <a:p>
            <a:fld id="{BFF2203E-488A-4BD1-AF36-A5CA97881365}" type="slidenum">
              <a:rPr lang="fr-FR" smtClean="0"/>
              <a:pPr/>
              <a:t>17</a:t>
            </a:fld>
            <a:endParaRPr lang="fr-FR"/>
          </a:p>
        </p:txBody>
      </p:sp>
    </p:spTree>
    <p:extLst>
      <p:ext uri="{BB962C8B-B14F-4D97-AF65-F5344CB8AC3E}">
        <p14:creationId xmlns:p14="http://schemas.microsoft.com/office/powerpoint/2010/main" val="63119790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l"/>
            <a:r>
              <a:rPr lang="fr-FR" sz="1200" b="0" i="0" kern="1200" dirty="0">
                <a:solidFill>
                  <a:schemeClr val="tx1"/>
                </a:solidFill>
                <a:effectLst/>
                <a:latin typeface="Trebuchet MS" panose="020B0603020202020204" pitchFamily="34" charset="0"/>
                <a:ea typeface="+mn-ea"/>
                <a:cs typeface="+mn-cs"/>
              </a:rPr>
              <a:t>Chez Captivea, nous sommes une équipe de consultants hautement expérimentés. Nous collaborons étroitement et pouvons déployer un consultant avec une expertise spécifique sur n'importe quel projet selon les besoins.</a:t>
            </a:r>
            <a:endParaRPr lang="en-US" dirty="0"/>
          </a:p>
          <a:p>
            <a:pPr algn="l"/>
            <a:endParaRPr lang="en-US" dirty="0"/>
          </a:p>
          <a:p>
            <a:pPr algn="l"/>
            <a:endParaRPr lang="fr-FR" dirty="0"/>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18</a:t>
            </a:fld>
            <a:endParaRPr lang="en-US"/>
          </a:p>
        </p:txBody>
      </p:sp>
    </p:spTree>
    <p:extLst>
      <p:ext uri="{BB962C8B-B14F-4D97-AF65-F5344CB8AC3E}">
        <p14:creationId xmlns:p14="http://schemas.microsoft.com/office/powerpoint/2010/main" val="40895669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20</a:t>
            </a:fld>
            <a:endParaRPr lang="en-US"/>
          </a:p>
        </p:txBody>
      </p:sp>
    </p:spTree>
    <p:extLst>
      <p:ext uri="{BB962C8B-B14F-4D97-AF65-F5344CB8AC3E}">
        <p14:creationId xmlns:p14="http://schemas.microsoft.com/office/powerpoint/2010/main" val="10567022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Notre objectif principal est de définir et concevoir ensemble la portée de votre projet.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Voici comment nous allons procéder :</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Nous commencerons par une réunion de lancement où nous définirons le périmètre de votre projet et identifierons les membres de l'équipe qui travailleront avec vous. Lors de cette phase, nous établirons également les flux de travail qui nous guideront tout au long du projet.</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Ensuite, nous effectuerons une découverte approfondie de votre entreprise. Cela implique de comprendre en détail votre entreprise, vos objectifs et vos défis. Nous examinerons également vos systèmes actuels pour voir ce qui fonctionne bien et où des améliorations peuvent être apportées.</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Par la suite, nous organiserons des ateliers axés sur différents domaines fonctionnels. Ces ateliers visent à approfondir vos besoins spécifiques et à identifier les meilleures façons de mettre en œuvre Odoo pour répondre à ces besoins. Nous déterminerons quels aspects peuvent être couverts par les fonctionnalités standard du logiciel et quels domaines pourraient nécessiter une personnalisation.</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Enfin, nous vous présenterons notre analyse et recueillerons vos commentaires. Nous ferons plusieurs allers-retours d'ajustements pour nous assurer que tout est parfaitement aligné avec vos attentes. Une fois que nous aurons intégré vos retours, nous validerons le plan final avec vous.</a:t>
            </a:r>
          </a:p>
          <a:p>
            <a:endParaRPr lang="en-US" dirty="0"/>
          </a:p>
        </p:txBody>
      </p:sp>
      <p:sp>
        <p:nvSpPr>
          <p:cNvPr id="4" name="Espace réservé du numéro de diapositive 3"/>
          <p:cNvSpPr>
            <a:spLocks noGrp="1"/>
          </p:cNvSpPr>
          <p:nvPr>
            <p:ph type="sldNum" sz="quarter" idx="5"/>
          </p:nvPr>
        </p:nvSpPr>
        <p:spPr/>
        <p:txBody>
          <a:bodyPr/>
          <a:lstStyle/>
          <a:p>
            <a:fld id="{BFF2203E-488A-4BD1-AF36-A5CA97881365}" type="slidenum">
              <a:rPr lang="fr-FR" smtClean="0"/>
              <a:pPr/>
              <a:t>21</a:t>
            </a:fld>
            <a:endParaRPr lang="fr-FR"/>
          </a:p>
        </p:txBody>
      </p:sp>
    </p:spTree>
    <p:extLst>
      <p:ext uri="{BB962C8B-B14F-4D97-AF65-F5344CB8AC3E}">
        <p14:creationId xmlns:p14="http://schemas.microsoft.com/office/powerpoint/2010/main" val="26258111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Vous recevrez deux livrables clés de notre part.</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Le premier est une présentation PowerPoint, conçue avec des diagrammes clairs et des explications simples. Ce document est élaboré pour être facilement compréhensible et vous fournira une vue d'ensemble complète de votre projet. Il inclut l'estimation, le calendrier et le budget pour vous donner une image claire de ce à quoi vous attendre.</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Le second livrable est une liste détaillée des exigences, fournie sous forme de fichier Excel. Ce fichier décrit toutes les tâches nécessaires à votre projet, couvrant des domaines tels que la configuration, le développement, la formation et la gestion de projet. Bien qu'il soit très détaillé et peut-être moins facile à lire que la présentation, il est crucial pour s'assurer que tous les besoins de votre projet sont bien couverts. Nous vous encourageons à le revoir attentivement pour confirmer que nous avons pris en compte chaque aspect de vos exigences.</a:t>
            </a:r>
          </a:p>
          <a:p>
            <a:endParaRPr lang="en-US" dirty="0"/>
          </a:p>
        </p:txBody>
      </p:sp>
      <p:sp>
        <p:nvSpPr>
          <p:cNvPr id="4" name="Slide Number Placeholder 3"/>
          <p:cNvSpPr>
            <a:spLocks noGrp="1"/>
          </p:cNvSpPr>
          <p:nvPr>
            <p:ph type="sldNum" sz="quarter" idx="5"/>
          </p:nvPr>
        </p:nvSpPr>
        <p:spPr/>
        <p:txBody>
          <a:bodyPr/>
          <a:lstStyle/>
          <a:p>
            <a:fld id="{497E3E45-7047-42CC-A74F-EAAC0C8DB2CB}" type="slidenum">
              <a:rPr lang="en-US" smtClean="0"/>
              <a:pPr/>
              <a:t>22</a:t>
            </a:fld>
            <a:endParaRPr lang="en-US"/>
          </a:p>
        </p:txBody>
      </p:sp>
    </p:spTree>
    <p:extLst>
      <p:ext uri="{BB962C8B-B14F-4D97-AF65-F5344CB8AC3E}">
        <p14:creationId xmlns:p14="http://schemas.microsoft.com/office/powerpoint/2010/main" val="40951234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497E3E45-7047-42CC-A74F-EAAC0C8DB2CB}" type="slidenum">
              <a:rPr lang="en-US" smtClean="0"/>
              <a:pPr/>
              <a:t>23</a:t>
            </a:fld>
            <a:endParaRPr lang="en-US"/>
          </a:p>
        </p:txBody>
      </p:sp>
    </p:spTree>
    <p:extLst>
      <p:ext uri="{BB962C8B-B14F-4D97-AF65-F5344CB8AC3E}">
        <p14:creationId xmlns:p14="http://schemas.microsoft.com/office/powerpoint/2010/main" val="322039400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sz="1200" b="0" i="0" kern="1200" dirty="0">
                <a:solidFill>
                  <a:schemeClr val="tx1"/>
                </a:solidFill>
                <a:effectLst/>
                <a:latin typeface="Trebuchet MS" panose="020B0603020202020204" pitchFamily="34" charset="0"/>
                <a:ea typeface="+mn-ea"/>
                <a:cs typeface="+mn-cs"/>
              </a:rPr>
              <a:t>Dans cette section, nous allons détailler notre offre pour la phase d'analyse, fournir une estimation pour la mise en œuvre et détailler les tarifs pour les licences et l'hébergement.</a:t>
            </a:r>
          </a:p>
          <a:p>
            <a:endParaRPr lang="fr-FR" sz="1200" b="0" i="0" kern="1200" dirty="0">
              <a:solidFill>
                <a:schemeClr val="tx1"/>
              </a:solidFill>
              <a:effectLst/>
              <a:latin typeface="Trebuchet MS" panose="020B0603020202020204" pitchFamily="34" charset="0"/>
              <a:ea typeface="+mn-ea"/>
              <a:cs typeface="+mn-cs"/>
            </a:endParaRPr>
          </a:p>
          <a:p>
            <a:r>
              <a:rPr lang="fr-FR" sz="1200" b="0" i="0" kern="1200" dirty="0">
                <a:solidFill>
                  <a:schemeClr val="tx1"/>
                </a:solidFill>
                <a:effectLst/>
                <a:latin typeface="Trebuchet MS" panose="020B0603020202020204" pitchFamily="34" charset="0"/>
                <a:ea typeface="+mn-ea"/>
                <a:cs typeface="+mn-cs"/>
              </a:rPr>
              <a:t>Je tiens à souligner que vous n'aurez besoin d'acquérir la licence qu'après la finalisation de l'analyse. Cela signifie qu'en commençant par l'analyse, vous ne vous engagez pas sur la licence dès le départ. Cette approche garantit que vous pouvez avancer avec la licence uniquement lorsque vous êtes convaincu que le système répond pleinement à vos besoins.</a:t>
            </a:r>
          </a:p>
          <a:p>
            <a:endParaRPr lang="en-US" dirty="0"/>
          </a:p>
        </p:txBody>
      </p:sp>
      <p:sp>
        <p:nvSpPr>
          <p:cNvPr id="4" name="Slide Number Placeholder 3"/>
          <p:cNvSpPr>
            <a:spLocks noGrp="1"/>
          </p:cNvSpPr>
          <p:nvPr>
            <p:ph type="sldNum" sz="quarter" idx="5"/>
          </p:nvPr>
        </p:nvSpPr>
        <p:spPr/>
        <p:txBody>
          <a:bodyPr/>
          <a:lstStyle/>
          <a:p>
            <a:fld id="{497E3E45-7047-42CC-A74F-EAAC0C8DB2CB}" type="slidenum">
              <a:rPr lang="en-US" smtClean="0"/>
              <a:pPr/>
              <a:t>24</a:t>
            </a:fld>
            <a:endParaRPr lang="en-US"/>
          </a:p>
        </p:txBody>
      </p:sp>
    </p:spTree>
    <p:extLst>
      <p:ext uri="{BB962C8B-B14F-4D97-AF65-F5344CB8AC3E}">
        <p14:creationId xmlns:p14="http://schemas.microsoft.com/office/powerpoint/2010/main" val="34357958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2A3738-13AB-E896-A44D-CB0989C5469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7D51117-5A32-8039-F8B6-AA585D5A18A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2BBCDB31-5609-2101-8725-6F651206BA27}"/>
              </a:ext>
            </a:extLst>
          </p:cNvPr>
          <p:cNvSpPr>
            <a:spLocks noGrp="1"/>
          </p:cNvSpPr>
          <p:nvPr>
            <p:ph type="body" idx="1"/>
          </p:nvPr>
        </p:nvSpPr>
        <p:spPr/>
        <p:txBody>
          <a:bodyPr/>
          <a:lstStyle/>
          <a:p>
            <a:r>
              <a:rPr lang="fr-FR"/>
              <a:t>PRICE France EUR</a:t>
            </a:r>
          </a:p>
        </p:txBody>
      </p:sp>
      <p:sp>
        <p:nvSpPr>
          <p:cNvPr id="4" name="Espace réservé du numéro de diapositive 3">
            <a:extLst>
              <a:ext uri="{FF2B5EF4-FFF2-40B4-BE49-F238E27FC236}">
                <a16:creationId xmlns:a16="http://schemas.microsoft.com/office/drawing/2014/main" id="{741FE9F1-9D0F-41F0-995F-9802E9976589}"/>
              </a:ext>
            </a:extLst>
          </p:cNvPr>
          <p:cNvSpPr>
            <a:spLocks noGrp="1"/>
          </p:cNvSpPr>
          <p:nvPr>
            <p:ph type="sldNum" sz="quarter" idx="5"/>
          </p:nvPr>
        </p:nvSpPr>
        <p:spPr/>
        <p:txBody>
          <a:bodyPr/>
          <a:lstStyle/>
          <a:p>
            <a:fld id="{497E3E45-7047-42CC-A74F-EAAC0C8DB2CB}" type="slidenum">
              <a:rPr lang="en-US" smtClean="0"/>
              <a:pPr/>
              <a:t>27</a:t>
            </a:fld>
            <a:endParaRPr lang="en-US"/>
          </a:p>
        </p:txBody>
      </p:sp>
    </p:spTree>
    <p:extLst>
      <p:ext uri="{BB962C8B-B14F-4D97-AF65-F5344CB8AC3E}">
        <p14:creationId xmlns:p14="http://schemas.microsoft.com/office/powerpoint/2010/main" val="2983774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ECDEC3-219E-216B-4076-2B3C622A0AB8}"/>
              </a:ext>
            </a:extLst>
          </p:cNvPr>
          <p:cNvSpPr>
            <a:spLocks noGrp="1"/>
          </p:cNvSpPr>
          <p:nvPr>
            <p:ph type="title" hasCustomPrompt="1"/>
          </p:nvPr>
        </p:nvSpPr>
        <p:spPr/>
        <p:txBody>
          <a:bodyPr/>
          <a:lstStyle/>
          <a:p>
            <a:r>
              <a:rPr lang="fr-FR"/>
              <a:t>MODIFIEZ LE STYLE DU TITRE</a:t>
            </a:r>
            <a:endParaRPr lang="en-US"/>
          </a:p>
        </p:txBody>
      </p:sp>
    </p:spTree>
    <p:extLst>
      <p:ext uri="{BB962C8B-B14F-4D97-AF65-F5344CB8AC3E}">
        <p14:creationId xmlns:p14="http://schemas.microsoft.com/office/powerpoint/2010/main" val="18038064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ee">
    <p:spTree>
      <p:nvGrpSpPr>
        <p:cNvPr id="1" name=""/>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EC5BC82E-ABAA-5BF1-53E7-1D3178BB27E7}"/>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673862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5DD0BB-EA2F-36A7-7FD3-C20348C0E51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BDE80E8C-5FA4-AA4A-6D35-C743CC52CD1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5" name="Espace réservé du numéro de diapositive 4">
            <a:extLst>
              <a:ext uri="{FF2B5EF4-FFF2-40B4-BE49-F238E27FC236}">
                <a16:creationId xmlns:a16="http://schemas.microsoft.com/office/drawing/2014/main" id="{EA3A9B35-F77D-F695-3A75-447C3CC610A5}"/>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72161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 Cont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D431CC-972E-314C-31D8-39C61EC006E6}"/>
              </a:ext>
            </a:extLst>
          </p:cNvPr>
          <p:cNvSpPr>
            <a:spLocks noGrp="1"/>
          </p:cNvSpPr>
          <p:nvPr>
            <p:ph type="title"/>
          </p:nvPr>
        </p:nvSpPr>
        <p:spPr/>
        <p:txBody>
          <a:bodyPr/>
          <a:lstStyle>
            <a:lvl1pPr>
              <a:defRPr b="1"/>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3E013790-14F8-57E9-79D5-B786DE111A9A}"/>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6EC2A175-D1C2-1190-3F57-7062E193A9D3}"/>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6627391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4" name="Titre 19">
            <a:extLst>
              <a:ext uri="{FF2B5EF4-FFF2-40B4-BE49-F238E27FC236}">
                <a16:creationId xmlns:a16="http://schemas.microsoft.com/office/drawing/2014/main" id="{3DFBBBEF-C15A-A51B-087C-882A4261D38E}"/>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7"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chemeClr val="tx1"/>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8"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chemeClr val="tx1"/>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 name="Espace réservé du numéro de diapositive 1">
            <a:extLst>
              <a:ext uri="{FF2B5EF4-FFF2-40B4-BE49-F238E27FC236}">
                <a16:creationId xmlns:a16="http://schemas.microsoft.com/office/drawing/2014/main" id="{4CAC0282-6A7E-3C43-CAC3-F8700A3FE426}"/>
              </a:ext>
            </a:extLst>
          </p:cNvPr>
          <p:cNvSpPr>
            <a:spLocks noGrp="1"/>
          </p:cNvSpPr>
          <p:nvPr>
            <p:ph type="sldNum" sz="quarter" idx="15"/>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355296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F230F780-5ABA-C652-4531-266F19833778}"/>
              </a:ext>
            </a:extLst>
          </p:cNvPr>
          <p:cNvSpPr/>
          <p:nvPr/>
        </p:nvSpPr>
        <p:spPr>
          <a:xfrm>
            <a:off x="7908846"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3" name="Ellipse 12">
            <a:extLst>
              <a:ext uri="{FF2B5EF4-FFF2-40B4-BE49-F238E27FC236}">
                <a16:creationId xmlns:a16="http://schemas.microsoft.com/office/drawing/2014/main" id="{7E5790C1-BFF4-512C-7BCC-36285D348726}"/>
              </a:ext>
            </a:extLst>
          </p:cNvPr>
          <p:cNvSpPr/>
          <p:nvPr/>
        </p:nvSpPr>
        <p:spPr>
          <a:xfrm>
            <a:off x="8185266"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9" name="Freeform 18">
            <a:extLst>
              <a:ext uri="{FF2B5EF4-FFF2-40B4-BE49-F238E27FC236}">
                <a16:creationId xmlns:a16="http://schemas.microsoft.com/office/drawing/2014/main" id="{7FF693C2-BC6C-CF10-2644-E988AA672EAE}"/>
              </a:ext>
            </a:extLst>
          </p:cNvPr>
          <p:cNvSpPr/>
          <p:nvPr/>
        </p:nvSpPr>
        <p:spPr>
          <a:xfrm>
            <a:off x="4876800"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10" name="Ellipse 9">
            <a:extLst>
              <a:ext uri="{FF2B5EF4-FFF2-40B4-BE49-F238E27FC236}">
                <a16:creationId xmlns:a16="http://schemas.microsoft.com/office/drawing/2014/main" id="{FABCA34A-9E9A-CFA7-10CB-AB6CED1DCB7A}"/>
              </a:ext>
            </a:extLst>
          </p:cNvPr>
          <p:cNvSpPr/>
          <p:nvPr/>
        </p:nvSpPr>
        <p:spPr>
          <a:xfrm>
            <a:off x="5153654"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6" name="Freeform 18">
            <a:extLst>
              <a:ext uri="{FF2B5EF4-FFF2-40B4-BE49-F238E27FC236}">
                <a16:creationId xmlns:a16="http://schemas.microsoft.com/office/drawing/2014/main" id="{0519EBB0-F3B5-4643-85F5-E287AE045FC3}"/>
              </a:ext>
            </a:extLst>
          </p:cNvPr>
          <p:cNvSpPr/>
          <p:nvPr/>
        </p:nvSpPr>
        <p:spPr>
          <a:xfrm>
            <a:off x="1839604" y="529031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7" name="Ellipse 6">
            <a:extLst>
              <a:ext uri="{FF2B5EF4-FFF2-40B4-BE49-F238E27FC236}">
                <a16:creationId xmlns:a16="http://schemas.microsoft.com/office/drawing/2014/main" id="{C8201D78-B6D5-A1E0-A3EC-94725867D298}"/>
              </a:ext>
            </a:extLst>
          </p:cNvPr>
          <p:cNvSpPr/>
          <p:nvPr/>
        </p:nvSpPr>
        <p:spPr>
          <a:xfrm>
            <a:off x="2107069" y="2729866"/>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107070" y="2729694"/>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138681" y="2726315"/>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185266" y="2728129"/>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9" name="Titre 19">
            <a:extLst>
              <a:ext uri="{FF2B5EF4-FFF2-40B4-BE49-F238E27FC236}">
                <a16:creationId xmlns:a16="http://schemas.microsoft.com/office/drawing/2014/main" id="{99F6C8ED-FC1D-A1CA-9839-805AE101C3BB}"/>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21" name="Espace réservé du texte 20">
            <a:extLst>
              <a:ext uri="{FF2B5EF4-FFF2-40B4-BE49-F238E27FC236}">
                <a16:creationId xmlns:a16="http://schemas.microsoft.com/office/drawing/2014/main" id="{1FA6E059-F81E-2592-E7CE-E4C122B6F260}"/>
              </a:ext>
            </a:extLst>
          </p:cNvPr>
          <p:cNvSpPr>
            <a:spLocks noGrp="1"/>
          </p:cNvSpPr>
          <p:nvPr>
            <p:ph type="body" sz="quarter" idx="13" hasCustomPrompt="1"/>
          </p:nvPr>
        </p:nvSpPr>
        <p:spPr>
          <a:xfrm>
            <a:off x="2092097" y="4809759"/>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2" name="Espace réservé du texte 20">
            <a:extLst>
              <a:ext uri="{FF2B5EF4-FFF2-40B4-BE49-F238E27FC236}">
                <a16:creationId xmlns:a16="http://schemas.microsoft.com/office/drawing/2014/main" id="{8289B912-87AD-6B8B-2DB2-583330C116A0}"/>
              </a:ext>
            </a:extLst>
          </p:cNvPr>
          <p:cNvSpPr>
            <a:spLocks noGrp="1"/>
          </p:cNvSpPr>
          <p:nvPr>
            <p:ph type="body" sz="quarter" idx="14" hasCustomPrompt="1"/>
          </p:nvPr>
        </p:nvSpPr>
        <p:spPr>
          <a:xfrm>
            <a:off x="5138681" y="4806282"/>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3" name="Espace réservé du texte 20">
            <a:extLst>
              <a:ext uri="{FF2B5EF4-FFF2-40B4-BE49-F238E27FC236}">
                <a16:creationId xmlns:a16="http://schemas.microsoft.com/office/drawing/2014/main" id="{FB4AE013-5172-798A-C5C6-E4F7C6ACB581}"/>
              </a:ext>
            </a:extLst>
          </p:cNvPr>
          <p:cNvSpPr>
            <a:spLocks noGrp="1"/>
          </p:cNvSpPr>
          <p:nvPr>
            <p:ph type="body" sz="quarter" idx="15" hasCustomPrompt="1"/>
          </p:nvPr>
        </p:nvSpPr>
        <p:spPr>
          <a:xfrm>
            <a:off x="8185266" y="4806282"/>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2" name="Espace réservé du numéro de diapositive 1">
            <a:extLst>
              <a:ext uri="{FF2B5EF4-FFF2-40B4-BE49-F238E27FC236}">
                <a16:creationId xmlns:a16="http://schemas.microsoft.com/office/drawing/2014/main" id="{46E21584-8852-2B2D-28B9-A82DC6E1F1C4}"/>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968778382"/>
      </p:ext>
    </p:extLst>
  </p:cSld>
  <p:clrMapOvr>
    <a:masterClrMapping/>
  </p:clrMapOvr>
  <p:extLst>
    <p:ext uri="{DCECCB84-F9BA-43D5-87BE-67443E8EF086}">
      <p15:sldGuideLst xmlns:p15="http://schemas.microsoft.com/office/powerpoint/2012/main">
        <p15:guide id="1" orient="horz" pos="2160">
          <p15:clr>
            <a:srgbClr val="FBAE40"/>
          </p15:clr>
        </p15:guide>
        <p15:guide id="2" pos="1920">
          <p15:clr>
            <a:srgbClr val="FBAE40"/>
          </p15:clr>
        </p15:guide>
        <p15:guide id="3" pos="57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Dots - Gri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0" name="Titre 19">
            <a:extLst>
              <a:ext uri="{FF2B5EF4-FFF2-40B4-BE49-F238E27FC236}">
                <a16:creationId xmlns:a16="http://schemas.microsoft.com/office/drawing/2014/main" id="{32FB882C-37D7-B7E3-0E12-CA1DA4C6E0EE}"/>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47" name="Ellipse 46">
            <a:extLst>
              <a:ext uri="{FF2B5EF4-FFF2-40B4-BE49-F238E27FC236}">
                <a16:creationId xmlns:a16="http://schemas.microsoft.com/office/drawing/2014/main" id="{3F2A5677-23C8-04D9-C612-996C7F95F7FA}"/>
              </a:ext>
            </a:extLst>
          </p:cNvPr>
          <p:cNvSpPr/>
          <p:nvPr userDrawn="1"/>
        </p:nvSpPr>
        <p:spPr>
          <a:xfrm>
            <a:off x="7474652" y="1749317"/>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48" name="Espace réservé du texte 15">
            <a:extLst>
              <a:ext uri="{FF2B5EF4-FFF2-40B4-BE49-F238E27FC236}">
                <a16:creationId xmlns:a16="http://schemas.microsoft.com/office/drawing/2014/main" id="{0DBD8549-AE54-6BA4-D59F-342E2A021B28}"/>
              </a:ext>
            </a:extLst>
          </p:cNvPr>
          <p:cNvSpPr>
            <a:spLocks noGrp="1"/>
          </p:cNvSpPr>
          <p:nvPr>
            <p:ph type="body" sz="quarter" idx="13" hasCustomPrompt="1"/>
          </p:nvPr>
        </p:nvSpPr>
        <p:spPr>
          <a:xfrm>
            <a:off x="7475008" y="1754348"/>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0" name="Ellipse 49">
            <a:extLst>
              <a:ext uri="{FF2B5EF4-FFF2-40B4-BE49-F238E27FC236}">
                <a16:creationId xmlns:a16="http://schemas.microsoft.com/office/drawing/2014/main" id="{895A5FBB-48B4-AACE-8F42-931556303722}"/>
              </a:ext>
            </a:extLst>
          </p:cNvPr>
          <p:cNvSpPr/>
          <p:nvPr userDrawn="1"/>
        </p:nvSpPr>
        <p:spPr>
          <a:xfrm>
            <a:off x="3215919" y="4404714"/>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1" name="Espace réservé du texte 15">
            <a:extLst>
              <a:ext uri="{FF2B5EF4-FFF2-40B4-BE49-F238E27FC236}">
                <a16:creationId xmlns:a16="http://schemas.microsoft.com/office/drawing/2014/main" id="{0D9AC553-4152-4E72-04E3-44FF0DF77418}"/>
              </a:ext>
            </a:extLst>
          </p:cNvPr>
          <p:cNvSpPr>
            <a:spLocks noGrp="1"/>
          </p:cNvSpPr>
          <p:nvPr>
            <p:ph type="body" sz="quarter" idx="14" hasCustomPrompt="1"/>
          </p:nvPr>
        </p:nvSpPr>
        <p:spPr>
          <a:xfrm>
            <a:off x="3216275" y="4409745"/>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3" name="Ellipse 52">
            <a:extLst>
              <a:ext uri="{FF2B5EF4-FFF2-40B4-BE49-F238E27FC236}">
                <a16:creationId xmlns:a16="http://schemas.microsoft.com/office/drawing/2014/main" id="{76B4F12C-FAF7-8BA1-07BB-0E3A3303884D}"/>
              </a:ext>
            </a:extLst>
          </p:cNvPr>
          <p:cNvSpPr/>
          <p:nvPr userDrawn="1"/>
        </p:nvSpPr>
        <p:spPr>
          <a:xfrm>
            <a:off x="7474296" y="4399683"/>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4" name="Espace réservé du texte 15">
            <a:extLst>
              <a:ext uri="{FF2B5EF4-FFF2-40B4-BE49-F238E27FC236}">
                <a16:creationId xmlns:a16="http://schemas.microsoft.com/office/drawing/2014/main" id="{9FCDEB20-6580-09B9-B06F-6D4EEEAED88B}"/>
              </a:ext>
            </a:extLst>
          </p:cNvPr>
          <p:cNvSpPr>
            <a:spLocks noGrp="1"/>
          </p:cNvSpPr>
          <p:nvPr>
            <p:ph type="body" sz="quarter" idx="15" hasCustomPrompt="1"/>
          </p:nvPr>
        </p:nvSpPr>
        <p:spPr>
          <a:xfrm>
            <a:off x="7474652" y="4404714"/>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9" name="Ellipse 58">
            <a:extLst>
              <a:ext uri="{FF2B5EF4-FFF2-40B4-BE49-F238E27FC236}">
                <a16:creationId xmlns:a16="http://schemas.microsoft.com/office/drawing/2014/main" id="{AE14EF17-1EAF-AEB2-53A1-728C22AF92A0}"/>
              </a:ext>
            </a:extLst>
          </p:cNvPr>
          <p:cNvSpPr/>
          <p:nvPr userDrawn="1"/>
        </p:nvSpPr>
        <p:spPr>
          <a:xfrm>
            <a:off x="3215919" y="175832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60" name="Espace réservé du texte 15">
            <a:extLst>
              <a:ext uri="{FF2B5EF4-FFF2-40B4-BE49-F238E27FC236}">
                <a16:creationId xmlns:a16="http://schemas.microsoft.com/office/drawing/2014/main" id="{2A6C0D44-73BF-89F6-82E0-074BC7FD1469}"/>
              </a:ext>
            </a:extLst>
          </p:cNvPr>
          <p:cNvSpPr>
            <a:spLocks noGrp="1"/>
          </p:cNvSpPr>
          <p:nvPr>
            <p:ph type="body" sz="quarter" idx="12" hasCustomPrompt="1"/>
          </p:nvPr>
        </p:nvSpPr>
        <p:spPr>
          <a:xfrm>
            <a:off x="3216275" y="1763360"/>
            <a:ext cx="1500717" cy="1483783"/>
          </a:xfrm>
          <a:prstGeom prst="rect">
            <a:avLst/>
          </a:prstGeom>
        </p:spPr>
        <p:txBody>
          <a:bodyPr anchor="ctr">
            <a:normAutofit/>
          </a:bodyPr>
          <a:lstStyle>
            <a:lvl1pPr marL="0" indent="0" algn="ctr">
              <a:buNone/>
              <a:defRPr lang="en-US" sz="3600" b="1" dirty="0">
                <a:solidFill>
                  <a:schemeClr val="tx1"/>
                </a:solidFill>
                <a:latin typeface="+mn-lt"/>
              </a:defRPr>
            </a:lvl1pPr>
          </a:lstStyle>
          <a:p>
            <a:pPr lvl="0"/>
            <a:r>
              <a:rPr lang="fr-FR"/>
              <a:t>%%</a:t>
            </a:r>
            <a:br>
              <a:rPr lang="fr-FR"/>
            </a:br>
            <a:r>
              <a:rPr lang="fr-FR" err="1"/>
              <a:t>Text</a:t>
            </a:r>
            <a:endParaRPr lang="en-US"/>
          </a:p>
        </p:txBody>
      </p:sp>
      <p:sp>
        <p:nvSpPr>
          <p:cNvPr id="5" name="Espace réservé du texte 4">
            <a:extLst>
              <a:ext uri="{FF2B5EF4-FFF2-40B4-BE49-F238E27FC236}">
                <a16:creationId xmlns:a16="http://schemas.microsoft.com/office/drawing/2014/main" id="{72E111F2-2E6E-55C9-57EF-44F251B06AE8}"/>
              </a:ext>
            </a:extLst>
          </p:cNvPr>
          <p:cNvSpPr>
            <a:spLocks noGrp="1"/>
          </p:cNvSpPr>
          <p:nvPr>
            <p:ph type="body" sz="quarter" idx="16" hasCustomPrompt="1"/>
          </p:nvPr>
        </p:nvSpPr>
        <p:spPr>
          <a:xfrm>
            <a:off x="3216275" y="3255556"/>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6" name="Espace réservé du texte 4">
            <a:extLst>
              <a:ext uri="{FF2B5EF4-FFF2-40B4-BE49-F238E27FC236}">
                <a16:creationId xmlns:a16="http://schemas.microsoft.com/office/drawing/2014/main" id="{33931C82-6A01-E858-AD2C-50312772DDC8}"/>
              </a:ext>
            </a:extLst>
          </p:cNvPr>
          <p:cNvSpPr>
            <a:spLocks noGrp="1"/>
          </p:cNvSpPr>
          <p:nvPr>
            <p:ph type="body" sz="quarter" idx="17" hasCustomPrompt="1"/>
          </p:nvPr>
        </p:nvSpPr>
        <p:spPr>
          <a:xfrm>
            <a:off x="7474296" y="326090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8" name="Espace réservé du texte 4">
            <a:extLst>
              <a:ext uri="{FF2B5EF4-FFF2-40B4-BE49-F238E27FC236}">
                <a16:creationId xmlns:a16="http://schemas.microsoft.com/office/drawing/2014/main" id="{F6A02A84-6BB4-881F-06A0-E306E8D26F7A}"/>
              </a:ext>
            </a:extLst>
          </p:cNvPr>
          <p:cNvSpPr>
            <a:spLocks noGrp="1"/>
          </p:cNvSpPr>
          <p:nvPr>
            <p:ph type="body" sz="quarter" idx="18" hasCustomPrompt="1"/>
          </p:nvPr>
        </p:nvSpPr>
        <p:spPr>
          <a:xfrm>
            <a:off x="3216275" y="591957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10" name="Espace réservé du texte 4">
            <a:extLst>
              <a:ext uri="{FF2B5EF4-FFF2-40B4-BE49-F238E27FC236}">
                <a16:creationId xmlns:a16="http://schemas.microsoft.com/office/drawing/2014/main" id="{CC6674B2-50DE-9B29-95CE-53E41FE03D0F}"/>
              </a:ext>
            </a:extLst>
          </p:cNvPr>
          <p:cNvSpPr>
            <a:spLocks noGrp="1"/>
          </p:cNvSpPr>
          <p:nvPr>
            <p:ph type="body" sz="quarter" idx="19" hasCustomPrompt="1"/>
          </p:nvPr>
        </p:nvSpPr>
        <p:spPr>
          <a:xfrm>
            <a:off x="7474296" y="5919570"/>
            <a:ext cx="1500188" cy="369888"/>
          </a:xfrm>
          <a:prstGeom prst="rect">
            <a:avLst/>
          </a:prstGeom>
          <a:noFill/>
        </p:spPr>
        <p:txBody>
          <a:bodyPr/>
          <a:lstStyle>
            <a:lvl1pPr marL="0" indent="0" algn="ctr">
              <a:buNone/>
              <a:defRPr>
                <a:solidFill>
                  <a:schemeClr val="bg1"/>
                </a:solidFill>
                <a:latin typeface="+mn-lt"/>
              </a:defRPr>
            </a:lvl1pPr>
          </a:lstStyle>
          <a:p>
            <a:pPr lvl="0"/>
            <a:r>
              <a:rPr lang="fr-FR" err="1"/>
              <a:t>Text</a:t>
            </a:r>
            <a:endParaRPr lang="fr-FR"/>
          </a:p>
        </p:txBody>
      </p:sp>
      <p:sp>
        <p:nvSpPr>
          <p:cNvPr id="3" name="Freeform 18">
            <a:extLst>
              <a:ext uri="{FF2B5EF4-FFF2-40B4-BE49-F238E27FC236}">
                <a16:creationId xmlns:a16="http://schemas.microsoft.com/office/drawing/2014/main" id="{7FC5CB07-5D8D-8AE6-2785-4D893DE7C3DB}"/>
              </a:ext>
            </a:extLst>
          </p:cNvPr>
          <p:cNvSpPr/>
          <p:nvPr userDrawn="1"/>
        </p:nvSpPr>
        <p:spPr>
          <a:xfrm>
            <a:off x="2745652"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Freeform 18">
            <a:extLst>
              <a:ext uri="{FF2B5EF4-FFF2-40B4-BE49-F238E27FC236}">
                <a16:creationId xmlns:a16="http://schemas.microsoft.com/office/drawing/2014/main" id="{54352502-98B1-C9A0-EF87-CEB79C6A93A9}"/>
              </a:ext>
            </a:extLst>
          </p:cNvPr>
          <p:cNvSpPr/>
          <p:nvPr userDrawn="1"/>
        </p:nvSpPr>
        <p:spPr>
          <a:xfrm>
            <a:off x="7004030" y="366450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1" name="Freeform 18">
            <a:extLst>
              <a:ext uri="{FF2B5EF4-FFF2-40B4-BE49-F238E27FC236}">
                <a16:creationId xmlns:a16="http://schemas.microsoft.com/office/drawing/2014/main" id="{3B4FFD18-951A-5444-EBFC-98D2BDEB0536}"/>
              </a:ext>
            </a:extLst>
          </p:cNvPr>
          <p:cNvSpPr/>
          <p:nvPr userDrawn="1"/>
        </p:nvSpPr>
        <p:spPr>
          <a:xfrm>
            <a:off x="2745652" y="629568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2" name="Freeform 18">
            <a:extLst>
              <a:ext uri="{FF2B5EF4-FFF2-40B4-BE49-F238E27FC236}">
                <a16:creationId xmlns:a16="http://schemas.microsoft.com/office/drawing/2014/main" id="{E4620C08-74F9-5927-7A24-D0002C460A18}"/>
              </a:ext>
            </a:extLst>
          </p:cNvPr>
          <p:cNvSpPr/>
          <p:nvPr userDrawn="1"/>
        </p:nvSpPr>
        <p:spPr>
          <a:xfrm>
            <a:off x="7004030" y="6308708"/>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Espace réservé du numéro de diapositive 8">
            <a:extLst>
              <a:ext uri="{FF2B5EF4-FFF2-40B4-BE49-F238E27FC236}">
                <a16:creationId xmlns:a16="http://schemas.microsoft.com/office/drawing/2014/main" id="{6931372D-7354-87DB-81D8-86A46CD064EE}"/>
              </a:ext>
            </a:extLst>
          </p:cNvPr>
          <p:cNvSpPr>
            <a:spLocks noGrp="1"/>
          </p:cNvSpPr>
          <p:nvPr>
            <p:ph type="sldNum" sz="quarter" idx="2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42015210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Dots - Aligne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Titre 19">
            <a:extLst>
              <a:ext uri="{FF2B5EF4-FFF2-40B4-BE49-F238E27FC236}">
                <a16:creationId xmlns:a16="http://schemas.microsoft.com/office/drawing/2014/main" id="{04B83D0E-956C-22C0-A28A-82581C3EE337}"/>
              </a:ext>
            </a:extLst>
          </p:cNvPr>
          <p:cNvSpPr>
            <a:spLocks noGrp="1"/>
          </p:cNvSpPr>
          <p:nvPr userDrawn="1">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5" name="Freeform 18">
            <a:extLst>
              <a:ext uri="{FF2B5EF4-FFF2-40B4-BE49-F238E27FC236}">
                <a16:creationId xmlns:a16="http://schemas.microsoft.com/office/drawing/2014/main" id="{81F0F9DC-1ADA-024C-C14C-5B576E298EE0}"/>
              </a:ext>
            </a:extLst>
          </p:cNvPr>
          <p:cNvSpPr/>
          <p:nvPr userDrawn="1"/>
        </p:nvSpPr>
        <p:spPr>
          <a:xfrm>
            <a:off x="9207816"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6" name="Ellipse 5">
            <a:extLst>
              <a:ext uri="{FF2B5EF4-FFF2-40B4-BE49-F238E27FC236}">
                <a16:creationId xmlns:a16="http://schemas.microsoft.com/office/drawing/2014/main" id="{213DD8E7-32F8-7F05-8FC2-C97B19491B72}"/>
              </a:ext>
            </a:extLst>
          </p:cNvPr>
          <p:cNvSpPr/>
          <p:nvPr userDrawn="1"/>
        </p:nvSpPr>
        <p:spPr>
          <a:xfrm>
            <a:off x="9484236"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Freeform 18">
            <a:extLst>
              <a:ext uri="{FF2B5EF4-FFF2-40B4-BE49-F238E27FC236}">
                <a16:creationId xmlns:a16="http://schemas.microsoft.com/office/drawing/2014/main" id="{AE38B256-F1A8-D827-2201-ECD7F1D29EEA}"/>
              </a:ext>
            </a:extLst>
          </p:cNvPr>
          <p:cNvSpPr/>
          <p:nvPr userDrawn="1"/>
        </p:nvSpPr>
        <p:spPr>
          <a:xfrm>
            <a:off x="3453481"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8" name="Ellipse 7">
            <a:extLst>
              <a:ext uri="{FF2B5EF4-FFF2-40B4-BE49-F238E27FC236}">
                <a16:creationId xmlns:a16="http://schemas.microsoft.com/office/drawing/2014/main" id="{75C667B1-8B2C-77FC-5A03-20904EEDDA51}"/>
              </a:ext>
            </a:extLst>
          </p:cNvPr>
          <p:cNvSpPr/>
          <p:nvPr userDrawn="1"/>
        </p:nvSpPr>
        <p:spPr>
          <a:xfrm>
            <a:off x="3724625"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3" name="Freeform 18">
            <a:extLst>
              <a:ext uri="{FF2B5EF4-FFF2-40B4-BE49-F238E27FC236}">
                <a16:creationId xmlns:a16="http://schemas.microsoft.com/office/drawing/2014/main" id="{F5E06DBD-C476-4776-C80F-ACB9E3EFEC3D}"/>
              </a:ext>
            </a:extLst>
          </p:cNvPr>
          <p:cNvSpPr/>
          <p:nvPr userDrawn="1"/>
        </p:nvSpPr>
        <p:spPr>
          <a:xfrm>
            <a:off x="543464"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25" name="Ellipse 24">
            <a:extLst>
              <a:ext uri="{FF2B5EF4-FFF2-40B4-BE49-F238E27FC236}">
                <a16:creationId xmlns:a16="http://schemas.microsoft.com/office/drawing/2014/main" id="{174D855E-4058-1EAB-A2F6-5FD65D13563A}"/>
              </a:ext>
            </a:extLst>
          </p:cNvPr>
          <p:cNvSpPr/>
          <p:nvPr userDrawn="1"/>
        </p:nvSpPr>
        <p:spPr>
          <a:xfrm>
            <a:off x="823148"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9C1ADCD2-D821-7506-267E-B5265C5BEB67}"/>
              </a:ext>
            </a:extLst>
          </p:cNvPr>
          <p:cNvSpPr>
            <a:spLocks noGrp="1"/>
          </p:cNvSpPr>
          <p:nvPr>
            <p:ph type="body" sz="quarter" idx="11" hasCustomPrompt="1"/>
          </p:nvPr>
        </p:nvSpPr>
        <p:spPr>
          <a:xfrm>
            <a:off x="823149" y="2498688"/>
            <a:ext cx="1881860" cy="1860625"/>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7" name="Espace réservé du texte 15">
            <a:extLst>
              <a:ext uri="{FF2B5EF4-FFF2-40B4-BE49-F238E27FC236}">
                <a16:creationId xmlns:a16="http://schemas.microsoft.com/office/drawing/2014/main" id="{BC3C6B90-EA2B-C574-0559-4E47E261075C}"/>
              </a:ext>
            </a:extLst>
          </p:cNvPr>
          <p:cNvSpPr>
            <a:spLocks noGrp="1"/>
          </p:cNvSpPr>
          <p:nvPr>
            <p:ph type="body" sz="quarter" idx="12" hasCustomPrompt="1"/>
          </p:nvPr>
        </p:nvSpPr>
        <p:spPr>
          <a:xfrm>
            <a:off x="3709652" y="2495309"/>
            <a:ext cx="1896834" cy="1867382"/>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8" name="Espace réservé du texte 15">
            <a:extLst>
              <a:ext uri="{FF2B5EF4-FFF2-40B4-BE49-F238E27FC236}">
                <a16:creationId xmlns:a16="http://schemas.microsoft.com/office/drawing/2014/main" id="{B1BD82A8-C91D-9752-DCCC-ED488E6F4CA9}"/>
              </a:ext>
            </a:extLst>
          </p:cNvPr>
          <p:cNvSpPr>
            <a:spLocks noGrp="1"/>
          </p:cNvSpPr>
          <p:nvPr>
            <p:ph type="body" sz="quarter" idx="13" hasCustomPrompt="1"/>
          </p:nvPr>
        </p:nvSpPr>
        <p:spPr>
          <a:xfrm>
            <a:off x="9484236" y="2497123"/>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9" name="Espace réservé du texte 20">
            <a:extLst>
              <a:ext uri="{FF2B5EF4-FFF2-40B4-BE49-F238E27FC236}">
                <a16:creationId xmlns:a16="http://schemas.microsoft.com/office/drawing/2014/main" id="{67E46F77-656C-3528-FFCD-D0F7371618D8}"/>
              </a:ext>
            </a:extLst>
          </p:cNvPr>
          <p:cNvSpPr>
            <a:spLocks noGrp="1"/>
          </p:cNvSpPr>
          <p:nvPr>
            <p:ph type="body" sz="quarter" idx="14" hasCustomPrompt="1"/>
          </p:nvPr>
        </p:nvSpPr>
        <p:spPr>
          <a:xfrm>
            <a:off x="808176" y="4578753"/>
            <a:ext cx="1896833"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0" name="Espace réservé du texte 20">
            <a:extLst>
              <a:ext uri="{FF2B5EF4-FFF2-40B4-BE49-F238E27FC236}">
                <a16:creationId xmlns:a16="http://schemas.microsoft.com/office/drawing/2014/main" id="{15448B65-BBF2-8208-9A5E-4F27DCDCB42B}"/>
              </a:ext>
            </a:extLst>
          </p:cNvPr>
          <p:cNvSpPr>
            <a:spLocks noGrp="1"/>
          </p:cNvSpPr>
          <p:nvPr>
            <p:ph type="body" sz="quarter" idx="15" hasCustomPrompt="1"/>
          </p:nvPr>
        </p:nvSpPr>
        <p:spPr>
          <a:xfrm>
            <a:off x="3709652" y="4575276"/>
            <a:ext cx="1896834"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1" name="Espace réservé du texte 20">
            <a:extLst>
              <a:ext uri="{FF2B5EF4-FFF2-40B4-BE49-F238E27FC236}">
                <a16:creationId xmlns:a16="http://schemas.microsoft.com/office/drawing/2014/main" id="{9E25D523-1520-6856-60BC-5AB86BE5DFCC}"/>
              </a:ext>
            </a:extLst>
          </p:cNvPr>
          <p:cNvSpPr>
            <a:spLocks noGrp="1"/>
          </p:cNvSpPr>
          <p:nvPr>
            <p:ph type="body" sz="quarter" idx="16" hasCustomPrompt="1"/>
          </p:nvPr>
        </p:nvSpPr>
        <p:spPr>
          <a:xfrm>
            <a:off x="9484236" y="4575276"/>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2" name="Freeform 18">
            <a:extLst>
              <a:ext uri="{FF2B5EF4-FFF2-40B4-BE49-F238E27FC236}">
                <a16:creationId xmlns:a16="http://schemas.microsoft.com/office/drawing/2014/main" id="{035AF49B-27AF-9BAA-ABA4-A9B71E73EDD1}"/>
              </a:ext>
            </a:extLst>
          </p:cNvPr>
          <p:cNvSpPr/>
          <p:nvPr userDrawn="1"/>
        </p:nvSpPr>
        <p:spPr>
          <a:xfrm>
            <a:off x="6297800"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p>
        </p:txBody>
      </p:sp>
      <p:sp>
        <p:nvSpPr>
          <p:cNvPr id="33" name="Ellipse 32">
            <a:extLst>
              <a:ext uri="{FF2B5EF4-FFF2-40B4-BE49-F238E27FC236}">
                <a16:creationId xmlns:a16="http://schemas.microsoft.com/office/drawing/2014/main" id="{FE74F951-ABB1-0C2E-E973-553C5334F0D8}"/>
              </a:ext>
            </a:extLst>
          </p:cNvPr>
          <p:cNvSpPr/>
          <p:nvPr userDrawn="1"/>
        </p:nvSpPr>
        <p:spPr>
          <a:xfrm>
            <a:off x="6597732" y="2498860"/>
            <a:ext cx="1881861" cy="18602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4" name="Espace réservé du texte 15">
            <a:extLst>
              <a:ext uri="{FF2B5EF4-FFF2-40B4-BE49-F238E27FC236}">
                <a16:creationId xmlns:a16="http://schemas.microsoft.com/office/drawing/2014/main" id="{2E139C07-9A01-37FE-75C3-A33FA162ACB4}"/>
              </a:ext>
            </a:extLst>
          </p:cNvPr>
          <p:cNvSpPr>
            <a:spLocks noGrp="1"/>
          </p:cNvSpPr>
          <p:nvPr>
            <p:ph type="body" sz="quarter" idx="17" hasCustomPrompt="1"/>
          </p:nvPr>
        </p:nvSpPr>
        <p:spPr>
          <a:xfrm>
            <a:off x="6597732" y="2497123"/>
            <a:ext cx="1881861" cy="1863754"/>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5" name="Espace réservé du texte 20">
            <a:extLst>
              <a:ext uri="{FF2B5EF4-FFF2-40B4-BE49-F238E27FC236}">
                <a16:creationId xmlns:a16="http://schemas.microsoft.com/office/drawing/2014/main" id="{C01F287F-6D9C-C16A-1C79-0B6812090868}"/>
              </a:ext>
            </a:extLst>
          </p:cNvPr>
          <p:cNvSpPr>
            <a:spLocks noGrp="1"/>
          </p:cNvSpPr>
          <p:nvPr>
            <p:ph type="body" sz="quarter" idx="18" hasCustomPrompt="1"/>
          </p:nvPr>
        </p:nvSpPr>
        <p:spPr>
          <a:xfrm>
            <a:off x="6597732" y="4575276"/>
            <a:ext cx="1881861" cy="480483"/>
          </a:xfrm>
          <a:prstGeom prst="rect">
            <a:avLst/>
          </a:prstGeom>
        </p:spPr>
        <p:txBody>
          <a:bodyPr/>
          <a:lstStyle>
            <a:lvl1pPr marL="0" indent="0" algn="ctr">
              <a:buNone/>
              <a:defRPr>
                <a:solidFill>
                  <a:schemeClr val="bg1"/>
                </a:solidFill>
                <a:latin typeface="Trebuchet MS" panose="020B0603020202020204" pitchFamily="34" charset="0"/>
              </a:defRPr>
            </a:lvl1pPr>
          </a:lstStyle>
          <a:p>
            <a:pPr lvl="0"/>
            <a:r>
              <a:rPr lang="fr-FR" err="1"/>
              <a:t>Text</a:t>
            </a:r>
            <a:endParaRPr lang="en-US"/>
          </a:p>
        </p:txBody>
      </p:sp>
      <p:sp>
        <p:nvSpPr>
          <p:cNvPr id="3" name="Espace réservé du numéro de diapositive 2">
            <a:extLst>
              <a:ext uri="{FF2B5EF4-FFF2-40B4-BE49-F238E27FC236}">
                <a16:creationId xmlns:a16="http://schemas.microsoft.com/office/drawing/2014/main" id="{7B60E07B-A379-7A53-D876-FAC8EADDE90F}"/>
              </a:ext>
            </a:extLst>
          </p:cNvPr>
          <p:cNvSpPr>
            <a:spLocks noGrp="1"/>
          </p:cNvSpPr>
          <p:nvPr>
            <p:ph type="sldNum" sz="quarter" idx="19"/>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768697828"/>
      </p:ext>
    </p:extLst>
  </p:cSld>
  <p:clrMapOvr>
    <a:masterClrMapping/>
  </p:clrMapOvr>
  <p:extLst>
    <p:ext uri="{DCECCB84-F9BA-43D5-87BE-67443E8EF086}">
      <p15:sldGuideLst xmlns:p15="http://schemas.microsoft.com/office/powerpoint/2012/main">
        <p15:guide id="1" pos="2933">
          <p15:clr>
            <a:srgbClr val="FBAE40"/>
          </p15:clr>
        </p15:guide>
        <p15:guide id="2" pos="1118">
          <p15:clr>
            <a:srgbClr val="FBAE40"/>
          </p15:clr>
        </p15:guide>
        <p15:guide id="3" pos="4747">
          <p15:clr>
            <a:srgbClr val="FBAE40"/>
          </p15:clr>
        </p15:guide>
        <p15:guide id="4" pos="656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Dots - Grid - Conten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4764F5E5-D708-7F1D-0FEC-B3F3F32A64D6}"/>
              </a:ext>
            </a:extLst>
          </p:cNvPr>
          <p:cNvSpPr/>
          <p:nvPr userDrawn="1"/>
        </p:nvSpPr>
        <p:spPr>
          <a:xfrm>
            <a:off x="1165604" y="210416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9" name="Espace réservé du texte 20">
            <a:extLst>
              <a:ext uri="{FF2B5EF4-FFF2-40B4-BE49-F238E27FC236}">
                <a16:creationId xmlns:a16="http://schemas.microsoft.com/office/drawing/2014/main" id="{D5B86BF4-ADB9-7502-D9F6-51F48FA3B6C7}"/>
              </a:ext>
            </a:extLst>
          </p:cNvPr>
          <p:cNvSpPr>
            <a:spLocks noGrp="1"/>
          </p:cNvSpPr>
          <p:nvPr>
            <p:ph type="body" sz="quarter" idx="11" hasCustomPrompt="1"/>
          </p:nvPr>
        </p:nvSpPr>
        <p:spPr>
          <a:xfrm>
            <a:off x="1165603" y="2104161"/>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11" name="Titre 19">
            <a:extLst>
              <a:ext uri="{FF2B5EF4-FFF2-40B4-BE49-F238E27FC236}">
                <a16:creationId xmlns:a16="http://schemas.microsoft.com/office/drawing/2014/main" id="{52C0F32A-0815-12B0-E9DC-9093D43BD961}"/>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mj-lt"/>
              </a:defRPr>
            </a:lvl1pPr>
          </a:lstStyle>
          <a:p>
            <a:r>
              <a:rPr lang="fr-FR"/>
              <a:t>Modifiez le style du titre</a:t>
            </a:r>
            <a:endParaRPr lang="en-US"/>
          </a:p>
        </p:txBody>
      </p:sp>
      <p:sp>
        <p:nvSpPr>
          <p:cNvPr id="40" name="Espace réservé du texte 30">
            <a:extLst>
              <a:ext uri="{FF2B5EF4-FFF2-40B4-BE49-F238E27FC236}">
                <a16:creationId xmlns:a16="http://schemas.microsoft.com/office/drawing/2014/main" id="{6B4E1953-4DDD-83CD-C718-6B55125E3F7E}"/>
              </a:ext>
            </a:extLst>
          </p:cNvPr>
          <p:cNvSpPr>
            <a:spLocks noGrp="1"/>
          </p:cNvSpPr>
          <p:nvPr>
            <p:ph type="body" sz="quarter" idx="27" hasCustomPrompt="1"/>
          </p:nvPr>
        </p:nvSpPr>
        <p:spPr>
          <a:xfrm>
            <a:off x="2781300" y="2104161"/>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 name="Freeform 18">
            <a:extLst>
              <a:ext uri="{FF2B5EF4-FFF2-40B4-BE49-F238E27FC236}">
                <a16:creationId xmlns:a16="http://schemas.microsoft.com/office/drawing/2014/main" id="{2492FE42-DBE6-0B5B-B5FD-F33AF33DCFFD}"/>
              </a:ext>
            </a:extLst>
          </p:cNvPr>
          <p:cNvSpPr/>
          <p:nvPr userDrawn="1"/>
        </p:nvSpPr>
        <p:spPr>
          <a:xfrm>
            <a:off x="75183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5" name="Espace réservé du numéro de diapositive 4">
            <a:extLst>
              <a:ext uri="{FF2B5EF4-FFF2-40B4-BE49-F238E27FC236}">
                <a16:creationId xmlns:a16="http://schemas.microsoft.com/office/drawing/2014/main" id="{86260666-1753-EEEE-F7BB-BF93A65832A5}"/>
              </a:ext>
            </a:extLst>
          </p:cNvPr>
          <p:cNvSpPr>
            <a:spLocks noGrp="1"/>
          </p:cNvSpPr>
          <p:nvPr>
            <p:ph type="sldNum" sz="quarter" idx="30"/>
          </p:nvPr>
        </p:nvSpPr>
        <p:spPr/>
        <p:txBody>
          <a:bodyPr/>
          <a:lstStyle>
            <a:lvl1pPr>
              <a:defRPr>
                <a:latin typeface="+mn-lt"/>
              </a:defRPr>
            </a:lvl1pPr>
          </a:lstStyle>
          <a:p>
            <a:fld id="{0C34F99C-3C47-4582-9518-8D365E9692AE}" type="slidenum">
              <a:rPr lang="en-US" smtClean="0"/>
              <a:pPr/>
              <a:t>‹#›</a:t>
            </a:fld>
            <a:endParaRPr lang="en-US"/>
          </a:p>
        </p:txBody>
      </p:sp>
      <p:sp>
        <p:nvSpPr>
          <p:cNvPr id="4" name="Espace réservé du texte 3">
            <a:extLst>
              <a:ext uri="{FF2B5EF4-FFF2-40B4-BE49-F238E27FC236}">
                <a16:creationId xmlns:a16="http://schemas.microsoft.com/office/drawing/2014/main" id="{2DD50E37-FC7A-0991-5E95-9680D4B0427F}"/>
              </a:ext>
            </a:extLst>
          </p:cNvPr>
          <p:cNvSpPr>
            <a:spLocks noGrp="1"/>
          </p:cNvSpPr>
          <p:nvPr>
            <p:ph type="body" sz="quarter" idx="31"/>
          </p:nvPr>
        </p:nvSpPr>
        <p:spPr>
          <a:xfrm>
            <a:off x="278130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6" name="Ellipse 5">
            <a:extLst>
              <a:ext uri="{FF2B5EF4-FFF2-40B4-BE49-F238E27FC236}">
                <a16:creationId xmlns:a16="http://schemas.microsoft.com/office/drawing/2014/main" id="{9E5120CA-B2B3-17B2-6B14-E4392DD24976}"/>
              </a:ext>
            </a:extLst>
          </p:cNvPr>
          <p:cNvSpPr/>
          <p:nvPr userDrawn="1"/>
        </p:nvSpPr>
        <p:spPr>
          <a:xfrm>
            <a:off x="1165604" y="4350885"/>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14" name="Espace réservé du texte 20">
            <a:extLst>
              <a:ext uri="{FF2B5EF4-FFF2-40B4-BE49-F238E27FC236}">
                <a16:creationId xmlns:a16="http://schemas.microsoft.com/office/drawing/2014/main" id="{F95D78D2-1A00-F95A-D2F9-4C1D68D785F2}"/>
              </a:ext>
            </a:extLst>
          </p:cNvPr>
          <p:cNvSpPr>
            <a:spLocks noGrp="1"/>
          </p:cNvSpPr>
          <p:nvPr>
            <p:ph type="body" sz="quarter" idx="32" hasCustomPrompt="1"/>
          </p:nvPr>
        </p:nvSpPr>
        <p:spPr>
          <a:xfrm>
            <a:off x="1165603" y="4350884"/>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15" name="Espace réservé du texte 30">
            <a:extLst>
              <a:ext uri="{FF2B5EF4-FFF2-40B4-BE49-F238E27FC236}">
                <a16:creationId xmlns:a16="http://schemas.microsoft.com/office/drawing/2014/main" id="{524EA599-0593-6E78-686E-F50EF6018909}"/>
              </a:ext>
            </a:extLst>
          </p:cNvPr>
          <p:cNvSpPr>
            <a:spLocks noGrp="1"/>
          </p:cNvSpPr>
          <p:nvPr>
            <p:ph type="body" sz="quarter" idx="33" hasCustomPrompt="1"/>
          </p:nvPr>
        </p:nvSpPr>
        <p:spPr>
          <a:xfrm>
            <a:off x="2781300" y="4350884"/>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17" name="Freeform 18">
            <a:extLst>
              <a:ext uri="{FF2B5EF4-FFF2-40B4-BE49-F238E27FC236}">
                <a16:creationId xmlns:a16="http://schemas.microsoft.com/office/drawing/2014/main" id="{1DDB7AB7-E4F2-9DBE-FD2C-666C99B67531}"/>
              </a:ext>
            </a:extLst>
          </p:cNvPr>
          <p:cNvSpPr/>
          <p:nvPr userDrawn="1"/>
        </p:nvSpPr>
        <p:spPr>
          <a:xfrm>
            <a:off x="75183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2" name="Espace réservé du texte 3">
            <a:extLst>
              <a:ext uri="{FF2B5EF4-FFF2-40B4-BE49-F238E27FC236}">
                <a16:creationId xmlns:a16="http://schemas.microsoft.com/office/drawing/2014/main" id="{730F7F2A-1CD7-B819-43C7-67365F0C1B96}"/>
              </a:ext>
            </a:extLst>
          </p:cNvPr>
          <p:cNvSpPr>
            <a:spLocks noGrp="1"/>
          </p:cNvSpPr>
          <p:nvPr>
            <p:ph type="body" sz="quarter" idx="34"/>
          </p:nvPr>
        </p:nvSpPr>
        <p:spPr>
          <a:xfrm>
            <a:off x="278130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4" name="Ellipse 23">
            <a:extLst>
              <a:ext uri="{FF2B5EF4-FFF2-40B4-BE49-F238E27FC236}">
                <a16:creationId xmlns:a16="http://schemas.microsoft.com/office/drawing/2014/main" id="{6DEDCB7D-FBB7-D668-DF83-B30CC0CAEE50}"/>
              </a:ext>
            </a:extLst>
          </p:cNvPr>
          <p:cNvSpPr/>
          <p:nvPr userDrawn="1"/>
        </p:nvSpPr>
        <p:spPr>
          <a:xfrm>
            <a:off x="6213854" y="210416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25" name="Espace réservé du texte 20">
            <a:extLst>
              <a:ext uri="{FF2B5EF4-FFF2-40B4-BE49-F238E27FC236}">
                <a16:creationId xmlns:a16="http://schemas.microsoft.com/office/drawing/2014/main" id="{FEBD313F-7D70-6D22-03C5-662B30062D98}"/>
              </a:ext>
            </a:extLst>
          </p:cNvPr>
          <p:cNvSpPr>
            <a:spLocks noGrp="1"/>
          </p:cNvSpPr>
          <p:nvPr>
            <p:ph type="body" sz="quarter" idx="35" hasCustomPrompt="1"/>
          </p:nvPr>
        </p:nvSpPr>
        <p:spPr>
          <a:xfrm>
            <a:off x="6213853" y="2104161"/>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26" name="Espace réservé du texte 30">
            <a:extLst>
              <a:ext uri="{FF2B5EF4-FFF2-40B4-BE49-F238E27FC236}">
                <a16:creationId xmlns:a16="http://schemas.microsoft.com/office/drawing/2014/main" id="{BEEB7A8A-06D5-8BAB-1B1A-ECDA5938D862}"/>
              </a:ext>
            </a:extLst>
          </p:cNvPr>
          <p:cNvSpPr>
            <a:spLocks noGrp="1"/>
          </p:cNvSpPr>
          <p:nvPr>
            <p:ph type="body" sz="quarter" idx="36" hasCustomPrompt="1"/>
          </p:nvPr>
        </p:nvSpPr>
        <p:spPr>
          <a:xfrm>
            <a:off x="7829550" y="2104161"/>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27" name="Freeform 18">
            <a:extLst>
              <a:ext uri="{FF2B5EF4-FFF2-40B4-BE49-F238E27FC236}">
                <a16:creationId xmlns:a16="http://schemas.microsoft.com/office/drawing/2014/main" id="{68332110-2911-AD30-D396-75230F41468B}"/>
              </a:ext>
            </a:extLst>
          </p:cNvPr>
          <p:cNvSpPr/>
          <p:nvPr userDrawn="1"/>
        </p:nvSpPr>
        <p:spPr>
          <a:xfrm>
            <a:off x="580008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8" name="Espace réservé du texte 3">
            <a:extLst>
              <a:ext uri="{FF2B5EF4-FFF2-40B4-BE49-F238E27FC236}">
                <a16:creationId xmlns:a16="http://schemas.microsoft.com/office/drawing/2014/main" id="{131B6128-8A0A-2F74-D9D8-06159D00AA11}"/>
              </a:ext>
            </a:extLst>
          </p:cNvPr>
          <p:cNvSpPr>
            <a:spLocks noGrp="1"/>
          </p:cNvSpPr>
          <p:nvPr>
            <p:ph type="body" sz="quarter" idx="37"/>
          </p:nvPr>
        </p:nvSpPr>
        <p:spPr>
          <a:xfrm>
            <a:off x="782955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9" name="Ellipse 28">
            <a:extLst>
              <a:ext uri="{FF2B5EF4-FFF2-40B4-BE49-F238E27FC236}">
                <a16:creationId xmlns:a16="http://schemas.microsoft.com/office/drawing/2014/main" id="{550178BB-6D12-E680-AC4D-763A9F1E1B5D}"/>
              </a:ext>
            </a:extLst>
          </p:cNvPr>
          <p:cNvSpPr/>
          <p:nvPr userDrawn="1"/>
        </p:nvSpPr>
        <p:spPr>
          <a:xfrm>
            <a:off x="6213854" y="4350885"/>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30" name="Espace réservé du texte 20">
            <a:extLst>
              <a:ext uri="{FF2B5EF4-FFF2-40B4-BE49-F238E27FC236}">
                <a16:creationId xmlns:a16="http://schemas.microsoft.com/office/drawing/2014/main" id="{F129E339-BDA1-8977-0CC2-FD7C2F581677}"/>
              </a:ext>
            </a:extLst>
          </p:cNvPr>
          <p:cNvSpPr>
            <a:spLocks noGrp="1"/>
          </p:cNvSpPr>
          <p:nvPr>
            <p:ph type="body" sz="quarter" idx="38" hasCustomPrompt="1"/>
          </p:nvPr>
        </p:nvSpPr>
        <p:spPr>
          <a:xfrm>
            <a:off x="6213853" y="4350884"/>
            <a:ext cx="1501073" cy="1483859"/>
          </a:xfrm>
        </p:spPr>
        <p:txBody>
          <a:bodyPr anchor="ctr" anchorCtr="0">
            <a:noAutofit/>
          </a:bodyPr>
          <a:lstStyle>
            <a:lvl1pPr marL="0" indent="0" algn="ctr">
              <a:buNone/>
              <a:defRPr sz="3600" b="1">
                <a:solidFill>
                  <a:schemeClr val="tx1"/>
                </a:solidFill>
                <a:latin typeface="+mn-lt"/>
              </a:defRPr>
            </a:lvl1pPr>
          </a:lstStyle>
          <a:p>
            <a:pPr lvl="0"/>
            <a:r>
              <a:rPr lang="fr-FR"/>
              <a:t>xx%</a:t>
            </a:r>
          </a:p>
        </p:txBody>
      </p:sp>
      <p:sp>
        <p:nvSpPr>
          <p:cNvPr id="31" name="Espace réservé du texte 30">
            <a:extLst>
              <a:ext uri="{FF2B5EF4-FFF2-40B4-BE49-F238E27FC236}">
                <a16:creationId xmlns:a16="http://schemas.microsoft.com/office/drawing/2014/main" id="{E8373FC3-0F6B-8179-71C0-C71DDED10C7E}"/>
              </a:ext>
            </a:extLst>
          </p:cNvPr>
          <p:cNvSpPr>
            <a:spLocks noGrp="1"/>
          </p:cNvSpPr>
          <p:nvPr>
            <p:ph type="body" sz="quarter" idx="39" hasCustomPrompt="1"/>
          </p:nvPr>
        </p:nvSpPr>
        <p:spPr>
          <a:xfrm>
            <a:off x="7829550" y="4350884"/>
            <a:ext cx="3171825" cy="762864"/>
          </a:xfrm>
        </p:spPr>
        <p:txBody>
          <a:bodyPr anchor="b">
            <a:noAutofit/>
          </a:bodyPr>
          <a:lstStyle>
            <a:lvl1pPr marL="0" indent="0">
              <a:buNone/>
              <a:defRPr sz="1800" b="1">
                <a:solidFill>
                  <a:schemeClr val="bg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2" name="Freeform 18">
            <a:extLst>
              <a:ext uri="{FF2B5EF4-FFF2-40B4-BE49-F238E27FC236}">
                <a16:creationId xmlns:a16="http://schemas.microsoft.com/office/drawing/2014/main" id="{90E3961E-918F-24AD-B79D-2A12F8453885}"/>
              </a:ext>
            </a:extLst>
          </p:cNvPr>
          <p:cNvSpPr/>
          <p:nvPr userDrawn="1"/>
        </p:nvSpPr>
        <p:spPr>
          <a:xfrm>
            <a:off x="580008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space réservé du texte 3">
            <a:extLst>
              <a:ext uri="{FF2B5EF4-FFF2-40B4-BE49-F238E27FC236}">
                <a16:creationId xmlns:a16="http://schemas.microsoft.com/office/drawing/2014/main" id="{40D1339B-7443-FD20-E04D-8A4E6437F54D}"/>
              </a:ext>
            </a:extLst>
          </p:cNvPr>
          <p:cNvSpPr>
            <a:spLocks noGrp="1"/>
          </p:cNvSpPr>
          <p:nvPr>
            <p:ph type="body" sz="quarter" idx="40"/>
          </p:nvPr>
        </p:nvSpPr>
        <p:spPr>
          <a:xfrm>
            <a:off x="782955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Tree>
    <p:extLst>
      <p:ext uri="{BB962C8B-B14F-4D97-AF65-F5344CB8AC3E}">
        <p14:creationId xmlns:p14="http://schemas.microsoft.com/office/powerpoint/2010/main" val="3077368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5" name="Ellipse 24">
            <a:extLst>
              <a:ext uri="{FF2B5EF4-FFF2-40B4-BE49-F238E27FC236}">
                <a16:creationId xmlns:a16="http://schemas.microsoft.com/office/drawing/2014/main" id="{BD700238-72C0-72EF-BA58-70EE69F67483}"/>
              </a:ext>
            </a:extLst>
          </p:cNvPr>
          <p:cNvSpPr/>
          <p:nvPr userDrawn="1"/>
        </p:nvSpPr>
        <p:spPr>
          <a:xfrm>
            <a:off x="5363914" y="292622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3525BA0F-B5BD-5771-8B08-9253DB19473D}"/>
              </a:ext>
            </a:extLst>
          </p:cNvPr>
          <p:cNvSpPr>
            <a:spLocks noGrp="1"/>
          </p:cNvSpPr>
          <p:nvPr>
            <p:ph type="body" sz="quarter" idx="20" hasCustomPrompt="1"/>
          </p:nvPr>
        </p:nvSpPr>
        <p:spPr>
          <a:xfrm>
            <a:off x="5330198" y="2926228"/>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7" name="Espace réservé du texte 20">
            <a:extLst>
              <a:ext uri="{FF2B5EF4-FFF2-40B4-BE49-F238E27FC236}">
                <a16:creationId xmlns:a16="http://schemas.microsoft.com/office/drawing/2014/main" id="{E070233D-0729-F9C0-A708-E848DEF1B390}"/>
              </a:ext>
            </a:extLst>
          </p:cNvPr>
          <p:cNvSpPr>
            <a:spLocks noGrp="1"/>
          </p:cNvSpPr>
          <p:nvPr>
            <p:ph type="body" sz="quarter" idx="21" hasCustomPrompt="1"/>
          </p:nvPr>
        </p:nvSpPr>
        <p:spPr>
          <a:xfrm>
            <a:off x="5298112" y="4580504"/>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36" name="Ellipse 35">
            <a:extLst>
              <a:ext uri="{FF2B5EF4-FFF2-40B4-BE49-F238E27FC236}">
                <a16:creationId xmlns:a16="http://schemas.microsoft.com/office/drawing/2014/main" id="{45637C94-E70D-3CA1-D2A6-AE69E056B63A}"/>
              </a:ext>
            </a:extLst>
          </p:cNvPr>
          <p:cNvSpPr/>
          <p:nvPr userDrawn="1"/>
        </p:nvSpPr>
        <p:spPr>
          <a:xfrm>
            <a:off x="7536000" y="2926152"/>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7" name="Espace réservé du texte 15">
            <a:extLst>
              <a:ext uri="{FF2B5EF4-FFF2-40B4-BE49-F238E27FC236}">
                <a16:creationId xmlns:a16="http://schemas.microsoft.com/office/drawing/2014/main" id="{D872870A-D869-5376-A96B-162006E16A07}"/>
              </a:ext>
            </a:extLst>
          </p:cNvPr>
          <p:cNvSpPr>
            <a:spLocks noGrp="1"/>
          </p:cNvSpPr>
          <p:nvPr>
            <p:ph type="body" sz="quarter" idx="22" hasCustomPrompt="1"/>
          </p:nvPr>
        </p:nvSpPr>
        <p:spPr>
          <a:xfrm>
            <a:off x="7502284" y="2926151"/>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8" name="Espace réservé du texte 20">
            <a:extLst>
              <a:ext uri="{FF2B5EF4-FFF2-40B4-BE49-F238E27FC236}">
                <a16:creationId xmlns:a16="http://schemas.microsoft.com/office/drawing/2014/main" id="{3F126371-9A1A-333B-558E-0783ADDFA6A1}"/>
              </a:ext>
            </a:extLst>
          </p:cNvPr>
          <p:cNvSpPr>
            <a:spLocks noGrp="1"/>
          </p:cNvSpPr>
          <p:nvPr>
            <p:ph type="body" sz="quarter" idx="23" hasCustomPrompt="1"/>
          </p:nvPr>
        </p:nvSpPr>
        <p:spPr>
          <a:xfrm>
            <a:off x="7470198" y="4580427"/>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40" name="Ellipse 39">
            <a:extLst>
              <a:ext uri="{FF2B5EF4-FFF2-40B4-BE49-F238E27FC236}">
                <a16:creationId xmlns:a16="http://schemas.microsoft.com/office/drawing/2014/main" id="{A309E439-8F54-2C58-83AF-B22363C8CCB7}"/>
              </a:ext>
            </a:extLst>
          </p:cNvPr>
          <p:cNvSpPr/>
          <p:nvPr userDrawn="1"/>
        </p:nvSpPr>
        <p:spPr>
          <a:xfrm>
            <a:off x="9704900" y="292615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1" name="Espace réservé du texte 15">
            <a:extLst>
              <a:ext uri="{FF2B5EF4-FFF2-40B4-BE49-F238E27FC236}">
                <a16:creationId xmlns:a16="http://schemas.microsoft.com/office/drawing/2014/main" id="{C4E9A436-6FF0-00FF-302F-5AF25E86C0F5}"/>
              </a:ext>
            </a:extLst>
          </p:cNvPr>
          <p:cNvSpPr>
            <a:spLocks noGrp="1"/>
          </p:cNvSpPr>
          <p:nvPr>
            <p:ph type="body" sz="quarter" idx="24" hasCustomPrompt="1"/>
          </p:nvPr>
        </p:nvSpPr>
        <p:spPr>
          <a:xfrm>
            <a:off x="9671184" y="2926150"/>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42" name="Espace réservé du texte 20">
            <a:extLst>
              <a:ext uri="{FF2B5EF4-FFF2-40B4-BE49-F238E27FC236}">
                <a16:creationId xmlns:a16="http://schemas.microsoft.com/office/drawing/2014/main" id="{88753453-C11E-E8F1-508E-4DAFCFFA3813}"/>
              </a:ext>
            </a:extLst>
          </p:cNvPr>
          <p:cNvSpPr>
            <a:spLocks noGrp="1"/>
          </p:cNvSpPr>
          <p:nvPr>
            <p:ph type="body" sz="quarter" idx="25" hasCustomPrompt="1"/>
          </p:nvPr>
        </p:nvSpPr>
        <p:spPr>
          <a:xfrm>
            <a:off x="9639098" y="4580426"/>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44" name="Ellipse 43">
            <a:extLst>
              <a:ext uri="{FF2B5EF4-FFF2-40B4-BE49-F238E27FC236}">
                <a16:creationId xmlns:a16="http://schemas.microsoft.com/office/drawing/2014/main" id="{5D231679-1152-02CD-4BC4-F0C668D1189B}"/>
              </a:ext>
            </a:extLst>
          </p:cNvPr>
          <p:cNvSpPr/>
          <p:nvPr userDrawn="1"/>
        </p:nvSpPr>
        <p:spPr>
          <a:xfrm>
            <a:off x="3172781" y="2926073"/>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5" name="Espace réservé du texte 15">
            <a:extLst>
              <a:ext uri="{FF2B5EF4-FFF2-40B4-BE49-F238E27FC236}">
                <a16:creationId xmlns:a16="http://schemas.microsoft.com/office/drawing/2014/main" id="{8E95EFAE-54B7-EAF3-FCB9-EC28C0F29FFB}"/>
              </a:ext>
            </a:extLst>
          </p:cNvPr>
          <p:cNvSpPr>
            <a:spLocks noGrp="1"/>
          </p:cNvSpPr>
          <p:nvPr>
            <p:ph type="body" sz="quarter" idx="26" hasCustomPrompt="1"/>
          </p:nvPr>
        </p:nvSpPr>
        <p:spPr>
          <a:xfrm>
            <a:off x="3139065" y="2926072"/>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46" name="Espace réservé du texte 20">
            <a:extLst>
              <a:ext uri="{FF2B5EF4-FFF2-40B4-BE49-F238E27FC236}">
                <a16:creationId xmlns:a16="http://schemas.microsoft.com/office/drawing/2014/main" id="{61B53C46-4CE3-9C1E-677D-5F530F4C45F7}"/>
              </a:ext>
            </a:extLst>
          </p:cNvPr>
          <p:cNvSpPr>
            <a:spLocks noGrp="1"/>
          </p:cNvSpPr>
          <p:nvPr>
            <p:ph type="body" sz="quarter" idx="27" hasCustomPrompt="1"/>
          </p:nvPr>
        </p:nvSpPr>
        <p:spPr>
          <a:xfrm>
            <a:off x="3106979" y="4580348"/>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48" name="Ellipse 47">
            <a:extLst>
              <a:ext uri="{FF2B5EF4-FFF2-40B4-BE49-F238E27FC236}">
                <a16:creationId xmlns:a16="http://schemas.microsoft.com/office/drawing/2014/main" id="{661B3605-3F79-7353-7C47-BCEE1AC9228E}"/>
              </a:ext>
            </a:extLst>
          </p:cNvPr>
          <p:cNvSpPr/>
          <p:nvPr userDrawn="1"/>
        </p:nvSpPr>
        <p:spPr>
          <a:xfrm>
            <a:off x="1014406" y="2926074"/>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9" name="Espace réservé du texte 15">
            <a:extLst>
              <a:ext uri="{FF2B5EF4-FFF2-40B4-BE49-F238E27FC236}">
                <a16:creationId xmlns:a16="http://schemas.microsoft.com/office/drawing/2014/main" id="{32CA4ADE-8391-C5B4-EC29-BCFC3DD44850}"/>
              </a:ext>
            </a:extLst>
          </p:cNvPr>
          <p:cNvSpPr>
            <a:spLocks noGrp="1"/>
          </p:cNvSpPr>
          <p:nvPr>
            <p:ph type="body" sz="quarter" idx="28" hasCustomPrompt="1"/>
          </p:nvPr>
        </p:nvSpPr>
        <p:spPr>
          <a:xfrm>
            <a:off x="980690" y="2926073"/>
            <a:ext cx="1531603"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50" name="Espace réservé du texte 20">
            <a:extLst>
              <a:ext uri="{FF2B5EF4-FFF2-40B4-BE49-F238E27FC236}">
                <a16:creationId xmlns:a16="http://schemas.microsoft.com/office/drawing/2014/main" id="{81903DF9-1FF8-AC81-F18E-3B6EA701C3AA}"/>
              </a:ext>
            </a:extLst>
          </p:cNvPr>
          <p:cNvSpPr>
            <a:spLocks noGrp="1"/>
          </p:cNvSpPr>
          <p:nvPr>
            <p:ph type="body" sz="quarter" idx="29" hasCustomPrompt="1"/>
          </p:nvPr>
        </p:nvSpPr>
        <p:spPr>
          <a:xfrm>
            <a:off x="948604" y="4580349"/>
            <a:ext cx="1626659" cy="480483"/>
          </a:xfrm>
          <a:prstGeom prst="rect">
            <a:avLst/>
          </a:prstGeom>
        </p:spPr>
        <p:txBody>
          <a:bodyPr/>
          <a:lstStyle>
            <a:lvl1pPr marL="0" indent="0" algn="ctr">
              <a:buNone/>
              <a:defRPr>
                <a:solidFill>
                  <a:schemeClr val="bg1"/>
                </a:solidFill>
                <a:latin typeface="+mn-lt"/>
              </a:defRPr>
            </a:lvl1pPr>
          </a:lstStyle>
          <a:p>
            <a:pPr lvl="0"/>
            <a:r>
              <a:rPr lang="fr-FR" err="1"/>
              <a:t>Text</a:t>
            </a:r>
            <a:endParaRPr lang="en-US"/>
          </a:p>
        </p:txBody>
      </p:sp>
      <p:sp>
        <p:nvSpPr>
          <p:cNvPr id="3" name="Titre 19">
            <a:extLst>
              <a:ext uri="{FF2B5EF4-FFF2-40B4-BE49-F238E27FC236}">
                <a16:creationId xmlns:a16="http://schemas.microsoft.com/office/drawing/2014/main" id="{A3FF87D3-EC7C-D5F0-3924-B7D6FDACD500}"/>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5" name="Freeform 18">
            <a:extLst>
              <a:ext uri="{FF2B5EF4-FFF2-40B4-BE49-F238E27FC236}">
                <a16:creationId xmlns:a16="http://schemas.microsoft.com/office/drawing/2014/main" id="{F93FDAFE-5BAD-AECB-A232-007703E59644}"/>
              </a:ext>
            </a:extLst>
          </p:cNvPr>
          <p:cNvSpPr/>
          <p:nvPr userDrawn="1"/>
        </p:nvSpPr>
        <p:spPr>
          <a:xfrm>
            <a:off x="556053"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Freeform 18">
            <a:extLst>
              <a:ext uri="{FF2B5EF4-FFF2-40B4-BE49-F238E27FC236}">
                <a16:creationId xmlns:a16="http://schemas.microsoft.com/office/drawing/2014/main" id="{18A05958-26A1-E556-FD58-5FE574697A32}"/>
              </a:ext>
            </a:extLst>
          </p:cNvPr>
          <p:cNvSpPr/>
          <p:nvPr userDrawn="1"/>
        </p:nvSpPr>
        <p:spPr>
          <a:xfrm>
            <a:off x="2715053"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Freeform 18">
            <a:extLst>
              <a:ext uri="{FF2B5EF4-FFF2-40B4-BE49-F238E27FC236}">
                <a16:creationId xmlns:a16="http://schemas.microsoft.com/office/drawing/2014/main" id="{2EA59147-A2B3-5CD5-0DC9-D9193A0C873F}"/>
              </a:ext>
            </a:extLst>
          </p:cNvPr>
          <p:cNvSpPr/>
          <p:nvPr userDrawn="1"/>
        </p:nvSpPr>
        <p:spPr>
          <a:xfrm>
            <a:off x="4877227"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Freeform 18">
            <a:extLst>
              <a:ext uri="{FF2B5EF4-FFF2-40B4-BE49-F238E27FC236}">
                <a16:creationId xmlns:a16="http://schemas.microsoft.com/office/drawing/2014/main" id="{FE9C09B4-C370-DC8B-A850-5D9FD5022E5A}"/>
              </a:ext>
            </a:extLst>
          </p:cNvPr>
          <p:cNvSpPr/>
          <p:nvPr userDrawn="1"/>
        </p:nvSpPr>
        <p:spPr>
          <a:xfrm>
            <a:off x="7036227"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Freeform 18">
            <a:extLst>
              <a:ext uri="{FF2B5EF4-FFF2-40B4-BE49-F238E27FC236}">
                <a16:creationId xmlns:a16="http://schemas.microsoft.com/office/drawing/2014/main" id="{28298216-88D3-85E5-4395-C1D0A5A707AD}"/>
              </a:ext>
            </a:extLst>
          </p:cNvPr>
          <p:cNvSpPr/>
          <p:nvPr userDrawn="1"/>
        </p:nvSpPr>
        <p:spPr>
          <a:xfrm>
            <a:off x="9209998" y="506082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 name="Espace réservé du numéro de diapositive 1">
            <a:extLst>
              <a:ext uri="{FF2B5EF4-FFF2-40B4-BE49-F238E27FC236}">
                <a16:creationId xmlns:a16="http://schemas.microsoft.com/office/drawing/2014/main" id="{AE1342AE-4FE7-5D34-3968-4B0D3E7559AF}"/>
              </a:ext>
            </a:extLst>
          </p:cNvPr>
          <p:cNvSpPr>
            <a:spLocks noGrp="1"/>
          </p:cNvSpPr>
          <p:nvPr>
            <p:ph type="sldNum" sz="quarter" idx="3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553762670"/>
      </p:ext>
    </p:extLst>
  </p:cSld>
  <p:clrMapOvr>
    <a:masterClrMapping/>
  </p:clrMapOvr>
  <p:extLst>
    <p:ext uri="{DCECCB84-F9BA-43D5-87BE-67443E8EF086}">
      <p15:sldGuideLst xmlns:p15="http://schemas.microsoft.com/office/powerpoint/2012/main">
        <p15:guide id="1" orient="horz" pos="2160">
          <p15:clr>
            <a:srgbClr val="FBAE40"/>
          </p15:clr>
        </p15:guide>
        <p15:guide id="2" pos="1119">
          <p15:clr>
            <a:srgbClr val="F26B43"/>
          </p15:clr>
        </p15:guide>
        <p15:guide id="3" pos="2479">
          <p15:clr>
            <a:srgbClr val="F26B43"/>
          </p15:clr>
        </p15:guide>
        <p15:guide id="4" pos="5201">
          <p15:clr>
            <a:srgbClr val="F26B43"/>
          </p15:clr>
        </p15:guide>
        <p15:guide id="5" pos="6561">
          <p15:clr>
            <a:srgbClr val="F26B43"/>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6 Dots">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13" name="Ellipse 12">
            <a:extLst>
              <a:ext uri="{FF2B5EF4-FFF2-40B4-BE49-F238E27FC236}">
                <a16:creationId xmlns:a16="http://schemas.microsoft.com/office/drawing/2014/main" id="{7E5790C1-BFF4-512C-7BCC-36285D348726}"/>
              </a:ext>
            </a:extLst>
          </p:cNvPr>
          <p:cNvSpPr/>
          <p:nvPr/>
        </p:nvSpPr>
        <p:spPr>
          <a:xfrm>
            <a:off x="8378670"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0" name="Ellipse 9">
            <a:extLst>
              <a:ext uri="{FF2B5EF4-FFF2-40B4-BE49-F238E27FC236}">
                <a16:creationId xmlns:a16="http://schemas.microsoft.com/office/drawing/2014/main" id="{FABCA34A-9E9A-CFA7-10CB-AB6CED1DCB7A}"/>
              </a:ext>
            </a:extLst>
          </p:cNvPr>
          <p:cNvSpPr/>
          <p:nvPr/>
        </p:nvSpPr>
        <p:spPr>
          <a:xfrm>
            <a:off x="5346624"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Ellipse 6">
            <a:extLst>
              <a:ext uri="{FF2B5EF4-FFF2-40B4-BE49-F238E27FC236}">
                <a16:creationId xmlns:a16="http://schemas.microsoft.com/office/drawing/2014/main" id="{C8201D78-B6D5-A1E0-A3EC-94725867D298}"/>
              </a:ext>
            </a:extLst>
          </p:cNvPr>
          <p:cNvSpPr/>
          <p:nvPr/>
        </p:nvSpPr>
        <p:spPr>
          <a:xfrm>
            <a:off x="2309428" y="4149001"/>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309708" y="4149001"/>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344227" y="4152629"/>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375840" y="4149000"/>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3" name="Ellipse 2">
            <a:extLst>
              <a:ext uri="{FF2B5EF4-FFF2-40B4-BE49-F238E27FC236}">
                <a16:creationId xmlns:a16="http://schemas.microsoft.com/office/drawing/2014/main" id="{489F5A88-8A31-5CA8-84A3-76A697768453}"/>
              </a:ext>
            </a:extLst>
          </p:cNvPr>
          <p:cNvSpPr/>
          <p:nvPr userDrawn="1"/>
        </p:nvSpPr>
        <p:spPr>
          <a:xfrm>
            <a:off x="8377510"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5" name="Ellipse 4">
            <a:extLst>
              <a:ext uri="{FF2B5EF4-FFF2-40B4-BE49-F238E27FC236}">
                <a16:creationId xmlns:a16="http://schemas.microsoft.com/office/drawing/2014/main" id="{20AC22A4-3221-6F8D-A556-D4FAD5DC4220}"/>
              </a:ext>
            </a:extLst>
          </p:cNvPr>
          <p:cNvSpPr/>
          <p:nvPr userDrawn="1"/>
        </p:nvSpPr>
        <p:spPr>
          <a:xfrm>
            <a:off x="5345464"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1" name="Ellipse 10">
            <a:extLst>
              <a:ext uri="{FF2B5EF4-FFF2-40B4-BE49-F238E27FC236}">
                <a16:creationId xmlns:a16="http://schemas.microsoft.com/office/drawing/2014/main" id="{88C3192E-5585-56E0-A5FD-275C141DFACE}"/>
              </a:ext>
            </a:extLst>
          </p:cNvPr>
          <p:cNvSpPr/>
          <p:nvPr userDrawn="1"/>
        </p:nvSpPr>
        <p:spPr>
          <a:xfrm>
            <a:off x="2308268" y="2149699"/>
            <a:ext cx="1501073" cy="148385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Espace réservé du texte 15">
            <a:extLst>
              <a:ext uri="{FF2B5EF4-FFF2-40B4-BE49-F238E27FC236}">
                <a16:creationId xmlns:a16="http://schemas.microsoft.com/office/drawing/2014/main" id="{29260FDC-2CA9-2B22-5C12-D909C36FB7B5}"/>
              </a:ext>
            </a:extLst>
          </p:cNvPr>
          <p:cNvSpPr>
            <a:spLocks noGrp="1"/>
          </p:cNvSpPr>
          <p:nvPr>
            <p:ph type="body" sz="quarter" idx="13" hasCustomPrompt="1"/>
          </p:nvPr>
        </p:nvSpPr>
        <p:spPr>
          <a:xfrm>
            <a:off x="2308547" y="2149699"/>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5" name="Espace réservé du texte 15">
            <a:extLst>
              <a:ext uri="{FF2B5EF4-FFF2-40B4-BE49-F238E27FC236}">
                <a16:creationId xmlns:a16="http://schemas.microsoft.com/office/drawing/2014/main" id="{67DD07DE-D993-3C5A-5A4A-1CC855E2AD9E}"/>
              </a:ext>
            </a:extLst>
          </p:cNvPr>
          <p:cNvSpPr>
            <a:spLocks noGrp="1"/>
          </p:cNvSpPr>
          <p:nvPr>
            <p:ph type="body" sz="quarter" idx="14" hasCustomPrompt="1"/>
          </p:nvPr>
        </p:nvSpPr>
        <p:spPr>
          <a:xfrm>
            <a:off x="5343067" y="2153327"/>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19" name="Espace réservé du texte 15">
            <a:extLst>
              <a:ext uri="{FF2B5EF4-FFF2-40B4-BE49-F238E27FC236}">
                <a16:creationId xmlns:a16="http://schemas.microsoft.com/office/drawing/2014/main" id="{832D890B-661E-2EDC-4B9E-80B638234BBE}"/>
              </a:ext>
            </a:extLst>
          </p:cNvPr>
          <p:cNvSpPr>
            <a:spLocks noGrp="1"/>
          </p:cNvSpPr>
          <p:nvPr>
            <p:ph type="body" sz="quarter" idx="15" hasCustomPrompt="1"/>
          </p:nvPr>
        </p:nvSpPr>
        <p:spPr>
          <a:xfrm>
            <a:off x="8374680" y="2149698"/>
            <a:ext cx="1500717" cy="1483783"/>
          </a:xfrm>
          <a:prstGeom prst="rect">
            <a:avLst/>
          </a:prstGeom>
        </p:spPr>
        <p:txBody>
          <a:bodyPr anchor="ctr">
            <a:normAutofit/>
          </a:bodyPr>
          <a:lstStyle>
            <a:lvl1pPr marL="0" indent="0" algn="ctr">
              <a:buNone/>
              <a:defRPr sz="3600" b="1">
                <a:solidFill>
                  <a:schemeClr val="tx1"/>
                </a:solidFill>
                <a:latin typeface="+mn-lt"/>
              </a:defRPr>
            </a:lvl1pPr>
          </a:lstStyle>
          <a:p>
            <a:pPr lvl="0"/>
            <a:r>
              <a:rPr lang="fr-FR"/>
              <a:t>%%</a:t>
            </a:r>
            <a:br>
              <a:rPr lang="fr-FR"/>
            </a:br>
            <a:r>
              <a:rPr lang="fr-FR" err="1"/>
              <a:t>Text</a:t>
            </a:r>
            <a:endParaRPr lang="en-US"/>
          </a:p>
        </p:txBody>
      </p:sp>
      <p:sp>
        <p:nvSpPr>
          <p:cNvPr id="21" name="Titre 19">
            <a:extLst>
              <a:ext uri="{FF2B5EF4-FFF2-40B4-BE49-F238E27FC236}">
                <a16:creationId xmlns:a16="http://schemas.microsoft.com/office/drawing/2014/main" id="{DB712FA0-4E27-20A9-87B0-35A0456570FF}"/>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Trebuchet MS" panose="020B0603020202020204" pitchFamily="34" charset="0"/>
              </a:defRPr>
            </a:lvl1pPr>
          </a:lstStyle>
          <a:p>
            <a:r>
              <a:rPr lang="fr-FR"/>
              <a:t>Modifiez le style du titre</a:t>
            </a:r>
            <a:endParaRPr lang="en-US"/>
          </a:p>
        </p:txBody>
      </p:sp>
      <p:sp>
        <p:nvSpPr>
          <p:cNvPr id="22" name="Freeform 18">
            <a:extLst>
              <a:ext uri="{FF2B5EF4-FFF2-40B4-BE49-F238E27FC236}">
                <a16:creationId xmlns:a16="http://schemas.microsoft.com/office/drawing/2014/main" id="{3A06D9FB-E0BD-0635-0AD7-722427207614}"/>
              </a:ext>
            </a:extLst>
          </p:cNvPr>
          <p:cNvSpPr/>
          <p:nvPr userDrawn="1"/>
        </p:nvSpPr>
        <p:spPr>
          <a:xfrm>
            <a:off x="1839999"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3" name="Freeform 18">
            <a:extLst>
              <a:ext uri="{FF2B5EF4-FFF2-40B4-BE49-F238E27FC236}">
                <a16:creationId xmlns:a16="http://schemas.microsoft.com/office/drawing/2014/main" id="{9E95D0D3-A884-9A36-DD8E-E0D6E146B5D0}"/>
              </a:ext>
            </a:extLst>
          </p:cNvPr>
          <p:cNvSpPr/>
          <p:nvPr userDrawn="1"/>
        </p:nvSpPr>
        <p:spPr>
          <a:xfrm>
            <a:off x="4875640"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4" name="Freeform 18">
            <a:extLst>
              <a:ext uri="{FF2B5EF4-FFF2-40B4-BE49-F238E27FC236}">
                <a16:creationId xmlns:a16="http://schemas.microsoft.com/office/drawing/2014/main" id="{B82E30A3-8783-F2E4-06D0-BC8111C3B789}"/>
              </a:ext>
            </a:extLst>
          </p:cNvPr>
          <p:cNvSpPr/>
          <p:nvPr userDrawn="1"/>
        </p:nvSpPr>
        <p:spPr>
          <a:xfrm>
            <a:off x="7911281"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Freeform 18">
            <a:extLst>
              <a:ext uri="{FF2B5EF4-FFF2-40B4-BE49-F238E27FC236}">
                <a16:creationId xmlns:a16="http://schemas.microsoft.com/office/drawing/2014/main" id="{DD9B34A7-11E5-0BDB-E56A-CA9A1E8F5FA0}"/>
              </a:ext>
            </a:extLst>
          </p:cNvPr>
          <p:cNvSpPr/>
          <p:nvPr userDrawn="1"/>
        </p:nvSpPr>
        <p:spPr>
          <a:xfrm>
            <a:off x="1839999"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6" name="Freeform 18">
            <a:extLst>
              <a:ext uri="{FF2B5EF4-FFF2-40B4-BE49-F238E27FC236}">
                <a16:creationId xmlns:a16="http://schemas.microsoft.com/office/drawing/2014/main" id="{1CD0E023-3965-BFC7-E7ED-72207BD78ABF}"/>
              </a:ext>
            </a:extLst>
          </p:cNvPr>
          <p:cNvSpPr/>
          <p:nvPr userDrawn="1"/>
        </p:nvSpPr>
        <p:spPr>
          <a:xfrm>
            <a:off x="4875640"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7" name="Freeform 18">
            <a:extLst>
              <a:ext uri="{FF2B5EF4-FFF2-40B4-BE49-F238E27FC236}">
                <a16:creationId xmlns:a16="http://schemas.microsoft.com/office/drawing/2014/main" id="{BA690096-2829-3C2B-D8BA-F3895082E1CB}"/>
              </a:ext>
            </a:extLst>
          </p:cNvPr>
          <p:cNvSpPr/>
          <p:nvPr userDrawn="1"/>
        </p:nvSpPr>
        <p:spPr>
          <a:xfrm>
            <a:off x="7911281"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Espace réservé du numéro de diapositive 3">
            <a:extLst>
              <a:ext uri="{FF2B5EF4-FFF2-40B4-BE49-F238E27FC236}">
                <a16:creationId xmlns:a16="http://schemas.microsoft.com/office/drawing/2014/main" id="{6705C13F-C021-767C-1766-D9438EC0AF5D}"/>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28461408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ircle right + conten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Délai 1">
            <a:extLst>
              <a:ext uri="{FF2B5EF4-FFF2-40B4-BE49-F238E27FC236}">
                <a16:creationId xmlns:a16="http://schemas.microsoft.com/office/drawing/2014/main" id="{D957BCDB-01BB-C14F-E347-2541F0990FC9}"/>
              </a:ext>
            </a:extLst>
          </p:cNvPr>
          <p:cNvSpPr/>
          <p:nvPr userDrawn="1"/>
        </p:nvSpPr>
        <p:spPr>
          <a:xfrm rot="10800000">
            <a:off x="6636000" y="0"/>
            <a:ext cx="5556000" cy="6858000"/>
          </a:xfrm>
          <a:prstGeom prst="flowChartDelay">
            <a:avLst/>
          </a:prstGeom>
          <a:solidFill>
            <a:schemeClr val="bg1"/>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5880100" cy="3060700"/>
          </a:xfrm>
          <a:prstGeom prst="rect">
            <a:avLst/>
          </a:prstGeom>
        </p:spPr>
        <p:txBody>
          <a:bodyPr anchor="b"/>
          <a:lstStyle>
            <a:lvl1pPr algn="l">
              <a:defRPr sz="4400" b="1">
                <a:solidFill>
                  <a:schemeClr val="bg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5880100" cy="3154608"/>
          </a:xfrm>
          <a:prstGeom prst="rect">
            <a:avLst/>
          </a:prstGeom>
        </p:spPr>
        <p:txBody>
          <a:bodyPr/>
          <a:lstStyle>
            <a:lvl1pPr marL="0" indent="0" algn="l">
              <a:buNone/>
              <a:defRPr sz="240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7839143" y="478631"/>
            <a:ext cx="4160837" cy="5900737"/>
          </a:xfrm>
        </p:spPr>
        <p:txBody>
          <a:bodyPr anchor="ct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4E7D9CAD-F323-B665-7F40-33140BBCCB2C}"/>
              </a:ext>
            </a:extLst>
          </p:cNvPr>
          <p:cNvSpPr>
            <a:spLocks noGrp="1"/>
          </p:cNvSpPr>
          <p:nvPr>
            <p:ph type="sldNum" sz="quarter" idx="12"/>
          </p:nvPr>
        </p:nvSpPr>
        <p:spPr/>
        <p:txBody>
          <a:bodyPr/>
          <a:lstStyle/>
          <a:p>
            <a:fld id="{0C34F99C-3C47-4582-9518-8D365E9692AE}" type="slidenum">
              <a:rPr lang="en-US" smtClean="0"/>
              <a:pPr/>
              <a:t>‹#›</a:t>
            </a:fld>
            <a:endParaRPr lang="en-US"/>
          </a:p>
        </p:txBody>
      </p:sp>
      <p:pic>
        <p:nvPicPr>
          <p:cNvPr id="3" name="Image 2">
            <a:extLst>
              <a:ext uri="{FF2B5EF4-FFF2-40B4-BE49-F238E27FC236}">
                <a16:creationId xmlns:a16="http://schemas.microsoft.com/office/drawing/2014/main" id="{21B864D8-4D79-E952-D921-BD49E0CE458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42000"/>
            <a:ext cx="991873" cy="216000"/>
          </a:xfrm>
          <a:prstGeom prst="rect">
            <a:avLst/>
          </a:prstGeom>
        </p:spPr>
      </p:pic>
    </p:spTree>
    <p:extLst>
      <p:ext uri="{BB962C8B-B14F-4D97-AF65-F5344CB8AC3E}">
        <p14:creationId xmlns:p14="http://schemas.microsoft.com/office/powerpoint/2010/main" val="1612449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ircle left + conten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Délai 1">
            <a:extLst>
              <a:ext uri="{FF2B5EF4-FFF2-40B4-BE49-F238E27FC236}">
                <a16:creationId xmlns:a16="http://schemas.microsoft.com/office/drawing/2014/main" id="{D957BCDB-01BB-C14F-E347-2541F0990FC9}"/>
              </a:ext>
            </a:extLst>
          </p:cNvPr>
          <p:cNvSpPr/>
          <p:nvPr userDrawn="1"/>
        </p:nvSpPr>
        <p:spPr>
          <a:xfrm>
            <a:off x="0" y="0"/>
            <a:ext cx="5556000" cy="6858000"/>
          </a:xfrm>
          <a:prstGeom prst="flowChartDelay">
            <a:avLst/>
          </a:prstGeom>
          <a:solidFill>
            <a:schemeClr val="bg1"/>
          </a:soli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4933616" cy="3060700"/>
          </a:xfrm>
          <a:prstGeom prst="rect">
            <a:avLst/>
          </a:prstGeom>
        </p:spPr>
        <p:txBody>
          <a:bodyPr anchor="b"/>
          <a:lstStyle>
            <a:lvl1pPr algn="l">
              <a:defRPr sz="4400" b="1">
                <a:solidFill>
                  <a:schemeClr val="tx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4933616" cy="3154608"/>
          </a:xfrm>
          <a:prstGeom prst="rect">
            <a:avLst/>
          </a:prstGeom>
        </p:spPr>
        <p:txBody>
          <a:bodyPr/>
          <a:lstStyle>
            <a:lvl1pPr marL="0" indent="0" algn="l">
              <a:buNone/>
              <a:defRPr sz="2400">
                <a:solidFill>
                  <a:schemeClr val="tx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6096001" y="478631"/>
            <a:ext cx="5903980" cy="5900737"/>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016AFA35-226C-CAB4-DEA5-91F4F57B0949}"/>
              </a:ext>
            </a:extLst>
          </p:cNvPr>
          <p:cNvSpPr>
            <a:spLocks noGrp="1"/>
          </p:cNvSpPr>
          <p:nvPr>
            <p:ph type="sldNum" sz="quarter" idx="12"/>
          </p:nvPr>
        </p:nvSpPr>
        <p:spPr/>
        <p:txBody>
          <a:bodyPr/>
          <a:lstStyle>
            <a:lvl1pPr>
              <a:defRPr>
                <a:solidFill>
                  <a:schemeClr val="tx1"/>
                </a:solidFill>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37443203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rrow Top to Down">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Organigramme : Connecteur page suivante 1">
            <a:extLst>
              <a:ext uri="{FF2B5EF4-FFF2-40B4-BE49-F238E27FC236}">
                <a16:creationId xmlns:a16="http://schemas.microsoft.com/office/drawing/2014/main" id="{ADF68587-F9C6-7F9E-6FF3-F77B5214FD1B}"/>
              </a:ext>
            </a:extLst>
          </p:cNvPr>
          <p:cNvSpPr/>
          <p:nvPr userDrawn="1"/>
        </p:nvSpPr>
        <p:spPr>
          <a:xfrm>
            <a:off x="1907157" y="-1"/>
            <a:ext cx="8377686" cy="6003985"/>
          </a:xfrm>
          <a:prstGeom prst="flowChartOffpageConnector">
            <a:avLst/>
          </a:prstGeom>
          <a:solidFill>
            <a:schemeClr val="bg1"/>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84671"/>
            <a:ext cx="7116762" cy="707367"/>
          </a:xfrm>
          <a:prstGeom prst="rect">
            <a:avLst/>
          </a:prstGeom>
        </p:spPr>
        <p:txBody>
          <a:bodyPr/>
          <a:lstStyle>
            <a:lvl1pPr algn="ctr">
              <a:defRPr sz="4000">
                <a:solidFill>
                  <a:schemeClr val="accent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1095375"/>
            <a:ext cx="7115175" cy="3683000"/>
          </a:xfrm>
          <a:prstGeom prst="rect">
            <a:avLst/>
          </a:prstGeom>
        </p:spPr>
        <p:txBody>
          <a:bodyPr anchor="ctr"/>
          <a:lstStyle>
            <a:lvl1pPr marL="0" indent="0" algn="ctr">
              <a:buNone/>
              <a:defRPr sz="2400">
                <a:solidFill>
                  <a:schemeClr val="tx1"/>
                </a:solidFill>
                <a:latin typeface="Trebuchet MS" panose="020B0603020202020204" pitchFamily="34" charset="0"/>
              </a:defRPr>
            </a:lvl1pPr>
          </a:lstStyle>
          <a:p>
            <a:pPr lvl="0"/>
            <a:r>
              <a:rPr lang="fr-FR"/>
              <a:t>Cliquez pour modifier les styles du texte du masque</a:t>
            </a:r>
          </a:p>
        </p:txBody>
      </p:sp>
      <p:sp>
        <p:nvSpPr>
          <p:cNvPr id="4" name="Espace réservé du numéro de diapositive 3">
            <a:extLst>
              <a:ext uri="{FF2B5EF4-FFF2-40B4-BE49-F238E27FC236}">
                <a16:creationId xmlns:a16="http://schemas.microsoft.com/office/drawing/2014/main" id="{134D21F2-A2B0-2046-BDCD-DC144E8F14AC}"/>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3054018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rrow Left to Right">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grpSp>
        <p:nvGrpSpPr>
          <p:cNvPr id="4" name="Groupe 3">
            <a:extLst>
              <a:ext uri="{FF2B5EF4-FFF2-40B4-BE49-F238E27FC236}">
                <a16:creationId xmlns:a16="http://schemas.microsoft.com/office/drawing/2014/main" id="{435A3EEA-798B-B365-FA9F-5147D10FD315}"/>
              </a:ext>
            </a:extLst>
          </p:cNvPr>
          <p:cNvGrpSpPr/>
          <p:nvPr userDrawn="1"/>
        </p:nvGrpSpPr>
        <p:grpSpPr>
          <a:xfrm>
            <a:off x="0" y="1911349"/>
            <a:ext cx="11480800" cy="3035300"/>
            <a:chOff x="0" y="1911349"/>
            <a:chExt cx="10071100" cy="3035300"/>
          </a:xfrm>
          <a:effectLst>
            <a:outerShdw blurRad="50800" dist="38100" dir="2700000" algn="tl" rotWithShape="0">
              <a:prstClr val="black">
                <a:alpha val="40000"/>
              </a:prstClr>
            </a:outerShdw>
          </a:effectLst>
        </p:grpSpPr>
        <p:sp>
          <p:nvSpPr>
            <p:cNvPr id="5" name="Rectangle 4">
              <a:extLst>
                <a:ext uri="{FF2B5EF4-FFF2-40B4-BE49-F238E27FC236}">
                  <a16:creationId xmlns:a16="http://schemas.microsoft.com/office/drawing/2014/main" id="{27F4E0F9-60A4-5B2B-1B83-B825E3241B75}"/>
                </a:ext>
              </a:extLst>
            </p:cNvPr>
            <p:cNvSpPr/>
            <p:nvPr userDrawn="1"/>
          </p:nvSpPr>
          <p:spPr>
            <a:xfrm>
              <a:off x="0" y="1911349"/>
              <a:ext cx="9232900" cy="3035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6" name="Organigramme : Fusion 5">
              <a:extLst>
                <a:ext uri="{FF2B5EF4-FFF2-40B4-BE49-F238E27FC236}">
                  <a16:creationId xmlns:a16="http://schemas.microsoft.com/office/drawing/2014/main" id="{987952E4-11C6-6F3D-59C6-0D64A1D7AA4B}"/>
                </a:ext>
              </a:extLst>
            </p:cNvPr>
            <p:cNvSpPr/>
            <p:nvPr userDrawn="1"/>
          </p:nvSpPr>
          <p:spPr>
            <a:xfrm rot="16200000">
              <a:off x="8134350" y="3009899"/>
              <a:ext cx="3035300" cy="838200"/>
            </a:xfrm>
            <a:prstGeom prst="flowChartMerg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gr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269001"/>
            <a:ext cx="7116762" cy="707367"/>
          </a:xfrm>
          <a:prstGeom prst="rect">
            <a:avLst/>
          </a:prstGeom>
        </p:spPr>
        <p:txBody>
          <a:bodyPr/>
          <a:lstStyle>
            <a:lvl1pPr algn="ctr">
              <a:defRPr sz="4000">
                <a:solidFill>
                  <a:schemeClr val="accent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3429000"/>
            <a:ext cx="7115175" cy="1349374"/>
          </a:xfrm>
          <a:prstGeom prst="rect">
            <a:avLst/>
          </a:prstGeom>
        </p:spPr>
        <p:txBody>
          <a:bodyPr anchor="ctr"/>
          <a:lstStyle>
            <a:lvl1pPr marL="0" indent="0" algn="ctr">
              <a:buNone/>
              <a:defRPr sz="2400">
                <a:solidFill>
                  <a:schemeClr val="tx1"/>
                </a:solidFill>
                <a:latin typeface="Trebuchet MS" panose="020B0603020202020204" pitchFamily="34" charset="0"/>
              </a:defRPr>
            </a:lvl1pPr>
          </a:lstStyle>
          <a:p>
            <a:pPr lvl="0"/>
            <a:r>
              <a:rPr lang="fr-FR"/>
              <a:t>Cliquez pour modifier les styles du texte du masque</a:t>
            </a:r>
          </a:p>
        </p:txBody>
      </p:sp>
      <p:sp>
        <p:nvSpPr>
          <p:cNvPr id="3" name="Espace réservé du numéro de diapositive 2">
            <a:extLst>
              <a:ext uri="{FF2B5EF4-FFF2-40B4-BE49-F238E27FC236}">
                <a16:creationId xmlns:a16="http://schemas.microsoft.com/office/drawing/2014/main" id="{31721A8C-A37D-8EBF-3268-144A3CEA1DDA}"/>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4515564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Fre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5550CC-C9F7-00C2-6455-8632C60635D7}"/>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4" name="Espace réservé du numéro de diapositive 3">
            <a:extLst>
              <a:ext uri="{FF2B5EF4-FFF2-40B4-BE49-F238E27FC236}">
                <a16:creationId xmlns:a16="http://schemas.microsoft.com/office/drawing/2014/main" id="{803ED131-62BA-5CCD-01DD-0F666D515027}"/>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193041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D430D49D-4E70-EBFA-2900-921C4B943893}"/>
              </a:ext>
            </a:extLst>
          </p:cNvPr>
          <p:cNvSpPr/>
          <p:nvPr userDrawn="1"/>
        </p:nvSpPr>
        <p:spPr>
          <a:xfrm>
            <a:off x="0" y="0"/>
            <a:ext cx="12192000" cy="3509963"/>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Titre 1">
            <a:extLst>
              <a:ext uri="{FF2B5EF4-FFF2-40B4-BE49-F238E27FC236}">
                <a16:creationId xmlns:a16="http://schemas.microsoft.com/office/drawing/2014/main" id="{67679203-4C70-F69C-1181-945FBE411524}"/>
              </a:ext>
            </a:extLst>
          </p:cNvPr>
          <p:cNvSpPr>
            <a:spLocks noGrp="1"/>
          </p:cNvSpPr>
          <p:nvPr>
            <p:ph type="ctrTitle"/>
          </p:nvPr>
        </p:nvSpPr>
        <p:spPr>
          <a:xfrm>
            <a:off x="1524000" y="456289"/>
            <a:ext cx="9144000" cy="1532882"/>
          </a:xfrm>
        </p:spPr>
        <p:txBody>
          <a:bodyPr anchor="b"/>
          <a:lstStyle>
            <a:lvl1pPr algn="ctr">
              <a:defRPr sz="6000">
                <a:solidFill>
                  <a:schemeClr val="bg1"/>
                </a:solidFill>
              </a:defRPr>
            </a:lvl1pPr>
          </a:lstStyle>
          <a:p>
            <a:r>
              <a:rPr lang="fr-FR"/>
              <a:t>Modifiez le style du titre</a:t>
            </a:r>
          </a:p>
        </p:txBody>
      </p:sp>
      <p:sp>
        <p:nvSpPr>
          <p:cNvPr id="3" name="Sous-titre 2">
            <a:extLst>
              <a:ext uri="{FF2B5EF4-FFF2-40B4-BE49-F238E27FC236}">
                <a16:creationId xmlns:a16="http://schemas.microsoft.com/office/drawing/2014/main" id="{784D3356-1766-E8A7-9EA4-ED19A28A01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numéro de diapositive 4">
            <a:extLst>
              <a:ext uri="{FF2B5EF4-FFF2-40B4-BE49-F238E27FC236}">
                <a16:creationId xmlns:a16="http://schemas.microsoft.com/office/drawing/2014/main" id="{5B9D0E97-816E-896F-7486-97D0992F937E}"/>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2100397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itle + 1 Colum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BBF212-1524-7D1A-80B4-8652EB704FC5}"/>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16414B7A-B0A7-58D5-6C8A-B83F012C2938}"/>
              </a:ext>
            </a:extLst>
          </p:cNvPr>
          <p:cNvSpPr>
            <a:spLocks noGrp="1"/>
          </p:cNvSpPr>
          <p:nvPr>
            <p:ph idx="1"/>
          </p:nvPr>
        </p:nvSpPr>
        <p:spPr>
          <a:xfrm>
            <a:off x="838200" y="2050181"/>
            <a:ext cx="10515600" cy="41267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2AB14E96-5B6E-B88F-5CD6-FC35B43F6039}"/>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8963609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itle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A622A1-A759-0406-1702-875D43638B7B}"/>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EAFDAFB6-D10D-A7AD-D65D-276F58B61932}"/>
              </a:ext>
            </a:extLst>
          </p:cNvPr>
          <p:cNvSpPr>
            <a:spLocks noGrp="1"/>
          </p:cNvSpPr>
          <p:nvPr>
            <p:ph sz="half" idx="1"/>
          </p:nvPr>
        </p:nvSpPr>
        <p:spPr>
          <a:xfrm>
            <a:off x="838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C8A72E1-D8CF-A2BF-B4F4-2B7C2E45D84C}"/>
              </a:ext>
            </a:extLst>
          </p:cNvPr>
          <p:cNvSpPr>
            <a:spLocks noGrp="1"/>
          </p:cNvSpPr>
          <p:nvPr>
            <p:ph sz="half" idx="2"/>
          </p:nvPr>
        </p:nvSpPr>
        <p:spPr>
          <a:xfrm>
            <a:off x="6172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numéro de diapositive 5">
            <a:extLst>
              <a:ext uri="{FF2B5EF4-FFF2-40B4-BE49-F238E27FC236}">
                <a16:creationId xmlns:a16="http://schemas.microsoft.com/office/drawing/2014/main" id="{D7B52C5F-C77B-ECC9-DAFB-5B720FC2AFF6}"/>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2945752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2 Columns with subtitles">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A4792A21-4DD4-00CB-7AA7-F919E0BB214B}"/>
              </a:ext>
            </a:extLst>
          </p:cNvPr>
          <p:cNvSpPr>
            <a:spLocks noGrp="1"/>
          </p:cNvSpPr>
          <p:nvPr>
            <p:ph type="body" idx="1"/>
          </p:nvPr>
        </p:nvSpPr>
        <p:spPr>
          <a:xfrm>
            <a:off x="839788" y="1819425"/>
            <a:ext cx="5157787"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2303F0F-4748-32AA-D393-F42D51BD3226}"/>
              </a:ext>
            </a:extLst>
          </p:cNvPr>
          <p:cNvSpPr>
            <a:spLocks noGrp="1"/>
          </p:cNvSpPr>
          <p:nvPr>
            <p:ph sz="half" idx="2"/>
          </p:nvPr>
        </p:nvSpPr>
        <p:spPr>
          <a:xfrm>
            <a:off x="839788" y="2772075"/>
            <a:ext cx="5157787"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90A9E8E-01BD-CE5B-1FF0-C54E419D3FBB}"/>
              </a:ext>
            </a:extLst>
          </p:cNvPr>
          <p:cNvSpPr>
            <a:spLocks noGrp="1"/>
          </p:cNvSpPr>
          <p:nvPr>
            <p:ph type="body" sz="quarter" idx="3"/>
          </p:nvPr>
        </p:nvSpPr>
        <p:spPr>
          <a:xfrm>
            <a:off x="6172200" y="1819425"/>
            <a:ext cx="5183188"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D82A52B-6490-67E3-7FBA-7A9463923F45}"/>
              </a:ext>
            </a:extLst>
          </p:cNvPr>
          <p:cNvSpPr>
            <a:spLocks noGrp="1"/>
          </p:cNvSpPr>
          <p:nvPr>
            <p:ph sz="quarter" idx="4"/>
          </p:nvPr>
        </p:nvSpPr>
        <p:spPr>
          <a:xfrm>
            <a:off x="6172200" y="2772075"/>
            <a:ext cx="5183188"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Titre 1">
            <a:extLst>
              <a:ext uri="{FF2B5EF4-FFF2-40B4-BE49-F238E27FC236}">
                <a16:creationId xmlns:a16="http://schemas.microsoft.com/office/drawing/2014/main" id="{4BD445F1-4F57-1B60-6E12-5E1E9D22129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27108569-87DA-85BB-1D5D-4DF68A66B0C6}"/>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6698646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 Contents 1/3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F122AD-9E60-FA73-5811-76F84CBAFAA7}"/>
              </a:ext>
            </a:extLst>
          </p:cNvPr>
          <p:cNvSpPr>
            <a:spLocks noGrp="1"/>
          </p:cNvSpPr>
          <p:nvPr>
            <p:ph type="title"/>
          </p:nvPr>
        </p:nvSpPr>
        <p:spPr/>
        <p:txBody>
          <a:bodyPr/>
          <a:lstStyle/>
          <a:p>
            <a:r>
              <a:rPr lang="fr-FR"/>
              <a:t>Modifiez le style du titre</a:t>
            </a:r>
            <a:endParaRPr lang="en-US"/>
          </a:p>
        </p:txBody>
      </p:sp>
      <p:sp>
        <p:nvSpPr>
          <p:cNvPr id="4" name="Espace réservé du texte 2">
            <a:extLst>
              <a:ext uri="{FF2B5EF4-FFF2-40B4-BE49-F238E27FC236}">
                <a16:creationId xmlns:a16="http://schemas.microsoft.com/office/drawing/2014/main" id="{FB992FEB-CBCF-3686-F9BF-82C59313B76D}"/>
              </a:ext>
            </a:extLst>
          </p:cNvPr>
          <p:cNvSpPr>
            <a:spLocks noGrp="1"/>
          </p:cNvSpPr>
          <p:nvPr>
            <p:ph type="body" idx="1"/>
          </p:nvPr>
        </p:nvSpPr>
        <p:spPr>
          <a:xfrm>
            <a:off x="839789" y="1819425"/>
            <a:ext cx="3722586" cy="823912"/>
          </a:xfrm>
        </p:spPr>
        <p:txBody>
          <a:bodyPr anchor="t"/>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5" name="Espace réservé du contenu 3">
            <a:extLst>
              <a:ext uri="{FF2B5EF4-FFF2-40B4-BE49-F238E27FC236}">
                <a16:creationId xmlns:a16="http://schemas.microsoft.com/office/drawing/2014/main" id="{A006313E-98D5-E7E6-9EC0-FBCDCD48B5FE}"/>
              </a:ext>
            </a:extLst>
          </p:cNvPr>
          <p:cNvSpPr>
            <a:spLocks noGrp="1"/>
          </p:cNvSpPr>
          <p:nvPr>
            <p:ph sz="half" idx="2"/>
          </p:nvPr>
        </p:nvSpPr>
        <p:spPr>
          <a:xfrm>
            <a:off x="839789" y="2772075"/>
            <a:ext cx="3722586"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contenu 5">
            <a:extLst>
              <a:ext uri="{FF2B5EF4-FFF2-40B4-BE49-F238E27FC236}">
                <a16:creationId xmlns:a16="http://schemas.microsoft.com/office/drawing/2014/main" id="{EAA16622-CFB5-659B-BF48-8361AD1BAFC3}"/>
              </a:ext>
            </a:extLst>
          </p:cNvPr>
          <p:cNvSpPr>
            <a:spLocks noGrp="1"/>
          </p:cNvSpPr>
          <p:nvPr>
            <p:ph sz="quarter" idx="4"/>
          </p:nvPr>
        </p:nvSpPr>
        <p:spPr>
          <a:xfrm>
            <a:off x="4812632" y="1819425"/>
            <a:ext cx="6542756" cy="43702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numéro de diapositive 6">
            <a:extLst>
              <a:ext uri="{FF2B5EF4-FFF2-40B4-BE49-F238E27FC236}">
                <a16:creationId xmlns:a16="http://schemas.microsoft.com/office/drawing/2014/main" id="{B817BE25-29F4-74AC-211B-6E58E5A0C359}"/>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00014376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7"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1" name="Titre 1">
            <a:extLst>
              <a:ext uri="{FF2B5EF4-FFF2-40B4-BE49-F238E27FC236}">
                <a16:creationId xmlns:a16="http://schemas.microsoft.com/office/drawing/2014/main" id="{E41F754D-6AC6-5DD2-9C5B-B4E57ACDEB2E}"/>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5B123A9D-BCF6-A097-44E8-95CB077D68B8}"/>
              </a:ext>
            </a:extLst>
          </p:cNvPr>
          <p:cNvSpPr>
            <a:spLocks noGrp="1"/>
          </p:cNvSpPr>
          <p:nvPr>
            <p:ph type="sldNum" sz="quarter" idx="15"/>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0486553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F230F780-5ABA-C652-4531-266F19833778}"/>
              </a:ext>
            </a:extLst>
          </p:cNvPr>
          <p:cNvSpPr/>
          <p:nvPr/>
        </p:nvSpPr>
        <p:spPr>
          <a:xfrm>
            <a:off x="7908846"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7E5790C1-BFF4-512C-7BCC-36285D348726}"/>
              </a:ext>
            </a:extLst>
          </p:cNvPr>
          <p:cNvSpPr/>
          <p:nvPr/>
        </p:nvSpPr>
        <p:spPr>
          <a:xfrm>
            <a:off x="8185266"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9" name="Freeform 18">
            <a:extLst>
              <a:ext uri="{FF2B5EF4-FFF2-40B4-BE49-F238E27FC236}">
                <a16:creationId xmlns:a16="http://schemas.microsoft.com/office/drawing/2014/main" id="{7FF693C2-BC6C-CF10-2644-E988AA672EAE}"/>
              </a:ext>
            </a:extLst>
          </p:cNvPr>
          <p:cNvSpPr/>
          <p:nvPr/>
        </p:nvSpPr>
        <p:spPr>
          <a:xfrm>
            <a:off x="4876800"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Ellipse 9">
            <a:extLst>
              <a:ext uri="{FF2B5EF4-FFF2-40B4-BE49-F238E27FC236}">
                <a16:creationId xmlns:a16="http://schemas.microsoft.com/office/drawing/2014/main" id="{FABCA34A-9E9A-CFA7-10CB-AB6CED1DCB7A}"/>
              </a:ext>
            </a:extLst>
          </p:cNvPr>
          <p:cNvSpPr/>
          <p:nvPr/>
        </p:nvSpPr>
        <p:spPr>
          <a:xfrm>
            <a:off x="5153654"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6" name="Freeform 18">
            <a:extLst>
              <a:ext uri="{FF2B5EF4-FFF2-40B4-BE49-F238E27FC236}">
                <a16:creationId xmlns:a16="http://schemas.microsoft.com/office/drawing/2014/main" id="{0519EBB0-F3B5-4643-85F5-E287AE045FC3}"/>
              </a:ext>
            </a:extLst>
          </p:cNvPr>
          <p:cNvSpPr/>
          <p:nvPr/>
        </p:nvSpPr>
        <p:spPr>
          <a:xfrm>
            <a:off x="1839604"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7" name="Ellipse 6">
            <a:extLst>
              <a:ext uri="{FF2B5EF4-FFF2-40B4-BE49-F238E27FC236}">
                <a16:creationId xmlns:a16="http://schemas.microsoft.com/office/drawing/2014/main" id="{C8201D78-B6D5-A1E0-A3EC-94725867D298}"/>
              </a:ext>
            </a:extLst>
          </p:cNvPr>
          <p:cNvSpPr/>
          <p:nvPr/>
        </p:nvSpPr>
        <p:spPr>
          <a:xfrm>
            <a:off x="2107069"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107070" y="2748944"/>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138681" y="2745565"/>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185266" y="2747379"/>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1" name="Espace réservé du texte 20">
            <a:extLst>
              <a:ext uri="{FF2B5EF4-FFF2-40B4-BE49-F238E27FC236}">
                <a16:creationId xmlns:a16="http://schemas.microsoft.com/office/drawing/2014/main" id="{1FA6E059-F81E-2592-E7CE-E4C122B6F260}"/>
              </a:ext>
            </a:extLst>
          </p:cNvPr>
          <p:cNvSpPr>
            <a:spLocks noGrp="1"/>
          </p:cNvSpPr>
          <p:nvPr>
            <p:ph type="body" sz="quarter" idx="13" hasCustomPrompt="1"/>
          </p:nvPr>
        </p:nvSpPr>
        <p:spPr>
          <a:xfrm>
            <a:off x="2092097" y="4829009"/>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2" name="Espace réservé du texte 20">
            <a:extLst>
              <a:ext uri="{FF2B5EF4-FFF2-40B4-BE49-F238E27FC236}">
                <a16:creationId xmlns:a16="http://schemas.microsoft.com/office/drawing/2014/main" id="{8289B912-87AD-6B8B-2DB2-583330C116A0}"/>
              </a:ext>
            </a:extLst>
          </p:cNvPr>
          <p:cNvSpPr>
            <a:spLocks noGrp="1"/>
          </p:cNvSpPr>
          <p:nvPr>
            <p:ph type="body" sz="quarter" idx="14" hasCustomPrompt="1"/>
          </p:nvPr>
        </p:nvSpPr>
        <p:spPr>
          <a:xfrm>
            <a:off x="5138681" y="4825532"/>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3" name="Espace réservé du texte 20">
            <a:extLst>
              <a:ext uri="{FF2B5EF4-FFF2-40B4-BE49-F238E27FC236}">
                <a16:creationId xmlns:a16="http://schemas.microsoft.com/office/drawing/2014/main" id="{FB4AE013-5172-798A-C5C6-E4F7C6ACB581}"/>
              </a:ext>
            </a:extLst>
          </p:cNvPr>
          <p:cNvSpPr>
            <a:spLocks noGrp="1"/>
          </p:cNvSpPr>
          <p:nvPr>
            <p:ph type="body" sz="quarter" idx="15" hasCustomPrompt="1"/>
          </p:nvPr>
        </p:nvSpPr>
        <p:spPr>
          <a:xfrm>
            <a:off x="8185266" y="4825532"/>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 name="Titre 1">
            <a:extLst>
              <a:ext uri="{FF2B5EF4-FFF2-40B4-BE49-F238E27FC236}">
                <a16:creationId xmlns:a16="http://schemas.microsoft.com/office/drawing/2014/main" id="{A395CB16-FD97-01F0-36B1-9E458371920A}"/>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7135E0CD-B17F-C5FD-E99E-59DB4A5AD3B4}"/>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345813023"/>
      </p:ext>
    </p:extLst>
  </p:cSld>
  <p:clrMapOvr>
    <a:masterClrMapping/>
  </p:clrMapOvr>
  <p:extLst>
    <p:ext uri="{DCECCB84-F9BA-43D5-87BE-67443E8EF086}">
      <p15:sldGuideLst xmlns:p15="http://schemas.microsoft.com/office/powerpoint/2012/main">
        <p15:guide id="1" orient="horz" pos="2319">
          <p15:clr>
            <a:srgbClr val="FBAE40"/>
          </p15:clr>
        </p15:guide>
        <p15:guide id="2" pos="1920">
          <p15:clr>
            <a:srgbClr val="FBAE40"/>
          </p15:clr>
        </p15:guide>
        <p15:guide id="3" pos="576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Dots - Grid">
    <p:bg>
      <p:bgPr>
        <a:solidFill>
          <a:schemeClr val="bg1"/>
        </a:solidFill>
        <a:effectLst/>
      </p:bgPr>
    </p:bg>
    <p:spTree>
      <p:nvGrpSpPr>
        <p:cNvPr id="1" name=""/>
        <p:cNvGrpSpPr/>
        <p:nvPr/>
      </p:nvGrpSpPr>
      <p:grpSpPr>
        <a:xfrm>
          <a:off x="0" y="0"/>
          <a:ext cx="0" cy="0"/>
          <a:chOff x="0" y="0"/>
          <a:chExt cx="0" cy="0"/>
        </a:xfrm>
      </p:grpSpPr>
      <p:sp>
        <p:nvSpPr>
          <p:cNvPr id="47" name="Ellipse 46">
            <a:extLst>
              <a:ext uri="{FF2B5EF4-FFF2-40B4-BE49-F238E27FC236}">
                <a16:creationId xmlns:a16="http://schemas.microsoft.com/office/drawing/2014/main" id="{3F2A5677-23C8-04D9-C612-996C7F95F7FA}"/>
              </a:ext>
            </a:extLst>
          </p:cNvPr>
          <p:cNvSpPr/>
          <p:nvPr userDrawn="1"/>
        </p:nvSpPr>
        <p:spPr>
          <a:xfrm>
            <a:off x="7474652" y="1749317"/>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48" name="Espace réservé du texte 15">
            <a:extLst>
              <a:ext uri="{FF2B5EF4-FFF2-40B4-BE49-F238E27FC236}">
                <a16:creationId xmlns:a16="http://schemas.microsoft.com/office/drawing/2014/main" id="{0DBD8549-AE54-6BA4-D59F-342E2A021B28}"/>
              </a:ext>
            </a:extLst>
          </p:cNvPr>
          <p:cNvSpPr>
            <a:spLocks noGrp="1"/>
          </p:cNvSpPr>
          <p:nvPr>
            <p:ph type="body" sz="quarter" idx="13" hasCustomPrompt="1"/>
          </p:nvPr>
        </p:nvSpPr>
        <p:spPr>
          <a:xfrm>
            <a:off x="7475008" y="1754348"/>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0" name="Ellipse 49">
            <a:extLst>
              <a:ext uri="{FF2B5EF4-FFF2-40B4-BE49-F238E27FC236}">
                <a16:creationId xmlns:a16="http://schemas.microsoft.com/office/drawing/2014/main" id="{895A5FBB-48B4-AACE-8F42-931556303722}"/>
              </a:ext>
            </a:extLst>
          </p:cNvPr>
          <p:cNvSpPr/>
          <p:nvPr userDrawn="1"/>
        </p:nvSpPr>
        <p:spPr>
          <a:xfrm>
            <a:off x="3215919" y="440471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1" name="Espace réservé du texte 15">
            <a:extLst>
              <a:ext uri="{FF2B5EF4-FFF2-40B4-BE49-F238E27FC236}">
                <a16:creationId xmlns:a16="http://schemas.microsoft.com/office/drawing/2014/main" id="{0D9AC553-4152-4E72-04E3-44FF0DF77418}"/>
              </a:ext>
            </a:extLst>
          </p:cNvPr>
          <p:cNvSpPr>
            <a:spLocks noGrp="1"/>
          </p:cNvSpPr>
          <p:nvPr>
            <p:ph type="body" sz="quarter" idx="14" hasCustomPrompt="1"/>
          </p:nvPr>
        </p:nvSpPr>
        <p:spPr>
          <a:xfrm>
            <a:off x="3216275" y="4409745"/>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3" name="Ellipse 52">
            <a:extLst>
              <a:ext uri="{FF2B5EF4-FFF2-40B4-BE49-F238E27FC236}">
                <a16:creationId xmlns:a16="http://schemas.microsoft.com/office/drawing/2014/main" id="{76B4F12C-FAF7-8BA1-07BB-0E3A3303884D}"/>
              </a:ext>
            </a:extLst>
          </p:cNvPr>
          <p:cNvSpPr/>
          <p:nvPr userDrawn="1"/>
        </p:nvSpPr>
        <p:spPr>
          <a:xfrm>
            <a:off x="7474296" y="439968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4" name="Espace réservé du texte 15">
            <a:extLst>
              <a:ext uri="{FF2B5EF4-FFF2-40B4-BE49-F238E27FC236}">
                <a16:creationId xmlns:a16="http://schemas.microsoft.com/office/drawing/2014/main" id="{9FCDEB20-6580-09B9-B06F-6D4EEEAED88B}"/>
              </a:ext>
            </a:extLst>
          </p:cNvPr>
          <p:cNvSpPr>
            <a:spLocks noGrp="1"/>
          </p:cNvSpPr>
          <p:nvPr>
            <p:ph type="body" sz="quarter" idx="15" hasCustomPrompt="1"/>
          </p:nvPr>
        </p:nvSpPr>
        <p:spPr>
          <a:xfrm>
            <a:off x="7474652" y="4404714"/>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9" name="Ellipse 58">
            <a:extLst>
              <a:ext uri="{FF2B5EF4-FFF2-40B4-BE49-F238E27FC236}">
                <a16:creationId xmlns:a16="http://schemas.microsoft.com/office/drawing/2014/main" id="{AE14EF17-1EAF-AEB2-53A1-728C22AF92A0}"/>
              </a:ext>
            </a:extLst>
          </p:cNvPr>
          <p:cNvSpPr/>
          <p:nvPr userDrawn="1"/>
        </p:nvSpPr>
        <p:spPr>
          <a:xfrm>
            <a:off x="3215919" y="17583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60" name="Espace réservé du texte 15">
            <a:extLst>
              <a:ext uri="{FF2B5EF4-FFF2-40B4-BE49-F238E27FC236}">
                <a16:creationId xmlns:a16="http://schemas.microsoft.com/office/drawing/2014/main" id="{2A6C0D44-73BF-89F6-82E0-074BC7FD1469}"/>
              </a:ext>
            </a:extLst>
          </p:cNvPr>
          <p:cNvSpPr>
            <a:spLocks noGrp="1"/>
          </p:cNvSpPr>
          <p:nvPr>
            <p:ph type="body" sz="quarter" idx="12" hasCustomPrompt="1"/>
          </p:nvPr>
        </p:nvSpPr>
        <p:spPr>
          <a:xfrm>
            <a:off x="3216275" y="1763360"/>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 name="Espace réservé du texte 4">
            <a:extLst>
              <a:ext uri="{FF2B5EF4-FFF2-40B4-BE49-F238E27FC236}">
                <a16:creationId xmlns:a16="http://schemas.microsoft.com/office/drawing/2014/main" id="{72E111F2-2E6E-55C9-57EF-44F251B06AE8}"/>
              </a:ext>
            </a:extLst>
          </p:cNvPr>
          <p:cNvSpPr>
            <a:spLocks noGrp="1"/>
          </p:cNvSpPr>
          <p:nvPr>
            <p:ph type="body" sz="quarter" idx="16" hasCustomPrompt="1"/>
          </p:nvPr>
        </p:nvSpPr>
        <p:spPr>
          <a:xfrm>
            <a:off x="3216275" y="3255556"/>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6" name="Espace réservé du texte 4">
            <a:extLst>
              <a:ext uri="{FF2B5EF4-FFF2-40B4-BE49-F238E27FC236}">
                <a16:creationId xmlns:a16="http://schemas.microsoft.com/office/drawing/2014/main" id="{33931C82-6A01-E858-AD2C-50312772DDC8}"/>
              </a:ext>
            </a:extLst>
          </p:cNvPr>
          <p:cNvSpPr>
            <a:spLocks noGrp="1"/>
          </p:cNvSpPr>
          <p:nvPr>
            <p:ph type="body" sz="quarter" idx="17" hasCustomPrompt="1"/>
          </p:nvPr>
        </p:nvSpPr>
        <p:spPr>
          <a:xfrm>
            <a:off x="7474296" y="326090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8" name="Espace réservé du texte 4">
            <a:extLst>
              <a:ext uri="{FF2B5EF4-FFF2-40B4-BE49-F238E27FC236}">
                <a16:creationId xmlns:a16="http://schemas.microsoft.com/office/drawing/2014/main" id="{F6A02A84-6BB4-881F-06A0-E306E8D26F7A}"/>
              </a:ext>
            </a:extLst>
          </p:cNvPr>
          <p:cNvSpPr>
            <a:spLocks noGrp="1"/>
          </p:cNvSpPr>
          <p:nvPr>
            <p:ph type="body" sz="quarter" idx="18" hasCustomPrompt="1"/>
          </p:nvPr>
        </p:nvSpPr>
        <p:spPr>
          <a:xfrm>
            <a:off x="3216275"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10" name="Espace réservé du texte 4">
            <a:extLst>
              <a:ext uri="{FF2B5EF4-FFF2-40B4-BE49-F238E27FC236}">
                <a16:creationId xmlns:a16="http://schemas.microsoft.com/office/drawing/2014/main" id="{CC6674B2-50DE-9B29-95CE-53E41FE03D0F}"/>
              </a:ext>
            </a:extLst>
          </p:cNvPr>
          <p:cNvSpPr>
            <a:spLocks noGrp="1"/>
          </p:cNvSpPr>
          <p:nvPr>
            <p:ph type="body" sz="quarter" idx="19" hasCustomPrompt="1"/>
          </p:nvPr>
        </p:nvSpPr>
        <p:spPr>
          <a:xfrm>
            <a:off x="7474296"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3" name="Freeform 18">
            <a:extLst>
              <a:ext uri="{FF2B5EF4-FFF2-40B4-BE49-F238E27FC236}">
                <a16:creationId xmlns:a16="http://schemas.microsoft.com/office/drawing/2014/main" id="{7FC5CB07-5D8D-8AE6-2785-4D893DE7C3DB}"/>
              </a:ext>
            </a:extLst>
          </p:cNvPr>
          <p:cNvSpPr/>
          <p:nvPr userDrawn="1"/>
        </p:nvSpPr>
        <p:spPr>
          <a:xfrm>
            <a:off x="2745652"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Freeform 18">
            <a:extLst>
              <a:ext uri="{FF2B5EF4-FFF2-40B4-BE49-F238E27FC236}">
                <a16:creationId xmlns:a16="http://schemas.microsoft.com/office/drawing/2014/main" id="{54352502-98B1-C9A0-EF87-CEB79C6A93A9}"/>
              </a:ext>
            </a:extLst>
          </p:cNvPr>
          <p:cNvSpPr/>
          <p:nvPr userDrawn="1"/>
        </p:nvSpPr>
        <p:spPr>
          <a:xfrm>
            <a:off x="7004030" y="366450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1" name="Freeform 18">
            <a:extLst>
              <a:ext uri="{FF2B5EF4-FFF2-40B4-BE49-F238E27FC236}">
                <a16:creationId xmlns:a16="http://schemas.microsoft.com/office/drawing/2014/main" id="{3B4FFD18-951A-5444-EBFC-98D2BDEB0536}"/>
              </a:ext>
            </a:extLst>
          </p:cNvPr>
          <p:cNvSpPr/>
          <p:nvPr userDrawn="1"/>
        </p:nvSpPr>
        <p:spPr>
          <a:xfrm>
            <a:off x="2745652" y="629568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2" name="Freeform 18">
            <a:extLst>
              <a:ext uri="{FF2B5EF4-FFF2-40B4-BE49-F238E27FC236}">
                <a16:creationId xmlns:a16="http://schemas.microsoft.com/office/drawing/2014/main" id="{E4620C08-74F9-5927-7A24-D0002C460A18}"/>
              </a:ext>
            </a:extLst>
          </p:cNvPr>
          <p:cNvSpPr/>
          <p:nvPr userDrawn="1"/>
        </p:nvSpPr>
        <p:spPr>
          <a:xfrm>
            <a:off x="7004030" y="6308708"/>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 name="Espace réservé du numéro de diapositive 1">
            <a:extLst>
              <a:ext uri="{FF2B5EF4-FFF2-40B4-BE49-F238E27FC236}">
                <a16:creationId xmlns:a16="http://schemas.microsoft.com/office/drawing/2014/main" id="{94520941-505E-A804-1D4B-7F2B039E3886}"/>
              </a:ext>
            </a:extLst>
          </p:cNvPr>
          <p:cNvSpPr>
            <a:spLocks noGrp="1"/>
          </p:cNvSpPr>
          <p:nvPr>
            <p:ph type="sldNum" sz="quarter" idx="20"/>
          </p:nvPr>
        </p:nvSpPr>
        <p:spPr/>
        <p:txBody>
          <a:bodyPr/>
          <a:lstStyle/>
          <a:p>
            <a:fld id="{0C34F99C-3C47-4582-9518-8D365E9692AE}" type="slidenum">
              <a:rPr lang="en-US" smtClean="0"/>
              <a:pPr/>
              <a:t>‹#›</a:t>
            </a:fld>
            <a:endParaRPr lang="en-US"/>
          </a:p>
        </p:txBody>
      </p:sp>
      <p:sp>
        <p:nvSpPr>
          <p:cNvPr id="7" name="Titre 1">
            <a:extLst>
              <a:ext uri="{FF2B5EF4-FFF2-40B4-BE49-F238E27FC236}">
                <a16:creationId xmlns:a16="http://schemas.microsoft.com/office/drawing/2014/main" id="{9D0D6DB1-8C28-1E8B-8FEF-2AC5FDDCCEA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Tree>
    <p:extLst>
      <p:ext uri="{BB962C8B-B14F-4D97-AF65-F5344CB8AC3E}">
        <p14:creationId xmlns:p14="http://schemas.microsoft.com/office/powerpoint/2010/main" val="2722217801"/>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4 Dots - Aligned">
    <p:bg>
      <p:bgPr>
        <a:solidFill>
          <a:schemeClr val="bg1"/>
        </a:solidFill>
        <a:effectLst/>
      </p:bgPr>
    </p:bg>
    <p:spTree>
      <p:nvGrpSpPr>
        <p:cNvPr id="1" name=""/>
        <p:cNvGrpSpPr/>
        <p:nvPr/>
      </p:nvGrpSpPr>
      <p:grpSpPr>
        <a:xfrm>
          <a:off x="0" y="0"/>
          <a:ext cx="0" cy="0"/>
          <a:chOff x="0" y="0"/>
          <a:chExt cx="0" cy="0"/>
        </a:xfrm>
      </p:grpSpPr>
      <p:sp>
        <p:nvSpPr>
          <p:cNvPr id="5" name="Freeform 18">
            <a:extLst>
              <a:ext uri="{FF2B5EF4-FFF2-40B4-BE49-F238E27FC236}">
                <a16:creationId xmlns:a16="http://schemas.microsoft.com/office/drawing/2014/main" id="{81F0F9DC-1ADA-024C-C14C-5B576E298EE0}"/>
              </a:ext>
            </a:extLst>
          </p:cNvPr>
          <p:cNvSpPr/>
          <p:nvPr userDrawn="1"/>
        </p:nvSpPr>
        <p:spPr>
          <a:xfrm>
            <a:off x="9207816"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Ellipse 5">
            <a:extLst>
              <a:ext uri="{FF2B5EF4-FFF2-40B4-BE49-F238E27FC236}">
                <a16:creationId xmlns:a16="http://schemas.microsoft.com/office/drawing/2014/main" id="{213DD8E7-32F8-7F05-8FC2-C97B19491B72}"/>
              </a:ext>
            </a:extLst>
          </p:cNvPr>
          <p:cNvSpPr/>
          <p:nvPr userDrawn="1"/>
        </p:nvSpPr>
        <p:spPr>
          <a:xfrm>
            <a:off x="948423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Freeform 18">
            <a:extLst>
              <a:ext uri="{FF2B5EF4-FFF2-40B4-BE49-F238E27FC236}">
                <a16:creationId xmlns:a16="http://schemas.microsoft.com/office/drawing/2014/main" id="{AE38B256-F1A8-D827-2201-ECD7F1D29EEA}"/>
              </a:ext>
            </a:extLst>
          </p:cNvPr>
          <p:cNvSpPr/>
          <p:nvPr userDrawn="1"/>
        </p:nvSpPr>
        <p:spPr>
          <a:xfrm>
            <a:off x="3453481"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Ellipse 7">
            <a:extLst>
              <a:ext uri="{FF2B5EF4-FFF2-40B4-BE49-F238E27FC236}">
                <a16:creationId xmlns:a16="http://schemas.microsoft.com/office/drawing/2014/main" id="{75C667B1-8B2C-77FC-5A03-20904EEDDA51}"/>
              </a:ext>
            </a:extLst>
          </p:cNvPr>
          <p:cNvSpPr/>
          <p:nvPr userDrawn="1"/>
        </p:nvSpPr>
        <p:spPr>
          <a:xfrm>
            <a:off x="3724625"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3" name="Freeform 18">
            <a:extLst>
              <a:ext uri="{FF2B5EF4-FFF2-40B4-BE49-F238E27FC236}">
                <a16:creationId xmlns:a16="http://schemas.microsoft.com/office/drawing/2014/main" id="{F5E06DBD-C476-4776-C80F-ACB9E3EFEC3D}"/>
              </a:ext>
            </a:extLst>
          </p:cNvPr>
          <p:cNvSpPr/>
          <p:nvPr userDrawn="1"/>
        </p:nvSpPr>
        <p:spPr>
          <a:xfrm>
            <a:off x="543464"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Ellipse 24">
            <a:extLst>
              <a:ext uri="{FF2B5EF4-FFF2-40B4-BE49-F238E27FC236}">
                <a16:creationId xmlns:a16="http://schemas.microsoft.com/office/drawing/2014/main" id="{174D855E-4058-1EAB-A2F6-5FD65D13563A}"/>
              </a:ext>
            </a:extLst>
          </p:cNvPr>
          <p:cNvSpPr/>
          <p:nvPr userDrawn="1"/>
        </p:nvSpPr>
        <p:spPr>
          <a:xfrm>
            <a:off x="823148"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9C1ADCD2-D821-7506-267E-B5265C5BEB67}"/>
              </a:ext>
            </a:extLst>
          </p:cNvPr>
          <p:cNvSpPr>
            <a:spLocks noGrp="1"/>
          </p:cNvSpPr>
          <p:nvPr>
            <p:ph type="body" sz="quarter" idx="11" hasCustomPrompt="1"/>
          </p:nvPr>
        </p:nvSpPr>
        <p:spPr>
          <a:xfrm>
            <a:off x="823149"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7" name="Espace réservé du texte 15">
            <a:extLst>
              <a:ext uri="{FF2B5EF4-FFF2-40B4-BE49-F238E27FC236}">
                <a16:creationId xmlns:a16="http://schemas.microsoft.com/office/drawing/2014/main" id="{BC3C6B90-EA2B-C574-0559-4E47E261075C}"/>
              </a:ext>
            </a:extLst>
          </p:cNvPr>
          <p:cNvSpPr>
            <a:spLocks noGrp="1"/>
          </p:cNvSpPr>
          <p:nvPr>
            <p:ph type="body" sz="quarter" idx="12" hasCustomPrompt="1"/>
          </p:nvPr>
        </p:nvSpPr>
        <p:spPr>
          <a:xfrm>
            <a:off x="3709652"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8" name="Espace réservé du texte 15">
            <a:extLst>
              <a:ext uri="{FF2B5EF4-FFF2-40B4-BE49-F238E27FC236}">
                <a16:creationId xmlns:a16="http://schemas.microsoft.com/office/drawing/2014/main" id="{B1BD82A8-C91D-9752-DCCC-ED488E6F4CA9}"/>
              </a:ext>
            </a:extLst>
          </p:cNvPr>
          <p:cNvSpPr>
            <a:spLocks noGrp="1"/>
          </p:cNvSpPr>
          <p:nvPr>
            <p:ph type="body" sz="quarter" idx="13" hasCustomPrompt="1"/>
          </p:nvPr>
        </p:nvSpPr>
        <p:spPr>
          <a:xfrm>
            <a:off x="9484236"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9" name="Espace réservé du texte 20">
            <a:extLst>
              <a:ext uri="{FF2B5EF4-FFF2-40B4-BE49-F238E27FC236}">
                <a16:creationId xmlns:a16="http://schemas.microsoft.com/office/drawing/2014/main" id="{67E46F77-656C-3528-FFCD-D0F7371618D8}"/>
              </a:ext>
            </a:extLst>
          </p:cNvPr>
          <p:cNvSpPr>
            <a:spLocks noGrp="1"/>
          </p:cNvSpPr>
          <p:nvPr>
            <p:ph type="body" sz="quarter" idx="14" hasCustomPrompt="1"/>
          </p:nvPr>
        </p:nvSpPr>
        <p:spPr>
          <a:xfrm>
            <a:off x="808176"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0" name="Espace réservé du texte 20">
            <a:extLst>
              <a:ext uri="{FF2B5EF4-FFF2-40B4-BE49-F238E27FC236}">
                <a16:creationId xmlns:a16="http://schemas.microsoft.com/office/drawing/2014/main" id="{15448B65-BBF2-8208-9A5E-4F27DCDCB42B}"/>
              </a:ext>
            </a:extLst>
          </p:cNvPr>
          <p:cNvSpPr>
            <a:spLocks noGrp="1"/>
          </p:cNvSpPr>
          <p:nvPr>
            <p:ph type="body" sz="quarter" idx="15" hasCustomPrompt="1"/>
          </p:nvPr>
        </p:nvSpPr>
        <p:spPr>
          <a:xfrm>
            <a:off x="3709652"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1" name="Espace réservé du texte 20">
            <a:extLst>
              <a:ext uri="{FF2B5EF4-FFF2-40B4-BE49-F238E27FC236}">
                <a16:creationId xmlns:a16="http://schemas.microsoft.com/office/drawing/2014/main" id="{9E25D523-1520-6856-60BC-5AB86BE5DFCC}"/>
              </a:ext>
            </a:extLst>
          </p:cNvPr>
          <p:cNvSpPr>
            <a:spLocks noGrp="1"/>
          </p:cNvSpPr>
          <p:nvPr>
            <p:ph type="body" sz="quarter" idx="16" hasCustomPrompt="1"/>
          </p:nvPr>
        </p:nvSpPr>
        <p:spPr>
          <a:xfrm>
            <a:off x="9484236" y="4575276"/>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2" name="Freeform 18">
            <a:extLst>
              <a:ext uri="{FF2B5EF4-FFF2-40B4-BE49-F238E27FC236}">
                <a16:creationId xmlns:a16="http://schemas.microsoft.com/office/drawing/2014/main" id="{035AF49B-27AF-9BAA-ABA4-A9B71E73EDD1}"/>
              </a:ext>
            </a:extLst>
          </p:cNvPr>
          <p:cNvSpPr/>
          <p:nvPr userDrawn="1"/>
        </p:nvSpPr>
        <p:spPr>
          <a:xfrm>
            <a:off x="6297800"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llipse 32">
            <a:extLst>
              <a:ext uri="{FF2B5EF4-FFF2-40B4-BE49-F238E27FC236}">
                <a16:creationId xmlns:a16="http://schemas.microsoft.com/office/drawing/2014/main" id="{FE74F951-ABB1-0C2E-E973-553C5334F0D8}"/>
              </a:ext>
            </a:extLst>
          </p:cNvPr>
          <p:cNvSpPr/>
          <p:nvPr userDrawn="1"/>
        </p:nvSpPr>
        <p:spPr>
          <a:xfrm>
            <a:off x="6597732"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4" name="Espace réservé du texte 15">
            <a:extLst>
              <a:ext uri="{FF2B5EF4-FFF2-40B4-BE49-F238E27FC236}">
                <a16:creationId xmlns:a16="http://schemas.microsoft.com/office/drawing/2014/main" id="{2E139C07-9A01-37FE-75C3-A33FA162ACB4}"/>
              </a:ext>
            </a:extLst>
          </p:cNvPr>
          <p:cNvSpPr>
            <a:spLocks noGrp="1"/>
          </p:cNvSpPr>
          <p:nvPr>
            <p:ph type="body" sz="quarter" idx="17" hasCustomPrompt="1"/>
          </p:nvPr>
        </p:nvSpPr>
        <p:spPr>
          <a:xfrm>
            <a:off x="6597732"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5" name="Espace réservé du texte 20">
            <a:extLst>
              <a:ext uri="{FF2B5EF4-FFF2-40B4-BE49-F238E27FC236}">
                <a16:creationId xmlns:a16="http://schemas.microsoft.com/office/drawing/2014/main" id="{C01F287F-6D9C-C16A-1C79-0B6812090868}"/>
              </a:ext>
            </a:extLst>
          </p:cNvPr>
          <p:cNvSpPr>
            <a:spLocks noGrp="1"/>
          </p:cNvSpPr>
          <p:nvPr>
            <p:ph type="body" sz="quarter" idx="18" hasCustomPrompt="1"/>
          </p:nvPr>
        </p:nvSpPr>
        <p:spPr>
          <a:xfrm>
            <a:off x="6597732" y="4575276"/>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7" name="Titre 1">
            <a:extLst>
              <a:ext uri="{FF2B5EF4-FFF2-40B4-BE49-F238E27FC236}">
                <a16:creationId xmlns:a16="http://schemas.microsoft.com/office/drawing/2014/main" id="{1CFEADB5-8EF4-5253-5E87-3205FB962A27}"/>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6DEE3FE8-5A1C-4D65-DA92-EF5A035D9667}"/>
              </a:ext>
            </a:extLst>
          </p:cNvPr>
          <p:cNvSpPr>
            <a:spLocks noGrp="1"/>
          </p:cNvSpPr>
          <p:nvPr>
            <p:ph type="sldNum" sz="quarter" idx="19"/>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273202468"/>
      </p:ext>
    </p:extLst>
  </p:cSld>
  <p:clrMapOvr>
    <a:masterClrMapping/>
  </p:clrMapOvr>
  <p:extLst>
    <p:ext uri="{DCECCB84-F9BA-43D5-87BE-67443E8EF086}">
      <p15:sldGuideLst xmlns:p15="http://schemas.microsoft.com/office/powerpoint/2012/main">
        <p15:guide id="1" pos="2933">
          <p15:clr>
            <a:srgbClr val="FBAE40"/>
          </p15:clr>
        </p15:guide>
        <p15:guide id="2" pos="1118">
          <p15:clr>
            <a:srgbClr val="FBAE40"/>
          </p15:clr>
        </p15:guide>
        <p15:guide id="3" pos="4747">
          <p15:clr>
            <a:srgbClr val="FBAE40"/>
          </p15:clr>
        </p15:guide>
        <p15:guide id="4" pos="656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 Dots - Grid - Contents">
    <p:bg>
      <p:bgPr>
        <a:solidFill>
          <a:schemeClr val="bg1"/>
        </a:solidFill>
        <a:effectLst/>
      </p:bgPr>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4764F5E5-D708-7F1D-0FEC-B3F3F32A64D6}"/>
              </a:ext>
            </a:extLst>
          </p:cNvPr>
          <p:cNvSpPr/>
          <p:nvPr userDrawn="1"/>
        </p:nvSpPr>
        <p:spPr>
          <a:xfrm>
            <a:off x="116560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9" name="Espace réservé du texte 20">
            <a:extLst>
              <a:ext uri="{FF2B5EF4-FFF2-40B4-BE49-F238E27FC236}">
                <a16:creationId xmlns:a16="http://schemas.microsoft.com/office/drawing/2014/main" id="{D5B86BF4-ADB9-7502-D9F6-51F48FA3B6C7}"/>
              </a:ext>
            </a:extLst>
          </p:cNvPr>
          <p:cNvSpPr>
            <a:spLocks noGrp="1"/>
          </p:cNvSpPr>
          <p:nvPr>
            <p:ph type="body" sz="quarter" idx="11" hasCustomPrompt="1"/>
          </p:nvPr>
        </p:nvSpPr>
        <p:spPr>
          <a:xfrm>
            <a:off x="116560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11" name="Titre 19">
            <a:extLst>
              <a:ext uri="{FF2B5EF4-FFF2-40B4-BE49-F238E27FC236}">
                <a16:creationId xmlns:a16="http://schemas.microsoft.com/office/drawing/2014/main" id="{52C0F32A-0815-12B0-E9DC-9093D43BD961}"/>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mj-lt"/>
              </a:defRPr>
            </a:lvl1pPr>
          </a:lstStyle>
          <a:p>
            <a:r>
              <a:rPr lang="fr-FR"/>
              <a:t>Modifiez le style du titre</a:t>
            </a:r>
            <a:endParaRPr lang="en-US"/>
          </a:p>
        </p:txBody>
      </p:sp>
      <p:sp>
        <p:nvSpPr>
          <p:cNvPr id="40" name="Espace réservé du texte 30">
            <a:extLst>
              <a:ext uri="{FF2B5EF4-FFF2-40B4-BE49-F238E27FC236}">
                <a16:creationId xmlns:a16="http://schemas.microsoft.com/office/drawing/2014/main" id="{6B4E1953-4DDD-83CD-C718-6B55125E3F7E}"/>
              </a:ext>
            </a:extLst>
          </p:cNvPr>
          <p:cNvSpPr>
            <a:spLocks noGrp="1"/>
          </p:cNvSpPr>
          <p:nvPr>
            <p:ph type="body" sz="quarter" idx="27" hasCustomPrompt="1"/>
          </p:nvPr>
        </p:nvSpPr>
        <p:spPr>
          <a:xfrm>
            <a:off x="278130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 name="Freeform 18">
            <a:extLst>
              <a:ext uri="{FF2B5EF4-FFF2-40B4-BE49-F238E27FC236}">
                <a16:creationId xmlns:a16="http://schemas.microsoft.com/office/drawing/2014/main" id="{2492FE42-DBE6-0B5B-B5FD-F33AF33DCFFD}"/>
              </a:ext>
            </a:extLst>
          </p:cNvPr>
          <p:cNvSpPr/>
          <p:nvPr userDrawn="1"/>
        </p:nvSpPr>
        <p:spPr>
          <a:xfrm>
            <a:off x="75183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5" name="Espace réservé du numéro de diapositive 4">
            <a:extLst>
              <a:ext uri="{FF2B5EF4-FFF2-40B4-BE49-F238E27FC236}">
                <a16:creationId xmlns:a16="http://schemas.microsoft.com/office/drawing/2014/main" id="{86260666-1753-EEEE-F7BB-BF93A65832A5}"/>
              </a:ext>
            </a:extLst>
          </p:cNvPr>
          <p:cNvSpPr>
            <a:spLocks noGrp="1"/>
          </p:cNvSpPr>
          <p:nvPr>
            <p:ph type="sldNum" sz="quarter" idx="30"/>
          </p:nvPr>
        </p:nvSpPr>
        <p:spPr/>
        <p:txBody>
          <a:bodyPr/>
          <a:lstStyle>
            <a:lvl1pPr>
              <a:defRPr>
                <a:latin typeface="+mn-lt"/>
              </a:defRPr>
            </a:lvl1pPr>
          </a:lstStyle>
          <a:p>
            <a:fld id="{0C34F99C-3C47-4582-9518-8D365E9692AE}" type="slidenum">
              <a:rPr lang="en-US" smtClean="0"/>
              <a:pPr/>
              <a:t>‹#›</a:t>
            </a:fld>
            <a:endParaRPr lang="en-US"/>
          </a:p>
        </p:txBody>
      </p:sp>
      <p:sp>
        <p:nvSpPr>
          <p:cNvPr id="4" name="Espace réservé du texte 3">
            <a:extLst>
              <a:ext uri="{FF2B5EF4-FFF2-40B4-BE49-F238E27FC236}">
                <a16:creationId xmlns:a16="http://schemas.microsoft.com/office/drawing/2014/main" id="{2DD50E37-FC7A-0991-5E95-9680D4B0427F}"/>
              </a:ext>
            </a:extLst>
          </p:cNvPr>
          <p:cNvSpPr>
            <a:spLocks noGrp="1"/>
          </p:cNvSpPr>
          <p:nvPr>
            <p:ph type="body" sz="quarter" idx="31"/>
          </p:nvPr>
        </p:nvSpPr>
        <p:spPr>
          <a:xfrm>
            <a:off x="278130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6" name="Ellipse 5">
            <a:extLst>
              <a:ext uri="{FF2B5EF4-FFF2-40B4-BE49-F238E27FC236}">
                <a16:creationId xmlns:a16="http://schemas.microsoft.com/office/drawing/2014/main" id="{9E5120CA-B2B3-17B2-6B14-E4392DD24976}"/>
              </a:ext>
            </a:extLst>
          </p:cNvPr>
          <p:cNvSpPr/>
          <p:nvPr userDrawn="1"/>
        </p:nvSpPr>
        <p:spPr>
          <a:xfrm>
            <a:off x="116560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14" name="Espace réservé du texte 20">
            <a:extLst>
              <a:ext uri="{FF2B5EF4-FFF2-40B4-BE49-F238E27FC236}">
                <a16:creationId xmlns:a16="http://schemas.microsoft.com/office/drawing/2014/main" id="{F95D78D2-1A00-F95A-D2F9-4C1D68D785F2}"/>
              </a:ext>
            </a:extLst>
          </p:cNvPr>
          <p:cNvSpPr>
            <a:spLocks noGrp="1"/>
          </p:cNvSpPr>
          <p:nvPr>
            <p:ph type="body" sz="quarter" idx="32" hasCustomPrompt="1"/>
          </p:nvPr>
        </p:nvSpPr>
        <p:spPr>
          <a:xfrm>
            <a:off x="116560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15" name="Espace réservé du texte 30">
            <a:extLst>
              <a:ext uri="{FF2B5EF4-FFF2-40B4-BE49-F238E27FC236}">
                <a16:creationId xmlns:a16="http://schemas.microsoft.com/office/drawing/2014/main" id="{524EA599-0593-6E78-686E-F50EF6018909}"/>
              </a:ext>
            </a:extLst>
          </p:cNvPr>
          <p:cNvSpPr>
            <a:spLocks noGrp="1"/>
          </p:cNvSpPr>
          <p:nvPr>
            <p:ph type="body" sz="quarter" idx="33" hasCustomPrompt="1"/>
          </p:nvPr>
        </p:nvSpPr>
        <p:spPr>
          <a:xfrm>
            <a:off x="278130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17" name="Freeform 18">
            <a:extLst>
              <a:ext uri="{FF2B5EF4-FFF2-40B4-BE49-F238E27FC236}">
                <a16:creationId xmlns:a16="http://schemas.microsoft.com/office/drawing/2014/main" id="{1DDB7AB7-E4F2-9DBE-FD2C-666C99B67531}"/>
              </a:ext>
            </a:extLst>
          </p:cNvPr>
          <p:cNvSpPr/>
          <p:nvPr userDrawn="1"/>
        </p:nvSpPr>
        <p:spPr>
          <a:xfrm>
            <a:off x="75183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2" name="Espace réservé du texte 3">
            <a:extLst>
              <a:ext uri="{FF2B5EF4-FFF2-40B4-BE49-F238E27FC236}">
                <a16:creationId xmlns:a16="http://schemas.microsoft.com/office/drawing/2014/main" id="{730F7F2A-1CD7-B819-43C7-67365F0C1B96}"/>
              </a:ext>
            </a:extLst>
          </p:cNvPr>
          <p:cNvSpPr>
            <a:spLocks noGrp="1"/>
          </p:cNvSpPr>
          <p:nvPr>
            <p:ph type="body" sz="quarter" idx="34"/>
          </p:nvPr>
        </p:nvSpPr>
        <p:spPr>
          <a:xfrm>
            <a:off x="278130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4" name="Ellipse 23">
            <a:extLst>
              <a:ext uri="{FF2B5EF4-FFF2-40B4-BE49-F238E27FC236}">
                <a16:creationId xmlns:a16="http://schemas.microsoft.com/office/drawing/2014/main" id="{6DEDCB7D-FBB7-D668-DF83-B30CC0CAEE50}"/>
              </a:ext>
            </a:extLst>
          </p:cNvPr>
          <p:cNvSpPr/>
          <p:nvPr userDrawn="1"/>
        </p:nvSpPr>
        <p:spPr>
          <a:xfrm>
            <a:off x="621385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25" name="Espace réservé du texte 20">
            <a:extLst>
              <a:ext uri="{FF2B5EF4-FFF2-40B4-BE49-F238E27FC236}">
                <a16:creationId xmlns:a16="http://schemas.microsoft.com/office/drawing/2014/main" id="{FEBD313F-7D70-6D22-03C5-662B30062D98}"/>
              </a:ext>
            </a:extLst>
          </p:cNvPr>
          <p:cNvSpPr>
            <a:spLocks noGrp="1"/>
          </p:cNvSpPr>
          <p:nvPr>
            <p:ph type="body" sz="quarter" idx="35" hasCustomPrompt="1"/>
          </p:nvPr>
        </p:nvSpPr>
        <p:spPr>
          <a:xfrm>
            <a:off x="621385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26" name="Espace réservé du texte 30">
            <a:extLst>
              <a:ext uri="{FF2B5EF4-FFF2-40B4-BE49-F238E27FC236}">
                <a16:creationId xmlns:a16="http://schemas.microsoft.com/office/drawing/2014/main" id="{BEEB7A8A-06D5-8BAB-1B1A-ECDA5938D862}"/>
              </a:ext>
            </a:extLst>
          </p:cNvPr>
          <p:cNvSpPr>
            <a:spLocks noGrp="1"/>
          </p:cNvSpPr>
          <p:nvPr>
            <p:ph type="body" sz="quarter" idx="36" hasCustomPrompt="1"/>
          </p:nvPr>
        </p:nvSpPr>
        <p:spPr>
          <a:xfrm>
            <a:off x="782955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27" name="Freeform 18">
            <a:extLst>
              <a:ext uri="{FF2B5EF4-FFF2-40B4-BE49-F238E27FC236}">
                <a16:creationId xmlns:a16="http://schemas.microsoft.com/office/drawing/2014/main" id="{68332110-2911-AD30-D396-75230F41468B}"/>
              </a:ext>
            </a:extLst>
          </p:cNvPr>
          <p:cNvSpPr/>
          <p:nvPr userDrawn="1"/>
        </p:nvSpPr>
        <p:spPr>
          <a:xfrm>
            <a:off x="580008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8" name="Espace réservé du texte 3">
            <a:extLst>
              <a:ext uri="{FF2B5EF4-FFF2-40B4-BE49-F238E27FC236}">
                <a16:creationId xmlns:a16="http://schemas.microsoft.com/office/drawing/2014/main" id="{131B6128-8A0A-2F74-D9D8-06159D00AA11}"/>
              </a:ext>
            </a:extLst>
          </p:cNvPr>
          <p:cNvSpPr>
            <a:spLocks noGrp="1"/>
          </p:cNvSpPr>
          <p:nvPr>
            <p:ph type="body" sz="quarter" idx="37"/>
          </p:nvPr>
        </p:nvSpPr>
        <p:spPr>
          <a:xfrm>
            <a:off x="782955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9" name="Ellipse 28">
            <a:extLst>
              <a:ext uri="{FF2B5EF4-FFF2-40B4-BE49-F238E27FC236}">
                <a16:creationId xmlns:a16="http://schemas.microsoft.com/office/drawing/2014/main" id="{550178BB-6D12-E680-AC4D-763A9F1E1B5D}"/>
              </a:ext>
            </a:extLst>
          </p:cNvPr>
          <p:cNvSpPr/>
          <p:nvPr userDrawn="1"/>
        </p:nvSpPr>
        <p:spPr>
          <a:xfrm>
            <a:off x="621385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30" name="Espace réservé du texte 20">
            <a:extLst>
              <a:ext uri="{FF2B5EF4-FFF2-40B4-BE49-F238E27FC236}">
                <a16:creationId xmlns:a16="http://schemas.microsoft.com/office/drawing/2014/main" id="{F129E339-BDA1-8977-0CC2-FD7C2F581677}"/>
              </a:ext>
            </a:extLst>
          </p:cNvPr>
          <p:cNvSpPr>
            <a:spLocks noGrp="1"/>
          </p:cNvSpPr>
          <p:nvPr>
            <p:ph type="body" sz="quarter" idx="38" hasCustomPrompt="1"/>
          </p:nvPr>
        </p:nvSpPr>
        <p:spPr>
          <a:xfrm>
            <a:off x="621385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31" name="Espace réservé du texte 30">
            <a:extLst>
              <a:ext uri="{FF2B5EF4-FFF2-40B4-BE49-F238E27FC236}">
                <a16:creationId xmlns:a16="http://schemas.microsoft.com/office/drawing/2014/main" id="{E8373FC3-0F6B-8179-71C0-C71DDED10C7E}"/>
              </a:ext>
            </a:extLst>
          </p:cNvPr>
          <p:cNvSpPr>
            <a:spLocks noGrp="1"/>
          </p:cNvSpPr>
          <p:nvPr>
            <p:ph type="body" sz="quarter" idx="39" hasCustomPrompt="1"/>
          </p:nvPr>
        </p:nvSpPr>
        <p:spPr>
          <a:xfrm>
            <a:off x="782955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2" name="Freeform 18">
            <a:extLst>
              <a:ext uri="{FF2B5EF4-FFF2-40B4-BE49-F238E27FC236}">
                <a16:creationId xmlns:a16="http://schemas.microsoft.com/office/drawing/2014/main" id="{90E3961E-918F-24AD-B79D-2A12F8453885}"/>
              </a:ext>
            </a:extLst>
          </p:cNvPr>
          <p:cNvSpPr/>
          <p:nvPr userDrawn="1"/>
        </p:nvSpPr>
        <p:spPr>
          <a:xfrm>
            <a:off x="580008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space réservé du texte 3">
            <a:extLst>
              <a:ext uri="{FF2B5EF4-FFF2-40B4-BE49-F238E27FC236}">
                <a16:creationId xmlns:a16="http://schemas.microsoft.com/office/drawing/2014/main" id="{40D1339B-7443-FD20-E04D-8A4E6437F54D}"/>
              </a:ext>
            </a:extLst>
          </p:cNvPr>
          <p:cNvSpPr>
            <a:spLocks noGrp="1"/>
          </p:cNvSpPr>
          <p:nvPr>
            <p:ph type="body" sz="quarter" idx="40"/>
          </p:nvPr>
        </p:nvSpPr>
        <p:spPr>
          <a:xfrm>
            <a:off x="782955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Tree>
    <p:extLst>
      <p:ext uri="{BB962C8B-B14F-4D97-AF65-F5344CB8AC3E}">
        <p14:creationId xmlns:p14="http://schemas.microsoft.com/office/powerpoint/2010/main" val="93587402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5 Dots">
    <p:bg>
      <p:bgPr>
        <a:solidFill>
          <a:schemeClr val="bg1"/>
        </a:solidFill>
        <a:effectLst/>
      </p:bgPr>
    </p:bg>
    <p:spTree>
      <p:nvGrpSpPr>
        <p:cNvPr id="1" name=""/>
        <p:cNvGrpSpPr/>
        <p:nvPr/>
      </p:nvGrpSpPr>
      <p:grpSpPr>
        <a:xfrm>
          <a:off x="0" y="0"/>
          <a:ext cx="0" cy="0"/>
          <a:chOff x="0" y="0"/>
          <a:chExt cx="0" cy="0"/>
        </a:xfrm>
      </p:grpSpPr>
      <p:sp>
        <p:nvSpPr>
          <p:cNvPr id="25" name="Ellipse 24">
            <a:extLst>
              <a:ext uri="{FF2B5EF4-FFF2-40B4-BE49-F238E27FC236}">
                <a16:creationId xmlns:a16="http://schemas.microsoft.com/office/drawing/2014/main" id="{BD700238-72C0-72EF-BA58-70EE69F67483}"/>
              </a:ext>
            </a:extLst>
          </p:cNvPr>
          <p:cNvSpPr/>
          <p:nvPr userDrawn="1"/>
        </p:nvSpPr>
        <p:spPr>
          <a:xfrm>
            <a:off x="5363914" y="29262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3525BA0F-B5BD-5771-8B08-9253DB19473D}"/>
              </a:ext>
            </a:extLst>
          </p:cNvPr>
          <p:cNvSpPr>
            <a:spLocks noGrp="1"/>
          </p:cNvSpPr>
          <p:nvPr>
            <p:ph type="body" sz="quarter" idx="20" hasCustomPrompt="1"/>
          </p:nvPr>
        </p:nvSpPr>
        <p:spPr>
          <a:xfrm>
            <a:off x="5330198" y="2926228"/>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7" name="Espace réservé du texte 20">
            <a:extLst>
              <a:ext uri="{FF2B5EF4-FFF2-40B4-BE49-F238E27FC236}">
                <a16:creationId xmlns:a16="http://schemas.microsoft.com/office/drawing/2014/main" id="{E070233D-0729-F9C0-A708-E848DEF1B390}"/>
              </a:ext>
            </a:extLst>
          </p:cNvPr>
          <p:cNvSpPr>
            <a:spLocks noGrp="1"/>
          </p:cNvSpPr>
          <p:nvPr>
            <p:ph type="body" sz="quarter" idx="21" hasCustomPrompt="1"/>
          </p:nvPr>
        </p:nvSpPr>
        <p:spPr>
          <a:xfrm>
            <a:off x="5298112" y="4580504"/>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6" name="Ellipse 35">
            <a:extLst>
              <a:ext uri="{FF2B5EF4-FFF2-40B4-BE49-F238E27FC236}">
                <a16:creationId xmlns:a16="http://schemas.microsoft.com/office/drawing/2014/main" id="{45637C94-E70D-3CA1-D2A6-AE69E056B63A}"/>
              </a:ext>
            </a:extLst>
          </p:cNvPr>
          <p:cNvSpPr/>
          <p:nvPr userDrawn="1"/>
        </p:nvSpPr>
        <p:spPr>
          <a:xfrm>
            <a:off x="7536000" y="2926152"/>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7" name="Espace réservé du texte 15">
            <a:extLst>
              <a:ext uri="{FF2B5EF4-FFF2-40B4-BE49-F238E27FC236}">
                <a16:creationId xmlns:a16="http://schemas.microsoft.com/office/drawing/2014/main" id="{D872870A-D869-5376-A96B-162006E16A07}"/>
              </a:ext>
            </a:extLst>
          </p:cNvPr>
          <p:cNvSpPr>
            <a:spLocks noGrp="1"/>
          </p:cNvSpPr>
          <p:nvPr>
            <p:ph type="body" sz="quarter" idx="22" hasCustomPrompt="1"/>
          </p:nvPr>
        </p:nvSpPr>
        <p:spPr>
          <a:xfrm>
            <a:off x="7502284" y="2926151"/>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8" name="Espace réservé du texte 20">
            <a:extLst>
              <a:ext uri="{FF2B5EF4-FFF2-40B4-BE49-F238E27FC236}">
                <a16:creationId xmlns:a16="http://schemas.microsoft.com/office/drawing/2014/main" id="{3F126371-9A1A-333B-558E-0783ADDFA6A1}"/>
              </a:ext>
            </a:extLst>
          </p:cNvPr>
          <p:cNvSpPr>
            <a:spLocks noGrp="1"/>
          </p:cNvSpPr>
          <p:nvPr>
            <p:ph type="body" sz="quarter" idx="23" hasCustomPrompt="1"/>
          </p:nvPr>
        </p:nvSpPr>
        <p:spPr>
          <a:xfrm>
            <a:off x="7470198" y="4580427"/>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0" name="Ellipse 39">
            <a:extLst>
              <a:ext uri="{FF2B5EF4-FFF2-40B4-BE49-F238E27FC236}">
                <a16:creationId xmlns:a16="http://schemas.microsoft.com/office/drawing/2014/main" id="{A309E439-8F54-2C58-83AF-B22363C8CCB7}"/>
              </a:ext>
            </a:extLst>
          </p:cNvPr>
          <p:cNvSpPr/>
          <p:nvPr userDrawn="1"/>
        </p:nvSpPr>
        <p:spPr>
          <a:xfrm>
            <a:off x="9704900" y="292615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1" name="Espace réservé du texte 15">
            <a:extLst>
              <a:ext uri="{FF2B5EF4-FFF2-40B4-BE49-F238E27FC236}">
                <a16:creationId xmlns:a16="http://schemas.microsoft.com/office/drawing/2014/main" id="{C4E9A436-6FF0-00FF-302F-5AF25E86C0F5}"/>
              </a:ext>
            </a:extLst>
          </p:cNvPr>
          <p:cNvSpPr>
            <a:spLocks noGrp="1"/>
          </p:cNvSpPr>
          <p:nvPr>
            <p:ph type="body" sz="quarter" idx="24" hasCustomPrompt="1"/>
          </p:nvPr>
        </p:nvSpPr>
        <p:spPr>
          <a:xfrm>
            <a:off x="9671184" y="2926150"/>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2" name="Espace réservé du texte 20">
            <a:extLst>
              <a:ext uri="{FF2B5EF4-FFF2-40B4-BE49-F238E27FC236}">
                <a16:creationId xmlns:a16="http://schemas.microsoft.com/office/drawing/2014/main" id="{88753453-C11E-E8F1-508E-4DAFCFFA3813}"/>
              </a:ext>
            </a:extLst>
          </p:cNvPr>
          <p:cNvSpPr>
            <a:spLocks noGrp="1"/>
          </p:cNvSpPr>
          <p:nvPr>
            <p:ph type="body" sz="quarter" idx="25" hasCustomPrompt="1"/>
          </p:nvPr>
        </p:nvSpPr>
        <p:spPr>
          <a:xfrm>
            <a:off x="9639098" y="4580426"/>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4" name="Ellipse 43">
            <a:extLst>
              <a:ext uri="{FF2B5EF4-FFF2-40B4-BE49-F238E27FC236}">
                <a16:creationId xmlns:a16="http://schemas.microsoft.com/office/drawing/2014/main" id="{5D231679-1152-02CD-4BC4-F0C668D1189B}"/>
              </a:ext>
            </a:extLst>
          </p:cNvPr>
          <p:cNvSpPr/>
          <p:nvPr userDrawn="1"/>
        </p:nvSpPr>
        <p:spPr>
          <a:xfrm>
            <a:off x="3172781" y="292607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5" name="Espace réservé du texte 15">
            <a:extLst>
              <a:ext uri="{FF2B5EF4-FFF2-40B4-BE49-F238E27FC236}">
                <a16:creationId xmlns:a16="http://schemas.microsoft.com/office/drawing/2014/main" id="{8E95EFAE-54B7-EAF3-FCB9-EC28C0F29FFB}"/>
              </a:ext>
            </a:extLst>
          </p:cNvPr>
          <p:cNvSpPr>
            <a:spLocks noGrp="1"/>
          </p:cNvSpPr>
          <p:nvPr>
            <p:ph type="body" sz="quarter" idx="26" hasCustomPrompt="1"/>
          </p:nvPr>
        </p:nvSpPr>
        <p:spPr>
          <a:xfrm>
            <a:off x="3139065" y="2926072"/>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6" name="Espace réservé du texte 20">
            <a:extLst>
              <a:ext uri="{FF2B5EF4-FFF2-40B4-BE49-F238E27FC236}">
                <a16:creationId xmlns:a16="http://schemas.microsoft.com/office/drawing/2014/main" id="{61B53C46-4CE3-9C1E-677D-5F530F4C45F7}"/>
              </a:ext>
            </a:extLst>
          </p:cNvPr>
          <p:cNvSpPr>
            <a:spLocks noGrp="1"/>
          </p:cNvSpPr>
          <p:nvPr>
            <p:ph type="body" sz="quarter" idx="27" hasCustomPrompt="1"/>
          </p:nvPr>
        </p:nvSpPr>
        <p:spPr>
          <a:xfrm>
            <a:off x="3106979" y="4580348"/>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8" name="Ellipse 47">
            <a:extLst>
              <a:ext uri="{FF2B5EF4-FFF2-40B4-BE49-F238E27FC236}">
                <a16:creationId xmlns:a16="http://schemas.microsoft.com/office/drawing/2014/main" id="{661B3605-3F79-7353-7C47-BCEE1AC9228E}"/>
              </a:ext>
            </a:extLst>
          </p:cNvPr>
          <p:cNvSpPr/>
          <p:nvPr userDrawn="1"/>
        </p:nvSpPr>
        <p:spPr>
          <a:xfrm>
            <a:off x="1014406" y="292607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9" name="Espace réservé du texte 15">
            <a:extLst>
              <a:ext uri="{FF2B5EF4-FFF2-40B4-BE49-F238E27FC236}">
                <a16:creationId xmlns:a16="http://schemas.microsoft.com/office/drawing/2014/main" id="{32CA4ADE-8391-C5B4-EC29-BCFC3DD44850}"/>
              </a:ext>
            </a:extLst>
          </p:cNvPr>
          <p:cNvSpPr>
            <a:spLocks noGrp="1"/>
          </p:cNvSpPr>
          <p:nvPr>
            <p:ph type="body" sz="quarter" idx="28" hasCustomPrompt="1"/>
          </p:nvPr>
        </p:nvSpPr>
        <p:spPr>
          <a:xfrm>
            <a:off x="980690" y="2926073"/>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50" name="Espace réservé du texte 20">
            <a:extLst>
              <a:ext uri="{FF2B5EF4-FFF2-40B4-BE49-F238E27FC236}">
                <a16:creationId xmlns:a16="http://schemas.microsoft.com/office/drawing/2014/main" id="{81903DF9-1FF8-AC81-F18E-3B6EA701C3AA}"/>
              </a:ext>
            </a:extLst>
          </p:cNvPr>
          <p:cNvSpPr>
            <a:spLocks noGrp="1"/>
          </p:cNvSpPr>
          <p:nvPr>
            <p:ph type="body" sz="quarter" idx="29" hasCustomPrompt="1"/>
          </p:nvPr>
        </p:nvSpPr>
        <p:spPr>
          <a:xfrm>
            <a:off x="948604" y="4580349"/>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5" name="Freeform 18">
            <a:extLst>
              <a:ext uri="{FF2B5EF4-FFF2-40B4-BE49-F238E27FC236}">
                <a16:creationId xmlns:a16="http://schemas.microsoft.com/office/drawing/2014/main" id="{F93FDAFE-5BAD-AECB-A232-007703E59644}"/>
              </a:ext>
            </a:extLst>
          </p:cNvPr>
          <p:cNvSpPr/>
          <p:nvPr userDrawn="1"/>
        </p:nvSpPr>
        <p:spPr>
          <a:xfrm>
            <a:off x="556053"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Freeform 18">
            <a:extLst>
              <a:ext uri="{FF2B5EF4-FFF2-40B4-BE49-F238E27FC236}">
                <a16:creationId xmlns:a16="http://schemas.microsoft.com/office/drawing/2014/main" id="{18A05958-26A1-E556-FD58-5FE574697A32}"/>
              </a:ext>
            </a:extLst>
          </p:cNvPr>
          <p:cNvSpPr/>
          <p:nvPr userDrawn="1"/>
        </p:nvSpPr>
        <p:spPr>
          <a:xfrm>
            <a:off x="2715053"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Freeform 18">
            <a:extLst>
              <a:ext uri="{FF2B5EF4-FFF2-40B4-BE49-F238E27FC236}">
                <a16:creationId xmlns:a16="http://schemas.microsoft.com/office/drawing/2014/main" id="{2EA59147-A2B3-5CD5-0DC9-D9193A0C873F}"/>
              </a:ext>
            </a:extLst>
          </p:cNvPr>
          <p:cNvSpPr/>
          <p:nvPr userDrawn="1"/>
        </p:nvSpPr>
        <p:spPr>
          <a:xfrm>
            <a:off x="4877227"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Freeform 18">
            <a:extLst>
              <a:ext uri="{FF2B5EF4-FFF2-40B4-BE49-F238E27FC236}">
                <a16:creationId xmlns:a16="http://schemas.microsoft.com/office/drawing/2014/main" id="{FE9C09B4-C370-DC8B-A850-5D9FD5022E5A}"/>
              </a:ext>
            </a:extLst>
          </p:cNvPr>
          <p:cNvSpPr/>
          <p:nvPr userDrawn="1"/>
        </p:nvSpPr>
        <p:spPr>
          <a:xfrm>
            <a:off x="7036227"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Freeform 18">
            <a:extLst>
              <a:ext uri="{FF2B5EF4-FFF2-40B4-BE49-F238E27FC236}">
                <a16:creationId xmlns:a16="http://schemas.microsoft.com/office/drawing/2014/main" id="{28298216-88D3-85E5-4395-C1D0A5A707AD}"/>
              </a:ext>
            </a:extLst>
          </p:cNvPr>
          <p:cNvSpPr/>
          <p:nvPr userDrawn="1"/>
        </p:nvSpPr>
        <p:spPr>
          <a:xfrm>
            <a:off x="9209998" y="506082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Titre 1">
            <a:extLst>
              <a:ext uri="{FF2B5EF4-FFF2-40B4-BE49-F238E27FC236}">
                <a16:creationId xmlns:a16="http://schemas.microsoft.com/office/drawing/2014/main" id="{30CC7722-837A-CC39-9572-0E9D01E2160F}"/>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F0210B5-2A90-EFE9-93A8-FC3B32F25D3F}"/>
              </a:ext>
            </a:extLst>
          </p:cNvPr>
          <p:cNvSpPr>
            <a:spLocks noGrp="1"/>
          </p:cNvSpPr>
          <p:nvPr>
            <p:ph type="sldNum" sz="quarter" idx="3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619155813"/>
      </p:ext>
    </p:extLst>
  </p:cSld>
  <p:clrMapOvr>
    <a:masterClrMapping/>
  </p:clrMapOvr>
  <p:extLst>
    <p:ext uri="{DCECCB84-F9BA-43D5-87BE-67443E8EF086}">
      <p15:sldGuideLst xmlns:p15="http://schemas.microsoft.com/office/powerpoint/2012/main">
        <p15:guide id="1" orient="horz" pos="2160">
          <p15:clr>
            <a:srgbClr val="FBAE40"/>
          </p15:clr>
        </p15:guide>
        <p15:guide id="2" pos="1119">
          <p15:clr>
            <a:srgbClr val="F26B43"/>
          </p15:clr>
        </p15:guide>
        <p15:guide id="3" pos="2479">
          <p15:clr>
            <a:srgbClr val="F26B43"/>
          </p15:clr>
        </p15:guide>
        <p15:guide id="4" pos="5201">
          <p15:clr>
            <a:srgbClr val="F26B43"/>
          </p15:clr>
        </p15:guide>
        <p15:guide id="5" pos="6561">
          <p15:clr>
            <a:srgbClr val="F26B43"/>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6 Dots">
    <p:bg>
      <p:bgPr>
        <a:solidFill>
          <a:schemeClr val="bg1"/>
        </a:solidFill>
        <a:effectLst/>
      </p:bgPr>
    </p:bg>
    <p:spTree>
      <p:nvGrpSpPr>
        <p:cNvPr id="1" name=""/>
        <p:cNvGrpSpPr/>
        <p:nvPr/>
      </p:nvGrpSpPr>
      <p:grpSpPr>
        <a:xfrm>
          <a:off x="0" y="0"/>
          <a:ext cx="0" cy="0"/>
          <a:chOff x="0" y="0"/>
          <a:chExt cx="0" cy="0"/>
        </a:xfrm>
      </p:grpSpPr>
      <p:sp>
        <p:nvSpPr>
          <p:cNvPr id="13" name="Ellipse 12">
            <a:extLst>
              <a:ext uri="{FF2B5EF4-FFF2-40B4-BE49-F238E27FC236}">
                <a16:creationId xmlns:a16="http://schemas.microsoft.com/office/drawing/2014/main" id="{7E5790C1-BFF4-512C-7BCC-36285D348726}"/>
              </a:ext>
            </a:extLst>
          </p:cNvPr>
          <p:cNvSpPr/>
          <p:nvPr/>
        </p:nvSpPr>
        <p:spPr>
          <a:xfrm>
            <a:off x="8378670"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0" name="Ellipse 9">
            <a:extLst>
              <a:ext uri="{FF2B5EF4-FFF2-40B4-BE49-F238E27FC236}">
                <a16:creationId xmlns:a16="http://schemas.microsoft.com/office/drawing/2014/main" id="{FABCA34A-9E9A-CFA7-10CB-AB6CED1DCB7A}"/>
              </a:ext>
            </a:extLst>
          </p:cNvPr>
          <p:cNvSpPr/>
          <p:nvPr/>
        </p:nvSpPr>
        <p:spPr>
          <a:xfrm>
            <a:off x="5346624"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Ellipse 6">
            <a:extLst>
              <a:ext uri="{FF2B5EF4-FFF2-40B4-BE49-F238E27FC236}">
                <a16:creationId xmlns:a16="http://schemas.microsoft.com/office/drawing/2014/main" id="{C8201D78-B6D5-A1E0-A3EC-94725867D298}"/>
              </a:ext>
            </a:extLst>
          </p:cNvPr>
          <p:cNvSpPr/>
          <p:nvPr/>
        </p:nvSpPr>
        <p:spPr>
          <a:xfrm>
            <a:off x="2309428"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309708" y="4149001"/>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344227" y="415262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375840" y="4149000"/>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 name="Ellipse 2">
            <a:extLst>
              <a:ext uri="{FF2B5EF4-FFF2-40B4-BE49-F238E27FC236}">
                <a16:creationId xmlns:a16="http://schemas.microsoft.com/office/drawing/2014/main" id="{489F5A88-8A31-5CA8-84A3-76A697768453}"/>
              </a:ext>
            </a:extLst>
          </p:cNvPr>
          <p:cNvSpPr/>
          <p:nvPr userDrawn="1"/>
        </p:nvSpPr>
        <p:spPr>
          <a:xfrm>
            <a:off x="8377510"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5" name="Ellipse 4">
            <a:extLst>
              <a:ext uri="{FF2B5EF4-FFF2-40B4-BE49-F238E27FC236}">
                <a16:creationId xmlns:a16="http://schemas.microsoft.com/office/drawing/2014/main" id="{20AC22A4-3221-6F8D-A556-D4FAD5DC4220}"/>
              </a:ext>
            </a:extLst>
          </p:cNvPr>
          <p:cNvSpPr/>
          <p:nvPr userDrawn="1"/>
        </p:nvSpPr>
        <p:spPr>
          <a:xfrm>
            <a:off x="5345464"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1" name="Ellipse 10">
            <a:extLst>
              <a:ext uri="{FF2B5EF4-FFF2-40B4-BE49-F238E27FC236}">
                <a16:creationId xmlns:a16="http://schemas.microsoft.com/office/drawing/2014/main" id="{88C3192E-5585-56E0-A5FD-275C141DFACE}"/>
              </a:ext>
            </a:extLst>
          </p:cNvPr>
          <p:cNvSpPr/>
          <p:nvPr userDrawn="1"/>
        </p:nvSpPr>
        <p:spPr>
          <a:xfrm>
            <a:off x="2308268"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Espace réservé du texte 15">
            <a:extLst>
              <a:ext uri="{FF2B5EF4-FFF2-40B4-BE49-F238E27FC236}">
                <a16:creationId xmlns:a16="http://schemas.microsoft.com/office/drawing/2014/main" id="{29260FDC-2CA9-2B22-5C12-D909C36FB7B5}"/>
              </a:ext>
            </a:extLst>
          </p:cNvPr>
          <p:cNvSpPr>
            <a:spLocks noGrp="1"/>
          </p:cNvSpPr>
          <p:nvPr>
            <p:ph type="body" sz="quarter" idx="13" hasCustomPrompt="1"/>
          </p:nvPr>
        </p:nvSpPr>
        <p:spPr>
          <a:xfrm>
            <a:off x="2308547" y="214969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5" name="Espace réservé du texte 15">
            <a:extLst>
              <a:ext uri="{FF2B5EF4-FFF2-40B4-BE49-F238E27FC236}">
                <a16:creationId xmlns:a16="http://schemas.microsoft.com/office/drawing/2014/main" id="{67DD07DE-D993-3C5A-5A4A-1CC855E2AD9E}"/>
              </a:ext>
            </a:extLst>
          </p:cNvPr>
          <p:cNvSpPr>
            <a:spLocks noGrp="1"/>
          </p:cNvSpPr>
          <p:nvPr>
            <p:ph type="body" sz="quarter" idx="14" hasCustomPrompt="1"/>
          </p:nvPr>
        </p:nvSpPr>
        <p:spPr>
          <a:xfrm>
            <a:off x="5343067" y="2153327"/>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9" name="Espace réservé du texte 15">
            <a:extLst>
              <a:ext uri="{FF2B5EF4-FFF2-40B4-BE49-F238E27FC236}">
                <a16:creationId xmlns:a16="http://schemas.microsoft.com/office/drawing/2014/main" id="{832D890B-661E-2EDC-4B9E-80B638234BBE}"/>
              </a:ext>
            </a:extLst>
          </p:cNvPr>
          <p:cNvSpPr>
            <a:spLocks noGrp="1"/>
          </p:cNvSpPr>
          <p:nvPr>
            <p:ph type="body" sz="quarter" idx="15" hasCustomPrompt="1"/>
          </p:nvPr>
        </p:nvSpPr>
        <p:spPr>
          <a:xfrm>
            <a:off x="8374680" y="2149698"/>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2" name="Freeform 18">
            <a:extLst>
              <a:ext uri="{FF2B5EF4-FFF2-40B4-BE49-F238E27FC236}">
                <a16:creationId xmlns:a16="http://schemas.microsoft.com/office/drawing/2014/main" id="{3A06D9FB-E0BD-0635-0AD7-722427207614}"/>
              </a:ext>
            </a:extLst>
          </p:cNvPr>
          <p:cNvSpPr/>
          <p:nvPr userDrawn="1"/>
        </p:nvSpPr>
        <p:spPr>
          <a:xfrm>
            <a:off x="1839999"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3" name="Freeform 18">
            <a:extLst>
              <a:ext uri="{FF2B5EF4-FFF2-40B4-BE49-F238E27FC236}">
                <a16:creationId xmlns:a16="http://schemas.microsoft.com/office/drawing/2014/main" id="{9E95D0D3-A884-9A36-DD8E-E0D6E146B5D0}"/>
              </a:ext>
            </a:extLst>
          </p:cNvPr>
          <p:cNvSpPr/>
          <p:nvPr userDrawn="1"/>
        </p:nvSpPr>
        <p:spPr>
          <a:xfrm>
            <a:off x="4875640"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4" name="Freeform 18">
            <a:extLst>
              <a:ext uri="{FF2B5EF4-FFF2-40B4-BE49-F238E27FC236}">
                <a16:creationId xmlns:a16="http://schemas.microsoft.com/office/drawing/2014/main" id="{B82E30A3-8783-F2E4-06D0-BC8111C3B789}"/>
              </a:ext>
            </a:extLst>
          </p:cNvPr>
          <p:cNvSpPr/>
          <p:nvPr userDrawn="1"/>
        </p:nvSpPr>
        <p:spPr>
          <a:xfrm>
            <a:off x="7911281"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Freeform 18">
            <a:extLst>
              <a:ext uri="{FF2B5EF4-FFF2-40B4-BE49-F238E27FC236}">
                <a16:creationId xmlns:a16="http://schemas.microsoft.com/office/drawing/2014/main" id="{DD9B34A7-11E5-0BDB-E56A-CA9A1E8F5FA0}"/>
              </a:ext>
            </a:extLst>
          </p:cNvPr>
          <p:cNvSpPr/>
          <p:nvPr userDrawn="1"/>
        </p:nvSpPr>
        <p:spPr>
          <a:xfrm>
            <a:off x="1839999"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6" name="Freeform 18">
            <a:extLst>
              <a:ext uri="{FF2B5EF4-FFF2-40B4-BE49-F238E27FC236}">
                <a16:creationId xmlns:a16="http://schemas.microsoft.com/office/drawing/2014/main" id="{1CD0E023-3965-BFC7-E7ED-72207BD78ABF}"/>
              </a:ext>
            </a:extLst>
          </p:cNvPr>
          <p:cNvSpPr/>
          <p:nvPr userDrawn="1"/>
        </p:nvSpPr>
        <p:spPr>
          <a:xfrm>
            <a:off x="4875640"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7" name="Freeform 18">
            <a:extLst>
              <a:ext uri="{FF2B5EF4-FFF2-40B4-BE49-F238E27FC236}">
                <a16:creationId xmlns:a16="http://schemas.microsoft.com/office/drawing/2014/main" id="{BA690096-2829-3C2B-D8BA-F3895082E1CB}"/>
              </a:ext>
            </a:extLst>
          </p:cNvPr>
          <p:cNvSpPr/>
          <p:nvPr userDrawn="1"/>
        </p:nvSpPr>
        <p:spPr>
          <a:xfrm>
            <a:off x="7911281"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9" name="Titre 1">
            <a:extLst>
              <a:ext uri="{FF2B5EF4-FFF2-40B4-BE49-F238E27FC236}">
                <a16:creationId xmlns:a16="http://schemas.microsoft.com/office/drawing/2014/main" id="{9A5DBC30-973C-42B4-6160-223C52FC96EC}"/>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043C5AD-F716-4B19-0143-C08FF38ED695}"/>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816856366"/>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ircle righ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D05B4FB-BA81-4981-30DA-B4C7FED49EFC}"/>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rot="10800000">
            <a:off x="6636000" y="0"/>
            <a:ext cx="5556000" cy="6858000"/>
          </a:xfrm>
          <a:prstGeom prst="flowChartDelay">
            <a:avLst/>
          </a:prstGeom>
          <a:gradFill flip="none" rotWithShape="1">
            <a:gsLst>
              <a:gs pos="25000">
                <a:srgbClr val="714B67"/>
              </a:gs>
              <a:gs pos="0">
                <a:srgbClr val="714B67"/>
              </a:gs>
              <a:gs pos="100000">
                <a:srgbClr val="BA131A"/>
              </a:gs>
            </a:gsLst>
            <a:path path="circle">
              <a:fillToRect t="100000" r="100000"/>
            </a:path>
            <a:tileRect l="-100000" b="-100000"/>
          </a:gra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5880100" cy="3060700"/>
          </a:xfrm>
          <a:prstGeom prst="rect">
            <a:avLst/>
          </a:prstGeom>
        </p:spPr>
        <p:txBody>
          <a:bodyPr anchor="b"/>
          <a:lstStyle>
            <a:lvl1pPr algn="l">
              <a:defRPr sz="4400" b="1">
                <a:solidFill>
                  <a:schemeClr val="accent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5880100" cy="3154608"/>
          </a:xfrm>
          <a:prstGeom prst="rect">
            <a:avLst/>
          </a:prstGeom>
        </p:spPr>
        <p:txBody>
          <a:bodyPr/>
          <a:lstStyle>
            <a:lvl1pPr marL="0" indent="0" algn="l">
              <a:buNone/>
              <a:defRPr sz="2400">
                <a:solidFill>
                  <a:schemeClr val="tx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7839143" y="478631"/>
            <a:ext cx="4160837" cy="5900737"/>
          </a:xfr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2077ED3F-F762-BEF1-E5F3-F909A76F0EB4}"/>
              </a:ext>
            </a:extLst>
          </p:cNvPr>
          <p:cNvSpPr>
            <a:spLocks noGrp="1"/>
          </p:cNvSpPr>
          <p:nvPr>
            <p:ph type="sldNum" sz="quarter" idx="12"/>
          </p:nvPr>
        </p:nvSpPr>
        <p:spPr/>
        <p:txBody>
          <a:bodyPr/>
          <a:lstStyle/>
          <a:p>
            <a:fld id="{0C34F99C-3C47-4582-9518-8D365E9692AE}" type="slidenum">
              <a:rPr lang="en-US" smtClean="0"/>
              <a:pPr/>
              <a:t>‹#›</a:t>
            </a:fld>
            <a:endParaRPr lang="en-US"/>
          </a:p>
        </p:txBody>
      </p:sp>
      <p:pic>
        <p:nvPicPr>
          <p:cNvPr id="6" name="Image 5" descr="Une image contenant texte, clipart">
            <a:extLst>
              <a:ext uri="{FF2B5EF4-FFF2-40B4-BE49-F238E27FC236}">
                <a16:creationId xmlns:a16="http://schemas.microsoft.com/office/drawing/2014/main" id="{5871B689-B73C-FA32-0D01-36B9921553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33061"/>
            <a:ext cx="991873" cy="216000"/>
          </a:xfrm>
          <a:prstGeom prst="rect">
            <a:avLst/>
          </a:prstGeom>
        </p:spPr>
      </p:pic>
    </p:spTree>
    <p:extLst>
      <p:ext uri="{BB962C8B-B14F-4D97-AF65-F5344CB8AC3E}">
        <p14:creationId xmlns:p14="http://schemas.microsoft.com/office/powerpoint/2010/main" val="19615020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ircle lef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0361F8-5750-1DA8-2ECF-213AE563BF02}"/>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a:off x="0" y="0"/>
            <a:ext cx="5556000" cy="6858000"/>
          </a:xfrm>
          <a:prstGeom prst="flowChartDelay">
            <a:avLst/>
          </a:prstGeom>
          <a:gradFill flip="none" rotWithShape="1">
            <a:gsLst>
              <a:gs pos="25000">
                <a:srgbClr val="714B67"/>
              </a:gs>
              <a:gs pos="0">
                <a:srgbClr val="714B67"/>
              </a:gs>
              <a:gs pos="100000">
                <a:srgbClr val="BA131A"/>
              </a:gs>
            </a:gsLst>
            <a:path path="circle">
              <a:fillToRect l="100000" b="100000"/>
            </a:path>
            <a:tileRect t="-100000" r="-100000"/>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4933616" cy="3060700"/>
          </a:xfrm>
          <a:prstGeom prst="rect">
            <a:avLst/>
          </a:prstGeom>
        </p:spPr>
        <p:txBody>
          <a:bodyPr anchor="b"/>
          <a:lstStyle>
            <a:lvl1pPr algn="l">
              <a:defRPr sz="4400" b="1">
                <a:solidFill>
                  <a:schemeClr val="bg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4933616" cy="3154608"/>
          </a:xfrm>
          <a:prstGeom prst="rect">
            <a:avLst/>
          </a:prstGeom>
        </p:spPr>
        <p:txBody>
          <a:bodyPr/>
          <a:lstStyle>
            <a:lvl1pPr marL="0" indent="0" algn="l">
              <a:buNone/>
              <a:defRPr sz="240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6096001" y="478631"/>
            <a:ext cx="5903980" cy="5900737"/>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5" name="Image 4">
            <a:extLst>
              <a:ext uri="{FF2B5EF4-FFF2-40B4-BE49-F238E27FC236}">
                <a16:creationId xmlns:a16="http://schemas.microsoft.com/office/drawing/2014/main" id="{CECD9309-BA21-8A43-A329-C5139784C6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7D7C22DB-C7EA-C50F-937E-75D56D0EFF51}"/>
              </a:ext>
            </a:extLst>
          </p:cNvPr>
          <p:cNvSpPr>
            <a:spLocks noGrp="1"/>
          </p:cNvSpPr>
          <p:nvPr>
            <p:ph type="sldNum" sz="quarter" idx="12"/>
          </p:nvPr>
        </p:nvSpPr>
        <p:spPr/>
        <p:txBody>
          <a:bodyPr/>
          <a:lstStyle>
            <a:lvl1pPr>
              <a:defRPr>
                <a:solidFill>
                  <a:schemeClr val="bg1"/>
                </a:solidFill>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7100994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rrow Top to Down">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2CEE7B1-61CB-BD5D-417A-F56AC2382BB4}"/>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Connecteur page suivante 1">
            <a:extLst>
              <a:ext uri="{FF2B5EF4-FFF2-40B4-BE49-F238E27FC236}">
                <a16:creationId xmlns:a16="http://schemas.microsoft.com/office/drawing/2014/main" id="{ADF68587-F9C6-7F9E-6FF3-F77B5214FD1B}"/>
              </a:ext>
            </a:extLst>
          </p:cNvPr>
          <p:cNvSpPr/>
          <p:nvPr userDrawn="1"/>
        </p:nvSpPr>
        <p:spPr>
          <a:xfrm>
            <a:off x="1907157" y="-1"/>
            <a:ext cx="8377686" cy="6003985"/>
          </a:xfrm>
          <a:prstGeom prst="flowChartOffpageConnector">
            <a:avLst/>
          </a:prstGeom>
          <a:gradFill>
            <a:gsLst>
              <a:gs pos="25000">
                <a:srgbClr val="714B67"/>
              </a:gs>
              <a:gs pos="0">
                <a:srgbClr val="714B67"/>
              </a:gs>
              <a:gs pos="100000">
                <a:srgbClr val="BA131A"/>
              </a:gs>
            </a:gsLst>
            <a:path path="circle">
              <a:fillToRect l="100000" b="10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8467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1095375"/>
            <a:ext cx="7115175" cy="3683000"/>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4" name="Image 3">
            <a:extLst>
              <a:ext uri="{FF2B5EF4-FFF2-40B4-BE49-F238E27FC236}">
                <a16:creationId xmlns:a16="http://schemas.microsoft.com/office/drawing/2014/main" id="{B1D256A0-181C-0952-6C55-BBA80E58B6E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3148976C-9C68-95E4-B101-F183312C49A6}"/>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18247679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Arrow Left to Righ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F7EA5F-5582-4FD4-F275-B4D64D2FECF6}"/>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e 3">
            <a:extLst>
              <a:ext uri="{FF2B5EF4-FFF2-40B4-BE49-F238E27FC236}">
                <a16:creationId xmlns:a16="http://schemas.microsoft.com/office/drawing/2014/main" id="{435A3EEA-798B-B365-FA9F-5147D10FD315}"/>
              </a:ext>
            </a:extLst>
          </p:cNvPr>
          <p:cNvGrpSpPr/>
          <p:nvPr userDrawn="1"/>
        </p:nvGrpSpPr>
        <p:grpSpPr>
          <a:xfrm>
            <a:off x="0" y="1911349"/>
            <a:ext cx="11480800" cy="3035300"/>
            <a:chOff x="0" y="1911349"/>
            <a:chExt cx="10071100" cy="3035300"/>
          </a:xfrm>
          <a:gradFill flip="none" rotWithShape="1">
            <a:gsLst>
              <a:gs pos="25000">
                <a:srgbClr val="714B67"/>
              </a:gs>
              <a:gs pos="0">
                <a:srgbClr val="714B67"/>
              </a:gs>
              <a:gs pos="100000">
                <a:srgbClr val="BA131A"/>
              </a:gs>
            </a:gsLst>
            <a:path path="circle">
              <a:fillToRect l="100000" b="100000"/>
            </a:path>
            <a:tileRect t="-100000" r="-100000"/>
          </a:gradFill>
          <a:effectLst>
            <a:outerShdw blurRad="50800" dist="38100" dir="2700000" algn="tl" rotWithShape="0">
              <a:prstClr val="black">
                <a:alpha val="40000"/>
              </a:prstClr>
            </a:outerShdw>
          </a:effectLst>
        </p:grpSpPr>
        <p:sp>
          <p:nvSpPr>
            <p:cNvPr id="5" name="Rectangle 4">
              <a:extLst>
                <a:ext uri="{FF2B5EF4-FFF2-40B4-BE49-F238E27FC236}">
                  <a16:creationId xmlns:a16="http://schemas.microsoft.com/office/drawing/2014/main" id="{27F4E0F9-60A4-5B2B-1B83-B825E3241B75}"/>
                </a:ext>
              </a:extLst>
            </p:cNvPr>
            <p:cNvSpPr/>
            <p:nvPr userDrawn="1"/>
          </p:nvSpPr>
          <p:spPr>
            <a:xfrm>
              <a:off x="0" y="1911349"/>
              <a:ext cx="9232900" cy="3035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6" name="Organigramme : Fusion 5">
              <a:extLst>
                <a:ext uri="{FF2B5EF4-FFF2-40B4-BE49-F238E27FC236}">
                  <a16:creationId xmlns:a16="http://schemas.microsoft.com/office/drawing/2014/main" id="{987952E4-11C6-6F3D-59C6-0D64A1D7AA4B}"/>
                </a:ext>
              </a:extLst>
            </p:cNvPr>
            <p:cNvSpPr/>
            <p:nvPr userDrawn="1"/>
          </p:nvSpPr>
          <p:spPr>
            <a:xfrm rot="16200000">
              <a:off x="8134350" y="3009899"/>
              <a:ext cx="3035300" cy="838200"/>
            </a:xfrm>
            <a:prstGeom prst="flowChartMerg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gr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26900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3429000"/>
            <a:ext cx="7115175" cy="1349374"/>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3" name="Image 2">
            <a:extLst>
              <a:ext uri="{FF2B5EF4-FFF2-40B4-BE49-F238E27FC236}">
                <a16:creationId xmlns:a16="http://schemas.microsoft.com/office/drawing/2014/main" id="{E227DFF4-597B-27AC-030E-3FDDA70B6F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8" name="Espace réservé du numéro de diapositive 7">
            <a:extLst>
              <a:ext uri="{FF2B5EF4-FFF2-40B4-BE49-F238E27FC236}">
                <a16:creationId xmlns:a16="http://schemas.microsoft.com/office/drawing/2014/main" id="{3FF773FC-DEC9-827C-AC8F-7D5EF6B92E1B}"/>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417626066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re et texte vertical">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5277D5-C413-6729-9BBC-49D70F8658C4}"/>
              </a:ext>
            </a:extLst>
          </p:cNvPr>
          <p:cNvSpPr>
            <a:spLocks noGrp="1"/>
          </p:cNvSpPr>
          <p:nvPr>
            <p:ph type="title"/>
          </p:nvPr>
        </p:nvSpPr>
        <p:spPr>
          <a:xfrm>
            <a:off x="838200" y="365125"/>
            <a:ext cx="8441987" cy="1325563"/>
          </a:xfrm>
        </p:spPr>
        <p:txBody>
          <a:bodyPr/>
          <a:lstStyle>
            <a:lvl1pPr>
              <a:defRPr>
                <a:solidFill>
                  <a:schemeClr val="tx1"/>
                </a:solidFill>
              </a:defRPr>
            </a:lvl1pPr>
          </a:lstStyle>
          <a:p>
            <a:r>
              <a:rPr lang="fr-FR"/>
              <a:t>Modifiez le style du titre</a:t>
            </a:r>
          </a:p>
        </p:txBody>
      </p:sp>
      <p:sp>
        <p:nvSpPr>
          <p:cNvPr id="3" name="Espace réservé du texte vertical 2">
            <a:extLst>
              <a:ext uri="{FF2B5EF4-FFF2-40B4-BE49-F238E27FC236}">
                <a16:creationId xmlns:a16="http://schemas.microsoft.com/office/drawing/2014/main" id="{219CACBA-6197-623A-0244-D72DF359379A}"/>
              </a:ext>
            </a:extLst>
          </p:cNvPr>
          <p:cNvSpPr>
            <a:spLocks noGrp="1"/>
          </p:cNvSpPr>
          <p:nvPr>
            <p:ph type="body" orient="vert" idx="1"/>
          </p:nvPr>
        </p:nvSpPr>
        <p:spPr>
          <a:xfrm>
            <a:off x="838200" y="1825625"/>
            <a:ext cx="8441987" cy="43513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Forme libre : forme 4">
            <a:extLst>
              <a:ext uri="{FF2B5EF4-FFF2-40B4-BE49-F238E27FC236}">
                <a16:creationId xmlns:a16="http://schemas.microsoft.com/office/drawing/2014/main" id="{21C7406F-96E0-6A52-CF64-3980368864A8}"/>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Espace réservé du texte 8">
            <a:extLst>
              <a:ext uri="{FF2B5EF4-FFF2-40B4-BE49-F238E27FC236}">
                <a16:creationId xmlns:a16="http://schemas.microsoft.com/office/drawing/2014/main" id="{673BC2E8-7400-9183-385A-7C4844DB8E4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E7F12CEE-675D-6AD6-AA24-BB403D1D2266}"/>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59275479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a:off x="838200" y="365125"/>
            <a:ext cx="8360923" cy="5811838"/>
          </a:xfrm>
          <a:noFill/>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8">
            <a:extLst>
              <a:ext uri="{FF2B5EF4-FFF2-40B4-BE49-F238E27FC236}">
                <a16:creationId xmlns:a16="http://schemas.microsoft.com/office/drawing/2014/main" id="{6DD1CC45-2B80-4C38-8822-1C81A41D995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1BA8B504-5D25-A461-A6E3-AFFAD3891255}"/>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4277239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Gauch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16200000">
            <a:off x="-2114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rot="16200000">
            <a:off x="4208328" y="-957534"/>
            <a:ext cx="6320350" cy="8773067"/>
          </a:xfrm>
          <a:noFill/>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Espace réservé du numéro de diapositive 5">
            <a:extLst>
              <a:ext uri="{FF2B5EF4-FFF2-40B4-BE49-F238E27FC236}">
                <a16:creationId xmlns:a16="http://schemas.microsoft.com/office/drawing/2014/main" id="{B5DD60FB-D487-5C3C-7160-C04F3A87ABCF}"/>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0">
                <a:solidFill>
                  <a:schemeClr val="bg1"/>
                </a:solidFill>
              </a:defRPr>
            </a:lvl1pPr>
          </a:lstStyle>
          <a:p>
            <a:pPr defTabSz="914400">
              <a:defRPr/>
            </a:pPr>
            <a:fld id="{11061685-6496-4975-B02C-C44B14DBF38E}" type="slidenum">
              <a:rPr lang="fr-FR" smtClean="0"/>
              <a:pPr defTabSz="914400">
                <a:defRPr/>
              </a:pPr>
              <a:t>‹#›</a:t>
            </a:fld>
            <a:endParaRPr lang="fr-FR"/>
          </a:p>
        </p:txBody>
      </p:sp>
      <p:sp>
        <p:nvSpPr>
          <p:cNvPr id="6" name="Titre 5">
            <a:extLst>
              <a:ext uri="{FF2B5EF4-FFF2-40B4-BE49-F238E27FC236}">
                <a16:creationId xmlns:a16="http://schemas.microsoft.com/office/drawing/2014/main" id="{11F1A8A8-9807-E0FF-FBCA-DCA93BB684A7}"/>
              </a:ext>
            </a:extLst>
          </p:cNvPr>
          <p:cNvSpPr>
            <a:spLocks noGrp="1"/>
          </p:cNvSpPr>
          <p:nvPr>
            <p:ph type="title"/>
          </p:nvPr>
        </p:nvSpPr>
        <p:spPr>
          <a:xfrm rot="16200000">
            <a:off x="-2048835" y="2766218"/>
            <a:ext cx="6127752" cy="1325563"/>
          </a:xfrm>
        </p:spPr>
        <p:txBody>
          <a:bodyPr/>
          <a:lstStyle/>
          <a:p>
            <a:r>
              <a:rPr lang="fr-FR"/>
              <a:t>Modifiez le style du titre</a:t>
            </a:r>
            <a:endParaRPr lang="en-US"/>
          </a:p>
        </p:txBody>
      </p:sp>
      <p:pic>
        <p:nvPicPr>
          <p:cNvPr id="5" name="Image 4">
            <a:extLst>
              <a:ext uri="{FF2B5EF4-FFF2-40B4-BE49-F238E27FC236}">
                <a16:creationId xmlns:a16="http://schemas.microsoft.com/office/drawing/2014/main" id="{3A60A342-E0B1-16E7-D2FD-EDFD3D90B1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42000"/>
            <a:ext cx="991873" cy="216000"/>
          </a:xfrm>
          <a:prstGeom prst="rect">
            <a:avLst/>
          </a:prstGeom>
        </p:spPr>
      </p:pic>
    </p:spTree>
    <p:extLst>
      <p:ext uri="{BB962C8B-B14F-4D97-AF65-F5344CB8AC3E}">
        <p14:creationId xmlns:p14="http://schemas.microsoft.com/office/powerpoint/2010/main" val="217454317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_3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7"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0" name="Espace réservé du numéro de diapositive 5">
            <a:extLst>
              <a:ext uri="{FF2B5EF4-FFF2-40B4-BE49-F238E27FC236}">
                <a16:creationId xmlns:a16="http://schemas.microsoft.com/office/drawing/2014/main" id="{D4327D9C-5A0D-B8A2-8DDD-1241E193B4F6}"/>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0">
                <a:solidFill>
                  <a:schemeClr val="tx1"/>
                </a:solidFill>
                <a:latin typeface="+mn-lt"/>
              </a:defRPr>
            </a:lvl1pPr>
          </a:lstStyle>
          <a:p>
            <a:pPr defTabSz="914400">
              <a:defRPr/>
            </a:pPr>
            <a:fld id="{11061685-6496-4975-B02C-C44B14DBF38E}" type="slidenum">
              <a:rPr lang="fr-FR" smtClean="0"/>
              <a:pPr defTabSz="914400">
                <a:defRPr/>
              </a:pPr>
              <a:t>‹#›</a:t>
            </a:fld>
            <a:endParaRPr lang="fr-FR"/>
          </a:p>
        </p:txBody>
      </p:sp>
      <p:sp>
        <p:nvSpPr>
          <p:cNvPr id="21" name="Titre 1">
            <a:extLst>
              <a:ext uri="{FF2B5EF4-FFF2-40B4-BE49-F238E27FC236}">
                <a16:creationId xmlns:a16="http://schemas.microsoft.com/office/drawing/2014/main" id="{E41F754D-6AC6-5DD2-9C5B-B4E57ACDEB2E}"/>
              </a:ext>
            </a:extLst>
          </p:cNvPr>
          <p:cNvSpPr>
            <a:spLocks noGrp="1"/>
          </p:cNvSpPr>
          <p:nvPr>
            <p:ph type="title"/>
          </p:nvPr>
        </p:nvSpPr>
        <p:spPr>
          <a:xfrm>
            <a:off x="838200" y="182826"/>
            <a:ext cx="10515600" cy="1325563"/>
          </a:xfrm>
        </p:spPr>
        <p:txBody>
          <a:bodyPr/>
          <a:lstStyle>
            <a:lvl1pPr>
              <a:defRPr>
                <a:solidFill>
                  <a:schemeClr val="bg1"/>
                </a:solidFill>
                <a:latin typeface="+mj-lt"/>
              </a:defRPr>
            </a:lvl1pPr>
          </a:lstStyle>
          <a:p>
            <a:r>
              <a:rPr lang="fr-FR"/>
              <a:t>Modifiez le style du titre</a:t>
            </a:r>
          </a:p>
        </p:txBody>
      </p:sp>
    </p:spTree>
    <p:extLst>
      <p:ext uri="{BB962C8B-B14F-4D97-AF65-F5344CB8AC3E}">
        <p14:creationId xmlns:p14="http://schemas.microsoft.com/office/powerpoint/2010/main" val="813564593"/>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Full White">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ED3E19C-7522-1B02-CE49-548CCA9BE670}"/>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68654412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aptivea VS Odo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4C740888-3B94-E6EB-C2EE-73A2187D57E1}"/>
              </a:ext>
            </a:extLst>
          </p:cNvPr>
          <p:cNvSpPr>
            <a:spLocks noGrp="1"/>
          </p:cNvSpPr>
          <p:nvPr>
            <p:ph type="sldNum" sz="quarter" idx="10"/>
          </p:nvPr>
        </p:nvSpPr>
        <p:spPr/>
        <p:txBody>
          <a:bodyPr/>
          <a:lstStyle>
            <a:lvl1pPr>
              <a:defRPr>
                <a:solidFill>
                  <a:schemeClr val="bg1"/>
                </a:solidFill>
              </a:defRPr>
            </a:lvl1pPr>
          </a:lstStyle>
          <a:p>
            <a:fld id="{0C34F99C-3C47-4582-9518-8D365E9692AE}" type="slidenum">
              <a:rPr lang="en-US" smtClean="0"/>
              <a:pPr/>
              <a:t>‹#›</a:t>
            </a:fld>
            <a:endParaRPr lang="en-US"/>
          </a:p>
        </p:txBody>
      </p:sp>
      <p:pic>
        <p:nvPicPr>
          <p:cNvPr id="3" name="Image 2" descr="Une image contenant texte, clipart">
            <a:extLst>
              <a:ext uri="{FF2B5EF4-FFF2-40B4-BE49-F238E27FC236}">
                <a16:creationId xmlns:a16="http://schemas.microsoft.com/office/drawing/2014/main" id="{73770B4B-0393-2241-D122-ABE2A09601D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200127" y="6640034"/>
            <a:ext cx="991873" cy="216000"/>
          </a:xfrm>
          <a:prstGeom prst="rect">
            <a:avLst/>
          </a:prstGeom>
        </p:spPr>
      </p:pic>
    </p:spTree>
    <p:extLst>
      <p:ext uri="{BB962C8B-B14F-4D97-AF65-F5344CB8AC3E}">
        <p14:creationId xmlns:p14="http://schemas.microsoft.com/office/powerpoint/2010/main" val="24553488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cSld name="Fre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5550CC-C9F7-00C2-6455-8632C60635D7}"/>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4" name="Espace réservé du numéro de diapositive 3">
            <a:extLst>
              <a:ext uri="{FF2B5EF4-FFF2-40B4-BE49-F238E27FC236}">
                <a16:creationId xmlns:a16="http://schemas.microsoft.com/office/drawing/2014/main" id="{803ED131-62BA-5CCD-01DD-0F666D515027}"/>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7206089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cSld name="Title + 1 Colum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BBF212-1524-7D1A-80B4-8652EB704FC5}"/>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16414B7A-B0A7-58D5-6C8A-B83F012C2938}"/>
              </a:ext>
            </a:extLst>
          </p:cNvPr>
          <p:cNvSpPr>
            <a:spLocks noGrp="1"/>
          </p:cNvSpPr>
          <p:nvPr>
            <p:ph idx="1"/>
          </p:nvPr>
        </p:nvSpPr>
        <p:spPr>
          <a:xfrm>
            <a:off x="838200" y="2050181"/>
            <a:ext cx="10515600" cy="41267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2AB14E96-5B6E-B88F-5CD6-FC35B43F6039}"/>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74160767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Fre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5550CC-C9F7-00C2-6455-8632C60635D7}"/>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4" name="Espace réservé du numéro de diapositive 3">
            <a:extLst>
              <a:ext uri="{FF2B5EF4-FFF2-40B4-BE49-F238E27FC236}">
                <a16:creationId xmlns:a16="http://schemas.microsoft.com/office/drawing/2014/main" id="{803ED131-62BA-5CCD-01DD-0F666D515027}"/>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41337572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D430D49D-4E70-EBFA-2900-921C4B943893}"/>
              </a:ext>
            </a:extLst>
          </p:cNvPr>
          <p:cNvSpPr/>
          <p:nvPr userDrawn="1"/>
        </p:nvSpPr>
        <p:spPr>
          <a:xfrm>
            <a:off x="0" y="0"/>
            <a:ext cx="12192000" cy="3509963"/>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Titre 1">
            <a:extLst>
              <a:ext uri="{FF2B5EF4-FFF2-40B4-BE49-F238E27FC236}">
                <a16:creationId xmlns:a16="http://schemas.microsoft.com/office/drawing/2014/main" id="{67679203-4C70-F69C-1181-945FBE411524}"/>
              </a:ext>
            </a:extLst>
          </p:cNvPr>
          <p:cNvSpPr>
            <a:spLocks noGrp="1"/>
          </p:cNvSpPr>
          <p:nvPr>
            <p:ph type="ctrTitle"/>
          </p:nvPr>
        </p:nvSpPr>
        <p:spPr>
          <a:xfrm>
            <a:off x="1524000" y="456289"/>
            <a:ext cx="9144000" cy="1532882"/>
          </a:xfrm>
        </p:spPr>
        <p:txBody>
          <a:bodyPr anchor="b"/>
          <a:lstStyle>
            <a:lvl1pPr algn="ctr">
              <a:defRPr sz="6000">
                <a:solidFill>
                  <a:schemeClr val="bg1"/>
                </a:solidFill>
              </a:defRPr>
            </a:lvl1pPr>
          </a:lstStyle>
          <a:p>
            <a:r>
              <a:rPr lang="fr-FR"/>
              <a:t>Modifiez le style du titre</a:t>
            </a:r>
          </a:p>
        </p:txBody>
      </p:sp>
      <p:sp>
        <p:nvSpPr>
          <p:cNvPr id="3" name="Sous-titre 2">
            <a:extLst>
              <a:ext uri="{FF2B5EF4-FFF2-40B4-BE49-F238E27FC236}">
                <a16:creationId xmlns:a16="http://schemas.microsoft.com/office/drawing/2014/main" id="{784D3356-1766-E8A7-9EA4-ED19A28A01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5" name="Espace réservé du numéro de diapositive 4">
            <a:extLst>
              <a:ext uri="{FF2B5EF4-FFF2-40B4-BE49-F238E27FC236}">
                <a16:creationId xmlns:a16="http://schemas.microsoft.com/office/drawing/2014/main" id="{5B9D0E97-816E-896F-7486-97D0992F937E}"/>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6145373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 1 Colum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BBF212-1524-7D1A-80B4-8652EB704FC5}"/>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16414B7A-B0A7-58D5-6C8A-B83F012C2938}"/>
              </a:ext>
            </a:extLst>
          </p:cNvPr>
          <p:cNvSpPr>
            <a:spLocks noGrp="1"/>
          </p:cNvSpPr>
          <p:nvPr>
            <p:ph idx="1"/>
          </p:nvPr>
        </p:nvSpPr>
        <p:spPr>
          <a:xfrm>
            <a:off x="838200" y="2050181"/>
            <a:ext cx="10515600" cy="412678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numéro de diapositive 3">
            <a:extLst>
              <a:ext uri="{FF2B5EF4-FFF2-40B4-BE49-F238E27FC236}">
                <a16:creationId xmlns:a16="http://schemas.microsoft.com/office/drawing/2014/main" id="{2AB14E96-5B6E-B88F-5CD6-FC35B43F6039}"/>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71139281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itle + 2 Column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FA622A1-A759-0406-1702-875D43638B7B}"/>
              </a:ext>
            </a:extLst>
          </p:cNvPr>
          <p:cNvSpPr>
            <a:spLocks noGrp="1"/>
          </p:cNvSpPr>
          <p:nvPr>
            <p:ph type="title"/>
          </p:nvPr>
        </p:nvSpPr>
        <p:spPr/>
        <p:txBody>
          <a:bodyPr/>
          <a:lstStyle>
            <a:lvl1pPr>
              <a:defRPr>
                <a:solidFill>
                  <a:schemeClr val="bg1"/>
                </a:solidFill>
              </a:defRPr>
            </a:lvl1pPr>
          </a:lstStyle>
          <a:p>
            <a:r>
              <a:rPr lang="fr-FR"/>
              <a:t>Modifiez le style du titre</a:t>
            </a:r>
          </a:p>
        </p:txBody>
      </p:sp>
      <p:sp>
        <p:nvSpPr>
          <p:cNvPr id="3" name="Espace réservé du contenu 2">
            <a:extLst>
              <a:ext uri="{FF2B5EF4-FFF2-40B4-BE49-F238E27FC236}">
                <a16:creationId xmlns:a16="http://schemas.microsoft.com/office/drawing/2014/main" id="{EAFDAFB6-D10D-A7AD-D65D-276F58B61932}"/>
              </a:ext>
            </a:extLst>
          </p:cNvPr>
          <p:cNvSpPr>
            <a:spLocks noGrp="1"/>
          </p:cNvSpPr>
          <p:nvPr>
            <p:ph sz="half" idx="1"/>
          </p:nvPr>
        </p:nvSpPr>
        <p:spPr>
          <a:xfrm>
            <a:off x="838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CC8A72E1-D8CF-A2BF-B4F4-2B7C2E45D84C}"/>
              </a:ext>
            </a:extLst>
          </p:cNvPr>
          <p:cNvSpPr>
            <a:spLocks noGrp="1"/>
          </p:cNvSpPr>
          <p:nvPr>
            <p:ph sz="half" idx="2"/>
          </p:nvPr>
        </p:nvSpPr>
        <p:spPr>
          <a:xfrm>
            <a:off x="6172200" y="2021305"/>
            <a:ext cx="5181600" cy="415565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numéro de diapositive 5">
            <a:extLst>
              <a:ext uri="{FF2B5EF4-FFF2-40B4-BE49-F238E27FC236}">
                <a16:creationId xmlns:a16="http://schemas.microsoft.com/office/drawing/2014/main" id="{D7B52C5F-C77B-ECC9-DAFB-5B720FC2AFF6}"/>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10295544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 2 Columns with subtitles">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A4792A21-4DD4-00CB-7AA7-F919E0BB214B}"/>
              </a:ext>
            </a:extLst>
          </p:cNvPr>
          <p:cNvSpPr>
            <a:spLocks noGrp="1"/>
          </p:cNvSpPr>
          <p:nvPr>
            <p:ph type="body" idx="1"/>
          </p:nvPr>
        </p:nvSpPr>
        <p:spPr>
          <a:xfrm>
            <a:off x="839788" y="1819425"/>
            <a:ext cx="5157787"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22303F0F-4748-32AA-D393-F42D51BD3226}"/>
              </a:ext>
            </a:extLst>
          </p:cNvPr>
          <p:cNvSpPr>
            <a:spLocks noGrp="1"/>
          </p:cNvSpPr>
          <p:nvPr>
            <p:ph sz="half" idx="2"/>
          </p:nvPr>
        </p:nvSpPr>
        <p:spPr>
          <a:xfrm>
            <a:off x="839788" y="2772075"/>
            <a:ext cx="5157787"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490A9E8E-01BD-CE5B-1FF0-C54E419D3FBB}"/>
              </a:ext>
            </a:extLst>
          </p:cNvPr>
          <p:cNvSpPr>
            <a:spLocks noGrp="1"/>
          </p:cNvSpPr>
          <p:nvPr>
            <p:ph type="body" sz="quarter" idx="3"/>
          </p:nvPr>
        </p:nvSpPr>
        <p:spPr>
          <a:xfrm>
            <a:off x="6172200" y="1819425"/>
            <a:ext cx="5183188" cy="823912"/>
          </a:xfrm>
        </p:spPr>
        <p:txBody>
          <a:bodyPr anchor="b"/>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6D82A52B-6490-67E3-7FBA-7A9463923F45}"/>
              </a:ext>
            </a:extLst>
          </p:cNvPr>
          <p:cNvSpPr>
            <a:spLocks noGrp="1"/>
          </p:cNvSpPr>
          <p:nvPr>
            <p:ph sz="quarter" idx="4"/>
          </p:nvPr>
        </p:nvSpPr>
        <p:spPr>
          <a:xfrm>
            <a:off x="6172200" y="2772075"/>
            <a:ext cx="5183188"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Titre 1">
            <a:extLst>
              <a:ext uri="{FF2B5EF4-FFF2-40B4-BE49-F238E27FC236}">
                <a16:creationId xmlns:a16="http://schemas.microsoft.com/office/drawing/2014/main" id="{4BD445F1-4F57-1B60-6E12-5E1E9D22129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27108569-87DA-85BB-1D5D-4DF68A66B0C6}"/>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19648357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 Contents 1/3 2/3">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0F122AD-9E60-FA73-5811-76F84CBAFAA7}"/>
              </a:ext>
            </a:extLst>
          </p:cNvPr>
          <p:cNvSpPr>
            <a:spLocks noGrp="1"/>
          </p:cNvSpPr>
          <p:nvPr>
            <p:ph type="title"/>
          </p:nvPr>
        </p:nvSpPr>
        <p:spPr/>
        <p:txBody>
          <a:bodyPr/>
          <a:lstStyle/>
          <a:p>
            <a:r>
              <a:rPr lang="fr-FR"/>
              <a:t>Modifiez le style du titre</a:t>
            </a:r>
            <a:endParaRPr lang="en-US"/>
          </a:p>
        </p:txBody>
      </p:sp>
      <p:sp>
        <p:nvSpPr>
          <p:cNvPr id="4" name="Espace réservé du texte 2">
            <a:extLst>
              <a:ext uri="{FF2B5EF4-FFF2-40B4-BE49-F238E27FC236}">
                <a16:creationId xmlns:a16="http://schemas.microsoft.com/office/drawing/2014/main" id="{FB992FEB-CBCF-3686-F9BF-82C59313B76D}"/>
              </a:ext>
            </a:extLst>
          </p:cNvPr>
          <p:cNvSpPr>
            <a:spLocks noGrp="1"/>
          </p:cNvSpPr>
          <p:nvPr>
            <p:ph type="body" idx="1"/>
          </p:nvPr>
        </p:nvSpPr>
        <p:spPr>
          <a:xfrm>
            <a:off x="839789" y="1819425"/>
            <a:ext cx="3722586" cy="823912"/>
          </a:xfrm>
        </p:spPr>
        <p:txBody>
          <a:bodyPr anchor="t"/>
          <a:lstStyle>
            <a:lvl1pPr marL="0" indent="0">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5" name="Espace réservé du contenu 3">
            <a:extLst>
              <a:ext uri="{FF2B5EF4-FFF2-40B4-BE49-F238E27FC236}">
                <a16:creationId xmlns:a16="http://schemas.microsoft.com/office/drawing/2014/main" id="{A006313E-98D5-E7E6-9EC0-FBCDCD48B5FE}"/>
              </a:ext>
            </a:extLst>
          </p:cNvPr>
          <p:cNvSpPr>
            <a:spLocks noGrp="1"/>
          </p:cNvSpPr>
          <p:nvPr>
            <p:ph sz="half" idx="2"/>
          </p:nvPr>
        </p:nvSpPr>
        <p:spPr>
          <a:xfrm>
            <a:off x="839789" y="2772075"/>
            <a:ext cx="3722586" cy="341758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contenu 5">
            <a:extLst>
              <a:ext uri="{FF2B5EF4-FFF2-40B4-BE49-F238E27FC236}">
                <a16:creationId xmlns:a16="http://schemas.microsoft.com/office/drawing/2014/main" id="{EAA16622-CFB5-659B-BF48-8361AD1BAFC3}"/>
              </a:ext>
            </a:extLst>
          </p:cNvPr>
          <p:cNvSpPr>
            <a:spLocks noGrp="1"/>
          </p:cNvSpPr>
          <p:nvPr>
            <p:ph sz="quarter" idx="4"/>
          </p:nvPr>
        </p:nvSpPr>
        <p:spPr>
          <a:xfrm>
            <a:off x="4812632" y="1819425"/>
            <a:ext cx="6542756" cy="4370237"/>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u numéro de diapositive 6">
            <a:extLst>
              <a:ext uri="{FF2B5EF4-FFF2-40B4-BE49-F238E27FC236}">
                <a16:creationId xmlns:a16="http://schemas.microsoft.com/office/drawing/2014/main" id="{B817BE25-29F4-74AC-211B-6E58E5A0C359}"/>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57584584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7"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1" name="Titre 1">
            <a:extLst>
              <a:ext uri="{FF2B5EF4-FFF2-40B4-BE49-F238E27FC236}">
                <a16:creationId xmlns:a16="http://schemas.microsoft.com/office/drawing/2014/main" id="{E41F754D-6AC6-5DD2-9C5B-B4E57ACDEB2E}"/>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5B123A9D-BCF6-A097-44E8-95CB077D68B8}"/>
              </a:ext>
            </a:extLst>
          </p:cNvPr>
          <p:cNvSpPr>
            <a:spLocks noGrp="1"/>
          </p:cNvSpPr>
          <p:nvPr>
            <p:ph type="sldNum" sz="quarter" idx="15"/>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90230569"/>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F230F780-5ABA-C652-4531-266F19833778}"/>
              </a:ext>
            </a:extLst>
          </p:cNvPr>
          <p:cNvSpPr/>
          <p:nvPr/>
        </p:nvSpPr>
        <p:spPr>
          <a:xfrm>
            <a:off x="7908846"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7E5790C1-BFF4-512C-7BCC-36285D348726}"/>
              </a:ext>
            </a:extLst>
          </p:cNvPr>
          <p:cNvSpPr/>
          <p:nvPr/>
        </p:nvSpPr>
        <p:spPr>
          <a:xfrm>
            <a:off x="8185266"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9" name="Freeform 18">
            <a:extLst>
              <a:ext uri="{FF2B5EF4-FFF2-40B4-BE49-F238E27FC236}">
                <a16:creationId xmlns:a16="http://schemas.microsoft.com/office/drawing/2014/main" id="{7FF693C2-BC6C-CF10-2644-E988AA672EAE}"/>
              </a:ext>
            </a:extLst>
          </p:cNvPr>
          <p:cNvSpPr/>
          <p:nvPr/>
        </p:nvSpPr>
        <p:spPr>
          <a:xfrm>
            <a:off x="4876800"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Ellipse 9">
            <a:extLst>
              <a:ext uri="{FF2B5EF4-FFF2-40B4-BE49-F238E27FC236}">
                <a16:creationId xmlns:a16="http://schemas.microsoft.com/office/drawing/2014/main" id="{FABCA34A-9E9A-CFA7-10CB-AB6CED1DCB7A}"/>
              </a:ext>
            </a:extLst>
          </p:cNvPr>
          <p:cNvSpPr/>
          <p:nvPr/>
        </p:nvSpPr>
        <p:spPr>
          <a:xfrm>
            <a:off x="5153654"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6" name="Freeform 18">
            <a:extLst>
              <a:ext uri="{FF2B5EF4-FFF2-40B4-BE49-F238E27FC236}">
                <a16:creationId xmlns:a16="http://schemas.microsoft.com/office/drawing/2014/main" id="{0519EBB0-F3B5-4643-85F5-E287AE045FC3}"/>
              </a:ext>
            </a:extLst>
          </p:cNvPr>
          <p:cNvSpPr/>
          <p:nvPr/>
        </p:nvSpPr>
        <p:spPr>
          <a:xfrm>
            <a:off x="1839604" y="530956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7" name="Ellipse 6">
            <a:extLst>
              <a:ext uri="{FF2B5EF4-FFF2-40B4-BE49-F238E27FC236}">
                <a16:creationId xmlns:a16="http://schemas.microsoft.com/office/drawing/2014/main" id="{C8201D78-B6D5-A1E0-A3EC-94725867D298}"/>
              </a:ext>
            </a:extLst>
          </p:cNvPr>
          <p:cNvSpPr/>
          <p:nvPr/>
        </p:nvSpPr>
        <p:spPr>
          <a:xfrm>
            <a:off x="2107069" y="2749116"/>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107070" y="2748944"/>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138681" y="2745565"/>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185266" y="2747379"/>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1" name="Espace réservé du texte 20">
            <a:extLst>
              <a:ext uri="{FF2B5EF4-FFF2-40B4-BE49-F238E27FC236}">
                <a16:creationId xmlns:a16="http://schemas.microsoft.com/office/drawing/2014/main" id="{1FA6E059-F81E-2592-E7CE-E4C122B6F260}"/>
              </a:ext>
            </a:extLst>
          </p:cNvPr>
          <p:cNvSpPr>
            <a:spLocks noGrp="1"/>
          </p:cNvSpPr>
          <p:nvPr>
            <p:ph type="body" sz="quarter" idx="13" hasCustomPrompt="1"/>
          </p:nvPr>
        </p:nvSpPr>
        <p:spPr>
          <a:xfrm>
            <a:off x="2092097" y="4829009"/>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2" name="Espace réservé du texte 20">
            <a:extLst>
              <a:ext uri="{FF2B5EF4-FFF2-40B4-BE49-F238E27FC236}">
                <a16:creationId xmlns:a16="http://schemas.microsoft.com/office/drawing/2014/main" id="{8289B912-87AD-6B8B-2DB2-583330C116A0}"/>
              </a:ext>
            </a:extLst>
          </p:cNvPr>
          <p:cNvSpPr>
            <a:spLocks noGrp="1"/>
          </p:cNvSpPr>
          <p:nvPr>
            <p:ph type="body" sz="quarter" idx="14" hasCustomPrompt="1"/>
          </p:nvPr>
        </p:nvSpPr>
        <p:spPr>
          <a:xfrm>
            <a:off x="5138681" y="4825532"/>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3" name="Espace réservé du texte 20">
            <a:extLst>
              <a:ext uri="{FF2B5EF4-FFF2-40B4-BE49-F238E27FC236}">
                <a16:creationId xmlns:a16="http://schemas.microsoft.com/office/drawing/2014/main" id="{FB4AE013-5172-798A-C5C6-E4F7C6ACB581}"/>
              </a:ext>
            </a:extLst>
          </p:cNvPr>
          <p:cNvSpPr>
            <a:spLocks noGrp="1"/>
          </p:cNvSpPr>
          <p:nvPr>
            <p:ph type="body" sz="quarter" idx="15" hasCustomPrompt="1"/>
          </p:nvPr>
        </p:nvSpPr>
        <p:spPr>
          <a:xfrm>
            <a:off x="8185266" y="4825532"/>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 name="Titre 1">
            <a:extLst>
              <a:ext uri="{FF2B5EF4-FFF2-40B4-BE49-F238E27FC236}">
                <a16:creationId xmlns:a16="http://schemas.microsoft.com/office/drawing/2014/main" id="{A395CB16-FD97-01F0-36B1-9E458371920A}"/>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7135E0CD-B17F-C5FD-E99E-59DB4A5AD3B4}"/>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731460000"/>
      </p:ext>
    </p:extLst>
  </p:cSld>
  <p:clrMapOvr>
    <a:masterClrMapping/>
  </p:clrMapOvr>
  <p:extLst>
    <p:ext uri="{DCECCB84-F9BA-43D5-87BE-67443E8EF086}">
      <p15:sldGuideLst xmlns:p15="http://schemas.microsoft.com/office/powerpoint/2012/main">
        <p15:guide id="1" orient="horz" pos="2319">
          <p15:clr>
            <a:srgbClr val="FBAE40"/>
          </p15:clr>
        </p15:guide>
        <p15:guide id="2" pos="1920">
          <p15:clr>
            <a:srgbClr val="FBAE40"/>
          </p15:clr>
        </p15:guide>
        <p15:guide id="3" pos="576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 Dots - Grid">
    <p:bg>
      <p:bgPr>
        <a:solidFill>
          <a:schemeClr val="bg1"/>
        </a:solidFill>
        <a:effectLst/>
      </p:bgPr>
    </p:bg>
    <p:spTree>
      <p:nvGrpSpPr>
        <p:cNvPr id="1" name=""/>
        <p:cNvGrpSpPr/>
        <p:nvPr/>
      </p:nvGrpSpPr>
      <p:grpSpPr>
        <a:xfrm>
          <a:off x="0" y="0"/>
          <a:ext cx="0" cy="0"/>
          <a:chOff x="0" y="0"/>
          <a:chExt cx="0" cy="0"/>
        </a:xfrm>
      </p:grpSpPr>
      <p:sp>
        <p:nvSpPr>
          <p:cNvPr id="47" name="Ellipse 46">
            <a:extLst>
              <a:ext uri="{FF2B5EF4-FFF2-40B4-BE49-F238E27FC236}">
                <a16:creationId xmlns:a16="http://schemas.microsoft.com/office/drawing/2014/main" id="{3F2A5677-23C8-04D9-C612-996C7F95F7FA}"/>
              </a:ext>
            </a:extLst>
          </p:cNvPr>
          <p:cNvSpPr/>
          <p:nvPr userDrawn="1"/>
        </p:nvSpPr>
        <p:spPr>
          <a:xfrm>
            <a:off x="7474652" y="1749317"/>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48" name="Espace réservé du texte 15">
            <a:extLst>
              <a:ext uri="{FF2B5EF4-FFF2-40B4-BE49-F238E27FC236}">
                <a16:creationId xmlns:a16="http://schemas.microsoft.com/office/drawing/2014/main" id="{0DBD8549-AE54-6BA4-D59F-342E2A021B28}"/>
              </a:ext>
            </a:extLst>
          </p:cNvPr>
          <p:cNvSpPr>
            <a:spLocks noGrp="1"/>
          </p:cNvSpPr>
          <p:nvPr>
            <p:ph type="body" sz="quarter" idx="13" hasCustomPrompt="1"/>
          </p:nvPr>
        </p:nvSpPr>
        <p:spPr>
          <a:xfrm>
            <a:off x="7475008" y="1754348"/>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0" name="Ellipse 49">
            <a:extLst>
              <a:ext uri="{FF2B5EF4-FFF2-40B4-BE49-F238E27FC236}">
                <a16:creationId xmlns:a16="http://schemas.microsoft.com/office/drawing/2014/main" id="{895A5FBB-48B4-AACE-8F42-931556303722}"/>
              </a:ext>
            </a:extLst>
          </p:cNvPr>
          <p:cNvSpPr/>
          <p:nvPr userDrawn="1"/>
        </p:nvSpPr>
        <p:spPr>
          <a:xfrm>
            <a:off x="3215919" y="440471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1" name="Espace réservé du texte 15">
            <a:extLst>
              <a:ext uri="{FF2B5EF4-FFF2-40B4-BE49-F238E27FC236}">
                <a16:creationId xmlns:a16="http://schemas.microsoft.com/office/drawing/2014/main" id="{0D9AC553-4152-4E72-04E3-44FF0DF77418}"/>
              </a:ext>
            </a:extLst>
          </p:cNvPr>
          <p:cNvSpPr>
            <a:spLocks noGrp="1"/>
          </p:cNvSpPr>
          <p:nvPr>
            <p:ph type="body" sz="quarter" idx="14" hasCustomPrompt="1"/>
          </p:nvPr>
        </p:nvSpPr>
        <p:spPr>
          <a:xfrm>
            <a:off x="3216275" y="4409745"/>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3" name="Ellipse 52">
            <a:extLst>
              <a:ext uri="{FF2B5EF4-FFF2-40B4-BE49-F238E27FC236}">
                <a16:creationId xmlns:a16="http://schemas.microsoft.com/office/drawing/2014/main" id="{76B4F12C-FAF7-8BA1-07BB-0E3A3303884D}"/>
              </a:ext>
            </a:extLst>
          </p:cNvPr>
          <p:cNvSpPr/>
          <p:nvPr userDrawn="1"/>
        </p:nvSpPr>
        <p:spPr>
          <a:xfrm>
            <a:off x="7474296" y="439968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54" name="Espace réservé du texte 15">
            <a:extLst>
              <a:ext uri="{FF2B5EF4-FFF2-40B4-BE49-F238E27FC236}">
                <a16:creationId xmlns:a16="http://schemas.microsoft.com/office/drawing/2014/main" id="{9FCDEB20-6580-09B9-B06F-6D4EEEAED88B}"/>
              </a:ext>
            </a:extLst>
          </p:cNvPr>
          <p:cNvSpPr>
            <a:spLocks noGrp="1"/>
          </p:cNvSpPr>
          <p:nvPr>
            <p:ph type="body" sz="quarter" idx="15" hasCustomPrompt="1"/>
          </p:nvPr>
        </p:nvSpPr>
        <p:spPr>
          <a:xfrm>
            <a:off x="7474652" y="4404714"/>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9" name="Ellipse 58">
            <a:extLst>
              <a:ext uri="{FF2B5EF4-FFF2-40B4-BE49-F238E27FC236}">
                <a16:creationId xmlns:a16="http://schemas.microsoft.com/office/drawing/2014/main" id="{AE14EF17-1EAF-AEB2-53A1-728C22AF92A0}"/>
              </a:ext>
            </a:extLst>
          </p:cNvPr>
          <p:cNvSpPr/>
          <p:nvPr userDrawn="1"/>
        </p:nvSpPr>
        <p:spPr>
          <a:xfrm>
            <a:off x="3215919" y="17583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mn-lt"/>
              <a:sym typeface="Inter Heavy"/>
            </a:endParaRPr>
          </a:p>
        </p:txBody>
      </p:sp>
      <p:sp>
        <p:nvSpPr>
          <p:cNvPr id="60" name="Espace réservé du texte 15">
            <a:extLst>
              <a:ext uri="{FF2B5EF4-FFF2-40B4-BE49-F238E27FC236}">
                <a16:creationId xmlns:a16="http://schemas.microsoft.com/office/drawing/2014/main" id="{2A6C0D44-73BF-89F6-82E0-074BC7FD1469}"/>
              </a:ext>
            </a:extLst>
          </p:cNvPr>
          <p:cNvSpPr>
            <a:spLocks noGrp="1"/>
          </p:cNvSpPr>
          <p:nvPr>
            <p:ph type="body" sz="quarter" idx="12" hasCustomPrompt="1"/>
          </p:nvPr>
        </p:nvSpPr>
        <p:spPr>
          <a:xfrm>
            <a:off x="3216275" y="1763360"/>
            <a:ext cx="1500717" cy="1483783"/>
          </a:xfrm>
          <a:prstGeom prst="rect">
            <a:avLst/>
          </a:prstGeom>
        </p:spPr>
        <p:txBody>
          <a:bodyPr anchor="ctr">
            <a:normAutofit/>
          </a:bodyPr>
          <a:lstStyle>
            <a:lvl1pPr marL="0" indent="0" algn="ctr">
              <a:buNone/>
              <a:defRPr lang="en-US" sz="3600" b="1" dirty="0">
                <a:solidFill>
                  <a:schemeClr val="bg1"/>
                </a:solidFill>
                <a:latin typeface="+mn-lt"/>
              </a:defRPr>
            </a:lvl1pPr>
          </a:lstStyle>
          <a:p>
            <a:pPr lvl="0"/>
            <a:r>
              <a:rPr lang="fr-FR"/>
              <a:t>%%</a:t>
            </a:r>
            <a:br>
              <a:rPr lang="fr-FR"/>
            </a:br>
            <a:r>
              <a:rPr lang="fr-FR" err="1"/>
              <a:t>Text</a:t>
            </a:r>
            <a:endParaRPr lang="en-US"/>
          </a:p>
        </p:txBody>
      </p:sp>
      <p:sp>
        <p:nvSpPr>
          <p:cNvPr id="5" name="Espace réservé du texte 4">
            <a:extLst>
              <a:ext uri="{FF2B5EF4-FFF2-40B4-BE49-F238E27FC236}">
                <a16:creationId xmlns:a16="http://schemas.microsoft.com/office/drawing/2014/main" id="{72E111F2-2E6E-55C9-57EF-44F251B06AE8}"/>
              </a:ext>
            </a:extLst>
          </p:cNvPr>
          <p:cNvSpPr>
            <a:spLocks noGrp="1"/>
          </p:cNvSpPr>
          <p:nvPr>
            <p:ph type="body" sz="quarter" idx="16" hasCustomPrompt="1"/>
          </p:nvPr>
        </p:nvSpPr>
        <p:spPr>
          <a:xfrm>
            <a:off x="3216275" y="3255556"/>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6" name="Espace réservé du texte 4">
            <a:extLst>
              <a:ext uri="{FF2B5EF4-FFF2-40B4-BE49-F238E27FC236}">
                <a16:creationId xmlns:a16="http://schemas.microsoft.com/office/drawing/2014/main" id="{33931C82-6A01-E858-AD2C-50312772DDC8}"/>
              </a:ext>
            </a:extLst>
          </p:cNvPr>
          <p:cNvSpPr>
            <a:spLocks noGrp="1"/>
          </p:cNvSpPr>
          <p:nvPr>
            <p:ph type="body" sz="quarter" idx="17" hasCustomPrompt="1"/>
          </p:nvPr>
        </p:nvSpPr>
        <p:spPr>
          <a:xfrm>
            <a:off x="7474296" y="326090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8" name="Espace réservé du texte 4">
            <a:extLst>
              <a:ext uri="{FF2B5EF4-FFF2-40B4-BE49-F238E27FC236}">
                <a16:creationId xmlns:a16="http://schemas.microsoft.com/office/drawing/2014/main" id="{F6A02A84-6BB4-881F-06A0-E306E8D26F7A}"/>
              </a:ext>
            </a:extLst>
          </p:cNvPr>
          <p:cNvSpPr>
            <a:spLocks noGrp="1"/>
          </p:cNvSpPr>
          <p:nvPr>
            <p:ph type="body" sz="quarter" idx="18" hasCustomPrompt="1"/>
          </p:nvPr>
        </p:nvSpPr>
        <p:spPr>
          <a:xfrm>
            <a:off x="3216275"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10" name="Espace réservé du texte 4">
            <a:extLst>
              <a:ext uri="{FF2B5EF4-FFF2-40B4-BE49-F238E27FC236}">
                <a16:creationId xmlns:a16="http://schemas.microsoft.com/office/drawing/2014/main" id="{CC6674B2-50DE-9B29-95CE-53E41FE03D0F}"/>
              </a:ext>
            </a:extLst>
          </p:cNvPr>
          <p:cNvSpPr>
            <a:spLocks noGrp="1"/>
          </p:cNvSpPr>
          <p:nvPr>
            <p:ph type="body" sz="quarter" idx="19" hasCustomPrompt="1"/>
          </p:nvPr>
        </p:nvSpPr>
        <p:spPr>
          <a:xfrm>
            <a:off x="7474296" y="5919570"/>
            <a:ext cx="1500188" cy="369888"/>
          </a:xfrm>
          <a:prstGeom prst="rect">
            <a:avLst/>
          </a:prstGeom>
          <a:noFill/>
        </p:spPr>
        <p:txBody>
          <a:bodyPr/>
          <a:lstStyle>
            <a:lvl1pPr marL="0" indent="0" algn="ctr">
              <a:buNone/>
              <a:defRPr>
                <a:solidFill>
                  <a:schemeClr val="tx1"/>
                </a:solidFill>
                <a:latin typeface="+mn-lt"/>
              </a:defRPr>
            </a:lvl1pPr>
          </a:lstStyle>
          <a:p>
            <a:pPr lvl="0"/>
            <a:r>
              <a:rPr lang="fr-FR" err="1"/>
              <a:t>Text</a:t>
            </a:r>
            <a:endParaRPr lang="fr-FR"/>
          </a:p>
        </p:txBody>
      </p:sp>
      <p:sp>
        <p:nvSpPr>
          <p:cNvPr id="3" name="Freeform 18">
            <a:extLst>
              <a:ext uri="{FF2B5EF4-FFF2-40B4-BE49-F238E27FC236}">
                <a16:creationId xmlns:a16="http://schemas.microsoft.com/office/drawing/2014/main" id="{7FC5CB07-5D8D-8AE6-2785-4D893DE7C3DB}"/>
              </a:ext>
            </a:extLst>
          </p:cNvPr>
          <p:cNvSpPr/>
          <p:nvPr userDrawn="1"/>
        </p:nvSpPr>
        <p:spPr>
          <a:xfrm>
            <a:off x="2745652"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4" name="Freeform 18">
            <a:extLst>
              <a:ext uri="{FF2B5EF4-FFF2-40B4-BE49-F238E27FC236}">
                <a16:creationId xmlns:a16="http://schemas.microsoft.com/office/drawing/2014/main" id="{54352502-98B1-C9A0-EF87-CEB79C6A93A9}"/>
              </a:ext>
            </a:extLst>
          </p:cNvPr>
          <p:cNvSpPr/>
          <p:nvPr userDrawn="1"/>
        </p:nvSpPr>
        <p:spPr>
          <a:xfrm>
            <a:off x="7004030" y="366450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1" name="Freeform 18">
            <a:extLst>
              <a:ext uri="{FF2B5EF4-FFF2-40B4-BE49-F238E27FC236}">
                <a16:creationId xmlns:a16="http://schemas.microsoft.com/office/drawing/2014/main" id="{3B4FFD18-951A-5444-EBFC-98D2BDEB0536}"/>
              </a:ext>
            </a:extLst>
          </p:cNvPr>
          <p:cNvSpPr/>
          <p:nvPr userDrawn="1"/>
        </p:nvSpPr>
        <p:spPr>
          <a:xfrm>
            <a:off x="2745652" y="6295687"/>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2" name="Freeform 18">
            <a:extLst>
              <a:ext uri="{FF2B5EF4-FFF2-40B4-BE49-F238E27FC236}">
                <a16:creationId xmlns:a16="http://schemas.microsoft.com/office/drawing/2014/main" id="{E4620C08-74F9-5927-7A24-D0002C460A18}"/>
              </a:ext>
            </a:extLst>
          </p:cNvPr>
          <p:cNvSpPr/>
          <p:nvPr userDrawn="1"/>
        </p:nvSpPr>
        <p:spPr>
          <a:xfrm>
            <a:off x="7004030" y="6308708"/>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 name="Espace réservé du numéro de diapositive 1">
            <a:extLst>
              <a:ext uri="{FF2B5EF4-FFF2-40B4-BE49-F238E27FC236}">
                <a16:creationId xmlns:a16="http://schemas.microsoft.com/office/drawing/2014/main" id="{94520941-505E-A804-1D4B-7F2B039E3886}"/>
              </a:ext>
            </a:extLst>
          </p:cNvPr>
          <p:cNvSpPr>
            <a:spLocks noGrp="1"/>
          </p:cNvSpPr>
          <p:nvPr>
            <p:ph type="sldNum" sz="quarter" idx="20"/>
          </p:nvPr>
        </p:nvSpPr>
        <p:spPr/>
        <p:txBody>
          <a:bodyPr/>
          <a:lstStyle/>
          <a:p>
            <a:fld id="{0C34F99C-3C47-4582-9518-8D365E9692AE}" type="slidenum">
              <a:rPr lang="en-US" smtClean="0"/>
              <a:pPr/>
              <a:t>‹#›</a:t>
            </a:fld>
            <a:endParaRPr lang="en-US"/>
          </a:p>
        </p:txBody>
      </p:sp>
      <p:sp>
        <p:nvSpPr>
          <p:cNvPr id="7" name="Titre 1">
            <a:extLst>
              <a:ext uri="{FF2B5EF4-FFF2-40B4-BE49-F238E27FC236}">
                <a16:creationId xmlns:a16="http://schemas.microsoft.com/office/drawing/2014/main" id="{9D0D6DB1-8C28-1E8B-8FEF-2AC5FDDCCEA3}"/>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Tree>
    <p:extLst>
      <p:ext uri="{BB962C8B-B14F-4D97-AF65-F5344CB8AC3E}">
        <p14:creationId xmlns:p14="http://schemas.microsoft.com/office/powerpoint/2010/main" val="232678397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4 Dots - Aligned">
    <p:bg>
      <p:bgPr>
        <a:solidFill>
          <a:schemeClr val="bg1"/>
        </a:solidFill>
        <a:effectLst/>
      </p:bgPr>
    </p:bg>
    <p:spTree>
      <p:nvGrpSpPr>
        <p:cNvPr id="1" name=""/>
        <p:cNvGrpSpPr/>
        <p:nvPr/>
      </p:nvGrpSpPr>
      <p:grpSpPr>
        <a:xfrm>
          <a:off x="0" y="0"/>
          <a:ext cx="0" cy="0"/>
          <a:chOff x="0" y="0"/>
          <a:chExt cx="0" cy="0"/>
        </a:xfrm>
      </p:grpSpPr>
      <p:sp>
        <p:nvSpPr>
          <p:cNvPr id="5" name="Freeform 18">
            <a:extLst>
              <a:ext uri="{FF2B5EF4-FFF2-40B4-BE49-F238E27FC236}">
                <a16:creationId xmlns:a16="http://schemas.microsoft.com/office/drawing/2014/main" id="{81F0F9DC-1ADA-024C-C14C-5B576E298EE0}"/>
              </a:ext>
            </a:extLst>
          </p:cNvPr>
          <p:cNvSpPr/>
          <p:nvPr userDrawn="1"/>
        </p:nvSpPr>
        <p:spPr>
          <a:xfrm>
            <a:off x="9207816"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Ellipse 5">
            <a:extLst>
              <a:ext uri="{FF2B5EF4-FFF2-40B4-BE49-F238E27FC236}">
                <a16:creationId xmlns:a16="http://schemas.microsoft.com/office/drawing/2014/main" id="{213DD8E7-32F8-7F05-8FC2-C97B19491B72}"/>
              </a:ext>
            </a:extLst>
          </p:cNvPr>
          <p:cNvSpPr/>
          <p:nvPr userDrawn="1"/>
        </p:nvSpPr>
        <p:spPr>
          <a:xfrm>
            <a:off x="948423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Freeform 18">
            <a:extLst>
              <a:ext uri="{FF2B5EF4-FFF2-40B4-BE49-F238E27FC236}">
                <a16:creationId xmlns:a16="http://schemas.microsoft.com/office/drawing/2014/main" id="{AE38B256-F1A8-D827-2201-ECD7F1D29EEA}"/>
              </a:ext>
            </a:extLst>
          </p:cNvPr>
          <p:cNvSpPr/>
          <p:nvPr userDrawn="1"/>
        </p:nvSpPr>
        <p:spPr>
          <a:xfrm>
            <a:off x="3453481"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Ellipse 7">
            <a:extLst>
              <a:ext uri="{FF2B5EF4-FFF2-40B4-BE49-F238E27FC236}">
                <a16:creationId xmlns:a16="http://schemas.microsoft.com/office/drawing/2014/main" id="{75C667B1-8B2C-77FC-5A03-20904EEDDA51}"/>
              </a:ext>
            </a:extLst>
          </p:cNvPr>
          <p:cNvSpPr/>
          <p:nvPr userDrawn="1"/>
        </p:nvSpPr>
        <p:spPr>
          <a:xfrm>
            <a:off x="3724625"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3" name="Freeform 18">
            <a:extLst>
              <a:ext uri="{FF2B5EF4-FFF2-40B4-BE49-F238E27FC236}">
                <a16:creationId xmlns:a16="http://schemas.microsoft.com/office/drawing/2014/main" id="{F5E06DBD-C476-4776-C80F-ACB9E3EFEC3D}"/>
              </a:ext>
            </a:extLst>
          </p:cNvPr>
          <p:cNvSpPr/>
          <p:nvPr userDrawn="1"/>
        </p:nvSpPr>
        <p:spPr>
          <a:xfrm>
            <a:off x="543464"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Ellipse 24">
            <a:extLst>
              <a:ext uri="{FF2B5EF4-FFF2-40B4-BE49-F238E27FC236}">
                <a16:creationId xmlns:a16="http://schemas.microsoft.com/office/drawing/2014/main" id="{174D855E-4058-1EAB-A2F6-5FD65D13563A}"/>
              </a:ext>
            </a:extLst>
          </p:cNvPr>
          <p:cNvSpPr/>
          <p:nvPr userDrawn="1"/>
        </p:nvSpPr>
        <p:spPr>
          <a:xfrm>
            <a:off x="823148"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9C1ADCD2-D821-7506-267E-B5265C5BEB67}"/>
              </a:ext>
            </a:extLst>
          </p:cNvPr>
          <p:cNvSpPr>
            <a:spLocks noGrp="1"/>
          </p:cNvSpPr>
          <p:nvPr>
            <p:ph type="body" sz="quarter" idx="11" hasCustomPrompt="1"/>
          </p:nvPr>
        </p:nvSpPr>
        <p:spPr>
          <a:xfrm>
            <a:off x="823149"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7" name="Espace réservé du texte 15">
            <a:extLst>
              <a:ext uri="{FF2B5EF4-FFF2-40B4-BE49-F238E27FC236}">
                <a16:creationId xmlns:a16="http://schemas.microsoft.com/office/drawing/2014/main" id="{BC3C6B90-EA2B-C574-0559-4E47E261075C}"/>
              </a:ext>
            </a:extLst>
          </p:cNvPr>
          <p:cNvSpPr>
            <a:spLocks noGrp="1"/>
          </p:cNvSpPr>
          <p:nvPr>
            <p:ph type="body" sz="quarter" idx="12" hasCustomPrompt="1"/>
          </p:nvPr>
        </p:nvSpPr>
        <p:spPr>
          <a:xfrm>
            <a:off x="3709652"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8" name="Espace réservé du texte 15">
            <a:extLst>
              <a:ext uri="{FF2B5EF4-FFF2-40B4-BE49-F238E27FC236}">
                <a16:creationId xmlns:a16="http://schemas.microsoft.com/office/drawing/2014/main" id="{B1BD82A8-C91D-9752-DCCC-ED488E6F4CA9}"/>
              </a:ext>
            </a:extLst>
          </p:cNvPr>
          <p:cNvSpPr>
            <a:spLocks noGrp="1"/>
          </p:cNvSpPr>
          <p:nvPr>
            <p:ph type="body" sz="quarter" idx="13" hasCustomPrompt="1"/>
          </p:nvPr>
        </p:nvSpPr>
        <p:spPr>
          <a:xfrm>
            <a:off x="9484236"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9" name="Espace réservé du texte 20">
            <a:extLst>
              <a:ext uri="{FF2B5EF4-FFF2-40B4-BE49-F238E27FC236}">
                <a16:creationId xmlns:a16="http://schemas.microsoft.com/office/drawing/2014/main" id="{67E46F77-656C-3528-FFCD-D0F7371618D8}"/>
              </a:ext>
            </a:extLst>
          </p:cNvPr>
          <p:cNvSpPr>
            <a:spLocks noGrp="1"/>
          </p:cNvSpPr>
          <p:nvPr>
            <p:ph type="body" sz="quarter" idx="14" hasCustomPrompt="1"/>
          </p:nvPr>
        </p:nvSpPr>
        <p:spPr>
          <a:xfrm>
            <a:off x="808176"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0" name="Espace réservé du texte 20">
            <a:extLst>
              <a:ext uri="{FF2B5EF4-FFF2-40B4-BE49-F238E27FC236}">
                <a16:creationId xmlns:a16="http://schemas.microsoft.com/office/drawing/2014/main" id="{15448B65-BBF2-8208-9A5E-4F27DCDCB42B}"/>
              </a:ext>
            </a:extLst>
          </p:cNvPr>
          <p:cNvSpPr>
            <a:spLocks noGrp="1"/>
          </p:cNvSpPr>
          <p:nvPr>
            <p:ph type="body" sz="quarter" idx="15" hasCustomPrompt="1"/>
          </p:nvPr>
        </p:nvSpPr>
        <p:spPr>
          <a:xfrm>
            <a:off x="3709652"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1" name="Espace réservé du texte 20">
            <a:extLst>
              <a:ext uri="{FF2B5EF4-FFF2-40B4-BE49-F238E27FC236}">
                <a16:creationId xmlns:a16="http://schemas.microsoft.com/office/drawing/2014/main" id="{9E25D523-1520-6856-60BC-5AB86BE5DFCC}"/>
              </a:ext>
            </a:extLst>
          </p:cNvPr>
          <p:cNvSpPr>
            <a:spLocks noGrp="1"/>
          </p:cNvSpPr>
          <p:nvPr>
            <p:ph type="body" sz="quarter" idx="16" hasCustomPrompt="1"/>
          </p:nvPr>
        </p:nvSpPr>
        <p:spPr>
          <a:xfrm>
            <a:off x="9484236" y="4575276"/>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2" name="Freeform 18">
            <a:extLst>
              <a:ext uri="{FF2B5EF4-FFF2-40B4-BE49-F238E27FC236}">
                <a16:creationId xmlns:a16="http://schemas.microsoft.com/office/drawing/2014/main" id="{035AF49B-27AF-9BAA-ABA4-A9B71E73EDD1}"/>
              </a:ext>
            </a:extLst>
          </p:cNvPr>
          <p:cNvSpPr/>
          <p:nvPr userDrawn="1"/>
        </p:nvSpPr>
        <p:spPr>
          <a:xfrm>
            <a:off x="6297800"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llipse 32">
            <a:extLst>
              <a:ext uri="{FF2B5EF4-FFF2-40B4-BE49-F238E27FC236}">
                <a16:creationId xmlns:a16="http://schemas.microsoft.com/office/drawing/2014/main" id="{FE74F951-ABB1-0C2E-E973-553C5334F0D8}"/>
              </a:ext>
            </a:extLst>
          </p:cNvPr>
          <p:cNvSpPr/>
          <p:nvPr userDrawn="1"/>
        </p:nvSpPr>
        <p:spPr>
          <a:xfrm>
            <a:off x="6597732"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4" name="Espace réservé du texte 15">
            <a:extLst>
              <a:ext uri="{FF2B5EF4-FFF2-40B4-BE49-F238E27FC236}">
                <a16:creationId xmlns:a16="http://schemas.microsoft.com/office/drawing/2014/main" id="{2E139C07-9A01-37FE-75C3-A33FA162ACB4}"/>
              </a:ext>
            </a:extLst>
          </p:cNvPr>
          <p:cNvSpPr>
            <a:spLocks noGrp="1"/>
          </p:cNvSpPr>
          <p:nvPr>
            <p:ph type="body" sz="quarter" idx="17" hasCustomPrompt="1"/>
          </p:nvPr>
        </p:nvSpPr>
        <p:spPr>
          <a:xfrm>
            <a:off x="6597732" y="2497123"/>
            <a:ext cx="1881861" cy="1863754"/>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5" name="Espace réservé du texte 20">
            <a:extLst>
              <a:ext uri="{FF2B5EF4-FFF2-40B4-BE49-F238E27FC236}">
                <a16:creationId xmlns:a16="http://schemas.microsoft.com/office/drawing/2014/main" id="{C01F287F-6D9C-C16A-1C79-0B6812090868}"/>
              </a:ext>
            </a:extLst>
          </p:cNvPr>
          <p:cNvSpPr>
            <a:spLocks noGrp="1"/>
          </p:cNvSpPr>
          <p:nvPr>
            <p:ph type="body" sz="quarter" idx="18" hasCustomPrompt="1"/>
          </p:nvPr>
        </p:nvSpPr>
        <p:spPr>
          <a:xfrm>
            <a:off x="6597732" y="4575276"/>
            <a:ext cx="1881861"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7" name="Titre 1">
            <a:extLst>
              <a:ext uri="{FF2B5EF4-FFF2-40B4-BE49-F238E27FC236}">
                <a16:creationId xmlns:a16="http://schemas.microsoft.com/office/drawing/2014/main" id="{1CFEADB5-8EF4-5253-5E87-3205FB962A27}"/>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6DEE3FE8-5A1C-4D65-DA92-EF5A035D9667}"/>
              </a:ext>
            </a:extLst>
          </p:cNvPr>
          <p:cNvSpPr>
            <a:spLocks noGrp="1"/>
          </p:cNvSpPr>
          <p:nvPr>
            <p:ph type="sldNum" sz="quarter" idx="19"/>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950058814"/>
      </p:ext>
    </p:extLst>
  </p:cSld>
  <p:clrMapOvr>
    <a:masterClrMapping/>
  </p:clrMapOvr>
  <p:extLst>
    <p:ext uri="{DCECCB84-F9BA-43D5-87BE-67443E8EF086}">
      <p15:sldGuideLst xmlns:p15="http://schemas.microsoft.com/office/powerpoint/2012/main">
        <p15:guide id="1" pos="2933">
          <p15:clr>
            <a:srgbClr val="FBAE40"/>
          </p15:clr>
        </p15:guide>
        <p15:guide id="2" pos="1118">
          <p15:clr>
            <a:srgbClr val="FBAE40"/>
          </p15:clr>
        </p15:guide>
        <p15:guide id="3" pos="4747">
          <p15:clr>
            <a:srgbClr val="FBAE40"/>
          </p15:clr>
        </p15:guide>
        <p15:guide id="4" pos="6562">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4 Dots - Grid - Contents">
    <p:bg>
      <p:bgPr>
        <a:solidFill>
          <a:schemeClr val="bg1"/>
        </a:solidFill>
        <a:effectLst/>
      </p:bgPr>
    </p:bg>
    <p:spTree>
      <p:nvGrpSpPr>
        <p:cNvPr id="1" name=""/>
        <p:cNvGrpSpPr/>
        <p:nvPr/>
      </p:nvGrpSpPr>
      <p:grpSpPr>
        <a:xfrm>
          <a:off x="0" y="0"/>
          <a:ext cx="0" cy="0"/>
          <a:chOff x="0" y="0"/>
          <a:chExt cx="0" cy="0"/>
        </a:xfrm>
      </p:grpSpPr>
      <p:sp>
        <p:nvSpPr>
          <p:cNvPr id="7" name="Ellipse 6">
            <a:extLst>
              <a:ext uri="{FF2B5EF4-FFF2-40B4-BE49-F238E27FC236}">
                <a16:creationId xmlns:a16="http://schemas.microsoft.com/office/drawing/2014/main" id="{4764F5E5-D708-7F1D-0FEC-B3F3F32A64D6}"/>
              </a:ext>
            </a:extLst>
          </p:cNvPr>
          <p:cNvSpPr/>
          <p:nvPr userDrawn="1"/>
        </p:nvSpPr>
        <p:spPr>
          <a:xfrm>
            <a:off x="116560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9" name="Espace réservé du texte 20">
            <a:extLst>
              <a:ext uri="{FF2B5EF4-FFF2-40B4-BE49-F238E27FC236}">
                <a16:creationId xmlns:a16="http://schemas.microsoft.com/office/drawing/2014/main" id="{D5B86BF4-ADB9-7502-D9F6-51F48FA3B6C7}"/>
              </a:ext>
            </a:extLst>
          </p:cNvPr>
          <p:cNvSpPr>
            <a:spLocks noGrp="1"/>
          </p:cNvSpPr>
          <p:nvPr>
            <p:ph type="body" sz="quarter" idx="11" hasCustomPrompt="1"/>
          </p:nvPr>
        </p:nvSpPr>
        <p:spPr>
          <a:xfrm>
            <a:off x="116560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11" name="Titre 19">
            <a:extLst>
              <a:ext uri="{FF2B5EF4-FFF2-40B4-BE49-F238E27FC236}">
                <a16:creationId xmlns:a16="http://schemas.microsoft.com/office/drawing/2014/main" id="{52C0F32A-0815-12B0-E9DC-9093D43BD961}"/>
              </a:ext>
            </a:extLst>
          </p:cNvPr>
          <p:cNvSpPr>
            <a:spLocks noGrp="1"/>
          </p:cNvSpPr>
          <p:nvPr>
            <p:ph type="title"/>
          </p:nvPr>
        </p:nvSpPr>
        <p:spPr>
          <a:xfrm>
            <a:off x="838200" y="365126"/>
            <a:ext cx="10515600" cy="1326091"/>
          </a:xfrm>
          <a:prstGeom prst="rect">
            <a:avLst/>
          </a:prstGeom>
        </p:spPr>
        <p:txBody>
          <a:bodyPr anchor="ctr"/>
          <a:lstStyle>
            <a:lvl1pPr>
              <a:defRPr sz="4400" b="1">
                <a:solidFill>
                  <a:schemeClr val="bg1"/>
                </a:solidFill>
                <a:latin typeface="+mj-lt"/>
              </a:defRPr>
            </a:lvl1pPr>
          </a:lstStyle>
          <a:p>
            <a:r>
              <a:rPr lang="fr-FR"/>
              <a:t>Modifiez le style du titre</a:t>
            </a:r>
            <a:endParaRPr lang="en-US"/>
          </a:p>
        </p:txBody>
      </p:sp>
      <p:sp>
        <p:nvSpPr>
          <p:cNvPr id="40" name="Espace réservé du texte 30">
            <a:extLst>
              <a:ext uri="{FF2B5EF4-FFF2-40B4-BE49-F238E27FC236}">
                <a16:creationId xmlns:a16="http://schemas.microsoft.com/office/drawing/2014/main" id="{6B4E1953-4DDD-83CD-C718-6B55125E3F7E}"/>
              </a:ext>
            </a:extLst>
          </p:cNvPr>
          <p:cNvSpPr>
            <a:spLocks noGrp="1"/>
          </p:cNvSpPr>
          <p:nvPr>
            <p:ph type="body" sz="quarter" idx="27" hasCustomPrompt="1"/>
          </p:nvPr>
        </p:nvSpPr>
        <p:spPr>
          <a:xfrm>
            <a:off x="278130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 name="Freeform 18">
            <a:extLst>
              <a:ext uri="{FF2B5EF4-FFF2-40B4-BE49-F238E27FC236}">
                <a16:creationId xmlns:a16="http://schemas.microsoft.com/office/drawing/2014/main" id="{2492FE42-DBE6-0B5B-B5FD-F33AF33DCFFD}"/>
              </a:ext>
            </a:extLst>
          </p:cNvPr>
          <p:cNvSpPr/>
          <p:nvPr userDrawn="1"/>
        </p:nvSpPr>
        <p:spPr>
          <a:xfrm>
            <a:off x="75183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5" name="Espace réservé du numéro de diapositive 4">
            <a:extLst>
              <a:ext uri="{FF2B5EF4-FFF2-40B4-BE49-F238E27FC236}">
                <a16:creationId xmlns:a16="http://schemas.microsoft.com/office/drawing/2014/main" id="{86260666-1753-EEEE-F7BB-BF93A65832A5}"/>
              </a:ext>
            </a:extLst>
          </p:cNvPr>
          <p:cNvSpPr>
            <a:spLocks noGrp="1"/>
          </p:cNvSpPr>
          <p:nvPr>
            <p:ph type="sldNum" sz="quarter" idx="30"/>
          </p:nvPr>
        </p:nvSpPr>
        <p:spPr/>
        <p:txBody>
          <a:bodyPr/>
          <a:lstStyle>
            <a:lvl1pPr>
              <a:defRPr>
                <a:latin typeface="+mn-lt"/>
              </a:defRPr>
            </a:lvl1pPr>
          </a:lstStyle>
          <a:p>
            <a:fld id="{0C34F99C-3C47-4582-9518-8D365E9692AE}" type="slidenum">
              <a:rPr lang="en-US" smtClean="0"/>
              <a:pPr/>
              <a:t>‹#›</a:t>
            </a:fld>
            <a:endParaRPr lang="en-US"/>
          </a:p>
        </p:txBody>
      </p:sp>
      <p:sp>
        <p:nvSpPr>
          <p:cNvPr id="4" name="Espace réservé du texte 3">
            <a:extLst>
              <a:ext uri="{FF2B5EF4-FFF2-40B4-BE49-F238E27FC236}">
                <a16:creationId xmlns:a16="http://schemas.microsoft.com/office/drawing/2014/main" id="{2DD50E37-FC7A-0991-5E95-9680D4B0427F}"/>
              </a:ext>
            </a:extLst>
          </p:cNvPr>
          <p:cNvSpPr>
            <a:spLocks noGrp="1"/>
          </p:cNvSpPr>
          <p:nvPr>
            <p:ph type="body" sz="quarter" idx="31"/>
          </p:nvPr>
        </p:nvSpPr>
        <p:spPr>
          <a:xfrm>
            <a:off x="278130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6" name="Ellipse 5">
            <a:extLst>
              <a:ext uri="{FF2B5EF4-FFF2-40B4-BE49-F238E27FC236}">
                <a16:creationId xmlns:a16="http://schemas.microsoft.com/office/drawing/2014/main" id="{9E5120CA-B2B3-17B2-6B14-E4392DD24976}"/>
              </a:ext>
            </a:extLst>
          </p:cNvPr>
          <p:cNvSpPr/>
          <p:nvPr userDrawn="1"/>
        </p:nvSpPr>
        <p:spPr>
          <a:xfrm>
            <a:off x="116560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14" name="Espace réservé du texte 20">
            <a:extLst>
              <a:ext uri="{FF2B5EF4-FFF2-40B4-BE49-F238E27FC236}">
                <a16:creationId xmlns:a16="http://schemas.microsoft.com/office/drawing/2014/main" id="{F95D78D2-1A00-F95A-D2F9-4C1D68D785F2}"/>
              </a:ext>
            </a:extLst>
          </p:cNvPr>
          <p:cNvSpPr>
            <a:spLocks noGrp="1"/>
          </p:cNvSpPr>
          <p:nvPr>
            <p:ph type="body" sz="quarter" idx="32" hasCustomPrompt="1"/>
          </p:nvPr>
        </p:nvSpPr>
        <p:spPr>
          <a:xfrm>
            <a:off x="116560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15" name="Espace réservé du texte 30">
            <a:extLst>
              <a:ext uri="{FF2B5EF4-FFF2-40B4-BE49-F238E27FC236}">
                <a16:creationId xmlns:a16="http://schemas.microsoft.com/office/drawing/2014/main" id="{524EA599-0593-6E78-686E-F50EF6018909}"/>
              </a:ext>
            </a:extLst>
          </p:cNvPr>
          <p:cNvSpPr>
            <a:spLocks noGrp="1"/>
          </p:cNvSpPr>
          <p:nvPr>
            <p:ph type="body" sz="quarter" idx="33" hasCustomPrompt="1"/>
          </p:nvPr>
        </p:nvSpPr>
        <p:spPr>
          <a:xfrm>
            <a:off x="278130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17" name="Freeform 18">
            <a:extLst>
              <a:ext uri="{FF2B5EF4-FFF2-40B4-BE49-F238E27FC236}">
                <a16:creationId xmlns:a16="http://schemas.microsoft.com/office/drawing/2014/main" id="{1DDB7AB7-E4F2-9DBE-FD2C-666C99B67531}"/>
              </a:ext>
            </a:extLst>
          </p:cNvPr>
          <p:cNvSpPr/>
          <p:nvPr userDrawn="1"/>
        </p:nvSpPr>
        <p:spPr>
          <a:xfrm>
            <a:off x="75183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2" name="Espace réservé du texte 3">
            <a:extLst>
              <a:ext uri="{FF2B5EF4-FFF2-40B4-BE49-F238E27FC236}">
                <a16:creationId xmlns:a16="http://schemas.microsoft.com/office/drawing/2014/main" id="{730F7F2A-1CD7-B819-43C7-67365F0C1B96}"/>
              </a:ext>
            </a:extLst>
          </p:cNvPr>
          <p:cNvSpPr>
            <a:spLocks noGrp="1"/>
          </p:cNvSpPr>
          <p:nvPr>
            <p:ph type="body" sz="quarter" idx="34"/>
          </p:nvPr>
        </p:nvSpPr>
        <p:spPr>
          <a:xfrm>
            <a:off x="278130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4" name="Ellipse 23">
            <a:extLst>
              <a:ext uri="{FF2B5EF4-FFF2-40B4-BE49-F238E27FC236}">
                <a16:creationId xmlns:a16="http://schemas.microsoft.com/office/drawing/2014/main" id="{6DEDCB7D-FBB7-D668-DF83-B30CC0CAEE50}"/>
              </a:ext>
            </a:extLst>
          </p:cNvPr>
          <p:cNvSpPr/>
          <p:nvPr userDrawn="1"/>
        </p:nvSpPr>
        <p:spPr>
          <a:xfrm>
            <a:off x="6213854" y="2104162"/>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25" name="Espace réservé du texte 20">
            <a:extLst>
              <a:ext uri="{FF2B5EF4-FFF2-40B4-BE49-F238E27FC236}">
                <a16:creationId xmlns:a16="http://schemas.microsoft.com/office/drawing/2014/main" id="{FEBD313F-7D70-6D22-03C5-662B30062D98}"/>
              </a:ext>
            </a:extLst>
          </p:cNvPr>
          <p:cNvSpPr>
            <a:spLocks noGrp="1"/>
          </p:cNvSpPr>
          <p:nvPr>
            <p:ph type="body" sz="quarter" idx="35" hasCustomPrompt="1"/>
          </p:nvPr>
        </p:nvSpPr>
        <p:spPr>
          <a:xfrm>
            <a:off x="6213853" y="2104161"/>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26" name="Espace réservé du texte 30">
            <a:extLst>
              <a:ext uri="{FF2B5EF4-FFF2-40B4-BE49-F238E27FC236}">
                <a16:creationId xmlns:a16="http://schemas.microsoft.com/office/drawing/2014/main" id="{BEEB7A8A-06D5-8BAB-1B1A-ECDA5938D862}"/>
              </a:ext>
            </a:extLst>
          </p:cNvPr>
          <p:cNvSpPr>
            <a:spLocks noGrp="1"/>
          </p:cNvSpPr>
          <p:nvPr>
            <p:ph type="body" sz="quarter" idx="36" hasCustomPrompt="1"/>
          </p:nvPr>
        </p:nvSpPr>
        <p:spPr>
          <a:xfrm>
            <a:off x="7829550" y="2104161"/>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27" name="Freeform 18">
            <a:extLst>
              <a:ext uri="{FF2B5EF4-FFF2-40B4-BE49-F238E27FC236}">
                <a16:creationId xmlns:a16="http://schemas.microsoft.com/office/drawing/2014/main" id="{68332110-2911-AD30-D396-75230F41468B}"/>
              </a:ext>
            </a:extLst>
          </p:cNvPr>
          <p:cNvSpPr/>
          <p:nvPr userDrawn="1"/>
        </p:nvSpPr>
        <p:spPr>
          <a:xfrm>
            <a:off x="5800088" y="3651486"/>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8" name="Espace réservé du texte 3">
            <a:extLst>
              <a:ext uri="{FF2B5EF4-FFF2-40B4-BE49-F238E27FC236}">
                <a16:creationId xmlns:a16="http://schemas.microsoft.com/office/drawing/2014/main" id="{131B6128-8A0A-2F74-D9D8-06159D00AA11}"/>
              </a:ext>
            </a:extLst>
          </p:cNvPr>
          <p:cNvSpPr>
            <a:spLocks noGrp="1"/>
          </p:cNvSpPr>
          <p:nvPr>
            <p:ph type="body" sz="quarter" idx="37"/>
          </p:nvPr>
        </p:nvSpPr>
        <p:spPr>
          <a:xfrm>
            <a:off x="7829550" y="2867025"/>
            <a:ext cx="3171825" cy="720995"/>
          </a:xfrm>
        </p:spPr>
        <p:txBody>
          <a:bodyPr>
            <a:noAutofit/>
          </a:bodyPr>
          <a:lstStyle>
            <a:lvl1pPr marL="0" indent="0">
              <a:buNone/>
              <a:defRPr sz="1400"/>
            </a:lvl1pPr>
          </a:lstStyle>
          <a:p>
            <a:pPr lvl="0"/>
            <a:r>
              <a:rPr lang="fr-FR"/>
              <a:t>Cliquez pour modifier les styles du texte du masque</a:t>
            </a:r>
            <a:endParaRPr lang="en-US"/>
          </a:p>
        </p:txBody>
      </p:sp>
      <p:sp>
        <p:nvSpPr>
          <p:cNvPr id="29" name="Ellipse 28">
            <a:extLst>
              <a:ext uri="{FF2B5EF4-FFF2-40B4-BE49-F238E27FC236}">
                <a16:creationId xmlns:a16="http://schemas.microsoft.com/office/drawing/2014/main" id="{550178BB-6D12-E680-AC4D-763A9F1E1B5D}"/>
              </a:ext>
            </a:extLst>
          </p:cNvPr>
          <p:cNvSpPr/>
          <p:nvPr userDrawn="1"/>
        </p:nvSpPr>
        <p:spPr>
          <a:xfrm>
            <a:off x="6213854" y="4350885"/>
            <a:ext cx="1501073" cy="1483859"/>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67">
                <a:solidFill>
                  <a:srgbClr val="BA131A"/>
                </a:solidFill>
                <a:latin typeface="+mn-lt"/>
                <a:ea typeface="Inter Heavy"/>
                <a:cs typeface="Inter Heavy"/>
                <a:sym typeface="Inter Heavy"/>
              </a:rPr>
              <a:t> </a:t>
            </a:r>
          </a:p>
        </p:txBody>
      </p:sp>
      <p:sp>
        <p:nvSpPr>
          <p:cNvPr id="30" name="Espace réservé du texte 20">
            <a:extLst>
              <a:ext uri="{FF2B5EF4-FFF2-40B4-BE49-F238E27FC236}">
                <a16:creationId xmlns:a16="http://schemas.microsoft.com/office/drawing/2014/main" id="{F129E339-BDA1-8977-0CC2-FD7C2F581677}"/>
              </a:ext>
            </a:extLst>
          </p:cNvPr>
          <p:cNvSpPr>
            <a:spLocks noGrp="1"/>
          </p:cNvSpPr>
          <p:nvPr>
            <p:ph type="body" sz="quarter" idx="38" hasCustomPrompt="1"/>
          </p:nvPr>
        </p:nvSpPr>
        <p:spPr>
          <a:xfrm>
            <a:off x="6213853" y="4350884"/>
            <a:ext cx="1501073" cy="1483859"/>
          </a:xfrm>
        </p:spPr>
        <p:txBody>
          <a:bodyPr anchor="ctr" anchorCtr="0">
            <a:noAutofit/>
          </a:bodyPr>
          <a:lstStyle>
            <a:lvl1pPr marL="0" indent="0" algn="ctr">
              <a:buNone/>
              <a:defRPr sz="3600" b="1">
                <a:solidFill>
                  <a:schemeClr val="bg1"/>
                </a:solidFill>
                <a:latin typeface="+mn-lt"/>
              </a:defRPr>
            </a:lvl1pPr>
          </a:lstStyle>
          <a:p>
            <a:pPr lvl="0"/>
            <a:r>
              <a:rPr lang="fr-FR"/>
              <a:t>xx%</a:t>
            </a:r>
          </a:p>
        </p:txBody>
      </p:sp>
      <p:sp>
        <p:nvSpPr>
          <p:cNvPr id="31" name="Espace réservé du texte 30">
            <a:extLst>
              <a:ext uri="{FF2B5EF4-FFF2-40B4-BE49-F238E27FC236}">
                <a16:creationId xmlns:a16="http://schemas.microsoft.com/office/drawing/2014/main" id="{E8373FC3-0F6B-8179-71C0-C71DDED10C7E}"/>
              </a:ext>
            </a:extLst>
          </p:cNvPr>
          <p:cNvSpPr>
            <a:spLocks noGrp="1"/>
          </p:cNvSpPr>
          <p:nvPr>
            <p:ph type="body" sz="quarter" idx="39" hasCustomPrompt="1"/>
          </p:nvPr>
        </p:nvSpPr>
        <p:spPr>
          <a:xfrm>
            <a:off x="7829550" y="4350884"/>
            <a:ext cx="3171825" cy="762864"/>
          </a:xfrm>
        </p:spPr>
        <p:txBody>
          <a:bodyPr anchor="b">
            <a:noAutofit/>
          </a:bodyPr>
          <a:lstStyle>
            <a:lvl1pPr marL="0" indent="0">
              <a:buNone/>
              <a:defRPr sz="1800" b="1">
                <a:solidFill>
                  <a:schemeClr val="accent1"/>
                </a:solidFill>
                <a:latin typeface="+mn-lt"/>
              </a:defRPr>
            </a:lvl1pPr>
            <a:lvl2pPr>
              <a:defRPr sz="1800" b="1"/>
            </a:lvl2pPr>
            <a:lvl3pPr>
              <a:defRPr sz="1800" b="1"/>
            </a:lvl3pPr>
            <a:lvl4pPr>
              <a:defRPr sz="1800" b="1"/>
            </a:lvl4pPr>
            <a:lvl5pPr>
              <a:defRPr sz="1800" b="1"/>
            </a:lvl5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fr-FR"/>
              <a:t>Modifiez le style des sous-titres du masque</a:t>
            </a:r>
          </a:p>
        </p:txBody>
      </p:sp>
      <p:sp>
        <p:nvSpPr>
          <p:cNvPr id="32" name="Freeform 18">
            <a:extLst>
              <a:ext uri="{FF2B5EF4-FFF2-40B4-BE49-F238E27FC236}">
                <a16:creationId xmlns:a16="http://schemas.microsoft.com/office/drawing/2014/main" id="{90E3961E-918F-24AD-B79D-2A12F8453885}"/>
              </a:ext>
            </a:extLst>
          </p:cNvPr>
          <p:cNvSpPr/>
          <p:nvPr userDrawn="1"/>
        </p:nvSpPr>
        <p:spPr>
          <a:xfrm>
            <a:off x="5800088" y="589820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33" name="Espace réservé du texte 3">
            <a:extLst>
              <a:ext uri="{FF2B5EF4-FFF2-40B4-BE49-F238E27FC236}">
                <a16:creationId xmlns:a16="http://schemas.microsoft.com/office/drawing/2014/main" id="{40D1339B-7443-FD20-E04D-8A4E6437F54D}"/>
              </a:ext>
            </a:extLst>
          </p:cNvPr>
          <p:cNvSpPr>
            <a:spLocks noGrp="1"/>
          </p:cNvSpPr>
          <p:nvPr>
            <p:ph type="body" sz="quarter" idx="40"/>
          </p:nvPr>
        </p:nvSpPr>
        <p:spPr>
          <a:xfrm>
            <a:off x="7829550" y="5113748"/>
            <a:ext cx="3171825" cy="720995"/>
          </a:xfrm>
        </p:spPr>
        <p:txBody>
          <a:bodyPr>
            <a:noAutofit/>
          </a:bodyPr>
          <a:lstStyle>
            <a:lvl1pPr marL="0" indent="0">
              <a:buNone/>
              <a:defRPr sz="1400"/>
            </a:lvl1pPr>
          </a:lstStyle>
          <a:p>
            <a:pPr lvl="0"/>
            <a:r>
              <a:rPr lang="fr-FR"/>
              <a:t>Cliquez pour modifier les styles du texte du masque</a:t>
            </a:r>
            <a:endParaRPr lang="en-US"/>
          </a:p>
        </p:txBody>
      </p:sp>
    </p:spTree>
    <p:extLst>
      <p:ext uri="{BB962C8B-B14F-4D97-AF65-F5344CB8AC3E}">
        <p14:creationId xmlns:p14="http://schemas.microsoft.com/office/powerpoint/2010/main" val="57559361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5 Dots">
    <p:bg>
      <p:bgPr>
        <a:solidFill>
          <a:schemeClr val="bg1"/>
        </a:solidFill>
        <a:effectLst/>
      </p:bgPr>
    </p:bg>
    <p:spTree>
      <p:nvGrpSpPr>
        <p:cNvPr id="1" name=""/>
        <p:cNvGrpSpPr/>
        <p:nvPr/>
      </p:nvGrpSpPr>
      <p:grpSpPr>
        <a:xfrm>
          <a:off x="0" y="0"/>
          <a:ext cx="0" cy="0"/>
          <a:chOff x="0" y="0"/>
          <a:chExt cx="0" cy="0"/>
        </a:xfrm>
      </p:grpSpPr>
      <p:sp>
        <p:nvSpPr>
          <p:cNvPr id="25" name="Ellipse 24">
            <a:extLst>
              <a:ext uri="{FF2B5EF4-FFF2-40B4-BE49-F238E27FC236}">
                <a16:creationId xmlns:a16="http://schemas.microsoft.com/office/drawing/2014/main" id="{BD700238-72C0-72EF-BA58-70EE69F67483}"/>
              </a:ext>
            </a:extLst>
          </p:cNvPr>
          <p:cNvSpPr/>
          <p:nvPr userDrawn="1"/>
        </p:nvSpPr>
        <p:spPr>
          <a:xfrm>
            <a:off x="5363914" y="292622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26" name="Espace réservé du texte 15">
            <a:extLst>
              <a:ext uri="{FF2B5EF4-FFF2-40B4-BE49-F238E27FC236}">
                <a16:creationId xmlns:a16="http://schemas.microsoft.com/office/drawing/2014/main" id="{3525BA0F-B5BD-5771-8B08-9253DB19473D}"/>
              </a:ext>
            </a:extLst>
          </p:cNvPr>
          <p:cNvSpPr>
            <a:spLocks noGrp="1"/>
          </p:cNvSpPr>
          <p:nvPr>
            <p:ph type="body" sz="quarter" idx="20" hasCustomPrompt="1"/>
          </p:nvPr>
        </p:nvSpPr>
        <p:spPr>
          <a:xfrm>
            <a:off x="5330198" y="2926228"/>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7" name="Espace réservé du texte 20">
            <a:extLst>
              <a:ext uri="{FF2B5EF4-FFF2-40B4-BE49-F238E27FC236}">
                <a16:creationId xmlns:a16="http://schemas.microsoft.com/office/drawing/2014/main" id="{E070233D-0729-F9C0-A708-E848DEF1B390}"/>
              </a:ext>
            </a:extLst>
          </p:cNvPr>
          <p:cNvSpPr>
            <a:spLocks noGrp="1"/>
          </p:cNvSpPr>
          <p:nvPr>
            <p:ph type="body" sz="quarter" idx="21" hasCustomPrompt="1"/>
          </p:nvPr>
        </p:nvSpPr>
        <p:spPr>
          <a:xfrm>
            <a:off x="5298112" y="4580504"/>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36" name="Ellipse 35">
            <a:extLst>
              <a:ext uri="{FF2B5EF4-FFF2-40B4-BE49-F238E27FC236}">
                <a16:creationId xmlns:a16="http://schemas.microsoft.com/office/drawing/2014/main" id="{45637C94-E70D-3CA1-D2A6-AE69E056B63A}"/>
              </a:ext>
            </a:extLst>
          </p:cNvPr>
          <p:cNvSpPr/>
          <p:nvPr userDrawn="1"/>
        </p:nvSpPr>
        <p:spPr>
          <a:xfrm>
            <a:off x="7536000" y="2926152"/>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37" name="Espace réservé du texte 15">
            <a:extLst>
              <a:ext uri="{FF2B5EF4-FFF2-40B4-BE49-F238E27FC236}">
                <a16:creationId xmlns:a16="http://schemas.microsoft.com/office/drawing/2014/main" id="{D872870A-D869-5376-A96B-162006E16A07}"/>
              </a:ext>
            </a:extLst>
          </p:cNvPr>
          <p:cNvSpPr>
            <a:spLocks noGrp="1"/>
          </p:cNvSpPr>
          <p:nvPr>
            <p:ph type="body" sz="quarter" idx="22" hasCustomPrompt="1"/>
          </p:nvPr>
        </p:nvSpPr>
        <p:spPr>
          <a:xfrm>
            <a:off x="7502284" y="2926151"/>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8" name="Espace réservé du texte 20">
            <a:extLst>
              <a:ext uri="{FF2B5EF4-FFF2-40B4-BE49-F238E27FC236}">
                <a16:creationId xmlns:a16="http://schemas.microsoft.com/office/drawing/2014/main" id="{3F126371-9A1A-333B-558E-0783ADDFA6A1}"/>
              </a:ext>
            </a:extLst>
          </p:cNvPr>
          <p:cNvSpPr>
            <a:spLocks noGrp="1"/>
          </p:cNvSpPr>
          <p:nvPr>
            <p:ph type="body" sz="quarter" idx="23" hasCustomPrompt="1"/>
          </p:nvPr>
        </p:nvSpPr>
        <p:spPr>
          <a:xfrm>
            <a:off x="7470198" y="4580427"/>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0" name="Ellipse 39">
            <a:extLst>
              <a:ext uri="{FF2B5EF4-FFF2-40B4-BE49-F238E27FC236}">
                <a16:creationId xmlns:a16="http://schemas.microsoft.com/office/drawing/2014/main" id="{A309E439-8F54-2C58-83AF-B22363C8CCB7}"/>
              </a:ext>
            </a:extLst>
          </p:cNvPr>
          <p:cNvSpPr/>
          <p:nvPr userDrawn="1"/>
        </p:nvSpPr>
        <p:spPr>
          <a:xfrm>
            <a:off x="9704900" y="292615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1" name="Espace réservé du texte 15">
            <a:extLst>
              <a:ext uri="{FF2B5EF4-FFF2-40B4-BE49-F238E27FC236}">
                <a16:creationId xmlns:a16="http://schemas.microsoft.com/office/drawing/2014/main" id="{C4E9A436-6FF0-00FF-302F-5AF25E86C0F5}"/>
              </a:ext>
            </a:extLst>
          </p:cNvPr>
          <p:cNvSpPr>
            <a:spLocks noGrp="1"/>
          </p:cNvSpPr>
          <p:nvPr>
            <p:ph type="body" sz="quarter" idx="24" hasCustomPrompt="1"/>
          </p:nvPr>
        </p:nvSpPr>
        <p:spPr>
          <a:xfrm>
            <a:off x="9671184" y="2926150"/>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2" name="Espace réservé du texte 20">
            <a:extLst>
              <a:ext uri="{FF2B5EF4-FFF2-40B4-BE49-F238E27FC236}">
                <a16:creationId xmlns:a16="http://schemas.microsoft.com/office/drawing/2014/main" id="{88753453-C11E-E8F1-508E-4DAFCFFA3813}"/>
              </a:ext>
            </a:extLst>
          </p:cNvPr>
          <p:cNvSpPr>
            <a:spLocks noGrp="1"/>
          </p:cNvSpPr>
          <p:nvPr>
            <p:ph type="body" sz="quarter" idx="25" hasCustomPrompt="1"/>
          </p:nvPr>
        </p:nvSpPr>
        <p:spPr>
          <a:xfrm>
            <a:off x="9639098" y="4580426"/>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4" name="Ellipse 43">
            <a:extLst>
              <a:ext uri="{FF2B5EF4-FFF2-40B4-BE49-F238E27FC236}">
                <a16:creationId xmlns:a16="http://schemas.microsoft.com/office/drawing/2014/main" id="{5D231679-1152-02CD-4BC4-F0C668D1189B}"/>
              </a:ext>
            </a:extLst>
          </p:cNvPr>
          <p:cNvSpPr/>
          <p:nvPr userDrawn="1"/>
        </p:nvSpPr>
        <p:spPr>
          <a:xfrm>
            <a:off x="3172781" y="2926073"/>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5" name="Espace réservé du texte 15">
            <a:extLst>
              <a:ext uri="{FF2B5EF4-FFF2-40B4-BE49-F238E27FC236}">
                <a16:creationId xmlns:a16="http://schemas.microsoft.com/office/drawing/2014/main" id="{8E95EFAE-54B7-EAF3-FCB9-EC28C0F29FFB}"/>
              </a:ext>
            </a:extLst>
          </p:cNvPr>
          <p:cNvSpPr>
            <a:spLocks noGrp="1"/>
          </p:cNvSpPr>
          <p:nvPr>
            <p:ph type="body" sz="quarter" idx="26" hasCustomPrompt="1"/>
          </p:nvPr>
        </p:nvSpPr>
        <p:spPr>
          <a:xfrm>
            <a:off x="3139065" y="2926072"/>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46" name="Espace réservé du texte 20">
            <a:extLst>
              <a:ext uri="{FF2B5EF4-FFF2-40B4-BE49-F238E27FC236}">
                <a16:creationId xmlns:a16="http://schemas.microsoft.com/office/drawing/2014/main" id="{61B53C46-4CE3-9C1E-677D-5F530F4C45F7}"/>
              </a:ext>
            </a:extLst>
          </p:cNvPr>
          <p:cNvSpPr>
            <a:spLocks noGrp="1"/>
          </p:cNvSpPr>
          <p:nvPr>
            <p:ph type="body" sz="quarter" idx="27" hasCustomPrompt="1"/>
          </p:nvPr>
        </p:nvSpPr>
        <p:spPr>
          <a:xfrm>
            <a:off x="3106979" y="4580348"/>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48" name="Ellipse 47">
            <a:extLst>
              <a:ext uri="{FF2B5EF4-FFF2-40B4-BE49-F238E27FC236}">
                <a16:creationId xmlns:a16="http://schemas.microsoft.com/office/drawing/2014/main" id="{661B3605-3F79-7353-7C47-BCEE1AC9228E}"/>
              </a:ext>
            </a:extLst>
          </p:cNvPr>
          <p:cNvSpPr/>
          <p:nvPr userDrawn="1"/>
        </p:nvSpPr>
        <p:spPr>
          <a:xfrm>
            <a:off x="1014406" y="2926074"/>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49" name="Espace réservé du texte 15">
            <a:extLst>
              <a:ext uri="{FF2B5EF4-FFF2-40B4-BE49-F238E27FC236}">
                <a16:creationId xmlns:a16="http://schemas.microsoft.com/office/drawing/2014/main" id="{32CA4ADE-8391-C5B4-EC29-BCFC3DD44850}"/>
              </a:ext>
            </a:extLst>
          </p:cNvPr>
          <p:cNvSpPr>
            <a:spLocks noGrp="1"/>
          </p:cNvSpPr>
          <p:nvPr>
            <p:ph type="body" sz="quarter" idx="28" hasCustomPrompt="1"/>
          </p:nvPr>
        </p:nvSpPr>
        <p:spPr>
          <a:xfrm>
            <a:off x="980690" y="2926073"/>
            <a:ext cx="1531603"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50" name="Espace réservé du texte 20">
            <a:extLst>
              <a:ext uri="{FF2B5EF4-FFF2-40B4-BE49-F238E27FC236}">
                <a16:creationId xmlns:a16="http://schemas.microsoft.com/office/drawing/2014/main" id="{81903DF9-1FF8-AC81-F18E-3B6EA701C3AA}"/>
              </a:ext>
            </a:extLst>
          </p:cNvPr>
          <p:cNvSpPr>
            <a:spLocks noGrp="1"/>
          </p:cNvSpPr>
          <p:nvPr>
            <p:ph type="body" sz="quarter" idx="29" hasCustomPrompt="1"/>
          </p:nvPr>
        </p:nvSpPr>
        <p:spPr>
          <a:xfrm>
            <a:off x="948604" y="4580349"/>
            <a:ext cx="1626659"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5" name="Freeform 18">
            <a:extLst>
              <a:ext uri="{FF2B5EF4-FFF2-40B4-BE49-F238E27FC236}">
                <a16:creationId xmlns:a16="http://schemas.microsoft.com/office/drawing/2014/main" id="{F93FDAFE-5BAD-AECB-A232-007703E59644}"/>
              </a:ext>
            </a:extLst>
          </p:cNvPr>
          <p:cNvSpPr/>
          <p:nvPr userDrawn="1"/>
        </p:nvSpPr>
        <p:spPr>
          <a:xfrm>
            <a:off x="556053"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6" name="Freeform 18">
            <a:extLst>
              <a:ext uri="{FF2B5EF4-FFF2-40B4-BE49-F238E27FC236}">
                <a16:creationId xmlns:a16="http://schemas.microsoft.com/office/drawing/2014/main" id="{18A05958-26A1-E556-FD58-5FE574697A32}"/>
              </a:ext>
            </a:extLst>
          </p:cNvPr>
          <p:cNvSpPr/>
          <p:nvPr userDrawn="1"/>
        </p:nvSpPr>
        <p:spPr>
          <a:xfrm>
            <a:off x="2715053"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8" name="Freeform 18">
            <a:extLst>
              <a:ext uri="{FF2B5EF4-FFF2-40B4-BE49-F238E27FC236}">
                <a16:creationId xmlns:a16="http://schemas.microsoft.com/office/drawing/2014/main" id="{2EA59147-A2B3-5CD5-0DC9-D9193A0C873F}"/>
              </a:ext>
            </a:extLst>
          </p:cNvPr>
          <p:cNvSpPr/>
          <p:nvPr userDrawn="1"/>
        </p:nvSpPr>
        <p:spPr>
          <a:xfrm>
            <a:off x="4877227" y="506083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Freeform 18">
            <a:extLst>
              <a:ext uri="{FF2B5EF4-FFF2-40B4-BE49-F238E27FC236}">
                <a16:creationId xmlns:a16="http://schemas.microsoft.com/office/drawing/2014/main" id="{FE9C09B4-C370-DC8B-A850-5D9FD5022E5A}"/>
              </a:ext>
            </a:extLst>
          </p:cNvPr>
          <p:cNvSpPr/>
          <p:nvPr userDrawn="1"/>
        </p:nvSpPr>
        <p:spPr>
          <a:xfrm>
            <a:off x="7036227" y="506083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0" name="Freeform 18">
            <a:extLst>
              <a:ext uri="{FF2B5EF4-FFF2-40B4-BE49-F238E27FC236}">
                <a16:creationId xmlns:a16="http://schemas.microsoft.com/office/drawing/2014/main" id="{28298216-88D3-85E5-4395-C1D0A5A707AD}"/>
              </a:ext>
            </a:extLst>
          </p:cNvPr>
          <p:cNvSpPr/>
          <p:nvPr userDrawn="1"/>
        </p:nvSpPr>
        <p:spPr>
          <a:xfrm>
            <a:off x="9209998" y="5060829"/>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Titre 1">
            <a:extLst>
              <a:ext uri="{FF2B5EF4-FFF2-40B4-BE49-F238E27FC236}">
                <a16:creationId xmlns:a16="http://schemas.microsoft.com/office/drawing/2014/main" id="{30CC7722-837A-CC39-9572-0E9D01E2160F}"/>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F0210B5-2A90-EFE9-93A8-FC3B32F25D3F}"/>
              </a:ext>
            </a:extLst>
          </p:cNvPr>
          <p:cNvSpPr>
            <a:spLocks noGrp="1"/>
          </p:cNvSpPr>
          <p:nvPr>
            <p:ph type="sldNum" sz="quarter" idx="3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628070341"/>
      </p:ext>
    </p:extLst>
  </p:cSld>
  <p:clrMapOvr>
    <a:masterClrMapping/>
  </p:clrMapOvr>
  <p:extLst>
    <p:ext uri="{DCECCB84-F9BA-43D5-87BE-67443E8EF086}">
      <p15:sldGuideLst xmlns:p15="http://schemas.microsoft.com/office/powerpoint/2012/main">
        <p15:guide id="1" orient="horz" pos="2160">
          <p15:clr>
            <a:srgbClr val="FBAE40"/>
          </p15:clr>
        </p15:guide>
        <p15:guide id="2" pos="1119">
          <p15:clr>
            <a:srgbClr val="F26B43"/>
          </p15:clr>
        </p15:guide>
        <p15:guide id="3" pos="2479">
          <p15:clr>
            <a:srgbClr val="F26B43"/>
          </p15:clr>
        </p15:guide>
        <p15:guide id="4" pos="5201">
          <p15:clr>
            <a:srgbClr val="F26B43"/>
          </p15:clr>
        </p15:guide>
        <p15:guide id="5" pos="6561">
          <p15:clr>
            <a:srgbClr val="F26B43"/>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6 Dots">
    <p:bg>
      <p:bgPr>
        <a:solidFill>
          <a:schemeClr val="bg1"/>
        </a:solidFill>
        <a:effectLst/>
      </p:bgPr>
    </p:bg>
    <p:spTree>
      <p:nvGrpSpPr>
        <p:cNvPr id="1" name=""/>
        <p:cNvGrpSpPr/>
        <p:nvPr/>
      </p:nvGrpSpPr>
      <p:grpSpPr>
        <a:xfrm>
          <a:off x="0" y="0"/>
          <a:ext cx="0" cy="0"/>
          <a:chOff x="0" y="0"/>
          <a:chExt cx="0" cy="0"/>
        </a:xfrm>
      </p:grpSpPr>
      <p:sp>
        <p:nvSpPr>
          <p:cNvPr id="13" name="Ellipse 12">
            <a:extLst>
              <a:ext uri="{FF2B5EF4-FFF2-40B4-BE49-F238E27FC236}">
                <a16:creationId xmlns:a16="http://schemas.microsoft.com/office/drawing/2014/main" id="{7E5790C1-BFF4-512C-7BCC-36285D348726}"/>
              </a:ext>
            </a:extLst>
          </p:cNvPr>
          <p:cNvSpPr/>
          <p:nvPr/>
        </p:nvSpPr>
        <p:spPr>
          <a:xfrm>
            <a:off x="8378670"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0" name="Ellipse 9">
            <a:extLst>
              <a:ext uri="{FF2B5EF4-FFF2-40B4-BE49-F238E27FC236}">
                <a16:creationId xmlns:a16="http://schemas.microsoft.com/office/drawing/2014/main" id="{FABCA34A-9E9A-CFA7-10CB-AB6CED1DCB7A}"/>
              </a:ext>
            </a:extLst>
          </p:cNvPr>
          <p:cNvSpPr/>
          <p:nvPr/>
        </p:nvSpPr>
        <p:spPr>
          <a:xfrm>
            <a:off x="5346624"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7" name="Ellipse 6">
            <a:extLst>
              <a:ext uri="{FF2B5EF4-FFF2-40B4-BE49-F238E27FC236}">
                <a16:creationId xmlns:a16="http://schemas.microsoft.com/office/drawing/2014/main" id="{C8201D78-B6D5-A1E0-A3EC-94725867D298}"/>
              </a:ext>
            </a:extLst>
          </p:cNvPr>
          <p:cNvSpPr/>
          <p:nvPr/>
        </p:nvSpPr>
        <p:spPr>
          <a:xfrm>
            <a:off x="2309428" y="4149001"/>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45B55E22-310E-E604-DC5F-BDB5ADB83459}"/>
              </a:ext>
            </a:extLst>
          </p:cNvPr>
          <p:cNvSpPr>
            <a:spLocks noGrp="1"/>
          </p:cNvSpPr>
          <p:nvPr>
            <p:ph type="body" sz="quarter" idx="10" hasCustomPrompt="1"/>
          </p:nvPr>
        </p:nvSpPr>
        <p:spPr>
          <a:xfrm>
            <a:off x="2309708" y="4149001"/>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FE912D36-280A-A431-09CB-6EDD6104BCB5}"/>
              </a:ext>
            </a:extLst>
          </p:cNvPr>
          <p:cNvSpPr>
            <a:spLocks noGrp="1"/>
          </p:cNvSpPr>
          <p:nvPr>
            <p:ph type="body" sz="quarter" idx="11" hasCustomPrompt="1"/>
          </p:nvPr>
        </p:nvSpPr>
        <p:spPr>
          <a:xfrm>
            <a:off x="5344227" y="415262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15">
            <a:extLst>
              <a:ext uri="{FF2B5EF4-FFF2-40B4-BE49-F238E27FC236}">
                <a16:creationId xmlns:a16="http://schemas.microsoft.com/office/drawing/2014/main" id="{EAC5AACE-7647-465F-031F-AEB9843DF128}"/>
              </a:ext>
            </a:extLst>
          </p:cNvPr>
          <p:cNvSpPr>
            <a:spLocks noGrp="1"/>
          </p:cNvSpPr>
          <p:nvPr>
            <p:ph type="body" sz="quarter" idx="12" hasCustomPrompt="1"/>
          </p:nvPr>
        </p:nvSpPr>
        <p:spPr>
          <a:xfrm>
            <a:off x="8375840" y="4149000"/>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3" name="Ellipse 2">
            <a:extLst>
              <a:ext uri="{FF2B5EF4-FFF2-40B4-BE49-F238E27FC236}">
                <a16:creationId xmlns:a16="http://schemas.microsoft.com/office/drawing/2014/main" id="{489F5A88-8A31-5CA8-84A3-76A697768453}"/>
              </a:ext>
            </a:extLst>
          </p:cNvPr>
          <p:cNvSpPr/>
          <p:nvPr userDrawn="1"/>
        </p:nvSpPr>
        <p:spPr>
          <a:xfrm>
            <a:off x="8377510"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5" name="Ellipse 4">
            <a:extLst>
              <a:ext uri="{FF2B5EF4-FFF2-40B4-BE49-F238E27FC236}">
                <a16:creationId xmlns:a16="http://schemas.microsoft.com/office/drawing/2014/main" id="{20AC22A4-3221-6F8D-A556-D4FAD5DC4220}"/>
              </a:ext>
            </a:extLst>
          </p:cNvPr>
          <p:cNvSpPr/>
          <p:nvPr userDrawn="1"/>
        </p:nvSpPr>
        <p:spPr>
          <a:xfrm>
            <a:off x="5345464"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1" name="Ellipse 10">
            <a:extLst>
              <a:ext uri="{FF2B5EF4-FFF2-40B4-BE49-F238E27FC236}">
                <a16:creationId xmlns:a16="http://schemas.microsoft.com/office/drawing/2014/main" id="{88C3192E-5585-56E0-A5FD-275C141DFACE}"/>
              </a:ext>
            </a:extLst>
          </p:cNvPr>
          <p:cNvSpPr/>
          <p:nvPr userDrawn="1"/>
        </p:nvSpPr>
        <p:spPr>
          <a:xfrm>
            <a:off x="2308268" y="2149699"/>
            <a:ext cx="1501073" cy="1483859"/>
          </a:xfrm>
          <a:prstGeom prst="ellipse">
            <a:avLst/>
          </a:prstGeom>
          <a:gradFill>
            <a:gsLst>
              <a:gs pos="3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Espace réservé du texte 15">
            <a:extLst>
              <a:ext uri="{FF2B5EF4-FFF2-40B4-BE49-F238E27FC236}">
                <a16:creationId xmlns:a16="http://schemas.microsoft.com/office/drawing/2014/main" id="{29260FDC-2CA9-2B22-5C12-D909C36FB7B5}"/>
              </a:ext>
            </a:extLst>
          </p:cNvPr>
          <p:cNvSpPr>
            <a:spLocks noGrp="1"/>
          </p:cNvSpPr>
          <p:nvPr>
            <p:ph type="body" sz="quarter" idx="13" hasCustomPrompt="1"/>
          </p:nvPr>
        </p:nvSpPr>
        <p:spPr>
          <a:xfrm>
            <a:off x="2308547" y="2149699"/>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5" name="Espace réservé du texte 15">
            <a:extLst>
              <a:ext uri="{FF2B5EF4-FFF2-40B4-BE49-F238E27FC236}">
                <a16:creationId xmlns:a16="http://schemas.microsoft.com/office/drawing/2014/main" id="{67DD07DE-D993-3C5A-5A4A-1CC855E2AD9E}"/>
              </a:ext>
            </a:extLst>
          </p:cNvPr>
          <p:cNvSpPr>
            <a:spLocks noGrp="1"/>
          </p:cNvSpPr>
          <p:nvPr>
            <p:ph type="body" sz="quarter" idx="14" hasCustomPrompt="1"/>
          </p:nvPr>
        </p:nvSpPr>
        <p:spPr>
          <a:xfrm>
            <a:off x="5343067" y="2153327"/>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9" name="Espace réservé du texte 15">
            <a:extLst>
              <a:ext uri="{FF2B5EF4-FFF2-40B4-BE49-F238E27FC236}">
                <a16:creationId xmlns:a16="http://schemas.microsoft.com/office/drawing/2014/main" id="{832D890B-661E-2EDC-4B9E-80B638234BBE}"/>
              </a:ext>
            </a:extLst>
          </p:cNvPr>
          <p:cNvSpPr>
            <a:spLocks noGrp="1"/>
          </p:cNvSpPr>
          <p:nvPr>
            <p:ph type="body" sz="quarter" idx="15" hasCustomPrompt="1"/>
          </p:nvPr>
        </p:nvSpPr>
        <p:spPr>
          <a:xfrm>
            <a:off x="8374680" y="2149698"/>
            <a:ext cx="1500717" cy="1483783"/>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22" name="Freeform 18">
            <a:extLst>
              <a:ext uri="{FF2B5EF4-FFF2-40B4-BE49-F238E27FC236}">
                <a16:creationId xmlns:a16="http://schemas.microsoft.com/office/drawing/2014/main" id="{3A06D9FB-E0BD-0635-0AD7-722427207614}"/>
              </a:ext>
            </a:extLst>
          </p:cNvPr>
          <p:cNvSpPr/>
          <p:nvPr userDrawn="1"/>
        </p:nvSpPr>
        <p:spPr>
          <a:xfrm>
            <a:off x="1839999"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3" name="Freeform 18">
            <a:extLst>
              <a:ext uri="{FF2B5EF4-FFF2-40B4-BE49-F238E27FC236}">
                <a16:creationId xmlns:a16="http://schemas.microsoft.com/office/drawing/2014/main" id="{9E95D0D3-A884-9A36-DD8E-E0D6E146B5D0}"/>
              </a:ext>
            </a:extLst>
          </p:cNvPr>
          <p:cNvSpPr/>
          <p:nvPr userDrawn="1"/>
        </p:nvSpPr>
        <p:spPr>
          <a:xfrm>
            <a:off x="4875640"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4" name="Freeform 18">
            <a:extLst>
              <a:ext uri="{FF2B5EF4-FFF2-40B4-BE49-F238E27FC236}">
                <a16:creationId xmlns:a16="http://schemas.microsoft.com/office/drawing/2014/main" id="{B82E30A3-8783-F2E4-06D0-BC8111C3B789}"/>
              </a:ext>
            </a:extLst>
          </p:cNvPr>
          <p:cNvSpPr/>
          <p:nvPr userDrawn="1"/>
        </p:nvSpPr>
        <p:spPr>
          <a:xfrm>
            <a:off x="7911281" y="363711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5" name="Freeform 18">
            <a:extLst>
              <a:ext uri="{FF2B5EF4-FFF2-40B4-BE49-F238E27FC236}">
                <a16:creationId xmlns:a16="http://schemas.microsoft.com/office/drawing/2014/main" id="{DD9B34A7-11E5-0BDB-E56A-CA9A1E8F5FA0}"/>
              </a:ext>
            </a:extLst>
          </p:cNvPr>
          <p:cNvSpPr/>
          <p:nvPr userDrawn="1"/>
        </p:nvSpPr>
        <p:spPr>
          <a:xfrm>
            <a:off x="1839999"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6" name="Freeform 18">
            <a:extLst>
              <a:ext uri="{FF2B5EF4-FFF2-40B4-BE49-F238E27FC236}">
                <a16:creationId xmlns:a16="http://schemas.microsoft.com/office/drawing/2014/main" id="{1CD0E023-3965-BFC7-E7ED-72207BD78ABF}"/>
              </a:ext>
            </a:extLst>
          </p:cNvPr>
          <p:cNvSpPr/>
          <p:nvPr userDrawn="1"/>
        </p:nvSpPr>
        <p:spPr>
          <a:xfrm>
            <a:off x="4875640"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7" name="Freeform 18">
            <a:extLst>
              <a:ext uri="{FF2B5EF4-FFF2-40B4-BE49-F238E27FC236}">
                <a16:creationId xmlns:a16="http://schemas.microsoft.com/office/drawing/2014/main" id="{BA690096-2829-3C2B-D8BA-F3895082E1CB}"/>
              </a:ext>
            </a:extLst>
          </p:cNvPr>
          <p:cNvSpPr/>
          <p:nvPr userDrawn="1"/>
        </p:nvSpPr>
        <p:spPr>
          <a:xfrm>
            <a:off x="7911281" y="5657852"/>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29" name="Titre 1">
            <a:extLst>
              <a:ext uri="{FF2B5EF4-FFF2-40B4-BE49-F238E27FC236}">
                <a16:creationId xmlns:a16="http://schemas.microsoft.com/office/drawing/2014/main" id="{9A5DBC30-973C-42B4-6160-223C52FC96EC}"/>
              </a:ext>
            </a:extLst>
          </p:cNvPr>
          <p:cNvSpPr>
            <a:spLocks noGrp="1"/>
          </p:cNvSpPr>
          <p:nvPr>
            <p:ph type="title"/>
          </p:nvPr>
        </p:nvSpPr>
        <p:spPr>
          <a:xfrm>
            <a:off x="838200" y="182826"/>
            <a:ext cx="10515600" cy="1325563"/>
          </a:xfrm>
        </p:spPr>
        <p:txBody>
          <a:bodyPr/>
          <a:lstStyle>
            <a:lvl1pPr>
              <a:defRPr>
                <a:solidFill>
                  <a:schemeClr val="bg1"/>
                </a:solidFill>
              </a:defRPr>
            </a:lvl1pPr>
          </a:lstStyle>
          <a:p>
            <a:r>
              <a:rPr lang="fr-FR"/>
              <a:t>Modifiez le style du titre</a:t>
            </a:r>
          </a:p>
        </p:txBody>
      </p:sp>
      <p:sp>
        <p:nvSpPr>
          <p:cNvPr id="2" name="Espace réservé du numéro de diapositive 1">
            <a:extLst>
              <a:ext uri="{FF2B5EF4-FFF2-40B4-BE49-F238E27FC236}">
                <a16:creationId xmlns:a16="http://schemas.microsoft.com/office/drawing/2014/main" id="{4043C5AD-F716-4B19-0143-C08FF38ED695}"/>
              </a:ext>
            </a:extLst>
          </p:cNvPr>
          <p:cNvSpPr>
            <a:spLocks noGrp="1"/>
          </p:cNvSpPr>
          <p:nvPr>
            <p:ph type="sldNum" sz="quarter" idx="16"/>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157981017"/>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ircle righ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D05B4FB-BA81-4981-30DA-B4C7FED49EFC}"/>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rot="10800000">
            <a:off x="6636000" y="0"/>
            <a:ext cx="5556000" cy="6858000"/>
          </a:xfrm>
          <a:prstGeom prst="flowChartDelay">
            <a:avLst/>
          </a:prstGeom>
          <a:gradFill flip="none" rotWithShape="1">
            <a:gsLst>
              <a:gs pos="25000">
                <a:srgbClr val="714B67"/>
              </a:gs>
              <a:gs pos="0">
                <a:srgbClr val="714B67"/>
              </a:gs>
              <a:gs pos="100000">
                <a:srgbClr val="BA131A"/>
              </a:gs>
            </a:gsLst>
            <a:path path="circle">
              <a:fillToRect t="100000" r="100000"/>
            </a:path>
            <a:tileRect l="-100000" b="-100000"/>
          </a:gra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5880100" cy="3060700"/>
          </a:xfrm>
          <a:prstGeom prst="rect">
            <a:avLst/>
          </a:prstGeom>
        </p:spPr>
        <p:txBody>
          <a:bodyPr anchor="b"/>
          <a:lstStyle>
            <a:lvl1pPr algn="l">
              <a:defRPr sz="4400" b="1">
                <a:solidFill>
                  <a:schemeClr val="accent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5880100" cy="3154608"/>
          </a:xfrm>
          <a:prstGeom prst="rect">
            <a:avLst/>
          </a:prstGeom>
        </p:spPr>
        <p:txBody>
          <a:bodyPr/>
          <a:lstStyle>
            <a:lvl1pPr marL="0" indent="0" algn="l">
              <a:buNone/>
              <a:defRPr sz="2400">
                <a:solidFill>
                  <a:schemeClr val="tx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7839143" y="478631"/>
            <a:ext cx="4160837" cy="5900737"/>
          </a:xfr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numéro de diapositive 4">
            <a:extLst>
              <a:ext uri="{FF2B5EF4-FFF2-40B4-BE49-F238E27FC236}">
                <a16:creationId xmlns:a16="http://schemas.microsoft.com/office/drawing/2014/main" id="{2077ED3F-F762-BEF1-E5F3-F909A76F0EB4}"/>
              </a:ext>
            </a:extLst>
          </p:cNvPr>
          <p:cNvSpPr>
            <a:spLocks noGrp="1"/>
          </p:cNvSpPr>
          <p:nvPr>
            <p:ph type="sldNum" sz="quarter" idx="12"/>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423582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Circle left + content">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70361F8-5750-1DA8-2ECF-213AE563BF02}"/>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Délai 1">
            <a:extLst>
              <a:ext uri="{FF2B5EF4-FFF2-40B4-BE49-F238E27FC236}">
                <a16:creationId xmlns:a16="http://schemas.microsoft.com/office/drawing/2014/main" id="{D957BCDB-01BB-C14F-E347-2541F0990FC9}"/>
              </a:ext>
            </a:extLst>
          </p:cNvPr>
          <p:cNvSpPr/>
          <p:nvPr userDrawn="1"/>
        </p:nvSpPr>
        <p:spPr>
          <a:xfrm>
            <a:off x="0" y="0"/>
            <a:ext cx="5556000" cy="6858000"/>
          </a:xfrm>
          <a:prstGeom prst="flowChartDelay">
            <a:avLst/>
          </a:prstGeom>
          <a:gradFill flip="none" rotWithShape="1">
            <a:gsLst>
              <a:gs pos="25000">
                <a:srgbClr val="714B67"/>
              </a:gs>
              <a:gs pos="0">
                <a:srgbClr val="714B67"/>
              </a:gs>
              <a:gs pos="100000">
                <a:srgbClr val="BA131A"/>
              </a:gs>
            </a:gsLst>
            <a:path path="circle">
              <a:fillToRect l="100000" b="100000"/>
            </a:path>
            <a:tileRect t="-100000" r="-100000"/>
          </a:gradFill>
          <a:ln>
            <a:no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solidFill>
                <a:schemeClr val="tx1"/>
              </a:solidFill>
            </a:endParaRPr>
          </a:p>
        </p:txBody>
      </p:sp>
      <p:sp>
        <p:nvSpPr>
          <p:cNvPr id="9" name="Titre 1">
            <a:extLst>
              <a:ext uri="{FF2B5EF4-FFF2-40B4-BE49-F238E27FC236}">
                <a16:creationId xmlns:a16="http://schemas.microsoft.com/office/drawing/2014/main" id="{199649B6-27B9-471A-E1B8-2D3323894E10}"/>
              </a:ext>
            </a:extLst>
          </p:cNvPr>
          <p:cNvSpPr>
            <a:spLocks noGrp="1"/>
          </p:cNvSpPr>
          <p:nvPr>
            <p:ph type="ctrTitle"/>
          </p:nvPr>
        </p:nvSpPr>
        <p:spPr>
          <a:xfrm>
            <a:off x="215900" y="368300"/>
            <a:ext cx="4933616" cy="3060700"/>
          </a:xfrm>
          <a:prstGeom prst="rect">
            <a:avLst/>
          </a:prstGeom>
        </p:spPr>
        <p:txBody>
          <a:bodyPr anchor="b"/>
          <a:lstStyle>
            <a:lvl1pPr algn="l">
              <a:defRPr sz="4400" b="1">
                <a:solidFill>
                  <a:schemeClr val="bg1"/>
                </a:solidFill>
                <a:latin typeface="Trebuchet MS" panose="020B0603020202020204" pitchFamily="34" charset="0"/>
              </a:defRPr>
            </a:lvl1pPr>
          </a:lstStyle>
          <a:p>
            <a:r>
              <a:rPr lang="fr-FR"/>
              <a:t>Modifiez le style du titre</a:t>
            </a:r>
          </a:p>
        </p:txBody>
      </p:sp>
      <p:sp>
        <p:nvSpPr>
          <p:cNvPr id="10" name="Sous-titre 2">
            <a:extLst>
              <a:ext uri="{FF2B5EF4-FFF2-40B4-BE49-F238E27FC236}">
                <a16:creationId xmlns:a16="http://schemas.microsoft.com/office/drawing/2014/main" id="{4AB065C8-889D-3436-E9B0-2C137C0B5D24}"/>
              </a:ext>
            </a:extLst>
          </p:cNvPr>
          <p:cNvSpPr>
            <a:spLocks noGrp="1"/>
          </p:cNvSpPr>
          <p:nvPr>
            <p:ph type="subTitle" idx="1"/>
          </p:nvPr>
        </p:nvSpPr>
        <p:spPr>
          <a:xfrm>
            <a:off x="215900" y="3429000"/>
            <a:ext cx="4933616" cy="3154608"/>
          </a:xfrm>
          <a:prstGeom prst="rect">
            <a:avLst/>
          </a:prstGeom>
        </p:spPr>
        <p:txBody>
          <a:bodyPr/>
          <a:lstStyle>
            <a:lvl1pPr marL="0" indent="0" algn="l">
              <a:buNone/>
              <a:defRPr sz="2400">
                <a:solidFill>
                  <a:schemeClr val="bg1"/>
                </a:solidFill>
                <a:latin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u contenu 3">
            <a:extLst>
              <a:ext uri="{FF2B5EF4-FFF2-40B4-BE49-F238E27FC236}">
                <a16:creationId xmlns:a16="http://schemas.microsoft.com/office/drawing/2014/main" id="{5ABBF8F6-07FD-B571-8727-25CEBE93F508}"/>
              </a:ext>
            </a:extLst>
          </p:cNvPr>
          <p:cNvSpPr>
            <a:spLocks noGrp="1"/>
          </p:cNvSpPr>
          <p:nvPr>
            <p:ph sz="quarter" idx="11"/>
          </p:nvPr>
        </p:nvSpPr>
        <p:spPr>
          <a:xfrm>
            <a:off x="6096001" y="478631"/>
            <a:ext cx="5903980" cy="5900737"/>
          </a:xfrm>
        </p:spPr>
        <p:txBody>
          <a:bodyPr anchor="ct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5" name="Image 4">
            <a:extLst>
              <a:ext uri="{FF2B5EF4-FFF2-40B4-BE49-F238E27FC236}">
                <a16:creationId xmlns:a16="http://schemas.microsoft.com/office/drawing/2014/main" id="{CECD9309-BA21-8A43-A329-C5139784C68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7D7C22DB-C7EA-C50F-937E-75D56D0EFF51}"/>
              </a:ext>
            </a:extLst>
          </p:cNvPr>
          <p:cNvSpPr>
            <a:spLocks noGrp="1"/>
          </p:cNvSpPr>
          <p:nvPr>
            <p:ph type="sldNum" sz="quarter" idx="12"/>
          </p:nvPr>
        </p:nvSpPr>
        <p:spPr/>
        <p:txBody>
          <a:bodyPr/>
          <a:lstStyle>
            <a:lvl1pPr>
              <a:defRPr>
                <a:solidFill>
                  <a:schemeClr val="bg1"/>
                </a:solidFill>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346619688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Arrow Top to Down">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2CEE7B1-61CB-BD5D-417A-F56AC2382BB4}"/>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Organigramme : Connecteur page suivante 1">
            <a:extLst>
              <a:ext uri="{FF2B5EF4-FFF2-40B4-BE49-F238E27FC236}">
                <a16:creationId xmlns:a16="http://schemas.microsoft.com/office/drawing/2014/main" id="{ADF68587-F9C6-7F9E-6FF3-F77B5214FD1B}"/>
              </a:ext>
            </a:extLst>
          </p:cNvPr>
          <p:cNvSpPr/>
          <p:nvPr userDrawn="1"/>
        </p:nvSpPr>
        <p:spPr>
          <a:xfrm>
            <a:off x="1907157" y="-1"/>
            <a:ext cx="8377686" cy="6003985"/>
          </a:xfrm>
          <a:prstGeom prst="flowChartOffpageConnector">
            <a:avLst/>
          </a:prstGeom>
          <a:gradFill>
            <a:gsLst>
              <a:gs pos="25000">
                <a:srgbClr val="714B67"/>
              </a:gs>
              <a:gs pos="0">
                <a:srgbClr val="714B67"/>
              </a:gs>
              <a:gs pos="100000">
                <a:srgbClr val="BA131A"/>
              </a:gs>
            </a:gsLst>
            <a:path path="circle">
              <a:fillToRect l="100000" b="100000"/>
            </a:path>
          </a:gra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8467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1095375"/>
            <a:ext cx="7115175" cy="3683000"/>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4" name="Image 3">
            <a:extLst>
              <a:ext uri="{FF2B5EF4-FFF2-40B4-BE49-F238E27FC236}">
                <a16:creationId xmlns:a16="http://schemas.microsoft.com/office/drawing/2014/main" id="{B1D256A0-181C-0952-6C55-BBA80E58B6E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7" name="Espace réservé du numéro de diapositive 6">
            <a:extLst>
              <a:ext uri="{FF2B5EF4-FFF2-40B4-BE49-F238E27FC236}">
                <a16:creationId xmlns:a16="http://schemas.microsoft.com/office/drawing/2014/main" id="{3148976C-9C68-95E4-B101-F183312C49A6}"/>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45595904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Arrow Left to Right">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F7EA5F-5582-4FD4-F275-B4D64D2FECF6}"/>
              </a:ext>
            </a:extLst>
          </p:cNvPr>
          <p:cNvSpPr/>
          <p:nvPr userDrawn="1"/>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e 3">
            <a:extLst>
              <a:ext uri="{FF2B5EF4-FFF2-40B4-BE49-F238E27FC236}">
                <a16:creationId xmlns:a16="http://schemas.microsoft.com/office/drawing/2014/main" id="{435A3EEA-798B-B365-FA9F-5147D10FD315}"/>
              </a:ext>
            </a:extLst>
          </p:cNvPr>
          <p:cNvGrpSpPr/>
          <p:nvPr userDrawn="1"/>
        </p:nvGrpSpPr>
        <p:grpSpPr>
          <a:xfrm>
            <a:off x="0" y="1911349"/>
            <a:ext cx="11480800" cy="3035300"/>
            <a:chOff x="0" y="1911349"/>
            <a:chExt cx="10071100" cy="3035300"/>
          </a:xfrm>
          <a:gradFill flip="none" rotWithShape="1">
            <a:gsLst>
              <a:gs pos="25000">
                <a:srgbClr val="714B67"/>
              </a:gs>
              <a:gs pos="0">
                <a:srgbClr val="714B67"/>
              </a:gs>
              <a:gs pos="100000">
                <a:srgbClr val="BA131A"/>
              </a:gs>
            </a:gsLst>
            <a:path path="circle">
              <a:fillToRect l="100000" b="100000"/>
            </a:path>
            <a:tileRect t="-100000" r="-100000"/>
          </a:gradFill>
          <a:effectLst>
            <a:outerShdw blurRad="50800" dist="38100" dir="2700000" algn="tl" rotWithShape="0">
              <a:prstClr val="black">
                <a:alpha val="40000"/>
              </a:prstClr>
            </a:outerShdw>
          </a:effectLst>
        </p:grpSpPr>
        <p:sp>
          <p:nvSpPr>
            <p:cNvPr id="5" name="Rectangle 4">
              <a:extLst>
                <a:ext uri="{FF2B5EF4-FFF2-40B4-BE49-F238E27FC236}">
                  <a16:creationId xmlns:a16="http://schemas.microsoft.com/office/drawing/2014/main" id="{27F4E0F9-60A4-5B2B-1B83-B825E3241B75}"/>
                </a:ext>
              </a:extLst>
            </p:cNvPr>
            <p:cNvSpPr/>
            <p:nvPr userDrawn="1"/>
          </p:nvSpPr>
          <p:spPr>
            <a:xfrm>
              <a:off x="0" y="1911349"/>
              <a:ext cx="9232900" cy="30353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sp>
          <p:nvSpPr>
            <p:cNvPr id="6" name="Organigramme : Fusion 5">
              <a:extLst>
                <a:ext uri="{FF2B5EF4-FFF2-40B4-BE49-F238E27FC236}">
                  <a16:creationId xmlns:a16="http://schemas.microsoft.com/office/drawing/2014/main" id="{987952E4-11C6-6F3D-59C6-0D64A1D7AA4B}"/>
                </a:ext>
              </a:extLst>
            </p:cNvPr>
            <p:cNvSpPr/>
            <p:nvPr userDrawn="1"/>
          </p:nvSpPr>
          <p:spPr>
            <a:xfrm rot="16200000">
              <a:off x="8134350" y="3009899"/>
              <a:ext cx="3035300" cy="838200"/>
            </a:xfrm>
            <a:prstGeom prst="flowChartMerg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solidFill>
                  <a:schemeClr val="bg1"/>
                </a:solidFill>
              </a:endParaRPr>
            </a:p>
          </p:txBody>
        </p:sp>
      </p:grpSp>
      <p:sp>
        <p:nvSpPr>
          <p:cNvPr id="11" name="Titre 9">
            <a:extLst>
              <a:ext uri="{FF2B5EF4-FFF2-40B4-BE49-F238E27FC236}">
                <a16:creationId xmlns:a16="http://schemas.microsoft.com/office/drawing/2014/main" id="{7BDC90A2-70C0-5202-68A4-0D7C231F33CD}"/>
              </a:ext>
            </a:extLst>
          </p:cNvPr>
          <p:cNvSpPr>
            <a:spLocks noGrp="1"/>
          </p:cNvSpPr>
          <p:nvPr>
            <p:ph type="title"/>
          </p:nvPr>
        </p:nvSpPr>
        <p:spPr>
          <a:xfrm>
            <a:off x="2537619" y="2269001"/>
            <a:ext cx="7116762" cy="707367"/>
          </a:xfrm>
          <a:prstGeom prst="rect">
            <a:avLst/>
          </a:prstGeom>
        </p:spPr>
        <p:txBody>
          <a:bodyPr/>
          <a:lstStyle>
            <a:lvl1pPr algn="ctr">
              <a:defRPr sz="4000">
                <a:solidFill>
                  <a:schemeClr val="bg1"/>
                </a:solidFill>
                <a:latin typeface="Trebuchet MS" panose="020B0603020202020204" pitchFamily="34" charset="0"/>
              </a:defRPr>
            </a:lvl1pPr>
          </a:lstStyle>
          <a:p>
            <a:r>
              <a:rPr lang="fr-FR"/>
              <a:t>Modifiez le style du titre</a:t>
            </a:r>
          </a:p>
        </p:txBody>
      </p:sp>
      <p:sp>
        <p:nvSpPr>
          <p:cNvPr id="12" name="Espace réservé du texte 13">
            <a:extLst>
              <a:ext uri="{FF2B5EF4-FFF2-40B4-BE49-F238E27FC236}">
                <a16:creationId xmlns:a16="http://schemas.microsoft.com/office/drawing/2014/main" id="{A03A006B-36F9-93AE-C2CD-117675AAF8A5}"/>
              </a:ext>
            </a:extLst>
          </p:cNvPr>
          <p:cNvSpPr>
            <a:spLocks noGrp="1"/>
          </p:cNvSpPr>
          <p:nvPr>
            <p:ph type="body" sz="quarter" idx="10"/>
          </p:nvPr>
        </p:nvSpPr>
        <p:spPr>
          <a:xfrm>
            <a:off x="2538413" y="3429000"/>
            <a:ext cx="7115175" cy="1349374"/>
          </a:xfrm>
          <a:prstGeom prst="rect">
            <a:avLst/>
          </a:prstGeom>
        </p:spPr>
        <p:txBody>
          <a:bodyPr anchor="ctr"/>
          <a:lstStyle>
            <a:lvl1pPr marL="0" indent="0" algn="ctr">
              <a:buNone/>
              <a:defRPr sz="2400">
                <a:solidFill>
                  <a:schemeClr val="bg1"/>
                </a:solidFill>
                <a:latin typeface="Trebuchet MS" panose="020B0603020202020204" pitchFamily="34" charset="0"/>
              </a:defRPr>
            </a:lvl1pPr>
          </a:lstStyle>
          <a:p>
            <a:pPr lvl="0"/>
            <a:r>
              <a:rPr lang="fr-FR"/>
              <a:t>Cliquez pour modifier les styles du texte du masque</a:t>
            </a:r>
          </a:p>
        </p:txBody>
      </p:sp>
      <p:pic>
        <p:nvPicPr>
          <p:cNvPr id="3" name="Image 2">
            <a:extLst>
              <a:ext uri="{FF2B5EF4-FFF2-40B4-BE49-F238E27FC236}">
                <a16:creationId xmlns:a16="http://schemas.microsoft.com/office/drawing/2014/main" id="{E227DFF4-597B-27AC-030E-3FDDA70B6F8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33938" y="6584032"/>
            <a:ext cx="1258062" cy="273968"/>
          </a:xfrm>
          <a:prstGeom prst="rect">
            <a:avLst/>
          </a:prstGeom>
        </p:spPr>
      </p:pic>
      <p:sp>
        <p:nvSpPr>
          <p:cNvPr id="8" name="Espace réservé du numéro de diapositive 7">
            <a:extLst>
              <a:ext uri="{FF2B5EF4-FFF2-40B4-BE49-F238E27FC236}">
                <a16:creationId xmlns:a16="http://schemas.microsoft.com/office/drawing/2014/main" id="{3FF773FC-DEC9-827C-AC8F-7D5EF6B92E1B}"/>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289084456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itre et texte vertical">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5277D5-C413-6729-9BBC-49D70F8658C4}"/>
              </a:ext>
            </a:extLst>
          </p:cNvPr>
          <p:cNvSpPr>
            <a:spLocks noGrp="1"/>
          </p:cNvSpPr>
          <p:nvPr>
            <p:ph type="title"/>
          </p:nvPr>
        </p:nvSpPr>
        <p:spPr>
          <a:xfrm>
            <a:off x="838200" y="365125"/>
            <a:ext cx="8441987" cy="1325563"/>
          </a:xfrm>
        </p:spPr>
        <p:txBody>
          <a:bodyPr/>
          <a:lstStyle>
            <a:lvl1pPr>
              <a:defRPr>
                <a:solidFill>
                  <a:schemeClr val="tx1"/>
                </a:solidFill>
              </a:defRPr>
            </a:lvl1pPr>
          </a:lstStyle>
          <a:p>
            <a:r>
              <a:rPr lang="fr-FR"/>
              <a:t>Modifiez le style du titre</a:t>
            </a:r>
          </a:p>
        </p:txBody>
      </p:sp>
      <p:sp>
        <p:nvSpPr>
          <p:cNvPr id="3" name="Espace réservé du texte vertical 2">
            <a:extLst>
              <a:ext uri="{FF2B5EF4-FFF2-40B4-BE49-F238E27FC236}">
                <a16:creationId xmlns:a16="http://schemas.microsoft.com/office/drawing/2014/main" id="{219CACBA-6197-623A-0244-D72DF359379A}"/>
              </a:ext>
            </a:extLst>
          </p:cNvPr>
          <p:cNvSpPr>
            <a:spLocks noGrp="1"/>
          </p:cNvSpPr>
          <p:nvPr>
            <p:ph type="body" orient="vert" idx="1"/>
          </p:nvPr>
        </p:nvSpPr>
        <p:spPr>
          <a:xfrm>
            <a:off x="838200" y="1825625"/>
            <a:ext cx="8441987" cy="43513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Forme libre : forme 4">
            <a:extLst>
              <a:ext uri="{FF2B5EF4-FFF2-40B4-BE49-F238E27FC236}">
                <a16:creationId xmlns:a16="http://schemas.microsoft.com/office/drawing/2014/main" id="{21C7406F-96E0-6A52-CF64-3980368864A8}"/>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9" name="Espace réservé du texte 8">
            <a:extLst>
              <a:ext uri="{FF2B5EF4-FFF2-40B4-BE49-F238E27FC236}">
                <a16:creationId xmlns:a16="http://schemas.microsoft.com/office/drawing/2014/main" id="{673BC2E8-7400-9183-385A-7C4844DB8E4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E7F12CEE-675D-6AD6-AA24-BB403D1D2266}"/>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95294852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5400000">
            <a:off x="7448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a:off x="838200" y="365125"/>
            <a:ext cx="8360923" cy="5811838"/>
          </a:xfrm>
          <a:noFill/>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8">
            <a:extLst>
              <a:ext uri="{FF2B5EF4-FFF2-40B4-BE49-F238E27FC236}">
                <a16:creationId xmlns:a16="http://schemas.microsoft.com/office/drawing/2014/main" id="{6DD1CC45-2B80-4C38-8822-1C81A41D9956}"/>
              </a:ext>
            </a:extLst>
          </p:cNvPr>
          <p:cNvSpPr>
            <a:spLocks noGrp="1"/>
          </p:cNvSpPr>
          <p:nvPr>
            <p:ph type="body" sz="quarter" idx="10" hasCustomPrompt="1"/>
          </p:nvPr>
        </p:nvSpPr>
        <p:spPr>
          <a:xfrm rot="5400000">
            <a:off x="8421940" y="2928026"/>
            <a:ext cx="5811838" cy="1001949"/>
          </a:xfrm>
        </p:spPr>
        <p:txBody>
          <a:bodyPr>
            <a:normAutofit/>
          </a:bodyPr>
          <a:lstStyle>
            <a:lvl1pPr marL="0" indent="0" algn="ctr">
              <a:buNone/>
              <a:defRPr sz="3200" b="1">
                <a:solidFill>
                  <a:schemeClr val="bg1"/>
                </a:solidFill>
              </a:defRPr>
            </a:lvl1pPr>
          </a:lstStyle>
          <a:p>
            <a:r>
              <a:rPr lang="fr-FR" sz="2800"/>
              <a:t>Modifiez le style du titre</a:t>
            </a:r>
          </a:p>
        </p:txBody>
      </p:sp>
      <p:sp>
        <p:nvSpPr>
          <p:cNvPr id="6" name="Espace réservé du numéro de diapositive 5">
            <a:extLst>
              <a:ext uri="{FF2B5EF4-FFF2-40B4-BE49-F238E27FC236}">
                <a16:creationId xmlns:a16="http://schemas.microsoft.com/office/drawing/2014/main" id="{1BA8B504-5D25-A461-A6E3-AFFAD3891255}"/>
              </a:ext>
            </a:extLst>
          </p:cNvPr>
          <p:cNvSpPr>
            <a:spLocks noGrp="1"/>
          </p:cNvSpPr>
          <p:nvPr>
            <p:ph type="sldNum" sz="quarter" idx="11"/>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17461847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re vertical et texte Gauche">
    <p:spTree>
      <p:nvGrpSpPr>
        <p:cNvPr id="1" name=""/>
        <p:cNvGrpSpPr/>
        <p:nvPr/>
      </p:nvGrpSpPr>
      <p:grpSpPr>
        <a:xfrm>
          <a:off x="0" y="0"/>
          <a:ext cx="0" cy="0"/>
          <a:chOff x="0" y="0"/>
          <a:chExt cx="0" cy="0"/>
        </a:xfrm>
      </p:grpSpPr>
      <p:sp>
        <p:nvSpPr>
          <p:cNvPr id="4" name="Forme libre : forme 3">
            <a:extLst>
              <a:ext uri="{FF2B5EF4-FFF2-40B4-BE49-F238E27FC236}">
                <a16:creationId xmlns:a16="http://schemas.microsoft.com/office/drawing/2014/main" id="{FF971D29-1E61-4831-226E-A8352DF95EBA}"/>
              </a:ext>
            </a:extLst>
          </p:cNvPr>
          <p:cNvSpPr/>
          <p:nvPr userDrawn="1"/>
        </p:nvSpPr>
        <p:spPr>
          <a:xfrm rot="16200000">
            <a:off x="-2114144" y="2114150"/>
            <a:ext cx="6857999" cy="2629710"/>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3" name="Espace réservé du texte vertical 2">
            <a:extLst>
              <a:ext uri="{FF2B5EF4-FFF2-40B4-BE49-F238E27FC236}">
                <a16:creationId xmlns:a16="http://schemas.microsoft.com/office/drawing/2014/main" id="{92DC2E60-2E6C-C76F-4D34-89D6B850945B}"/>
              </a:ext>
            </a:extLst>
          </p:cNvPr>
          <p:cNvSpPr>
            <a:spLocks noGrp="1"/>
          </p:cNvSpPr>
          <p:nvPr>
            <p:ph type="body" orient="vert" idx="1"/>
          </p:nvPr>
        </p:nvSpPr>
        <p:spPr>
          <a:xfrm rot="16200000">
            <a:off x="4208328" y="-957534"/>
            <a:ext cx="6320350" cy="8773067"/>
          </a:xfrm>
          <a:noFill/>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2" name="Espace réservé du numéro de diapositive 5">
            <a:extLst>
              <a:ext uri="{FF2B5EF4-FFF2-40B4-BE49-F238E27FC236}">
                <a16:creationId xmlns:a16="http://schemas.microsoft.com/office/drawing/2014/main" id="{B5DD60FB-D487-5C3C-7160-C04F3A87ABCF}"/>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0">
                <a:solidFill>
                  <a:schemeClr val="bg1"/>
                </a:solidFill>
              </a:defRPr>
            </a:lvl1pPr>
          </a:lstStyle>
          <a:p>
            <a:pPr defTabSz="914400">
              <a:defRPr/>
            </a:pPr>
            <a:fld id="{11061685-6496-4975-B02C-C44B14DBF38E}" type="slidenum">
              <a:rPr lang="fr-FR" smtClean="0"/>
              <a:pPr defTabSz="914400">
                <a:defRPr/>
              </a:pPr>
              <a:t>‹#›</a:t>
            </a:fld>
            <a:endParaRPr lang="fr-FR"/>
          </a:p>
        </p:txBody>
      </p:sp>
      <p:sp>
        <p:nvSpPr>
          <p:cNvPr id="6" name="Titre 5">
            <a:extLst>
              <a:ext uri="{FF2B5EF4-FFF2-40B4-BE49-F238E27FC236}">
                <a16:creationId xmlns:a16="http://schemas.microsoft.com/office/drawing/2014/main" id="{11F1A8A8-9807-E0FF-FBCA-DCA93BB684A7}"/>
              </a:ext>
            </a:extLst>
          </p:cNvPr>
          <p:cNvSpPr>
            <a:spLocks noGrp="1"/>
          </p:cNvSpPr>
          <p:nvPr>
            <p:ph type="title"/>
          </p:nvPr>
        </p:nvSpPr>
        <p:spPr>
          <a:xfrm rot="16200000">
            <a:off x="-2048835" y="2766218"/>
            <a:ext cx="6127752" cy="1325563"/>
          </a:xfrm>
        </p:spPr>
        <p:txBody>
          <a:bodyPr/>
          <a:lstStyle/>
          <a:p>
            <a:r>
              <a:rPr lang="fr-FR"/>
              <a:t>Modifiez le style du titre</a:t>
            </a:r>
            <a:endParaRPr lang="en-US"/>
          </a:p>
        </p:txBody>
      </p:sp>
      <p:pic>
        <p:nvPicPr>
          <p:cNvPr id="7" name="Image 6">
            <a:extLst>
              <a:ext uri="{FF2B5EF4-FFF2-40B4-BE49-F238E27FC236}">
                <a16:creationId xmlns:a16="http://schemas.microsoft.com/office/drawing/2014/main" id="{F3DA616C-E0D8-B3E5-D937-05B86367D5B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00127" y="6640034"/>
            <a:ext cx="991873" cy="216000"/>
          </a:xfrm>
          <a:prstGeom prst="rect">
            <a:avLst/>
          </a:prstGeom>
        </p:spPr>
      </p:pic>
    </p:spTree>
    <p:extLst>
      <p:ext uri="{BB962C8B-B14F-4D97-AF65-F5344CB8AC3E}">
        <p14:creationId xmlns:p14="http://schemas.microsoft.com/office/powerpoint/2010/main" val="923241230"/>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_3 Dots">
    <p:bg>
      <p:bgPr>
        <a:solidFill>
          <a:schemeClr val="bg1"/>
        </a:solidFill>
        <a:effectLst/>
      </p:bgPr>
    </p:bg>
    <p:spTree>
      <p:nvGrpSpPr>
        <p:cNvPr id="1" name=""/>
        <p:cNvGrpSpPr/>
        <p:nvPr/>
      </p:nvGrpSpPr>
      <p:grpSpPr>
        <a:xfrm>
          <a:off x="0" y="0"/>
          <a:ext cx="0" cy="0"/>
          <a:chOff x="0" y="0"/>
          <a:chExt cx="0" cy="0"/>
        </a:xfrm>
      </p:grpSpPr>
      <p:sp>
        <p:nvSpPr>
          <p:cNvPr id="12" name="Freeform 18">
            <a:extLst>
              <a:ext uri="{FF2B5EF4-FFF2-40B4-BE49-F238E27FC236}">
                <a16:creationId xmlns:a16="http://schemas.microsoft.com/office/drawing/2014/main" id="{C219C225-6A6A-4287-6E1E-A7C895A92740}"/>
              </a:ext>
            </a:extLst>
          </p:cNvPr>
          <p:cNvSpPr/>
          <p:nvPr userDrawn="1"/>
        </p:nvSpPr>
        <p:spPr>
          <a:xfrm>
            <a:off x="741855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3" name="Ellipse 12">
            <a:extLst>
              <a:ext uri="{FF2B5EF4-FFF2-40B4-BE49-F238E27FC236}">
                <a16:creationId xmlns:a16="http://schemas.microsoft.com/office/drawing/2014/main" id="{6F4505E9-68B2-0609-B295-7ECEA4C4BC79}"/>
              </a:ext>
            </a:extLst>
          </p:cNvPr>
          <p:cNvSpPr/>
          <p:nvPr userDrawn="1"/>
        </p:nvSpPr>
        <p:spPr>
          <a:xfrm>
            <a:off x="7695406"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4" name="Freeform 18">
            <a:extLst>
              <a:ext uri="{FF2B5EF4-FFF2-40B4-BE49-F238E27FC236}">
                <a16:creationId xmlns:a16="http://schemas.microsoft.com/office/drawing/2014/main" id="{D6EF2D88-905D-752D-EDB1-B9AF565416D3}"/>
              </a:ext>
            </a:extLst>
          </p:cNvPr>
          <p:cNvSpPr/>
          <p:nvPr userDrawn="1"/>
        </p:nvSpPr>
        <p:spPr>
          <a:xfrm>
            <a:off x="2448232" y="5059311"/>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15" name="Ellipse 14">
            <a:extLst>
              <a:ext uri="{FF2B5EF4-FFF2-40B4-BE49-F238E27FC236}">
                <a16:creationId xmlns:a16="http://schemas.microsoft.com/office/drawing/2014/main" id="{98B2D3FB-8848-2D27-0458-89674D0E0A75}"/>
              </a:ext>
            </a:extLst>
          </p:cNvPr>
          <p:cNvSpPr/>
          <p:nvPr userDrawn="1"/>
        </p:nvSpPr>
        <p:spPr>
          <a:xfrm>
            <a:off x="2715697" y="2498860"/>
            <a:ext cx="1881861" cy="1860280"/>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6" name="Espace réservé du texte 15">
            <a:extLst>
              <a:ext uri="{FF2B5EF4-FFF2-40B4-BE49-F238E27FC236}">
                <a16:creationId xmlns:a16="http://schemas.microsoft.com/office/drawing/2014/main" id="{5F0C832A-7193-1455-93B0-99E4ACF333ED}"/>
              </a:ext>
            </a:extLst>
          </p:cNvPr>
          <p:cNvSpPr>
            <a:spLocks noGrp="1"/>
          </p:cNvSpPr>
          <p:nvPr>
            <p:ph type="body" sz="quarter" idx="10" hasCustomPrompt="1"/>
          </p:nvPr>
        </p:nvSpPr>
        <p:spPr>
          <a:xfrm>
            <a:off x="2715698" y="2498688"/>
            <a:ext cx="1881860" cy="1860625"/>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7" name="Espace réservé du texte 15">
            <a:extLst>
              <a:ext uri="{FF2B5EF4-FFF2-40B4-BE49-F238E27FC236}">
                <a16:creationId xmlns:a16="http://schemas.microsoft.com/office/drawing/2014/main" id="{E37E3EDD-C224-25E2-3654-8BA77860C38C}"/>
              </a:ext>
            </a:extLst>
          </p:cNvPr>
          <p:cNvSpPr>
            <a:spLocks noGrp="1"/>
          </p:cNvSpPr>
          <p:nvPr>
            <p:ph type="body" sz="quarter" idx="11" hasCustomPrompt="1"/>
          </p:nvPr>
        </p:nvSpPr>
        <p:spPr>
          <a:xfrm>
            <a:off x="7680433" y="2495309"/>
            <a:ext cx="1896834" cy="1867382"/>
          </a:xfrm>
          <a:prstGeom prst="rect">
            <a:avLst/>
          </a:prstGeom>
        </p:spPr>
        <p:txBody>
          <a:bodyPr anchor="ctr">
            <a:normAutofit/>
          </a:bodyPr>
          <a:lstStyle>
            <a:lvl1pPr marL="0" indent="0" algn="ctr">
              <a:buNone/>
              <a:defRPr sz="3600" b="1">
                <a:solidFill>
                  <a:schemeClr val="bg1"/>
                </a:solidFill>
                <a:latin typeface="+mn-lt"/>
              </a:defRPr>
            </a:lvl1pPr>
          </a:lstStyle>
          <a:p>
            <a:pPr lvl="0"/>
            <a:r>
              <a:rPr lang="fr-FR"/>
              <a:t>%%</a:t>
            </a:r>
            <a:br>
              <a:rPr lang="fr-FR"/>
            </a:br>
            <a:r>
              <a:rPr lang="fr-FR" err="1"/>
              <a:t>Text</a:t>
            </a:r>
            <a:endParaRPr lang="en-US"/>
          </a:p>
        </p:txBody>
      </p:sp>
      <p:sp>
        <p:nvSpPr>
          <p:cNvPr id="18" name="Espace réservé du texte 20">
            <a:extLst>
              <a:ext uri="{FF2B5EF4-FFF2-40B4-BE49-F238E27FC236}">
                <a16:creationId xmlns:a16="http://schemas.microsoft.com/office/drawing/2014/main" id="{074CD811-B272-BCF9-6EC1-5269E3B82760}"/>
              </a:ext>
            </a:extLst>
          </p:cNvPr>
          <p:cNvSpPr>
            <a:spLocks noGrp="1"/>
          </p:cNvSpPr>
          <p:nvPr>
            <p:ph type="body" sz="quarter" idx="13" hasCustomPrompt="1"/>
          </p:nvPr>
        </p:nvSpPr>
        <p:spPr>
          <a:xfrm>
            <a:off x="2700725" y="4578753"/>
            <a:ext cx="1896833"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19" name="Espace réservé du texte 20">
            <a:extLst>
              <a:ext uri="{FF2B5EF4-FFF2-40B4-BE49-F238E27FC236}">
                <a16:creationId xmlns:a16="http://schemas.microsoft.com/office/drawing/2014/main" id="{9BD0E00F-2582-D0CF-7D2B-65F8A77DA267}"/>
              </a:ext>
            </a:extLst>
          </p:cNvPr>
          <p:cNvSpPr>
            <a:spLocks noGrp="1"/>
          </p:cNvSpPr>
          <p:nvPr>
            <p:ph type="body" sz="quarter" idx="14" hasCustomPrompt="1"/>
          </p:nvPr>
        </p:nvSpPr>
        <p:spPr>
          <a:xfrm>
            <a:off x="7680433" y="4575276"/>
            <a:ext cx="1896834" cy="480483"/>
          </a:xfrm>
          <a:prstGeom prst="rect">
            <a:avLst/>
          </a:prstGeom>
        </p:spPr>
        <p:txBody>
          <a:bodyPr/>
          <a:lstStyle>
            <a:lvl1pPr marL="0" indent="0" algn="ctr">
              <a:buNone/>
              <a:defRPr>
                <a:solidFill>
                  <a:schemeClr val="tx1"/>
                </a:solidFill>
                <a:latin typeface="+mn-lt"/>
              </a:defRPr>
            </a:lvl1pPr>
          </a:lstStyle>
          <a:p>
            <a:pPr lvl="0"/>
            <a:r>
              <a:rPr lang="fr-FR" err="1"/>
              <a:t>Text</a:t>
            </a:r>
            <a:endParaRPr lang="en-US"/>
          </a:p>
        </p:txBody>
      </p:sp>
      <p:sp>
        <p:nvSpPr>
          <p:cNvPr id="20" name="Espace réservé du numéro de diapositive 5">
            <a:extLst>
              <a:ext uri="{FF2B5EF4-FFF2-40B4-BE49-F238E27FC236}">
                <a16:creationId xmlns:a16="http://schemas.microsoft.com/office/drawing/2014/main" id="{D4327D9C-5A0D-B8A2-8DDD-1241E193B4F6}"/>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lvl1pPr algn="l">
              <a:defRPr sz="1200" b="0">
                <a:solidFill>
                  <a:schemeClr val="tx1"/>
                </a:solidFill>
                <a:latin typeface="+mn-lt"/>
              </a:defRPr>
            </a:lvl1pPr>
          </a:lstStyle>
          <a:p>
            <a:pPr defTabSz="914400">
              <a:defRPr/>
            </a:pPr>
            <a:fld id="{11061685-6496-4975-B02C-C44B14DBF38E}" type="slidenum">
              <a:rPr lang="fr-FR" smtClean="0"/>
              <a:pPr defTabSz="914400">
                <a:defRPr/>
              </a:pPr>
              <a:t>‹#›</a:t>
            </a:fld>
            <a:endParaRPr lang="fr-FR"/>
          </a:p>
        </p:txBody>
      </p:sp>
      <p:sp>
        <p:nvSpPr>
          <p:cNvPr id="21" name="Titre 1">
            <a:extLst>
              <a:ext uri="{FF2B5EF4-FFF2-40B4-BE49-F238E27FC236}">
                <a16:creationId xmlns:a16="http://schemas.microsoft.com/office/drawing/2014/main" id="{E41F754D-6AC6-5DD2-9C5B-B4E57ACDEB2E}"/>
              </a:ext>
            </a:extLst>
          </p:cNvPr>
          <p:cNvSpPr>
            <a:spLocks noGrp="1"/>
          </p:cNvSpPr>
          <p:nvPr>
            <p:ph type="title"/>
          </p:nvPr>
        </p:nvSpPr>
        <p:spPr>
          <a:xfrm>
            <a:off x="838200" y="182826"/>
            <a:ext cx="10515600" cy="1325563"/>
          </a:xfrm>
        </p:spPr>
        <p:txBody>
          <a:bodyPr/>
          <a:lstStyle>
            <a:lvl1pPr>
              <a:defRPr>
                <a:solidFill>
                  <a:schemeClr val="bg1"/>
                </a:solidFill>
                <a:latin typeface="+mj-lt"/>
              </a:defRPr>
            </a:lvl1pPr>
          </a:lstStyle>
          <a:p>
            <a:r>
              <a:rPr lang="fr-FR"/>
              <a:t>Modifiez le style du titre</a:t>
            </a:r>
          </a:p>
        </p:txBody>
      </p:sp>
    </p:spTree>
    <p:extLst>
      <p:ext uri="{BB962C8B-B14F-4D97-AF65-F5344CB8AC3E}">
        <p14:creationId xmlns:p14="http://schemas.microsoft.com/office/powerpoint/2010/main" val="515864902"/>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Full White">
    <p:spTree>
      <p:nvGrpSpPr>
        <p:cNvPr id="1" name=""/>
        <p:cNvGrpSpPr/>
        <p:nvPr/>
      </p:nvGrpSpPr>
      <p:grpSpPr>
        <a:xfrm>
          <a:off x="0" y="0"/>
          <a:ext cx="0" cy="0"/>
          <a:chOff x="0" y="0"/>
          <a:chExt cx="0" cy="0"/>
        </a:xfrm>
      </p:grpSpPr>
      <p:sp>
        <p:nvSpPr>
          <p:cNvPr id="3" name="Espace réservé du numéro de diapositive 2">
            <a:extLst>
              <a:ext uri="{FF2B5EF4-FFF2-40B4-BE49-F238E27FC236}">
                <a16:creationId xmlns:a16="http://schemas.microsoft.com/office/drawing/2014/main" id="{FED3E19C-7522-1B02-CE49-548CCA9BE670}"/>
              </a:ext>
            </a:extLst>
          </p:cNvPr>
          <p:cNvSpPr>
            <a:spLocks noGrp="1"/>
          </p:cNvSpPr>
          <p:nvPr>
            <p:ph type="sldNum" sz="quarter" idx="10"/>
          </p:nvPr>
        </p:nvSpPr>
        <p:spPr/>
        <p:txBody>
          <a:bodyPr/>
          <a:lstStyle/>
          <a:p>
            <a:fld id="{0C34F99C-3C47-4582-9518-8D365E9692AE}" type="slidenum">
              <a:rPr lang="en-US" smtClean="0"/>
              <a:pPr/>
              <a:t>‹#›</a:t>
            </a:fld>
            <a:endParaRPr lang="en-US"/>
          </a:p>
        </p:txBody>
      </p:sp>
    </p:spTree>
    <p:extLst>
      <p:ext uri="{BB962C8B-B14F-4D97-AF65-F5344CB8AC3E}">
        <p14:creationId xmlns:p14="http://schemas.microsoft.com/office/powerpoint/2010/main" val="325129329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2" Type="http://schemas.openxmlformats.org/officeDocument/2006/relationships/slideLayout" Target="../slideLayouts/slideLayout3.xml"/><Relationship Id="rId16"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theme" Target="../theme/theme2.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18" Type="http://schemas.openxmlformats.org/officeDocument/2006/relationships/slideLayout" Target="../slideLayouts/slideLayout33.xml"/><Relationship Id="rId3" Type="http://schemas.openxmlformats.org/officeDocument/2006/relationships/slideLayout" Target="../slideLayouts/slideLayout18.xml"/><Relationship Id="rId21" Type="http://schemas.openxmlformats.org/officeDocument/2006/relationships/slideLayout" Target="../slideLayouts/slideLayout36.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image" Target="../media/image5.png"/><Relationship Id="rId10" Type="http://schemas.openxmlformats.org/officeDocument/2006/relationships/slideLayout" Target="../slideLayouts/slideLayout25.xml"/><Relationship Id="rId19" Type="http://schemas.openxmlformats.org/officeDocument/2006/relationships/slideLayout" Target="../slideLayouts/slideLayout34.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39.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image" Target="../media/image5.png"/><Relationship Id="rId5" Type="http://schemas.openxmlformats.org/officeDocument/2006/relationships/theme" Target="../theme/theme4.xml"/><Relationship Id="rId4" Type="http://schemas.openxmlformats.org/officeDocument/2006/relationships/slideLayout" Target="../slideLayouts/slideLayout40.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8.xml"/><Relationship Id="rId13" Type="http://schemas.openxmlformats.org/officeDocument/2006/relationships/slideLayout" Target="../slideLayouts/slideLayout53.xml"/><Relationship Id="rId18" Type="http://schemas.openxmlformats.org/officeDocument/2006/relationships/slideLayout" Target="../slideLayouts/slideLayout58.xml"/><Relationship Id="rId3" Type="http://schemas.openxmlformats.org/officeDocument/2006/relationships/slideLayout" Target="../slideLayouts/slideLayout43.xml"/><Relationship Id="rId21" Type="http://schemas.openxmlformats.org/officeDocument/2006/relationships/slideLayout" Target="../slideLayouts/slideLayout61.xml"/><Relationship Id="rId7" Type="http://schemas.openxmlformats.org/officeDocument/2006/relationships/slideLayout" Target="../slideLayouts/slideLayout47.xml"/><Relationship Id="rId12" Type="http://schemas.openxmlformats.org/officeDocument/2006/relationships/slideLayout" Target="../slideLayouts/slideLayout52.xml"/><Relationship Id="rId17" Type="http://schemas.openxmlformats.org/officeDocument/2006/relationships/slideLayout" Target="../slideLayouts/slideLayout57.xml"/><Relationship Id="rId2" Type="http://schemas.openxmlformats.org/officeDocument/2006/relationships/slideLayout" Target="../slideLayouts/slideLayout42.xml"/><Relationship Id="rId16" Type="http://schemas.openxmlformats.org/officeDocument/2006/relationships/slideLayout" Target="../slideLayouts/slideLayout56.xml"/><Relationship Id="rId20" Type="http://schemas.openxmlformats.org/officeDocument/2006/relationships/slideLayout" Target="../slideLayouts/slideLayout60.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slideLayout" Target="../slideLayouts/slideLayout51.xml"/><Relationship Id="rId24" Type="http://schemas.openxmlformats.org/officeDocument/2006/relationships/image" Target="../media/image5.png"/><Relationship Id="rId5" Type="http://schemas.openxmlformats.org/officeDocument/2006/relationships/slideLayout" Target="../slideLayouts/slideLayout45.xml"/><Relationship Id="rId15" Type="http://schemas.openxmlformats.org/officeDocument/2006/relationships/slideLayout" Target="../slideLayouts/slideLayout55.xml"/><Relationship Id="rId23" Type="http://schemas.openxmlformats.org/officeDocument/2006/relationships/theme" Target="../theme/theme5.xml"/><Relationship Id="rId10" Type="http://schemas.openxmlformats.org/officeDocument/2006/relationships/slideLayout" Target="../slideLayouts/slideLayout50.xml"/><Relationship Id="rId19" Type="http://schemas.openxmlformats.org/officeDocument/2006/relationships/slideLayout" Target="../slideLayouts/slideLayout59.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slideLayout" Target="../slideLayouts/slideLayout54.xml"/><Relationship Id="rId22"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a:gsLst>
            <a:gs pos="22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4A8EEA29-EC33-E36C-B107-C064A9080A85}"/>
              </a:ext>
            </a:extLst>
          </p:cNvPr>
          <p:cNvSpPr>
            <a:spLocks noGrp="1"/>
          </p:cNvSpPr>
          <p:nvPr>
            <p:ph type="title"/>
          </p:nvPr>
        </p:nvSpPr>
        <p:spPr>
          <a:xfrm>
            <a:off x="838200" y="3429000"/>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pic>
        <p:nvPicPr>
          <p:cNvPr id="7" name="Graphique 6">
            <a:extLst>
              <a:ext uri="{FF2B5EF4-FFF2-40B4-BE49-F238E27FC236}">
                <a16:creationId xmlns:a16="http://schemas.microsoft.com/office/drawing/2014/main" id="{5A29C14F-5FFB-DE9B-2044-1D5C33CA66C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409870" y="2229000"/>
            <a:ext cx="5372260" cy="895377"/>
          </a:xfrm>
          <a:prstGeom prst="rect">
            <a:avLst/>
          </a:prstGeom>
        </p:spPr>
      </p:pic>
    </p:spTree>
    <p:extLst>
      <p:ext uri="{BB962C8B-B14F-4D97-AF65-F5344CB8AC3E}">
        <p14:creationId xmlns:p14="http://schemas.microsoft.com/office/powerpoint/2010/main" val="1494106921"/>
      </p:ext>
    </p:extLst>
  </p:cSld>
  <p:clrMap bg1="lt1" tx1="dk1" bg2="lt2" tx2="dk2" accent1="accent1" accent2="accent2" accent3="accent3" accent4="accent4" accent5="accent5" accent6="accent6" hlink="hlink" folHlink="folHlink"/>
  <p:sldLayoutIdLst>
    <p:sldLayoutId id="2147483661" r:id="rId1"/>
  </p:sldLayoutIdLst>
  <p:hf hdr="0" ftr="0" dt="0"/>
  <p:txStyles>
    <p:titleStyle>
      <a:lvl1pPr algn="ctr" defTabSz="914400" rtl="0" eaLnBrk="1" latinLnBrk="0" hangingPunct="1">
        <a:lnSpc>
          <a:spcPct val="90000"/>
        </a:lnSpc>
        <a:spcBef>
          <a:spcPct val="0"/>
        </a:spcBef>
        <a:buNone/>
        <a:defRPr sz="4400" kern="1200" spc="3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a:gsLst>
            <a:gs pos="25000">
              <a:srgbClr val="714B67"/>
            </a:gs>
            <a:gs pos="0">
              <a:srgbClr val="714B67"/>
            </a:gs>
            <a:gs pos="100000">
              <a:srgbClr val="BA131A"/>
            </a:gs>
          </a:gsLst>
          <a:path path="circle">
            <a:fillToRect l="100000" b="100000"/>
          </a:path>
        </a:gra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EBED0072-E027-08DF-76D9-B4F08E13BE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FEB9DAEB-28EA-395A-FB92-5E0C1A6B4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pic>
        <p:nvPicPr>
          <p:cNvPr id="7" name="Image 6" descr="Une image contenant texte, clipart">
            <a:extLst>
              <a:ext uri="{FF2B5EF4-FFF2-40B4-BE49-F238E27FC236}">
                <a16:creationId xmlns:a16="http://schemas.microsoft.com/office/drawing/2014/main" id="{D7601D00-6815-198A-5985-25582EE1C7B9}"/>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1200127" y="6642000"/>
            <a:ext cx="991873" cy="216000"/>
          </a:xfrm>
          <a:prstGeom prst="rect">
            <a:avLst/>
          </a:prstGeom>
        </p:spPr>
      </p:pic>
      <p:sp>
        <p:nvSpPr>
          <p:cNvPr id="5" name="Espace réservé du numéro de diapositive 4">
            <a:extLst>
              <a:ext uri="{FF2B5EF4-FFF2-40B4-BE49-F238E27FC236}">
                <a16:creationId xmlns:a16="http://schemas.microsoft.com/office/drawing/2014/main" id="{DD67FB33-B7F0-A9F8-2B1E-488BEA6D6676}"/>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bg1"/>
                </a:solidFill>
                <a:latin typeface="+mj-lt"/>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1183178036"/>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hf hdr="0" ftr="0" dt="0"/>
  <p:txStyles>
    <p:titleStyle>
      <a:lvl1pPr algn="ctr" defTabSz="914400" rtl="0" eaLnBrk="1" latinLnBrk="0" hangingPunct="1">
        <a:lnSpc>
          <a:spcPct val="90000"/>
        </a:lnSpc>
        <a:spcBef>
          <a:spcPct val="0"/>
        </a:spcBef>
        <a:buNone/>
        <a:defRPr sz="4400" b="1"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orme libre : forme 6">
            <a:extLst>
              <a:ext uri="{FF2B5EF4-FFF2-40B4-BE49-F238E27FC236}">
                <a16:creationId xmlns:a16="http://schemas.microsoft.com/office/drawing/2014/main" id="{E198EA0E-1B4D-7186-3B82-25BEF00A97A3}"/>
              </a:ext>
            </a:extLst>
          </p:cNvPr>
          <p:cNvSpPr/>
          <p:nvPr userDrawn="1"/>
        </p:nvSpPr>
        <p:spPr>
          <a:xfrm>
            <a:off x="0" y="0"/>
            <a:ext cx="12192000" cy="1691217"/>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Espace réservé du titre 1">
            <a:extLst>
              <a:ext uri="{FF2B5EF4-FFF2-40B4-BE49-F238E27FC236}">
                <a16:creationId xmlns:a16="http://schemas.microsoft.com/office/drawing/2014/main" id="{1CD0C3A8-B921-4D8A-E0D8-B194D3A78889}"/>
              </a:ext>
            </a:extLst>
          </p:cNvPr>
          <p:cNvSpPr>
            <a:spLocks noGrp="1"/>
          </p:cNvSpPr>
          <p:nvPr>
            <p:ph type="title"/>
          </p:nvPr>
        </p:nvSpPr>
        <p:spPr>
          <a:xfrm>
            <a:off x="838200" y="182826"/>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C168157-CF7F-3620-4750-2A6803DBF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8" name="Espace réservé du numéro de diapositive 4">
            <a:extLst>
              <a:ext uri="{FF2B5EF4-FFF2-40B4-BE49-F238E27FC236}">
                <a16:creationId xmlns:a16="http://schemas.microsoft.com/office/drawing/2014/main" id="{C37672E1-8C06-0990-66C0-46A69167F731}"/>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tx1"/>
                </a:solidFill>
              </a:defRPr>
            </a:lvl1pPr>
          </a:lstStyle>
          <a:p>
            <a:fld id="{0C34F99C-3C47-4582-9518-8D365E9692AE}" type="slidenum">
              <a:rPr lang="en-US" smtClean="0"/>
              <a:pPr/>
              <a:t>‹#›</a:t>
            </a:fld>
            <a:endParaRPr lang="en-US"/>
          </a:p>
        </p:txBody>
      </p:sp>
      <p:pic>
        <p:nvPicPr>
          <p:cNvPr id="5" name="Image 4">
            <a:extLst>
              <a:ext uri="{FF2B5EF4-FFF2-40B4-BE49-F238E27FC236}">
                <a16:creationId xmlns:a16="http://schemas.microsoft.com/office/drawing/2014/main" id="{3AC64E90-F7E6-A95D-A3F0-B7FE3797D799}"/>
              </a:ext>
            </a:extLst>
          </p:cNvPr>
          <p:cNvPicPr>
            <a:picLocks noChangeAspect="1"/>
          </p:cNvPicPr>
          <p:nvPr userDrawn="1"/>
        </p:nvPicPr>
        <p:blipFill>
          <a:blip r:embed="rId23">
            <a:extLst>
              <a:ext uri="{28A0092B-C50C-407E-A947-70E740481C1C}">
                <a14:useLocalDpi xmlns:a14="http://schemas.microsoft.com/office/drawing/2010/main" val="0"/>
              </a:ext>
            </a:extLst>
          </a:blip>
          <a:stretch>
            <a:fillRect/>
          </a:stretch>
        </p:blipFill>
        <p:spPr>
          <a:xfrm>
            <a:off x="11200128" y="6642000"/>
            <a:ext cx="991872" cy="216000"/>
          </a:xfrm>
          <a:prstGeom prst="rect">
            <a:avLst/>
          </a:prstGeom>
        </p:spPr>
      </p:pic>
    </p:spTree>
    <p:extLst>
      <p:ext uri="{BB962C8B-B14F-4D97-AF65-F5344CB8AC3E}">
        <p14:creationId xmlns:p14="http://schemas.microsoft.com/office/powerpoint/2010/main" val="790327533"/>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98" r:id="rId11"/>
    <p:sldLayoutId id="2147483689" r:id="rId12"/>
    <p:sldLayoutId id="2147483690" r:id="rId13"/>
    <p:sldLayoutId id="2147483691" r:id="rId14"/>
    <p:sldLayoutId id="2147483692" r:id="rId15"/>
    <p:sldLayoutId id="2147483693" r:id="rId16"/>
    <p:sldLayoutId id="2147483694" r:id="rId17"/>
    <p:sldLayoutId id="2147483695" r:id="rId18"/>
    <p:sldLayoutId id="2147483696" r:id="rId19"/>
    <p:sldLayoutId id="2147483697" r:id="rId20"/>
    <p:sldLayoutId id="2147483703" r:id="rId21"/>
  </p:sldLayoutIdLst>
  <p:hf hdr="0" ftr="0" dt="0"/>
  <p:txStyles>
    <p:titleStyle>
      <a:lvl1pPr algn="ctr" defTabSz="914400" rtl="0" eaLnBrk="1" latinLnBrk="0" hangingPunct="1">
        <a:lnSpc>
          <a:spcPct val="90000"/>
        </a:lnSpc>
        <a:spcBef>
          <a:spcPct val="0"/>
        </a:spcBef>
        <a:buNone/>
        <a:defRPr sz="4400" b="1" kern="1200">
          <a:solidFill>
            <a:schemeClr val="bg1"/>
          </a:solidFill>
          <a:latin typeface="Trebuchet MS" panose="020B0603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1F5C57CC-B3BC-43F6-D7AE-AF3859A4BE1D}"/>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1200128" y="6642000"/>
            <a:ext cx="991872" cy="216000"/>
          </a:xfrm>
          <a:prstGeom prst="rect">
            <a:avLst/>
          </a:prstGeom>
        </p:spPr>
      </p:pic>
      <p:sp>
        <p:nvSpPr>
          <p:cNvPr id="3" name="Espace réservé du numéro de diapositive 4">
            <a:extLst>
              <a:ext uri="{FF2B5EF4-FFF2-40B4-BE49-F238E27FC236}">
                <a16:creationId xmlns:a16="http://schemas.microsoft.com/office/drawing/2014/main" id="{A138721D-F502-0334-DC34-04EB3E3047CB}"/>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tx1"/>
                </a:solidFill>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1214487761"/>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27" r:id="rId3"/>
    <p:sldLayoutId id="2147483728"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Forme libre : forme 6">
            <a:extLst>
              <a:ext uri="{FF2B5EF4-FFF2-40B4-BE49-F238E27FC236}">
                <a16:creationId xmlns:a16="http://schemas.microsoft.com/office/drawing/2014/main" id="{E198EA0E-1B4D-7186-3B82-25BEF00A97A3}"/>
              </a:ext>
            </a:extLst>
          </p:cNvPr>
          <p:cNvSpPr/>
          <p:nvPr userDrawn="1"/>
        </p:nvSpPr>
        <p:spPr>
          <a:xfrm>
            <a:off x="0" y="0"/>
            <a:ext cx="12192000" cy="1691217"/>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fr-FR"/>
          </a:p>
        </p:txBody>
      </p:sp>
      <p:sp>
        <p:nvSpPr>
          <p:cNvPr id="2" name="Espace réservé du titre 1">
            <a:extLst>
              <a:ext uri="{FF2B5EF4-FFF2-40B4-BE49-F238E27FC236}">
                <a16:creationId xmlns:a16="http://schemas.microsoft.com/office/drawing/2014/main" id="{1CD0C3A8-B921-4D8A-E0D8-B194D3A78889}"/>
              </a:ext>
            </a:extLst>
          </p:cNvPr>
          <p:cNvSpPr>
            <a:spLocks noGrp="1"/>
          </p:cNvSpPr>
          <p:nvPr>
            <p:ph type="title"/>
          </p:nvPr>
        </p:nvSpPr>
        <p:spPr>
          <a:xfrm>
            <a:off x="838200" y="182826"/>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2C168157-CF7F-3620-4750-2A6803DBFF7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4" name="Image 3">
            <a:extLst>
              <a:ext uri="{FF2B5EF4-FFF2-40B4-BE49-F238E27FC236}">
                <a16:creationId xmlns:a16="http://schemas.microsoft.com/office/drawing/2014/main" id="{4E235616-4349-C970-2C97-2D68E9FCDB7C}"/>
              </a:ext>
            </a:extLst>
          </p:cNvPr>
          <p:cNvPicPr>
            <a:picLocks noChangeAspect="1"/>
          </p:cNvPicPr>
          <p:nvPr userDrawn="1"/>
        </p:nvPicPr>
        <p:blipFill>
          <a:blip r:embed="rId24">
            <a:extLst>
              <a:ext uri="{28A0092B-C50C-407E-A947-70E740481C1C}">
                <a14:useLocalDpi xmlns:a14="http://schemas.microsoft.com/office/drawing/2010/main" val="0"/>
              </a:ext>
            </a:extLst>
          </a:blip>
          <a:stretch>
            <a:fillRect/>
          </a:stretch>
        </p:blipFill>
        <p:spPr>
          <a:xfrm>
            <a:off x="11200127" y="6640034"/>
            <a:ext cx="991873" cy="216000"/>
          </a:xfrm>
          <a:prstGeom prst="rect">
            <a:avLst/>
          </a:prstGeom>
        </p:spPr>
      </p:pic>
      <p:sp>
        <p:nvSpPr>
          <p:cNvPr id="8" name="Espace réservé du numéro de diapositive 4">
            <a:extLst>
              <a:ext uri="{FF2B5EF4-FFF2-40B4-BE49-F238E27FC236}">
                <a16:creationId xmlns:a16="http://schemas.microsoft.com/office/drawing/2014/main" id="{C37672E1-8C06-0990-66C0-46A69167F731}"/>
              </a:ext>
            </a:extLst>
          </p:cNvPr>
          <p:cNvSpPr>
            <a:spLocks noGrp="1"/>
          </p:cNvSpPr>
          <p:nvPr>
            <p:ph type="sldNum" sz="quarter" idx="4"/>
          </p:nvPr>
        </p:nvSpPr>
        <p:spPr>
          <a:xfrm>
            <a:off x="0" y="6490909"/>
            <a:ext cx="484517" cy="365125"/>
          </a:xfrm>
          <a:prstGeom prst="rect">
            <a:avLst/>
          </a:prstGeom>
        </p:spPr>
        <p:txBody>
          <a:bodyPr vert="horz" lIns="91440" tIns="45720" rIns="91440" bIns="45720" rtlCol="0" anchor="ctr"/>
          <a:lstStyle>
            <a:lvl1pPr algn="l">
              <a:defRPr sz="1200">
                <a:solidFill>
                  <a:schemeClr val="tx1"/>
                </a:solidFill>
              </a:defRPr>
            </a:lvl1pPr>
          </a:lstStyle>
          <a:p>
            <a:fld id="{0C34F99C-3C47-4582-9518-8D365E9692AE}" type="slidenum">
              <a:rPr lang="en-US" smtClean="0"/>
              <a:pPr/>
              <a:t>‹#›</a:t>
            </a:fld>
            <a:endParaRPr lang="en-US"/>
          </a:p>
        </p:txBody>
      </p:sp>
    </p:spTree>
    <p:extLst>
      <p:ext uri="{BB962C8B-B14F-4D97-AF65-F5344CB8AC3E}">
        <p14:creationId xmlns:p14="http://schemas.microsoft.com/office/powerpoint/2010/main" val="567662448"/>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10" r:id="rId6"/>
    <p:sldLayoutId id="2147483711" r:id="rId7"/>
    <p:sldLayoutId id="2147483712" r:id="rId8"/>
    <p:sldLayoutId id="2147483713" r:id="rId9"/>
    <p:sldLayoutId id="2147483714" r:id="rId10"/>
    <p:sldLayoutId id="2147483715" r:id="rId11"/>
    <p:sldLayoutId id="2147483716" r:id="rId12"/>
    <p:sldLayoutId id="2147483717" r:id="rId13"/>
    <p:sldLayoutId id="2147483718" r:id="rId14"/>
    <p:sldLayoutId id="2147483719" r:id="rId15"/>
    <p:sldLayoutId id="2147483720" r:id="rId16"/>
    <p:sldLayoutId id="2147483721" r:id="rId17"/>
    <p:sldLayoutId id="2147483722" r:id="rId18"/>
    <p:sldLayoutId id="2147483723" r:id="rId19"/>
    <p:sldLayoutId id="2147483724" r:id="rId20"/>
    <p:sldLayoutId id="2147483725" r:id="rId21"/>
    <p:sldLayoutId id="2147483726" r:id="rId22"/>
  </p:sldLayoutIdLst>
  <p:hf hdr="0" ftr="0" dt="0"/>
  <p:txStyles>
    <p:titleStyle>
      <a:lvl1pPr algn="ctr" defTabSz="914400" rtl="0" eaLnBrk="1" latinLnBrk="0" hangingPunct="1">
        <a:lnSpc>
          <a:spcPct val="90000"/>
        </a:lnSpc>
        <a:spcBef>
          <a:spcPct val="0"/>
        </a:spcBef>
        <a:buNone/>
        <a:defRPr sz="4400" b="1" kern="1200">
          <a:solidFill>
            <a:schemeClr val="bg1"/>
          </a:solidFill>
          <a:latin typeface="Trebuchet MS" panose="020B0603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jpeg"/><Relationship Id="rId7"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11.svg"/><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4.sv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4.sv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35.xml"/></Relationships>
</file>

<file path=ppt/slides/_rels/slide7.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6.xml"/><Relationship Id="rId6" Type="http://schemas.openxmlformats.org/officeDocument/2006/relationships/image" Target="../media/image19.sv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7.xml"/></Relationships>
</file>

<file path=ppt/slides/_rels/slide9.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33.svg"/><Relationship Id="rId2" Type="http://schemas.openxmlformats.org/officeDocument/2006/relationships/notesSlide" Target="../notesSlides/notesSlide9.xml"/><Relationship Id="rId1" Type="http://schemas.openxmlformats.org/officeDocument/2006/relationships/slideLayout" Target="../slideLayouts/slideLayout18.xml"/><Relationship Id="rId6" Type="http://schemas.openxmlformats.org/officeDocument/2006/relationships/image" Target="../media/image27.svg"/><Relationship Id="rId11" Type="http://schemas.openxmlformats.org/officeDocument/2006/relationships/image" Target="../media/image32.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3.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s>
</file>

<file path=ppt/slides/_rels/slide1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40.sv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18.xml.rels><?xml version="1.0" encoding="UTF-8" standalone="yes"?>
<Relationships xmlns="http://schemas.openxmlformats.org/package/2006/relationships"><Relationship Id="rId8" Type="http://schemas.openxmlformats.org/officeDocument/2006/relationships/image" Target="../media/image46.svg"/><Relationship Id="rId13" Type="http://schemas.openxmlformats.org/officeDocument/2006/relationships/image" Target="../media/image51.png"/><Relationship Id="rId18" Type="http://schemas.openxmlformats.org/officeDocument/2006/relationships/image" Target="../media/image56.svg"/><Relationship Id="rId3" Type="http://schemas.openxmlformats.org/officeDocument/2006/relationships/image" Target="../media/image41.png"/><Relationship Id="rId7" Type="http://schemas.openxmlformats.org/officeDocument/2006/relationships/image" Target="../media/image45.png"/><Relationship Id="rId12" Type="http://schemas.openxmlformats.org/officeDocument/2006/relationships/image" Target="../media/image50.svg"/><Relationship Id="rId17" Type="http://schemas.openxmlformats.org/officeDocument/2006/relationships/image" Target="../media/image55.png"/><Relationship Id="rId2" Type="http://schemas.openxmlformats.org/officeDocument/2006/relationships/notesSlide" Target="../notesSlides/notesSlide18.xml"/><Relationship Id="rId16" Type="http://schemas.openxmlformats.org/officeDocument/2006/relationships/image" Target="../media/image54.svg"/><Relationship Id="rId20" Type="http://schemas.openxmlformats.org/officeDocument/2006/relationships/image" Target="../media/image58.svg"/><Relationship Id="rId1" Type="http://schemas.openxmlformats.org/officeDocument/2006/relationships/slideLayout" Target="../slideLayouts/slideLayout16.xml"/><Relationship Id="rId6" Type="http://schemas.openxmlformats.org/officeDocument/2006/relationships/image" Target="../media/image44.svg"/><Relationship Id="rId11" Type="http://schemas.openxmlformats.org/officeDocument/2006/relationships/image" Target="../media/image49.png"/><Relationship Id="rId5" Type="http://schemas.openxmlformats.org/officeDocument/2006/relationships/image" Target="../media/image43.png"/><Relationship Id="rId15" Type="http://schemas.openxmlformats.org/officeDocument/2006/relationships/image" Target="../media/image53.png"/><Relationship Id="rId10" Type="http://schemas.openxmlformats.org/officeDocument/2006/relationships/image" Target="../media/image48.svg"/><Relationship Id="rId19" Type="http://schemas.openxmlformats.org/officeDocument/2006/relationships/image" Target="../media/image57.png"/><Relationship Id="rId4" Type="http://schemas.openxmlformats.org/officeDocument/2006/relationships/image" Target="../media/image42.svg"/><Relationship Id="rId9" Type="http://schemas.openxmlformats.org/officeDocument/2006/relationships/image" Target="../media/image47.png"/><Relationship Id="rId14" Type="http://schemas.openxmlformats.org/officeDocument/2006/relationships/image" Target="../media/image52.svg"/></Relationships>
</file>

<file path=ppt/slides/_rels/slide19.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62.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1.xml"/><Relationship Id="rId1" Type="http://schemas.openxmlformats.org/officeDocument/2006/relationships/slideLayout" Target="../slideLayouts/slideLayout16.xml"/><Relationship Id="rId4" Type="http://schemas.openxmlformats.org/officeDocument/2006/relationships/image" Target="../media/image64.svg"/></Relationships>
</file>

<file path=ppt/slides/_rels/slide2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66.svg"/></Relationships>
</file>

<file path=ppt/slides/_rels/slide2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3.xml"/><Relationship Id="rId1" Type="http://schemas.openxmlformats.org/officeDocument/2006/relationships/slideLayout" Target="../slideLayouts/slideLayout25.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68.svg"/></Relationships>
</file>

<file path=ppt/slides/_rels/slide25.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svg"/><Relationship Id="rId7" Type="http://schemas.openxmlformats.org/officeDocument/2006/relationships/image" Target="../media/image74.svg"/><Relationship Id="rId2" Type="http://schemas.openxmlformats.org/officeDocument/2006/relationships/image" Target="../media/image69.png"/><Relationship Id="rId1" Type="http://schemas.openxmlformats.org/officeDocument/2006/relationships/slideLayout" Target="../slideLayouts/slideLayout16.xml"/><Relationship Id="rId6" Type="http://schemas.openxmlformats.org/officeDocument/2006/relationships/image" Target="../media/image73.png"/><Relationship Id="rId11" Type="http://schemas.openxmlformats.org/officeDocument/2006/relationships/image" Target="../media/image78.svg"/><Relationship Id="rId5" Type="http://schemas.openxmlformats.org/officeDocument/2006/relationships/image" Target="../media/image72.svg"/><Relationship Id="rId10" Type="http://schemas.openxmlformats.org/officeDocument/2006/relationships/image" Target="../media/image77.png"/><Relationship Id="rId4" Type="http://schemas.openxmlformats.org/officeDocument/2006/relationships/image" Target="../media/image71.png"/><Relationship Id="rId9" Type="http://schemas.openxmlformats.org/officeDocument/2006/relationships/image" Target="../media/image76.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7.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4.xml"/><Relationship Id="rId1" Type="http://schemas.openxmlformats.org/officeDocument/2006/relationships/slideLayout" Target="../slideLayouts/slideLayout16.xml"/><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8" Type="http://schemas.openxmlformats.org/officeDocument/2006/relationships/image" Target="../media/image86.svg"/><Relationship Id="rId3" Type="http://schemas.openxmlformats.org/officeDocument/2006/relationships/image" Target="../media/image84.png"/><Relationship Id="rId7" Type="http://schemas.openxmlformats.org/officeDocument/2006/relationships/image" Target="../media/image85.png"/><Relationship Id="rId2" Type="http://schemas.openxmlformats.org/officeDocument/2006/relationships/image" Target="../media/image83.png"/><Relationship Id="rId1" Type="http://schemas.openxmlformats.org/officeDocument/2006/relationships/slideLayout" Target="../slideLayouts/slideLayout38.xml"/><Relationship Id="rId6" Type="http://schemas.openxmlformats.org/officeDocument/2006/relationships/image" Target="../media/image14.svg"/><Relationship Id="rId5" Type="http://schemas.openxmlformats.org/officeDocument/2006/relationships/image" Target="../media/image1.png"/><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E73B51-BBAF-F66B-8D9C-878DE27FEE45}"/>
              </a:ext>
            </a:extLst>
          </p:cNvPr>
          <p:cNvSpPr>
            <a:spLocks noGrp="1"/>
          </p:cNvSpPr>
          <p:nvPr>
            <p:ph type="title"/>
          </p:nvPr>
        </p:nvSpPr>
        <p:spPr/>
        <p:txBody>
          <a:bodyPr/>
          <a:lstStyle/>
          <a:p>
            <a:r>
              <a:rPr lang="fr-FR" b="1" dirty="0"/>
              <a:t>IMPLÉMENTATION BI DANS ODOO</a:t>
            </a:r>
          </a:p>
        </p:txBody>
      </p:sp>
      <p:sp>
        <p:nvSpPr>
          <p:cNvPr id="3" name="Freeform 10">
            <a:extLst>
              <a:ext uri="{FF2B5EF4-FFF2-40B4-BE49-F238E27FC236}">
                <a16:creationId xmlns:a16="http://schemas.microsoft.com/office/drawing/2014/main" id="{8F3ED9D8-DB55-CF2F-43FB-32A3CBD5501C}"/>
              </a:ext>
            </a:extLst>
          </p:cNvPr>
          <p:cNvSpPr/>
          <p:nvPr/>
        </p:nvSpPr>
        <p:spPr>
          <a:xfrm>
            <a:off x="10255122" y="6079373"/>
            <a:ext cx="1583685" cy="498861"/>
          </a:xfrm>
          <a:custGeom>
            <a:avLst/>
            <a:gdLst/>
            <a:ahLst/>
            <a:cxnLst/>
            <a:rect l="l" t="t" r="r" b="b"/>
            <a:pathLst>
              <a:path w="2375528" h="748291">
                <a:moveTo>
                  <a:pt x="0" y="0"/>
                </a:moveTo>
                <a:lnTo>
                  <a:pt x="2375528" y="0"/>
                </a:lnTo>
                <a:lnTo>
                  <a:pt x="2375528" y="748291"/>
                </a:lnTo>
                <a:lnTo>
                  <a:pt x="0" y="748291"/>
                </a:lnTo>
                <a:lnTo>
                  <a:pt x="0" y="0"/>
                </a:lnTo>
                <a:close/>
              </a:path>
            </a:pathLst>
          </a:custGeom>
          <a:blipFill>
            <a:blip r:embed="rId3"/>
            <a:stretch>
              <a:fillRect/>
            </a:stretch>
          </a:blipFill>
        </p:spPr>
        <p:txBody>
          <a:bodyPr/>
          <a:lstStyle/>
          <a:p>
            <a:endParaRPr lang="fr-FR" sz="800">
              <a:latin typeface="+mj-lt"/>
            </a:endParaRPr>
          </a:p>
        </p:txBody>
      </p:sp>
    </p:spTree>
    <p:extLst>
      <p:ext uri="{BB962C8B-B14F-4D97-AF65-F5344CB8AC3E}">
        <p14:creationId xmlns:p14="http://schemas.microsoft.com/office/powerpoint/2010/main" val="2456708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3" name="Freeform 6">
            <a:extLst>
              <a:ext uri="{FF2B5EF4-FFF2-40B4-BE49-F238E27FC236}">
                <a16:creationId xmlns:a16="http://schemas.microsoft.com/office/drawing/2014/main" id="{037529B4-401D-1113-6703-6C94164F2DEA}"/>
              </a:ext>
            </a:extLst>
          </p:cNvPr>
          <p:cNvSpPr/>
          <p:nvPr/>
        </p:nvSpPr>
        <p:spPr>
          <a:xfrm>
            <a:off x="7212728" y="685800"/>
            <a:ext cx="4293472" cy="4293472"/>
          </a:xfrm>
          <a:custGeom>
            <a:avLst/>
            <a:gdLst/>
            <a:ahLst/>
            <a:cxnLst/>
            <a:rect l="l" t="t" r="r" b="b"/>
            <a:pathLst>
              <a:path w="6350000" h="6350000">
                <a:moveTo>
                  <a:pt x="3175000" y="6350000"/>
                </a:moveTo>
                <a:cubicBezTo>
                  <a:pt x="4928870" y="6350000"/>
                  <a:pt x="6350000" y="4928870"/>
                  <a:pt x="6350000" y="3175000"/>
                </a:cubicBezTo>
                <a:lnTo>
                  <a:pt x="6350000" y="0"/>
                </a:lnTo>
                <a:lnTo>
                  <a:pt x="3175000" y="0"/>
                </a:lnTo>
                <a:cubicBezTo>
                  <a:pt x="1421130" y="0"/>
                  <a:pt x="0" y="1421130"/>
                  <a:pt x="0" y="3175000"/>
                </a:cubicBezTo>
                <a:cubicBezTo>
                  <a:pt x="0" y="4928870"/>
                  <a:pt x="1421130" y="6350000"/>
                  <a:pt x="3175000" y="6350000"/>
                </a:cubicBezTo>
                <a:close/>
              </a:path>
            </a:pathLst>
          </a:custGeom>
          <a:gradFill rotWithShape="1">
            <a:gsLst>
              <a:gs pos="0">
                <a:srgbClr val="BA131A">
                  <a:alpha val="100000"/>
                </a:srgbClr>
              </a:gs>
              <a:gs pos="100000">
                <a:srgbClr val="724D67">
                  <a:alpha val="100000"/>
                </a:srgbClr>
              </a:gs>
            </a:gsLst>
            <a:lin ang="0"/>
          </a:gradFill>
        </p:spPr>
        <p:txBody>
          <a:bodyPr/>
          <a:lstStyle/>
          <a:p>
            <a:endParaRPr lang="fr-FR" sz="800" noProof="0"/>
          </a:p>
        </p:txBody>
      </p:sp>
      <p:pic>
        <p:nvPicPr>
          <p:cNvPr id="4" name="Image 3" descr="Une image contenant texte, capture d’écran, diagramme, conception&#10;&#10;Le contenu généré par l’IA peut être incorrect.">
            <a:extLst>
              <a:ext uri="{FF2B5EF4-FFF2-40B4-BE49-F238E27FC236}">
                <a16:creationId xmlns:a16="http://schemas.microsoft.com/office/drawing/2014/main" id="{5A2C15F1-9DCE-0119-F87F-CD06E8CFFA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16000" y="909000"/>
            <a:ext cx="5219700" cy="3873997"/>
          </a:xfrm>
          <a:prstGeom prst="rect">
            <a:avLst/>
          </a:prstGeom>
        </p:spPr>
      </p:pic>
      <p:pic>
        <p:nvPicPr>
          <p:cNvPr id="5" name="Graphique 4">
            <a:extLst>
              <a:ext uri="{FF2B5EF4-FFF2-40B4-BE49-F238E27FC236}">
                <a16:creationId xmlns:a16="http://schemas.microsoft.com/office/drawing/2014/main" id="{46B982C4-6660-6818-42EE-E7C67F45138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0560" y="-171000"/>
            <a:ext cx="5835650" cy="3143250"/>
          </a:xfrm>
          <a:prstGeom prst="rect">
            <a:avLst/>
          </a:prstGeom>
        </p:spPr>
      </p:pic>
      <p:sp>
        <p:nvSpPr>
          <p:cNvPr id="6" name="Freeform 4">
            <a:extLst>
              <a:ext uri="{FF2B5EF4-FFF2-40B4-BE49-F238E27FC236}">
                <a16:creationId xmlns:a16="http://schemas.microsoft.com/office/drawing/2014/main" id="{1B9E2EF4-29D6-41F2-C36D-AC4314A7C944}"/>
              </a:ext>
            </a:extLst>
          </p:cNvPr>
          <p:cNvSpPr/>
          <p:nvPr/>
        </p:nvSpPr>
        <p:spPr>
          <a:xfrm>
            <a:off x="2072945" y="2638425"/>
            <a:ext cx="70180" cy="2572672"/>
          </a:xfrm>
          <a:custGeom>
            <a:avLst/>
            <a:gdLst/>
            <a:ahLst/>
            <a:cxnLst/>
            <a:rect l="l" t="t" r="r" b="b"/>
            <a:pathLst>
              <a:path w="113021" h="4260613">
                <a:moveTo>
                  <a:pt x="0" y="0"/>
                </a:moveTo>
                <a:lnTo>
                  <a:pt x="113022" y="0"/>
                </a:lnTo>
                <a:lnTo>
                  <a:pt x="113022" y="4260613"/>
                </a:lnTo>
                <a:lnTo>
                  <a:pt x="0" y="4260613"/>
                </a:lnTo>
                <a:lnTo>
                  <a:pt x="0" y="0"/>
                </a:lnTo>
                <a:close/>
              </a:path>
            </a:pathLst>
          </a:custGeom>
          <a:blipFill>
            <a:blip r:embed="rId7">
              <a:extLst>
                <a:ext uri="{96DAC541-7B7A-43D3-8B79-37D633B846F1}">
                  <asvg:svgBlip xmlns:asvg="http://schemas.microsoft.com/office/drawing/2016/SVG/main" r:embed="rId8"/>
                </a:ext>
              </a:extLst>
            </a:blip>
            <a:stretch>
              <a:fillRect b="-32634"/>
            </a:stretch>
          </a:blipFill>
        </p:spPr>
        <p:txBody>
          <a:bodyPr/>
          <a:lstStyle/>
          <a:p>
            <a:endParaRPr lang="fr-FR" sz="800" noProof="0"/>
          </a:p>
        </p:txBody>
      </p:sp>
      <p:sp>
        <p:nvSpPr>
          <p:cNvPr id="7" name="TextBox 8">
            <a:extLst>
              <a:ext uri="{FF2B5EF4-FFF2-40B4-BE49-F238E27FC236}">
                <a16:creationId xmlns:a16="http://schemas.microsoft.com/office/drawing/2014/main" id="{93E3D36F-FC58-3EB3-D89D-77046F81D7B9}"/>
              </a:ext>
            </a:extLst>
          </p:cNvPr>
          <p:cNvSpPr txBox="1"/>
          <p:nvPr/>
        </p:nvSpPr>
        <p:spPr>
          <a:xfrm>
            <a:off x="2383854" y="2152638"/>
            <a:ext cx="3712146" cy="3173305"/>
          </a:xfrm>
          <a:prstGeom prst="rect">
            <a:avLst/>
          </a:prstGeom>
        </p:spPr>
        <p:txBody>
          <a:bodyPr lIns="0" tIns="0" rIns="0" bIns="0" rtlCol="0" anchor="t">
            <a:spAutoFit/>
          </a:bodyPr>
          <a:lstStyle/>
          <a:p>
            <a:pPr algn="just">
              <a:lnSpc>
                <a:spcPct val="300000"/>
              </a:lnSpc>
            </a:pPr>
            <a:r>
              <a:rPr lang="fr-FR" sz="1792" noProof="0">
                <a:solidFill>
                  <a:srgbClr val="FFFFFF"/>
                </a:solidFill>
                <a:ea typeface="Trebuchet MS"/>
                <a:cs typeface="Trebuchet MS"/>
                <a:sym typeface="Trebuchet MS"/>
              </a:rPr>
              <a:t>Logiciel de gestion tout-en-un</a:t>
            </a:r>
          </a:p>
          <a:p>
            <a:pPr algn="just">
              <a:lnSpc>
                <a:spcPct val="300000"/>
              </a:lnSpc>
            </a:pPr>
            <a:r>
              <a:rPr lang="fr-FR" sz="1792" noProof="0">
                <a:solidFill>
                  <a:srgbClr val="FFFFFF"/>
                </a:solidFill>
                <a:ea typeface="Trebuchet MS"/>
                <a:cs typeface="Trebuchet MS"/>
                <a:sym typeface="Trebuchet MS"/>
              </a:rPr>
              <a:t>Évolutif et modulable</a:t>
            </a:r>
          </a:p>
          <a:p>
            <a:pPr algn="just">
              <a:lnSpc>
                <a:spcPct val="300000"/>
              </a:lnSpc>
            </a:pPr>
            <a:r>
              <a:rPr lang="fr-FR" sz="1792" noProof="0">
                <a:solidFill>
                  <a:srgbClr val="FFFFFF"/>
                </a:solidFill>
                <a:ea typeface="Trebuchet MS"/>
                <a:cs typeface="Trebuchet MS"/>
                <a:sym typeface="Trebuchet MS"/>
              </a:rPr>
              <a:t>Facile à utiliser</a:t>
            </a:r>
          </a:p>
          <a:p>
            <a:pPr algn="just">
              <a:lnSpc>
                <a:spcPct val="300000"/>
              </a:lnSpc>
            </a:pPr>
            <a:r>
              <a:rPr lang="fr-FR" sz="1840" noProof="0">
                <a:solidFill>
                  <a:srgbClr val="FFFFFF"/>
                </a:solidFill>
                <a:ea typeface="Trebuchet MS"/>
                <a:cs typeface="Trebuchet MS"/>
                <a:sym typeface="Trebuchet MS"/>
              </a:rPr>
              <a:t>Entièrement intégré</a:t>
            </a:r>
          </a:p>
        </p:txBody>
      </p:sp>
      <p:sp>
        <p:nvSpPr>
          <p:cNvPr id="2" name="Espace réservé du numéro de diapositive 3">
            <a:extLst>
              <a:ext uri="{FF2B5EF4-FFF2-40B4-BE49-F238E27FC236}">
                <a16:creationId xmlns:a16="http://schemas.microsoft.com/office/drawing/2014/main" id="{BE782248-FB62-B1B8-F813-DD2D486AFE22}"/>
              </a:ext>
            </a:extLst>
          </p:cNvPr>
          <p:cNvSpPr txBox="1">
            <a:spLocks/>
          </p:cNvSpPr>
          <p:nvPr/>
        </p:nvSpPr>
        <p:spPr>
          <a:xfrm>
            <a:off x="0" y="6490909"/>
            <a:ext cx="484517" cy="36512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0C34F99C-3C47-4582-9518-8D365E9692AE}" type="slidenum">
              <a:rPr lang="en-US" sz="1200" smtClean="0">
                <a:solidFill>
                  <a:schemeClr val="bg1"/>
                </a:solidFill>
              </a:rPr>
              <a:pPr/>
              <a:t>2</a:t>
            </a:fld>
            <a:endParaRPr lang="en-US" sz="1200">
              <a:solidFill>
                <a:schemeClr val="bg1"/>
              </a:solidFill>
            </a:endParaRPr>
          </a:p>
        </p:txBody>
      </p:sp>
    </p:spTree>
    <p:extLst>
      <p:ext uri="{BB962C8B-B14F-4D97-AF65-F5344CB8AC3E}">
        <p14:creationId xmlns:p14="http://schemas.microsoft.com/office/powerpoint/2010/main" val="17527832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FE564C59-3529-E35C-6B4D-935DA510EF37}"/>
              </a:ext>
            </a:extLst>
          </p:cNvPr>
          <p:cNvSpPr>
            <a:spLocks noGrp="1"/>
          </p:cNvSpPr>
          <p:nvPr>
            <p:ph type="body" sz="quarter" idx="10"/>
          </p:nvPr>
        </p:nvSpPr>
        <p:spPr/>
        <p:txBody>
          <a:bodyPr/>
          <a:lstStyle/>
          <a:p>
            <a:r>
              <a:rPr lang="fr-FR" sz="4000" dirty="0">
                <a:solidFill>
                  <a:schemeClr val="accent1"/>
                </a:solidFill>
              </a:rPr>
              <a:t>+15M</a:t>
            </a:r>
          </a:p>
          <a:p>
            <a:r>
              <a:rPr lang="fr-FR" sz="1600" dirty="0"/>
              <a:t>D’UTILISATEURS</a:t>
            </a:r>
          </a:p>
        </p:txBody>
      </p:sp>
      <p:sp>
        <p:nvSpPr>
          <p:cNvPr id="5" name="Titre 4">
            <a:extLst>
              <a:ext uri="{FF2B5EF4-FFF2-40B4-BE49-F238E27FC236}">
                <a16:creationId xmlns:a16="http://schemas.microsoft.com/office/drawing/2014/main" id="{7B58A9FF-D9E2-441E-20C9-5C34E50F90A5}"/>
              </a:ext>
            </a:extLst>
          </p:cNvPr>
          <p:cNvSpPr>
            <a:spLocks noGrp="1"/>
          </p:cNvSpPr>
          <p:nvPr>
            <p:ph type="title"/>
          </p:nvPr>
        </p:nvSpPr>
        <p:spPr>
          <a:xfrm>
            <a:off x="838200" y="1403602"/>
            <a:ext cx="10515600" cy="1326091"/>
          </a:xfrm>
        </p:spPr>
        <p:txBody>
          <a:bodyPr>
            <a:normAutofit/>
          </a:bodyPr>
          <a:lstStyle/>
          <a:p>
            <a:r>
              <a:rPr lang="fr-FR" sz="2000"/>
              <a:t>UN LOGICIEL, UNE SUCCESS STORY</a:t>
            </a:r>
          </a:p>
        </p:txBody>
      </p:sp>
      <p:sp>
        <p:nvSpPr>
          <p:cNvPr id="4" name="Espace réservé du numéro de diapositive 3">
            <a:extLst>
              <a:ext uri="{FF2B5EF4-FFF2-40B4-BE49-F238E27FC236}">
                <a16:creationId xmlns:a16="http://schemas.microsoft.com/office/drawing/2014/main" id="{C9F4F9FC-4DDC-4EB8-3B62-FA1BEF6E1F33}"/>
              </a:ext>
            </a:extLst>
          </p:cNvPr>
          <p:cNvSpPr>
            <a:spLocks noGrp="1"/>
          </p:cNvSpPr>
          <p:nvPr>
            <p:ph type="sldNum" sz="quarter" idx="16"/>
          </p:nvPr>
        </p:nvSpPr>
        <p:spPr/>
        <p:txBody>
          <a:bodyPr/>
          <a:lstStyle/>
          <a:p>
            <a:fld id="{0C34F99C-3C47-4582-9518-8D365E9692AE}" type="slidenum">
              <a:rPr lang="en-US" smtClean="0"/>
              <a:pPr/>
              <a:t>3</a:t>
            </a:fld>
            <a:endParaRPr lang="en-US"/>
          </a:p>
        </p:txBody>
      </p:sp>
      <p:sp>
        <p:nvSpPr>
          <p:cNvPr id="14" name="Espace réservé du texte 5">
            <a:extLst>
              <a:ext uri="{FF2B5EF4-FFF2-40B4-BE49-F238E27FC236}">
                <a16:creationId xmlns:a16="http://schemas.microsoft.com/office/drawing/2014/main" id="{8AFA15F6-09CF-C9BA-55C2-31FAEE39C444}"/>
              </a:ext>
            </a:extLst>
          </p:cNvPr>
          <p:cNvSpPr txBox="1">
            <a:spLocks/>
          </p:cNvSpPr>
          <p:nvPr/>
        </p:nvSpPr>
        <p:spPr>
          <a:xfrm>
            <a:off x="5155070" y="2729694"/>
            <a:ext cx="1881860" cy="1860625"/>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4000">
                <a:solidFill>
                  <a:schemeClr val="accent1"/>
                </a:solidFill>
              </a:rPr>
              <a:t>+6K</a:t>
            </a:r>
          </a:p>
          <a:p>
            <a:r>
              <a:rPr lang="fr-FR" sz="1600" dirty="0"/>
              <a:t>EMPLOYÉS</a:t>
            </a:r>
          </a:p>
        </p:txBody>
      </p:sp>
      <p:sp>
        <p:nvSpPr>
          <p:cNvPr id="15" name="Espace réservé du texte 5">
            <a:extLst>
              <a:ext uri="{FF2B5EF4-FFF2-40B4-BE49-F238E27FC236}">
                <a16:creationId xmlns:a16="http://schemas.microsoft.com/office/drawing/2014/main" id="{F68A0E7B-1820-7DF3-7F84-5D23AEF8E944}"/>
              </a:ext>
            </a:extLst>
          </p:cNvPr>
          <p:cNvSpPr txBox="1">
            <a:spLocks/>
          </p:cNvSpPr>
          <p:nvPr/>
        </p:nvSpPr>
        <p:spPr>
          <a:xfrm>
            <a:off x="8203070" y="2729693"/>
            <a:ext cx="1881860" cy="1860625"/>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4000" dirty="0">
                <a:solidFill>
                  <a:schemeClr val="accent1"/>
                </a:solidFill>
              </a:rPr>
              <a:t>+50K</a:t>
            </a:r>
          </a:p>
          <a:p>
            <a:r>
              <a:rPr lang="fr-FR" sz="1600" dirty="0"/>
              <a:t>MODULES</a:t>
            </a:r>
          </a:p>
        </p:txBody>
      </p:sp>
      <p:pic>
        <p:nvPicPr>
          <p:cNvPr id="17" name="Graphique 16">
            <a:extLst>
              <a:ext uri="{FF2B5EF4-FFF2-40B4-BE49-F238E27FC236}">
                <a16:creationId xmlns:a16="http://schemas.microsoft.com/office/drawing/2014/main" id="{042DE3AD-24EA-8FBD-46F8-63DD255B790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78175" y="-519848"/>
            <a:ext cx="5835650" cy="3143250"/>
          </a:xfrm>
          <a:prstGeom prst="rect">
            <a:avLst/>
          </a:prstGeom>
        </p:spPr>
      </p:pic>
    </p:spTree>
    <p:extLst>
      <p:ext uri="{BB962C8B-B14F-4D97-AF65-F5344CB8AC3E}">
        <p14:creationId xmlns:p14="http://schemas.microsoft.com/office/powerpoint/2010/main" val="2697624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10F126C9-6491-CBC1-6A94-A4265483429F}"/>
              </a:ext>
            </a:extLst>
          </p:cNvPr>
          <p:cNvSpPr>
            <a:spLocks noGrp="1"/>
          </p:cNvSpPr>
          <p:nvPr>
            <p:ph type="body" sz="quarter" idx="11"/>
          </p:nvPr>
        </p:nvSpPr>
        <p:spPr/>
        <p:txBody>
          <a:bodyPr/>
          <a:lstStyle/>
          <a:p>
            <a:r>
              <a:rPr lang="fr-FR">
                <a:solidFill>
                  <a:schemeClr val="accent1"/>
                </a:solidFill>
              </a:rPr>
              <a:t>ERP</a:t>
            </a:r>
          </a:p>
        </p:txBody>
      </p:sp>
      <p:sp>
        <p:nvSpPr>
          <p:cNvPr id="12" name="Espace réservé du texte 11">
            <a:extLst>
              <a:ext uri="{FF2B5EF4-FFF2-40B4-BE49-F238E27FC236}">
                <a16:creationId xmlns:a16="http://schemas.microsoft.com/office/drawing/2014/main" id="{173A2776-33AC-45EE-8D81-33FDD0469069}"/>
              </a:ext>
            </a:extLst>
          </p:cNvPr>
          <p:cNvSpPr>
            <a:spLocks noGrp="1"/>
          </p:cNvSpPr>
          <p:nvPr>
            <p:ph type="body" sz="quarter" idx="12"/>
          </p:nvPr>
        </p:nvSpPr>
        <p:spPr/>
        <p:txBody>
          <a:bodyPr/>
          <a:lstStyle/>
          <a:p>
            <a:r>
              <a:rPr lang="fr-FR">
                <a:solidFill>
                  <a:schemeClr val="accent1"/>
                </a:solidFill>
              </a:rPr>
              <a:t>WEB</a:t>
            </a:r>
          </a:p>
        </p:txBody>
      </p:sp>
      <p:sp>
        <p:nvSpPr>
          <p:cNvPr id="13" name="Espace réservé du texte 12">
            <a:extLst>
              <a:ext uri="{FF2B5EF4-FFF2-40B4-BE49-F238E27FC236}">
                <a16:creationId xmlns:a16="http://schemas.microsoft.com/office/drawing/2014/main" id="{5B29F179-051C-7262-690A-95F9E140DAE7}"/>
              </a:ext>
            </a:extLst>
          </p:cNvPr>
          <p:cNvSpPr>
            <a:spLocks noGrp="1"/>
          </p:cNvSpPr>
          <p:nvPr>
            <p:ph type="body" sz="quarter" idx="13"/>
          </p:nvPr>
        </p:nvSpPr>
        <p:spPr/>
        <p:txBody>
          <a:bodyPr/>
          <a:lstStyle/>
          <a:p>
            <a:r>
              <a:rPr lang="fr-FR">
                <a:solidFill>
                  <a:schemeClr val="accent1"/>
                </a:solidFill>
              </a:rPr>
              <a:t>BI</a:t>
            </a:r>
          </a:p>
        </p:txBody>
      </p:sp>
      <p:sp>
        <p:nvSpPr>
          <p:cNvPr id="17" name="Espace réservé du texte 16">
            <a:extLst>
              <a:ext uri="{FF2B5EF4-FFF2-40B4-BE49-F238E27FC236}">
                <a16:creationId xmlns:a16="http://schemas.microsoft.com/office/drawing/2014/main" id="{8DA0D198-7AF8-E6B2-E7C8-8AC890855366}"/>
              </a:ext>
            </a:extLst>
          </p:cNvPr>
          <p:cNvSpPr>
            <a:spLocks noGrp="1"/>
          </p:cNvSpPr>
          <p:nvPr>
            <p:ph type="body" sz="quarter" idx="17"/>
          </p:nvPr>
        </p:nvSpPr>
        <p:spPr/>
        <p:txBody>
          <a:bodyPr/>
          <a:lstStyle/>
          <a:p>
            <a:r>
              <a:rPr lang="fr-FR">
                <a:solidFill>
                  <a:schemeClr val="accent1"/>
                </a:solidFill>
              </a:rPr>
              <a:t>AI</a:t>
            </a:r>
          </a:p>
        </p:txBody>
      </p:sp>
      <p:sp>
        <p:nvSpPr>
          <p:cNvPr id="9" name="Espace réservé du numéro de diapositive 8">
            <a:extLst>
              <a:ext uri="{FF2B5EF4-FFF2-40B4-BE49-F238E27FC236}">
                <a16:creationId xmlns:a16="http://schemas.microsoft.com/office/drawing/2014/main" id="{55B39851-4F45-03F1-D0E9-814A6B1923AF}"/>
              </a:ext>
            </a:extLst>
          </p:cNvPr>
          <p:cNvSpPr>
            <a:spLocks noGrp="1"/>
          </p:cNvSpPr>
          <p:nvPr>
            <p:ph type="sldNum" sz="quarter" idx="19"/>
          </p:nvPr>
        </p:nvSpPr>
        <p:spPr/>
        <p:txBody>
          <a:bodyPr/>
          <a:lstStyle/>
          <a:p>
            <a:fld id="{0C34F99C-3C47-4582-9518-8D365E9692AE}" type="slidenum">
              <a:rPr lang="en-US" smtClean="0"/>
              <a:pPr/>
              <a:t>4</a:t>
            </a:fld>
            <a:endParaRPr lang="en-US"/>
          </a:p>
        </p:txBody>
      </p:sp>
      <p:pic>
        <p:nvPicPr>
          <p:cNvPr id="19" name="Graphique 18">
            <a:extLst>
              <a:ext uri="{FF2B5EF4-FFF2-40B4-BE49-F238E27FC236}">
                <a16:creationId xmlns:a16="http://schemas.microsoft.com/office/drawing/2014/main" id="{1524C9A2-EA54-1102-C30C-9C9B29B74FB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09870" y="594801"/>
            <a:ext cx="5372260" cy="895377"/>
          </a:xfrm>
          <a:prstGeom prst="rect">
            <a:avLst/>
          </a:prstGeom>
        </p:spPr>
      </p:pic>
    </p:spTree>
    <p:extLst>
      <p:ext uri="{BB962C8B-B14F-4D97-AF65-F5344CB8AC3E}">
        <p14:creationId xmlns:p14="http://schemas.microsoft.com/office/powerpoint/2010/main" val="3231870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texte 2">
            <a:extLst>
              <a:ext uri="{FF2B5EF4-FFF2-40B4-BE49-F238E27FC236}">
                <a16:creationId xmlns:a16="http://schemas.microsoft.com/office/drawing/2014/main" id="{4E76FCE8-0E40-DB1F-B455-DE4EB965E9AD}"/>
              </a:ext>
            </a:extLst>
          </p:cNvPr>
          <p:cNvSpPr>
            <a:spLocks noGrp="1"/>
          </p:cNvSpPr>
          <p:nvPr>
            <p:ph type="body" sz="quarter" idx="10"/>
          </p:nvPr>
        </p:nvSpPr>
        <p:spPr/>
        <p:txBody>
          <a:bodyPr>
            <a:normAutofit/>
          </a:bodyPr>
          <a:lstStyle/>
          <a:p>
            <a:r>
              <a:rPr lang="fr-FR" dirty="0">
                <a:solidFill>
                  <a:schemeClr val="accent1"/>
                </a:solidFill>
              </a:rPr>
              <a:t>+800</a:t>
            </a:r>
          </a:p>
          <a:p>
            <a:r>
              <a:rPr lang="fr-FR" sz="1200" dirty="0"/>
              <a:t>CLIENTS SATISFAITS</a:t>
            </a:r>
          </a:p>
        </p:txBody>
      </p:sp>
      <p:sp>
        <p:nvSpPr>
          <p:cNvPr id="11" name="Espace réservé du numéro de diapositive 10">
            <a:extLst>
              <a:ext uri="{FF2B5EF4-FFF2-40B4-BE49-F238E27FC236}">
                <a16:creationId xmlns:a16="http://schemas.microsoft.com/office/drawing/2014/main" id="{D7C651F8-9ADB-F8F1-881E-945BEFD3F149}"/>
              </a:ext>
            </a:extLst>
          </p:cNvPr>
          <p:cNvSpPr>
            <a:spLocks noGrp="1"/>
          </p:cNvSpPr>
          <p:nvPr>
            <p:ph type="sldNum" sz="quarter" idx="16"/>
          </p:nvPr>
        </p:nvSpPr>
        <p:spPr/>
        <p:txBody>
          <a:bodyPr/>
          <a:lstStyle/>
          <a:p>
            <a:fld id="{0C34F99C-3C47-4582-9518-8D365E9692AE}" type="slidenum">
              <a:rPr lang="en-US" smtClean="0"/>
              <a:pPr/>
              <a:t>5</a:t>
            </a:fld>
            <a:endParaRPr lang="en-US"/>
          </a:p>
        </p:txBody>
      </p:sp>
      <p:pic>
        <p:nvPicPr>
          <p:cNvPr id="12" name="Graphique 11">
            <a:extLst>
              <a:ext uri="{FF2B5EF4-FFF2-40B4-BE49-F238E27FC236}">
                <a16:creationId xmlns:a16="http://schemas.microsoft.com/office/drawing/2014/main" id="{3BBCFF26-8DDF-784A-961C-61249ED352A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409870" y="594801"/>
            <a:ext cx="5372260" cy="895377"/>
          </a:xfrm>
          <a:prstGeom prst="rect">
            <a:avLst/>
          </a:prstGeom>
        </p:spPr>
      </p:pic>
      <p:sp>
        <p:nvSpPr>
          <p:cNvPr id="19" name="Espace réservé du texte 2">
            <a:extLst>
              <a:ext uri="{FF2B5EF4-FFF2-40B4-BE49-F238E27FC236}">
                <a16:creationId xmlns:a16="http://schemas.microsoft.com/office/drawing/2014/main" id="{C7124484-BDCA-718C-26E1-9C959DD1E75E}"/>
              </a:ext>
            </a:extLst>
          </p:cNvPr>
          <p:cNvSpPr txBox="1">
            <a:spLocks/>
          </p:cNvSpPr>
          <p:nvPr/>
        </p:nvSpPr>
        <p:spPr>
          <a:xfrm>
            <a:off x="5155070" y="2729694"/>
            <a:ext cx="1881860" cy="1860625"/>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solidFill>
                  <a:schemeClr val="accent1"/>
                </a:solidFill>
              </a:rPr>
              <a:t>+200</a:t>
            </a:r>
          </a:p>
          <a:p>
            <a:r>
              <a:rPr lang="fr-FR" sz="1200" dirty="0"/>
              <a:t>EMPLOYÉS HEUREUX</a:t>
            </a:r>
          </a:p>
        </p:txBody>
      </p:sp>
      <p:sp>
        <p:nvSpPr>
          <p:cNvPr id="20" name="Espace réservé du texte 2">
            <a:extLst>
              <a:ext uri="{FF2B5EF4-FFF2-40B4-BE49-F238E27FC236}">
                <a16:creationId xmlns:a16="http://schemas.microsoft.com/office/drawing/2014/main" id="{EED270A3-F44F-29CA-C4D2-9DDA95E2929F}"/>
              </a:ext>
            </a:extLst>
          </p:cNvPr>
          <p:cNvSpPr txBox="1">
            <a:spLocks/>
          </p:cNvSpPr>
          <p:nvPr/>
        </p:nvSpPr>
        <p:spPr>
          <a:xfrm>
            <a:off x="8203070" y="2746333"/>
            <a:ext cx="1881860" cy="1860625"/>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36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dirty="0">
                <a:solidFill>
                  <a:schemeClr val="accent1"/>
                </a:solidFill>
              </a:rPr>
              <a:t>+18 ans</a:t>
            </a:r>
          </a:p>
          <a:p>
            <a:r>
              <a:rPr lang="fr-FR" sz="1200" dirty="0"/>
              <a:t>D’INTÉGRATION ERP</a:t>
            </a:r>
          </a:p>
        </p:txBody>
      </p:sp>
    </p:spTree>
    <p:extLst>
      <p:ext uri="{BB962C8B-B14F-4D97-AF65-F5344CB8AC3E}">
        <p14:creationId xmlns:p14="http://schemas.microsoft.com/office/powerpoint/2010/main" val="485529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numéro de diapositive 8">
            <a:extLst>
              <a:ext uri="{FF2B5EF4-FFF2-40B4-BE49-F238E27FC236}">
                <a16:creationId xmlns:a16="http://schemas.microsoft.com/office/drawing/2014/main" id="{1CF44E23-D1B2-B7A2-B799-4D7EA9FEFB8C}"/>
              </a:ext>
            </a:extLst>
          </p:cNvPr>
          <p:cNvSpPr>
            <a:spLocks noGrp="1"/>
          </p:cNvSpPr>
          <p:nvPr>
            <p:ph type="sldNum" sz="quarter" idx="4"/>
          </p:nvPr>
        </p:nvSpPr>
        <p:spPr/>
        <p:txBody>
          <a:bodyPr/>
          <a:lstStyle/>
          <a:p>
            <a:fld id="{0C34F99C-3C47-4582-9518-8D365E9692AE}" type="slidenum">
              <a:rPr lang="en-US" smtClean="0"/>
              <a:pPr/>
              <a:t>6</a:t>
            </a:fld>
            <a:endParaRPr lang="en-US"/>
          </a:p>
        </p:txBody>
      </p:sp>
      <p:sp>
        <p:nvSpPr>
          <p:cNvPr id="10" name="Titre 9">
            <a:extLst>
              <a:ext uri="{FF2B5EF4-FFF2-40B4-BE49-F238E27FC236}">
                <a16:creationId xmlns:a16="http://schemas.microsoft.com/office/drawing/2014/main" id="{5A2B4955-7CE6-158C-6B0E-42F5417C7983}"/>
              </a:ext>
            </a:extLst>
          </p:cNvPr>
          <p:cNvSpPr>
            <a:spLocks noGrp="1"/>
          </p:cNvSpPr>
          <p:nvPr>
            <p:ph type="title"/>
          </p:nvPr>
        </p:nvSpPr>
        <p:spPr/>
        <p:txBody>
          <a:bodyPr/>
          <a:lstStyle/>
          <a:p>
            <a:r>
              <a:rPr lang="fr-FR"/>
              <a:t>NOS RÉFÉRENCES</a:t>
            </a:r>
          </a:p>
        </p:txBody>
      </p:sp>
      <p:pic>
        <p:nvPicPr>
          <p:cNvPr id="12" name="Espace réservé du contenu 10" descr="Une image contenant capture d’écran, carré, Caractère coloré, art&#10;&#10;Le contenu généré par l’IA peut être incorrect.">
            <a:extLst>
              <a:ext uri="{FF2B5EF4-FFF2-40B4-BE49-F238E27FC236}">
                <a16:creationId xmlns:a16="http://schemas.microsoft.com/office/drawing/2014/main" id="{4285A551-0031-7974-FAE8-5C3963D337F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61797" y="193675"/>
            <a:ext cx="9197975" cy="6470650"/>
          </a:xfrm>
          <a:prstGeom prst="rect">
            <a:avLst/>
          </a:prstGeom>
        </p:spPr>
      </p:pic>
    </p:spTree>
    <p:extLst>
      <p:ext uri="{BB962C8B-B14F-4D97-AF65-F5344CB8AC3E}">
        <p14:creationId xmlns:p14="http://schemas.microsoft.com/office/powerpoint/2010/main" val="15946890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C4AA629C-AF3F-E701-E29D-476AD8005272}"/>
              </a:ext>
            </a:extLst>
          </p:cNvPr>
          <p:cNvSpPr>
            <a:spLocks noGrp="1"/>
          </p:cNvSpPr>
          <p:nvPr>
            <p:ph type="title"/>
          </p:nvPr>
        </p:nvSpPr>
        <p:spPr/>
        <p:txBody>
          <a:bodyPr/>
          <a:lstStyle/>
          <a:p>
            <a:r>
              <a:rPr lang="fr-FR"/>
              <a:t>CHRONOLOGIE DU PROJET CAPTIVEA</a:t>
            </a:r>
          </a:p>
        </p:txBody>
      </p:sp>
      <p:sp>
        <p:nvSpPr>
          <p:cNvPr id="3" name="Espace réservé du numéro de diapositive 2">
            <a:extLst>
              <a:ext uri="{FF2B5EF4-FFF2-40B4-BE49-F238E27FC236}">
                <a16:creationId xmlns:a16="http://schemas.microsoft.com/office/drawing/2014/main" id="{98713A22-5758-17F2-F916-379E77B4288E}"/>
              </a:ext>
            </a:extLst>
          </p:cNvPr>
          <p:cNvSpPr>
            <a:spLocks noGrp="1"/>
          </p:cNvSpPr>
          <p:nvPr>
            <p:ph type="sldNum" sz="quarter" idx="10"/>
          </p:nvPr>
        </p:nvSpPr>
        <p:spPr/>
        <p:txBody>
          <a:bodyPr/>
          <a:lstStyle/>
          <a:p>
            <a:pPr defTabSz="914400">
              <a:defRPr/>
            </a:pPr>
            <a:fld id="{11061685-6496-4975-B02C-C44B14DBF38E}" type="slidenum">
              <a:rPr lang="fr-FR" smtClean="0"/>
              <a:pPr defTabSz="914400">
                <a:defRPr/>
              </a:pPr>
              <a:t>7</a:t>
            </a:fld>
            <a:endParaRPr lang="fr-FR"/>
          </a:p>
        </p:txBody>
      </p:sp>
      <p:grpSp>
        <p:nvGrpSpPr>
          <p:cNvPr id="6" name="Groupe 5">
            <a:extLst>
              <a:ext uri="{FF2B5EF4-FFF2-40B4-BE49-F238E27FC236}">
                <a16:creationId xmlns:a16="http://schemas.microsoft.com/office/drawing/2014/main" id="{5F17D292-C4C2-A941-ABFE-FFDAC72CA839}"/>
              </a:ext>
            </a:extLst>
          </p:cNvPr>
          <p:cNvGrpSpPr/>
          <p:nvPr/>
        </p:nvGrpSpPr>
        <p:grpSpPr>
          <a:xfrm>
            <a:off x="7394850" y="4262110"/>
            <a:ext cx="461243" cy="559135"/>
            <a:chOff x="3418535" y="2309575"/>
            <a:chExt cx="461243" cy="559135"/>
          </a:xfrm>
        </p:grpSpPr>
        <p:grpSp>
          <p:nvGrpSpPr>
            <p:cNvPr id="7" name="Google Shape;1407;p36">
              <a:extLst>
                <a:ext uri="{FF2B5EF4-FFF2-40B4-BE49-F238E27FC236}">
                  <a16:creationId xmlns:a16="http://schemas.microsoft.com/office/drawing/2014/main" id="{6C3DF8FB-D452-B17E-35EC-18D34E68EACC}"/>
                </a:ext>
              </a:extLst>
            </p:cNvPr>
            <p:cNvGrpSpPr/>
            <p:nvPr/>
          </p:nvGrpSpPr>
          <p:grpSpPr>
            <a:xfrm rot="5400000">
              <a:off x="3369589" y="2358521"/>
              <a:ext cx="559135" cy="461243"/>
              <a:chOff x="4892107" y="893400"/>
              <a:chExt cx="610975" cy="504008"/>
            </a:xfrm>
          </p:grpSpPr>
          <p:sp>
            <p:nvSpPr>
              <p:cNvPr id="11" name="Google Shape;1408;p36">
                <a:extLst>
                  <a:ext uri="{FF2B5EF4-FFF2-40B4-BE49-F238E27FC236}">
                    <a16:creationId xmlns:a16="http://schemas.microsoft.com/office/drawing/2014/main" id="{95E707E0-1A05-892B-ADC3-3E77C0AF2A44}"/>
                  </a:ext>
                </a:extLst>
              </p:cNvPr>
              <p:cNvSpPr/>
              <p:nvPr/>
            </p:nvSpPr>
            <p:spPr>
              <a:xfrm>
                <a:off x="4892107" y="893400"/>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212529"/>
                  </a:solidFill>
                  <a:effectLst/>
                  <a:uLnTx/>
                  <a:uFillTx/>
                  <a:ea typeface="+mn-ea"/>
                  <a:cs typeface="+mn-cs"/>
                </a:endParaRPr>
              </a:p>
            </p:txBody>
          </p:sp>
          <p:sp>
            <p:nvSpPr>
              <p:cNvPr id="12" name="Google Shape;1409;p36">
                <a:extLst>
                  <a:ext uri="{FF2B5EF4-FFF2-40B4-BE49-F238E27FC236}">
                    <a16:creationId xmlns:a16="http://schemas.microsoft.com/office/drawing/2014/main" id="{C72838AC-357F-381C-FA07-A2F288050353}"/>
                  </a:ext>
                </a:extLst>
              </p:cNvPr>
              <p:cNvSpPr/>
              <p:nvPr/>
            </p:nvSpPr>
            <p:spPr>
              <a:xfrm>
                <a:off x="4929526"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212529"/>
                  </a:solidFill>
                  <a:effectLst/>
                  <a:uLnTx/>
                  <a:uFillTx/>
                  <a:ea typeface="+mn-ea"/>
                  <a:cs typeface="+mn-cs"/>
                </a:endParaRPr>
              </a:p>
            </p:txBody>
          </p:sp>
        </p:grpSp>
        <p:grpSp>
          <p:nvGrpSpPr>
            <p:cNvPr id="8" name="Groupe 7">
              <a:extLst>
                <a:ext uri="{FF2B5EF4-FFF2-40B4-BE49-F238E27FC236}">
                  <a16:creationId xmlns:a16="http://schemas.microsoft.com/office/drawing/2014/main" id="{4CA6D2F3-3FB1-7CB6-5D1C-7536A27174FD}"/>
                </a:ext>
              </a:extLst>
            </p:cNvPr>
            <p:cNvGrpSpPr/>
            <p:nvPr/>
          </p:nvGrpSpPr>
          <p:grpSpPr>
            <a:xfrm>
              <a:off x="3452841" y="2344375"/>
              <a:ext cx="392632" cy="393121"/>
              <a:chOff x="3249202" y="2135110"/>
              <a:chExt cx="506418" cy="507048"/>
            </a:xfrm>
          </p:grpSpPr>
          <p:sp>
            <p:nvSpPr>
              <p:cNvPr id="9" name="Google Shape;1409;p36">
                <a:extLst>
                  <a:ext uri="{FF2B5EF4-FFF2-40B4-BE49-F238E27FC236}">
                    <a16:creationId xmlns:a16="http://schemas.microsoft.com/office/drawing/2014/main" id="{B185E032-2DE6-21C4-E58E-E1DC3718789C}"/>
                  </a:ext>
                </a:extLst>
              </p:cNvPr>
              <p:cNvSpPr/>
              <p:nvPr/>
            </p:nvSpPr>
            <p:spPr>
              <a:xfrm rot="4375381">
                <a:off x="3248887" y="2135425"/>
                <a:ext cx="507048" cy="506418"/>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212529"/>
                  </a:solidFill>
                  <a:effectLst/>
                  <a:uLnTx/>
                  <a:uFillTx/>
                  <a:ea typeface="+mn-ea"/>
                  <a:cs typeface="+mn-cs"/>
                </a:endParaRPr>
              </a:p>
            </p:txBody>
          </p:sp>
          <p:pic>
            <p:nvPicPr>
              <p:cNvPr id="10" name="Graphic 87">
                <a:extLst>
                  <a:ext uri="{FF2B5EF4-FFF2-40B4-BE49-F238E27FC236}">
                    <a16:creationId xmlns:a16="http://schemas.microsoft.com/office/drawing/2014/main" id="{F519DA44-46E3-493D-0F09-A1E9F943E25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flipH="1">
                <a:off x="3321455" y="2203097"/>
                <a:ext cx="344844" cy="344845"/>
              </a:xfrm>
              <a:prstGeom prst="rect">
                <a:avLst/>
              </a:prstGeom>
            </p:spPr>
          </p:pic>
        </p:grpSp>
      </p:grpSp>
      <p:sp>
        <p:nvSpPr>
          <p:cNvPr id="13" name="ZoneTexte 12">
            <a:extLst>
              <a:ext uri="{FF2B5EF4-FFF2-40B4-BE49-F238E27FC236}">
                <a16:creationId xmlns:a16="http://schemas.microsoft.com/office/drawing/2014/main" id="{2B0C965B-5DA5-93C4-333C-EAC875F54416}"/>
              </a:ext>
            </a:extLst>
          </p:cNvPr>
          <p:cNvSpPr txBox="1"/>
          <p:nvPr/>
        </p:nvSpPr>
        <p:spPr>
          <a:xfrm>
            <a:off x="6935627" y="3515159"/>
            <a:ext cx="1366458" cy="646331"/>
          </a:xfrm>
          <a:prstGeom prst="rect">
            <a:avLst/>
          </a:prstGeom>
          <a:noFill/>
        </p:spPr>
        <p:txBody>
          <a:bodyPr wrap="square">
            <a:spAutoFit/>
          </a:bodyPr>
          <a:lstStyle/>
          <a:p>
            <a:pPr marL="0" marR="0" lvl="0" indent="0" algn="ctr" defTabSz="685800" rtl="0" eaLnBrk="1" fontAlgn="auto" latinLnBrk="0" hangingPunct="1">
              <a:lnSpc>
                <a:spcPct val="100000"/>
              </a:lnSpc>
              <a:spcBef>
                <a:spcPts val="450"/>
              </a:spcBef>
              <a:spcAft>
                <a:spcPts val="0"/>
              </a:spcAft>
              <a:buClrTx/>
              <a:buSzTx/>
              <a:buFontTx/>
              <a:buNone/>
              <a:tabLst/>
              <a:defRPr/>
            </a:pPr>
            <a:r>
              <a:rPr kumimoji="0" lang="fr-FR" sz="1800" b="1" i="0" u="none" strike="noStrike" kern="1200" cap="none" spc="0" normalizeH="0" baseline="0" noProof="0">
                <a:ln>
                  <a:noFill/>
                </a:ln>
                <a:solidFill>
                  <a:srgbClr val="212529"/>
                </a:solidFill>
                <a:effectLst/>
                <a:uLnTx/>
                <a:uFillTx/>
                <a:ea typeface="+mn-ea"/>
                <a:cs typeface="+mn-cs"/>
              </a:rPr>
              <a:t>PHASE D'ANALYSE</a:t>
            </a:r>
          </a:p>
        </p:txBody>
      </p:sp>
      <p:grpSp>
        <p:nvGrpSpPr>
          <p:cNvPr id="14" name="Groupe 13">
            <a:extLst>
              <a:ext uri="{FF2B5EF4-FFF2-40B4-BE49-F238E27FC236}">
                <a16:creationId xmlns:a16="http://schemas.microsoft.com/office/drawing/2014/main" id="{F8111309-31D4-E5AD-E496-36AC0A476D35}"/>
              </a:ext>
            </a:extLst>
          </p:cNvPr>
          <p:cNvGrpSpPr/>
          <p:nvPr/>
        </p:nvGrpSpPr>
        <p:grpSpPr>
          <a:xfrm>
            <a:off x="1449334" y="4262110"/>
            <a:ext cx="461243" cy="559135"/>
            <a:chOff x="1356788" y="2424605"/>
            <a:chExt cx="461243" cy="559135"/>
          </a:xfrm>
        </p:grpSpPr>
        <p:grpSp>
          <p:nvGrpSpPr>
            <p:cNvPr id="15" name="Google Shape;1407;p36">
              <a:extLst>
                <a:ext uri="{FF2B5EF4-FFF2-40B4-BE49-F238E27FC236}">
                  <a16:creationId xmlns:a16="http://schemas.microsoft.com/office/drawing/2014/main" id="{E3F452A6-97AD-66A6-6FC7-CED7873FB40E}"/>
                </a:ext>
              </a:extLst>
            </p:cNvPr>
            <p:cNvGrpSpPr/>
            <p:nvPr/>
          </p:nvGrpSpPr>
          <p:grpSpPr>
            <a:xfrm rot="5400000">
              <a:off x="1307842" y="2473551"/>
              <a:ext cx="559135" cy="461243"/>
              <a:chOff x="4892107" y="893400"/>
              <a:chExt cx="610975" cy="504008"/>
            </a:xfrm>
          </p:grpSpPr>
          <p:sp>
            <p:nvSpPr>
              <p:cNvPr id="17" name="Google Shape;1408;p36">
                <a:extLst>
                  <a:ext uri="{FF2B5EF4-FFF2-40B4-BE49-F238E27FC236}">
                    <a16:creationId xmlns:a16="http://schemas.microsoft.com/office/drawing/2014/main" id="{E4AA291C-0607-E85D-CB7A-151A1283A489}"/>
                  </a:ext>
                </a:extLst>
              </p:cNvPr>
              <p:cNvSpPr/>
              <p:nvPr/>
            </p:nvSpPr>
            <p:spPr>
              <a:xfrm>
                <a:off x="4892107" y="893400"/>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212529"/>
                  </a:solidFill>
                  <a:effectLst/>
                  <a:uLnTx/>
                  <a:uFillTx/>
                  <a:ea typeface="+mn-ea"/>
                  <a:cs typeface="+mn-cs"/>
                </a:endParaRPr>
              </a:p>
            </p:txBody>
          </p:sp>
          <p:sp>
            <p:nvSpPr>
              <p:cNvPr id="18" name="Google Shape;1409;p36">
                <a:extLst>
                  <a:ext uri="{FF2B5EF4-FFF2-40B4-BE49-F238E27FC236}">
                    <a16:creationId xmlns:a16="http://schemas.microsoft.com/office/drawing/2014/main" id="{87849615-90D0-743B-52ED-0A3218BA9590}"/>
                  </a:ext>
                </a:extLst>
              </p:cNvPr>
              <p:cNvSpPr/>
              <p:nvPr/>
            </p:nvSpPr>
            <p:spPr>
              <a:xfrm>
                <a:off x="4929524"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212529"/>
                  </a:solidFill>
                  <a:effectLst/>
                  <a:uLnTx/>
                  <a:uFillTx/>
                  <a:ea typeface="+mn-ea"/>
                  <a:cs typeface="+mn-cs"/>
                </a:endParaRPr>
              </a:p>
            </p:txBody>
          </p:sp>
        </p:grpSp>
        <p:pic>
          <p:nvPicPr>
            <p:cNvPr id="16" name="Graphic 105">
              <a:extLst>
                <a:ext uri="{FF2B5EF4-FFF2-40B4-BE49-F238E27FC236}">
                  <a16:creationId xmlns:a16="http://schemas.microsoft.com/office/drawing/2014/main" id="{66D82719-CFF6-5BDF-887C-837082717F10}"/>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flipH="1">
              <a:off x="1450693" y="2518692"/>
              <a:ext cx="273431" cy="273432"/>
            </a:xfrm>
            <a:prstGeom prst="rect">
              <a:avLst/>
            </a:prstGeom>
          </p:spPr>
        </p:pic>
      </p:grpSp>
      <p:sp>
        <p:nvSpPr>
          <p:cNvPr id="19" name="ZoneTexte 18">
            <a:extLst>
              <a:ext uri="{FF2B5EF4-FFF2-40B4-BE49-F238E27FC236}">
                <a16:creationId xmlns:a16="http://schemas.microsoft.com/office/drawing/2014/main" id="{A2ECFBD1-1C4E-CD7F-4DEF-2090459EF8E4}"/>
              </a:ext>
            </a:extLst>
          </p:cNvPr>
          <p:cNvSpPr txBox="1"/>
          <p:nvPr/>
        </p:nvSpPr>
        <p:spPr>
          <a:xfrm>
            <a:off x="772009" y="3515159"/>
            <a:ext cx="1815889"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212529"/>
                </a:solidFill>
                <a:effectLst/>
                <a:uLnTx/>
                <a:uFillTx/>
                <a:ea typeface="+mn-ea"/>
                <a:cs typeface="+mn-cs"/>
              </a:rPr>
              <a:t>CONSULTATION GRATUITE</a:t>
            </a:r>
          </a:p>
        </p:txBody>
      </p:sp>
      <p:grpSp>
        <p:nvGrpSpPr>
          <p:cNvPr id="20" name="Groupe 19">
            <a:extLst>
              <a:ext uri="{FF2B5EF4-FFF2-40B4-BE49-F238E27FC236}">
                <a16:creationId xmlns:a16="http://schemas.microsoft.com/office/drawing/2014/main" id="{85203607-BC1C-F9EB-BCDD-0DCBCB529161}"/>
              </a:ext>
            </a:extLst>
          </p:cNvPr>
          <p:cNvGrpSpPr/>
          <p:nvPr/>
        </p:nvGrpSpPr>
        <p:grpSpPr>
          <a:xfrm>
            <a:off x="4335907" y="4262110"/>
            <a:ext cx="461243" cy="559135"/>
            <a:chOff x="3449807" y="5794147"/>
            <a:chExt cx="461243" cy="559135"/>
          </a:xfrm>
        </p:grpSpPr>
        <p:grpSp>
          <p:nvGrpSpPr>
            <p:cNvPr id="21" name="Google Shape;1407;p36">
              <a:extLst>
                <a:ext uri="{FF2B5EF4-FFF2-40B4-BE49-F238E27FC236}">
                  <a16:creationId xmlns:a16="http://schemas.microsoft.com/office/drawing/2014/main" id="{ABE002A8-1EAD-8622-1771-5AFB40334444}"/>
                </a:ext>
              </a:extLst>
            </p:cNvPr>
            <p:cNvGrpSpPr/>
            <p:nvPr/>
          </p:nvGrpSpPr>
          <p:grpSpPr>
            <a:xfrm rot="16200000">
              <a:off x="3400861" y="5843093"/>
              <a:ext cx="559135" cy="461243"/>
              <a:chOff x="4779516" y="893399"/>
              <a:chExt cx="610975" cy="504008"/>
            </a:xfrm>
          </p:grpSpPr>
          <p:sp>
            <p:nvSpPr>
              <p:cNvPr id="23" name="Google Shape;1408;p36">
                <a:extLst>
                  <a:ext uri="{FF2B5EF4-FFF2-40B4-BE49-F238E27FC236}">
                    <a16:creationId xmlns:a16="http://schemas.microsoft.com/office/drawing/2014/main" id="{F07D1765-A5C9-057B-C123-44342355E1AF}"/>
                  </a:ext>
                </a:extLst>
              </p:cNvPr>
              <p:cNvSpPr/>
              <p:nvPr/>
            </p:nvSpPr>
            <p:spPr>
              <a:xfrm rot="10800000">
                <a:off x="4779516" y="893399"/>
                <a:ext cx="610975" cy="504008"/>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flip="none" rotWithShape="1">
                <a:gsLst>
                  <a:gs pos="0">
                    <a:schemeClr val="accent1"/>
                  </a:gs>
                  <a:gs pos="65000">
                    <a:schemeClr val="accent2"/>
                  </a:gs>
                  <a:gs pos="100000">
                    <a:schemeClr val="accent2"/>
                  </a:gs>
                </a:gsLst>
                <a:lin ang="13500000" scaled="1"/>
                <a:tileRect/>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212529"/>
                  </a:solidFill>
                  <a:effectLst/>
                  <a:uLnTx/>
                  <a:uFillTx/>
                  <a:ea typeface="+mn-ea"/>
                  <a:cs typeface="+mn-cs"/>
                </a:endParaRPr>
              </a:p>
            </p:txBody>
          </p:sp>
          <p:sp>
            <p:nvSpPr>
              <p:cNvPr id="24" name="Google Shape;1409;p36">
                <a:extLst>
                  <a:ext uri="{FF2B5EF4-FFF2-40B4-BE49-F238E27FC236}">
                    <a16:creationId xmlns:a16="http://schemas.microsoft.com/office/drawing/2014/main" id="{14B39955-B1D2-6637-707B-7E45AE2F4B0F}"/>
                  </a:ext>
                </a:extLst>
              </p:cNvPr>
              <p:cNvSpPr/>
              <p:nvPr/>
            </p:nvSpPr>
            <p:spPr>
              <a:xfrm>
                <a:off x="4929526" y="930880"/>
                <a:ext cx="429569" cy="429036"/>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212529"/>
                  </a:solidFill>
                  <a:effectLst/>
                  <a:uLnTx/>
                  <a:uFillTx/>
                  <a:ea typeface="+mn-ea"/>
                  <a:cs typeface="+mn-cs"/>
                </a:endParaRPr>
              </a:p>
            </p:txBody>
          </p:sp>
        </p:grpSp>
        <p:pic>
          <p:nvPicPr>
            <p:cNvPr id="22" name="Graphic 100">
              <a:extLst>
                <a:ext uri="{FF2B5EF4-FFF2-40B4-BE49-F238E27FC236}">
                  <a16:creationId xmlns:a16="http://schemas.microsoft.com/office/drawing/2014/main" id="{5C973197-8E63-0E1A-7412-58E1A4D39867}"/>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517206" y="5856628"/>
              <a:ext cx="326443" cy="323888"/>
            </a:xfrm>
            <a:prstGeom prst="rect">
              <a:avLst/>
            </a:prstGeom>
          </p:spPr>
        </p:pic>
      </p:grpSp>
      <p:sp>
        <p:nvSpPr>
          <p:cNvPr id="25" name="ZoneTexte 24">
            <a:extLst>
              <a:ext uri="{FF2B5EF4-FFF2-40B4-BE49-F238E27FC236}">
                <a16:creationId xmlns:a16="http://schemas.microsoft.com/office/drawing/2014/main" id="{22DC999A-DDFC-211F-259D-4072C90DC003}"/>
              </a:ext>
            </a:extLst>
          </p:cNvPr>
          <p:cNvSpPr txBox="1"/>
          <p:nvPr/>
        </p:nvSpPr>
        <p:spPr>
          <a:xfrm>
            <a:off x="3811735" y="3515159"/>
            <a:ext cx="1509575" cy="646331"/>
          </a:xfrm>
          <a:prstGeom prst="rect">
            <a:avLst/>
          </a:prstGeom>
          <a:noFill/>
        </p:spPr>
        <p:txBody>
          <a:bodyPr wrap="square">
            <a:spAutoFit/>
          </a:bodyPr>
          <a:lstStyle/>
          <a:p>
            <a:pPr marL="0" marR="0" lvl="0" indent="0" algn="ctr" defTabSz="685800" rtl="0" eaLnBrk="1" fontAlgn="auto" latinLnBrk="0" hangingPunct="1">
              <a:lnSpc>
                <a:spcPct val="100000"/>
              </a:lnSpc>
              <a:spcBef>
                <a:spcPts val="450"/>
              </a:spcBef>
              <a:spcAft>
                <a:spcPts val="0"/>
              </a:spcAft>
              <a:buClrTx/>
              <a:buSzTx/>
              <a:buFontTx/>
              <a:buNone/>
              <a:tabLst/>
              <a:defRPr/>
            </a:pPr>
            <a:r>
              <a:rPr kumimoji="0" lang="fr-FR" sz="1800" b="1" i="0" u="none" strike="noStrike" kern="1200" cap="none" spc="0" normalizeH="0" baseline="0" noProof="0">
                <a:ln>
                  <a:noFill/>
                </a:ln>
                <a:solidFill>
                  <a:srgbClr val="212529"/>
                </a:solidFill>
                <a:effectLst/>
                <a:uLnTx/>
                <a:uFillTx/>
                <a:ea typeface="+mn-ea"/>
                <a:cs typeface="+mn-cs"/>
              </a:rPr>
              <a:t>ESTIMATION GLOBALE</a:t>
            </a:r>
            <a:endParaRPr kumimoji="0" lang="en-US" sz="1800" b="1" i="0" u="none" strike="noStrike" kern="1200" cap="none" spc="0" normalizeH="0" baseline="0" noProof="0">
              <a:ln>
                <a:noFill/>
              </a:ln>
              <a:solidFill>
                <a:srgbClr val="212529"/>
              </a:solidFill>
              <a:effectLst/>
              <a:uLnTx/>
              <a:uFillTx/>
              <a:ea typeface="+mn-ea"/>
              <a:cs typeface="+mn-cs"/>
            </a:endParaRPr>
          </a:p>
        </p:txBody>
      </p:sp>
      <p:grpSp>
        <p:nvGrpSpPr>
          <p:cNvPr id="26" name="Groupe 25">
            <a:extLst>
              <a:ext uri="{FF2B5EF4-FFF2-40B4-BE49-F238E27FC236}">
                <a16:creationId xmlns:a16="http://schemas.microsoft.com/office/drawing/2014/main" id="{EEB81F1E-51E4-61E4-B361-806DB588AE53}"/>
              </a:ext>
            </a:extLst>
          </p:cNvPr>
          <p:cNvGrpSpPr/>
          <p:nvPr/>
        </p:nvGrpSpPr>
        <p:grpSpPr>
          <a:xfrm>
            <a:off x="10281423" y="4262110"/>
            <a:ext cx="461243" cy="559135"/>
            <a:chOff x="7578887" y="4065604"/>
            <a:chExt cx="461243" cy="559135"/>
          </a:xfrm>
        </p:grpSpPr>
        <p:sp>
          <p:nvSpPr>
            <p:cNvPr id="27" name="Google Shape;1408;p36">
              <a:extLst>
                <a:ext uri="{FF2B5EF4-FFF2-40B4-BE49-F238E27FC236}">
                  <a16:creationId xmlns:a16="http://schemas.microsoft.com/office/drawing/2014/main" id="{8C516C1C-6CC6-BF7A-8F7A-98B81E181CF7}"/>
                </a:ext>
              </a:extLst>
            </p:cNvPr>
            <p:cNvSpPr/>
            <p:nvPr/>
          </p:nvSpPr>
          <p:spPr>
            <a:xfrm rot="5400000">
              <a:off x="7529941" y="4114550"/>
              <a:ext cx="559135" cy="461243"/>
            </a:xfrm>
            <a:custGeom>
              <a:avLst/>
              <a:gdLst/>
              <a:ahLst/>
              <a:cxnLst/>
              <a:rect l="l" t="t" r="r" b="b"/>
              <a:pathLst>
                <a:path w="18432" h="15205" extrusionOk="0">
                  <a:moveTo>
                    <a:pt x="7608" y="1"/>
                  </a:moveTo>
                  <a:cubicBezTo>
                    <a:pt x="3417" y="1"/>
                    <a:pt x="0" y="3406"/>
                    <a:pt x="0" y="7597"/>
                  </a:cubicBezTo>
                  <a:cubicBezTo>
                    <a:pt x="0" y="11800"/>
                    <a:pt x="3417" y="15205"/>
                    <a:pt x="7608" y="15205"/>
                  </a:cubicBezTo>
                  <a:cubicBezTo>
                    <a:pt x="10025" y="15205"/>
                    <a:pt x="12156" y="14098"/>
                    <a:pt x="13550" y="12336"/>
                  </a:cubicBezTo>
                  <a:cubicBezTo>
                    <a:pt x="14192" y="11538"/>
                    <a:pt x="14693" y="10585"/>
                    <a:pt x="14954" y="9549"/>
                  </a:cubicBezTo>
                  <a:lnTo>
                    <a:pt x="18431" y="7597"/>
                  </a:lnTo>
                  <a:lnTo>
                    <a:pt x="14954" y="5656"/>
                  </a:lnTo>
                  <a:cubicBezTo>
                    <a:pt x="14097" y="2394"/>
                    <a:pt x="11133" y="1"/>
                    <a:pt x="7608" y="1"/>
                  </a:cubicBezTo>
                  <a:close/>
                </a:path>
              </a:pathLst>
            </a:custGeom>
            <a:gradFill>
              <a:gsLst>
                <a:gs pos="0">
                  <a:schemeClr val="accent1"/>
                </a:gs>
                <a:gs pos="65000">
                  <a:schemeClr val="accent2"/>
                </a:gs>
              </a:gsLst>
              <a:lin ang="13500000" scaled="1"/>
            </a:gra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212529"/>
                </a:solidFill>
                <a:effectLst/>
                <a:uLnTx/>
                <a:uFillTx/>
                <a:ea typeface="+mn-ea"/>
                <a:cs typeface="+mn-cs"/>
              </a:endParaRPr>
            </a:p>
          </p:txBody>
        </p:sp>
        <p:sp>
          <p:nvSpPr>
            <p:cNvPr id="28" name="Google Shape;1409;p36">
              <a:extLst>
                <a:ext uri="{FF2B5EF4-FFF2-40B4-BE49-F238E27FC236}">
                  <a16:creationId xmlns:a16="http://schemas.microsoft.com/office/drawing/2014/main" id="{0B94D2AA-65E9-FFEF-4077-A859C54E75C1}"/>
                </a:ext>
              </a:extLst>
            </p:cNvPr>
            <p:cNvSpPr/>
            <p:nvPr/>
          </p:nvSpPr>
          <p:spPr>
            <a:xfrm rot="5400000">
              <a:off x="7612954" y="4100091"/>
              <a:ext cx="393121" cy="392632"/>
            </a:xfrm>
            <a:custGeom>
              <a:avLst/>
              <a:gdLst/>
              <a:ahLst/>
              <a:cxnLst/>
              <a:rect l="l" t="t" r="r" b="b"/>
              <a:pathLst>
                <a:path w="9669" h="9657" extrusionOk="0">
                  <a:moveTo>
                    <a:pt x="4834" y="1"/>
                  </a:moveTo>
                  <a:cubicBezTo>
                    <a:pt x="2155" y="1"/>
                    <a:pt x="0" y="2156"/>
                    <a:pt x="0" y="4823"/>
                  </a:cubicBezTo>
                  <a:cubicBezTo>
                    <a:pt x="0" y="7502"/>
                    <a:pt x="2155" y="9657"/>
                    <a:pt x="4834" y="9657"/>
                  </a:cubicBezTo>
                  <a:cubicBezTo>
                    <a:pt x="6370" y="9657"/>
                    <a:pt x="7728" y="8954"/>
                    <a:pt x="8620" y="7835"/>
                  </a:cubicBezTo>
                  <a:cubicBezTo>
                    <a:pt x="9263" y="7014"/>
                    <a:pt x="9668" y="5966"/>
                    <a:pt x="9668" y="4823"/>
                  </a:cubicBezTo>
                  <a:cubicBezTo>
                    <a:pt x="9668" y="2156"/>
                    <a:pt x="7513" y="1"/>
                    <a:pt x="4834" y="1"/>
                  </a:cubicBezTo>
                  <a:close/>
                </a:path>
              </a:pathLst>
            </a:custGeom>
            <a:solidFill>
              <a:srgbClr val="FFFFFF"/>
            </a:solidFill>
            <a:ln>
              <a:noFill/>
            </a:ln>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212529"/>
                </a:solidFill>
                <a:effectLst/>
                <a:uLnTx/>
                <a:uFillTx/>
                <a:ea typeface="+mn-ea"/>
                <a:cs typeface="+mn-cs"/>
              </a:endParaRPr>
            </a:p>
          </p:txBody>
        </p:sp>
        <p:pic>
          <p:nvPicPr>
            <p:cNvPr id="29" name="Graphic 94">
              <a:extLst>
                <a:ext uri="{FF2B5EF4-FFF2-40B4-BE49-F238E27FC236}">
                  <a16:creationId xmlns:a16="http://schemas.microsoft.com/office/drawing/2014/main" id="{0D9B4E6B-B5A3-4C71-DC1E-237C2D9C45D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flipH="1">
              <a:off x="7678447" y="4174333"/>
              <a:ext cx="251418" cy="251419"/>
            </a:xfrm>
            <a:prstGeom prst="rect">
              <a:avLst/>
            </a:prstGeom>
          </p:spPr>
        </p:pic>
      </p:grpSp>
      <p:sp>
        <p:nvSpPr>
          <p:cNvPr id="30" name="ZoneTexte 29">
            <a:extLst>
              <a:ext uri="{FF2B5EF4-FFF2-40B4-BE49-F238E27FC236}">
                <a16:creationId xmlns:a16="http://schemas.microsoft.com/office/drawing/2014/main" id="{6A1FDDBB-A17C-AFAA-D549-289E9CC6BE9C}"/>
              </a:ext>
            </a:extLst>
          </p:cNvPr>
          <p:cNvSpPr txBox="1"/>
          <p:nvPr/>
        </p:nvSpPr>
        <p:spPr>
          <a:xfrm>
            <a:off x="9367298" y="3515159"/>
            <a:ext cx="2278788"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212529"/>
                </a:solidFill>
                <a:effectLst/>
                <a:uLnTx/>
                <a:uFillTx/>
                <a:ea typeface="+mn-ea"/>
                <a:cs typeface="+mn-cs"/>
              </a:rPr>
              <a:t>PHASE D'IMPLÉMENTATION</a:t>
            </a:r>
          </a:p>
        </p:txBody>
      </p:sp>
      <p:sp>
        <p:nvSpPr>
          <p:cNvPr id="31" name="Rectangle 30">
            <a:extLst>
              <a:ext uri="{FF2B5EF4-FFF2-40B4-BE49-F238E27FC236}">
                <a16:creationId xmlns:a16="http://schemas.microsoft.com/office/drawing/2014/main" id="{DE455D74-F4A2-68D3-026C-3FF34BEF1E9A}"/>
              </a:ext>
            </a:extLst>
          </p:cNvPr>
          <p:cNvSpPr/>
          <p:nvPr/>
        </p:nvSpPr>
        <p:spPr>
          <a:xfrm>
            <a:off x="0" y="5024437"/>
            <a:ext cx="12192000" cy="86400"/>
          </a:xfrm>
          <a:prstGeom prst="rect">
            <a:avLst/>
          </a:prstGeom>
          <a:gradFill flip="none" rotWithShape="1">
            <a:gsLst>
              <a:gs pos="100000">
                <a:srgbClr val="714B67">
                  <a:lumMod val="100000"/>
                </a:srgbClr>
              </a:gs>
              <a:gs pos="72000">
                <a:srgbClr val="714B67"/>
              </a:gs>
              <a:gs pos="0">
                <a:srgbClr val="BA131A"/>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Tree>
    <p:extLst>
      <p:ext uri="{BB962C8B-B14F-4D97-AF65-F5344CB8AC3E}">
        <p14:creationId xmlns:p14="http://schemas.microsoft.com/office/powerpoint/2010/main" val="2901935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e 5">
            <a:extLst>
              <a:ext uri="{FF2B5EF4-FFF2-40B4-BE49-F238E27FC236}">
                <a16:creationId xmlns:a16="http://schemas.microsoft.com/office/drawing/2014/main" id="{3CA9032B-A852-331B-E0BE-778A921BA552}"/>
              </a:ext>
            </a:extLst>
          </p:cNvPr>
          <p:cNvGrpSpPr/>
          <p:nvPr/>
        </p:nvGrpSpPr>
        <p:grpSpPr>
          <a:xfrm rot="5400000">
            <a:off x="6295391" y="4322196"/>
            <a:ext cx="768378" cy="102093"/>
            <a:chOff x="1370008" y="2240347"/>
            <a:chExt cx="1739858" cy="231172"/>
          </a:xfrm>
          <a:solidFill>
            <a:schemeClr val="accent2"/>
          </a:solidFill>
        </p:grpSpPr>
        <p:cxnSp>
          <p:nvCxnSpPr>
            <p:cNvPr id="7" name="Connecteur droit 6">
              <a:extLst>
                <a:ext uri="{FF2B5EF4-FFF2-40B4-BE49-F238E27FC236}">
                  <a16:creationId xmlns:a16="http://schemas.microsoft.com/office/drawing/2014/main" id="{6ECC5D81-89A6-A6E9-93F8-3EBB4D4DB389}"/>
                </a:ext>
              </a:extLst>
            </p:cNvPr>
            <p:cNvCxnSpPr>
              <a:cxnSpLocks/>
              <a:endCxn id="8" idx="2"/>
            </p:cNvCxnSpPr>
            <p:nvPr/>
          </p:nvCxnSpPr>
          <p:spPr>
            <a:xfrm>
              <a:off x="1370008" y="2355933"/>
              <a:ext cx="1508686" cy="0"/>
            </a:xfrm>
            <a:prstGeom prst="line">
              <a:avLst/>
            </a:prstGeom>
            <a:grpFill/>
            <a:ln w="28575">
              <a:solidFill>
                <a:schemeClr val="accent2"/>
              </a:solidFill>
            </a:ln>
          </p:spPr>
          <p:style>
            <a:lnRef idx="3">
              <a:schemeClr val="dk1"/>
            </a:lnRef>
            <a:fillRef idx="0">
              <a:schemeClr val="dk1"/>
            </a:fillRef>
            <a:effectRef idx="2">
              <a:schemeClr val="dk1"/>
            </a:effectRef>
            <a:fontRef idx="minor">
              <a:schemeClr val="tx1"/>
            </a:fontRef>
          </p:style>
        </p:cxnSp>
        <p:sp>
          <p:nvSpPr>
            <p:cNvPr id="8" name="Ellipse 7">
              <a:extLst>
                <a:ext uri="{FF2B5EF4-FFF2-40B4-BE49-F238E27FC236}">
                  <a16:creationId xmlns:a16="http://schemas.microsoft.com/office/drawing/2014/main" id="{208DEFFF-C255-096F-2BFB-F0B3142092BD}"/>
                </a:ext>
              </a:extLst>
            </p:cNvPr>
            <p:cNvSpPr/>
            <p:nvPr/>
          </p:nvSpPr>
          <p:spPr>
            <a:xfrm>
              <a:off x="2878694" y="2240347"/>
              <a:ext cx="231172" cy="231172"/>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chemeClr val="accent2"/>
                </a:solidFill>
                <a:effectLst/>
                <a:uLnTx/>
                <a:uFillTx/>
                <a:ea typeface="+mn-ea"/>
                <a:cs typeface="+mn-cs"/>
              </a:endParaRPr>
            </a:p>
          </p:txBody>
        </p:sp>
      </p:grpSp>
      <p:grpSp>
        <p:nvGrpSpPr>
          <p:cNvPr id="10" name="Groupe 9">
            <a:extLst>
              <a:ext uri="{FF2B5EF4-FFF2-40B4-BE49-F238E27FC236}">
                <a16:creationId xmlns:a16="http://schemas.microsoft.com/office/drawing/2014/main" id="{D02BAC71-B1FD-2A88-1DE7-26B1978FBD0B}"/>
              </a:ext>
            </a:extLst>
          </p:cNvPr>
          <p:cNvGrpSpPr/>
          <p:nvPr/>
        </p:nvGrpSpPr>
        <p:grpSpPr>
          <a:xfrm rot="5400000">
            <a:off x="2803002" y="5417714"/>
            <a:ext cx="768378" cy="102093"/>
            <a:chOff x="1370008" y="2240349"/>
            <a:chExt cx="1739856" cy="231172"/>
          </a:xfrm>
          <a:solidFill>
            <a:schemeClr val="accent2"/>
          </a:solidFill>
        </p:grpSpPr>
        <p:cxnSp>
          <p:nvCxnSpPr>
            <p:cNvPr id="11" name="Connecteur droit 10">
              <a:extLst>
                <a:ext uri="{FF2B5EF4-FFF2-40B4-BE49-F238E27FC236}">
                  <a16:creationId xmlns:a16="http://schemas.microsoft.com/office/drawing/2014/main" id="{D64DFD22-2336-C48C-78EC-68236F7E60D0}"/>
                </a:ext>
              </a:extLst>
            </p:cNvPr>
            <p:cNvCxnSpPr>
              <a:cxnSpLocks/>
              <a:endCxn id="12" idx="2"/>
            </p:cNvCxnSpPr>
            <p:nvPr/>
          </p:nvCxnSpPr>
          <p:spPr>
            <a:xfrm>
              <a:off x="1370008" y="2355934"/>
              <a:ext cx="1508684" cy="0"/>
            </a:xfrm>
            <a:prstGeom prst="line">
              <a:avLst/>
            </a:prstGeom>
            <a:grpFill/>
            <a:ln w="28575">
              <a:solidFill>
                <a:schemeClr val="accent1"/>
              </a:solidFill>
            </a:ln>
          </p:spPr>
          <p:style>
            <a:lnRef idx="3">
              <a:schemeClr val="dk1"/>
            </a:lnRef>
            <a:fillRef idx="0">
              <a:schemeClr val="dk1"/>
            </a:fillRef>
            <a:effectRef idx="2">
              <a:schemeClr val="dk1"/>
            </a:effectRef>
            <a:fontRef idx="minor">
              <a:schemeClr val="tx1"/>
            </a:fontRef>
          </p:style>
        </p:cxnSp>
        <p:sp>
          <p:nvSpPr>
            <p:cNvPr id="12" name="Ellipse 11">
              <a:extLst>
                <a:ext uri="{FF2B5EF4-FFF2-40B4-BE49-F238E27FC236}">
                  <a16:creationId xmlns:a16="http://schemas.microsoft.com/office/drawing/2014/main" id="{79E16252-F23A-0246-5EC2-FFE3FB0C80AA}"/>
                </a:ext>
              </a:extLst>
            </p:cNvPr>
            <p:cNvSpPr/>
            <p:nvPr/>
          </p:nvSpPr>
          <p:spPr>
            <a:xfrm>
              <a:off x="2878692" y="2240349"/>
              <a:ext cx="231172" cy="231172"/>
            </a:xfrm>
            <a:prstGeom prst="ellips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C00000"/>
                </a:solidFill>
                <a:effectLst/>
                <a:uLnTx/>
                <a:uFillTx/>
                <a:ea typeface="+mn-ea"/>
                <a:cs typeface="+mn-cs"/>
              </a:endParaRPr>
            </a:p>
          </p:txBody>
        </p:sp>
      </p:grpSp>
      <p:grpSp>
        <p:nvGrpSpPr>
          <p:cNvPr id="19" name="Groupe 18">
            <a:extLst>
              <a:ext uri="{FF2B5EF4-FFF2-40B4-BE49-F238E27FC236}">
                <a16:creationId xmlns:a16="http://schemas.microsoft.com/office/drawing/2014/main" id="{0CD0B869-92CF-A689-FB67-2ACFA4811B6E}"/>
              </a:ext>
            </a:extLst>
          </p:cNvPr>
          <p:cNvGrpSpPr/>
          <p:nvPr/>
        </p:nvGrpSpPr>
        <p:grpSpPr>
          <a:xfrm rot="5400000">
            <a:off x="8618801" y="2377293"/>
            <a:ext cx="768378" cy="102093"/>
            <a:chOff x="1370008" y="2240347"/>
            <a:chExt cx="1739858" cy="231172"/>
          </a:xfrm>
          <a:solidFill>
            <a:schemeClr val="accent2"/>
          </a:solidFill>
        </p:grpSpPr>
        <p:cxnSp>
          <p:nvCxnSpPr>
            <p:cNvPr id="20" name="Connecteur droit 19">
              <a:extLst>
                <a:ext uri="{FF2B5EF4-FFF2-40B4-BE49-F238E27FC236}">
                  <a16:creationId xmlns:a16="http://schemas.microsoft.com/office/drawing/2014/main" id="{9DDD5099-1750-F1C0-940F-5907D9B7DACC}"/>
                </a:ext>
              </a:extLst>
            </p:cNvPr>
            <p:cNvCxnSpPr>
              <a:cxnSpLocks/>
              <a:endCxn id="21" idx="2"/>
            </p:cNvCxnSpPr>
            <p:nvPr/>
          </p:nvCxnSpPr>
          <p:spPr>
            <a:xfrm>
              <a:off x="1370008" y="2355933"/>
              <a:ext cx="1508686" cy="0"/>
            </a:xfrm>
            <a:prstGeom prst="line">
              <a:avLst/>
            </a:prstGeom>
            <a:grpFill/>
            <a:ln w="28575">
              <a:solidFill>
                <a:schemeClr val="accent2"/>
              </a:solidFill>
            </a:ln>
          </p:spPr>
          <p:style>
            <a:lnRef idx="3">
              <a:schemeClr val="dk1"/>
            </a:lnRef>
            <a:fillRef idx="0">
              <a:schemeClr val="dk1"/>
            </a:fillRef>
            <a:effectRef idx="2">
              <a:schemeClr val="dk1"/>
            </a:effectRef>
            <a:fontRef idx="minor">
              <a:schemeClr val="tx1"/>
            </a:fontRef>
          </p:style>
        </p:cxnSp>
        <p:sp>
          <p:nvSpPr>
            <p:cNvPr id="21" name="Ellipse 20">
              <a:extLst>
                <a:ext uri="{FF2B5EF4-FFF2-40B4-BE49-F238E27FC236}">
                  <a16:creationId xmlns:a16="http://schemas.microsoft.com/office/drawing/2014/main" id="{6EDD8610-3F8A-AB93-2285-E7B1B6D20D9F}"/>
                </a:ext>
              </a:extLst>
            </p:cNvPr>
            <p:cNvSpPr/>
            <p:nvPr/>
          </p:nvSpPr>
          <p:spPr>
            <a:xfrm>
              <a:off x="2878694" y="2240347"/>
              <a:ext cx="231172" cy="231172"/>
            </a:xfrm>
            <a:prstGeom prst="ellipse">
              <a:avLst/>
            </a:prstGeom>
            <a:grp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C00000"/>
                </a:solidFill>
                <a:effectLst/>
                <a:uLnTx/>
                <a:uFillTx/>
                <a:ea typeface="+mn-ea"/>
                <a:cs typeface="+mn-cs"/>
              </a:endParaRPr>
            </a:p>
          </p:txBody>
        </p:sp>
      </p:grpSp>
      <p:sp>
        <p:nvSpPr>
          <p:cNvPr id="38" name="Forme libre : forme 37">
            <a:extLst>
              <a:ext uri="{FF2B5EF4-FFF2-40B4-BE49-F238E27FC236}">
                <a16:creationId xmlns:a16="http://schemas.microsoft.com/office/drawing/2014/main" id="{6479923A-AB57-B1F3-D823-023A82C289DB}"/>
              </a:ext>
            </a:extLst>
          </p:cNvPr>
          <p:cNvSpPr/>
          <p:nvPr/>
        </p:nvSpPr>
        <p:spPr>
          <a:xfrm>
            <a:off x="-2" y="1476859"/>
            <a:ext cx="9457150" cy="3587792"/>
          </a:xfrm>
          <a:custGeom>
            <a:avLst/>
            <a:gdLst>
              <a:gd name="connsiteX0" fmla="*/ 0 w 9582411"/>
              <a:gd name="connsiteY0" fmla="*/ 2693096 h 2725571"/>
              <a:gd name="connsiteX1" fmla="*/ 4296427 w 9582411"/>
              <a:gd name="connsiteY1" fmla="*/ 2693096 h 2725571"/>
              <a:gd name="connsiteX2" fmla="*/ 4860099 w 9582411"/>
              <a:gd name="connsiteY2" fmla="*/ 2693096 h 2725571"/>
              <a:gd name="connsiteX3" fmla="*/ 6839211 w 9582411"/>
              <a:gd name="connsiteY3" fmla="*/ 2254685 h 2725571"/>
              <a:gd name="connsiteX4" fmla="*/ 9469677 w 9582411"/>
              <a:gd name="connsiteY4" fmla="*/ 112734 h 2725571"/>
              <a:gd name="connsiteX5" fmla="*/ 9469677 w 9582411"/>
              <a:gd name="connsiteY5" fmla="*/ 112734 h 2725571"/>
              <a:gd name="connsiteX6" fmla="*/ 9582411 w 9582411"/>
              <a:gd name="connsiteY6" fmla="*/ 0 h 2725571"/>
              <a:gd name="connsiteX0" fmla="*/ 0 w 9582411"/>
              <a:gd name="connsiteY0" fmla="*/ 2693096 h 2721693"/>
              <a:gd name="connsiteX1" fmla="*/ 3131507 w 9582411"/>
              <a:gd name="connsiteY1" fmla="*/ 2680570 h 2721693"/>
              <a:gd name="connsiteX2" fmla="*/ 4860099 w 9582411"/>
              <a:gd name="connsiteY2" fmla="*/ 2693096 h 2721693"/>
              <a:gd name="connsiteX3" fmla="*/ 6839211 w 9582411"/>
              <a:gd name="connsiteY3" fmla="*/ 2254685 h 2721693"/>
              <a:gd name="connsiteX4" fmla="*/ 9469677 w 9582411"/>
              <a:gd name="connsiteY4" fmla="*/ 112734 h 2721693"/>
              <a:gd name="connsiteX5" fmla="*/ 9469677 w 9582411"/>
              <a:gd name="connsiteY5" fmla="*/ 112734 h 2721693"/>
              <a:gd name="connsiteX6" fmla="*/ 9582411 w 9582411"/>
              <a:gd name="connsiteY6" fmla="*/ 0 h 2721693"/>
              <a:gd name="connsiteX0" fmla="*/ 0 w 9582411"/>
              <a:gd name="connsiteY0" fmla="*/ 2693096 h 2721693"/>
              <a:gd name="connsiteX1" fmla="*/ 3169927 w 9582411"/>
              <a:gd name="connsiteY1" fmla="*/ 2680570 h 2721693"/>
              <a:gd name="connsiteX2" fmla="*/ 4860099 w 9582411"/>
              <a:gd name="connsiteY2" fmla="*/ 2693096 h 2721693"/>
              <a:gd name="connsiteX3" fmla="*/ 6839211 w 9582411"/>
              <a:gd name="connsiteY3" fmla="*/ 2254685 h 2721693"/>
              <a:gd name="connsiteX4" fmla="*/ 9469677 w 9582411"/>
              <a:gd name="connsiteY4" fmla="*/ 112734 h 2721693"/>
              <a:gd name="connsiteX5" fmla="*/ 9469677 w 9582411"/>
              <a:gd name="connsiteY5" fmla="*/ 112734 h 2721693"/>
              <a:gd name="connsiteX6" fmla="*/ 9582411 w 9582411"/>
              <a:gd name="connsiteY6" fmla="*/ 0 h 2721693"/>
              <a:gd name="connsiteX0" fmla="*/ 0 w 9582411"/>
              <a:gd name="connsiteY0" fmla="*/ 2693096 h 2693096"/>
              <a:gd name="connsiteX1" fmla="*/ 3169927 w 9582411"/>
              <a:gd name="connsiteY1" fmla="*/ 2680570 h 2693096"/>
              <a:gd name="connsiteX2" fmla="*/ 6839211 w 9582411"/>
              <a:gd name="connsiteY2" fmla="*/ 225468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24058 w 9582411"/>
              <a:gd name="connsiteY2" fmla="*/ 1586174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31742 w 9582411"/>
              <a:gd name="connsiteY2" fmla="*/ 162459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582411"/>
              <a:gd name="connsiteY0" fmla="*/ 2693096 h 2693096"/>
              <a:gd name="connsiteX1" fmla="*/ 3169927 w 9582411"/>
              <a:gd name="connsiteY1" fmla="*/ 2680570 h 2693096"/>
              <a:gd name="connsiteX2" fmla="*/ 6631742 w 9582411"/>
              <a:gd name="connsiteY2" fmla="*/ 1624595 h 2693096"/>
              <a:gd name="connsiteX3" fmla="*/ 9469677 w 9582411"/>
              <a:gd name="connsiteY3" fmla="*/ 112734 h 2693096"/>
              <a:gd name="connsiteX4" fmla="*/ 9469677 w 9582411"/>
              <a:gd name="connsiteY4" fmla="*/ 112734 h 2693096"/>
              <a:gd name="connsiteX5" fmla="*/ 9582411 w 9582411"/>
              <a:gd name="connsiteY5" fmla="*/ 0 h 2693096"/>
              <a:gd name="connsiteX0" fmla="*/ 0 w 9469677"/>
              <a:gd name="connsiteY0" fmla="*/ 3361606 h 3361606"/>
              <a:gd name="connsiteX1" fmla="*/ 3169927 w 9469677"/>
              <a:gd name="connsiteY1" fmla="*/ 3349080 h 3361606"/>
              <a:gd name="connsiteX2" fmla="*/ 6631742 w 9469677"/>
              <a:gd name="connsiteY2" fmla="*/ 2293105 h 3361606"/>
              <a:gd name="connsiteX3" fmla="*/ 9469677 w 9469677"/>
              <a:gd name="connsiteY3" fmla="*/ 781244 h 3361606"/>
              <a:gd name="connsiteX4" fmla="*/ 9469677 w 9469677"/>
              <a:gd name="connsiteY4" fmla="*/ 781244 h 3361606"/>
              <a:gd name="connsiteX5" fmla="*/ 9275050 w 9469677"/>
              <a:gd name="connsiteY5" fmla="*/ 0 h 3361606"/>
              <a:gd name="connsiteX0" fmla="*/ 0 w 9469677"/>
              <a:gd name="connsiteY0" fmla="*/ 2580362 h 2580362"/>
              <a:gd name="connsiteX1" fmla="*/ 3169927 w 9469677"/>
              <a:gd name="connsiteY1" fmla="*/ 2567836 h 2580362"/>
              <a:gd name="connsiteX2" fmla="*/ 6631742 w 9469677"/>
              <a:gd name="connsiteY2" fmla="*/ 1511861 h 2580362"/>
              <a:gd name="connsiteX3" fmla="*/ 9469677 w 9469677"/>
              <a:gd name="connsiteY3" fmla="*/ 0 h 2580362"/>
              <a:gd name="connsiteX4" fmla="*/ 9469677 w 9469677"/>
              <a:gd name="connsiteY4" fmla="*/ 0 h 2580362"/>
              <a:gd name="connsiteX0" fmla="*/ 0 w 9469677"/>
              <a:gd name="connsiteY0" fmla="*/ 3225821 h 3225821"/>
              <a:gd name="connsiteX1" fmla="*/ 3169927 w 9469677"/>
              <a:gd name="connsiteY1" fmla="*/ 3213295 h 3225821"/>
              <a:gd name="connsiteX2" fmla="*/ 6631742 w 9469677"/>
              <a:gd name="connsiteY2" fmla="*/ 2157320 h 3225821"/>
              <a:gd name="connsiteX3" fmla="*/ 9469677 w 9469677"/>
              <a:gd name="connsiteY3" fmla="*/ 645459 h 3225821"/>
              <a:gd name="connsiteX4" fmla="*/ 9116212 w 9469677"/>
              <a:gd name="connsiteY4"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31742 w 9116212"/>
              <a:gd name="connsiteY2" fmla="*/ 2157320 h 3225821"/>
              <a:gd name="connsiteX3" fmla="*/ 9116212 w 9116212"/>
              <a:gd name="connsiteY3" fmla="*/ 0 h 3225821"/>
              <a:gd name="connsiteX0" fmla="*/ 0 w 9116212"/>
              <a:gd name="connsiteY0" fmla="*/ 3225821 h 3225821"/>
              <a:gd name="connsiteX1" fmla="*/ 3169927 w 9116212"/>
              <a:gd name="connsiteY1" fmla="*/ 3213295 h 3225821"/>
              <a:gd name="connsiteX2" fmla="*/ 6685530 w 9116212"/>
              <a:gd name="connsiteY2" fmla="*/ 2149635 h 3225821"/>
              <a:gd name="connsiteX3" fmla="*/ 9116212 w 9116212"/>
              <a:gd name="connsiteY3" fmla="*/ 0 h 3225821"/>
              <a:gd name="connsiteX0" fmla="*/ 0 w 9485046"/>
              <a:gd name="connsiteY0" fmla="*/ 3533182 h 3533182"/>
              <a:gd name="connsiteX1" fmla="*/ 3169927 w 9485046"/>
              <a:gd name="connsiteY1" fmla="*/ 3520656 h 3533182"/>
              <a:gd name="connsiteX2" fmla="*/ 6685530 w 9485046"/>
              <a:gd name="connsiteY2" fmla="*/ 2456996 h 3533182"/>
              <a:gd name="connsiteX3" fmla="*/ 9485046 w 9485046"/>
              <a:gd name="connsiteY3" fmla="*/ 0 h 3533182"/>
              <a:gd name="connsiteX0" fmla="*/ 0 w 9400521"/>
              <a:gd name="connsiteY0" fmla="*/ 3533182 h 3533182"/>
              <a:gd name="connsiteX1" fmla="*/ 3169927 w 9400521"/>
              <a:gd name="connsiteY1" fmla="*/ 3520656 h 3533182"/>
              <a:gd name="connsiteX2" fmla="*/ 6685530 w 9400521"/>
              <a:gd name="connsiteY2" fmla="*/ 2456996 h 3533182"/>
              <a:gd name="connsiteX3" fmla="*/ 9400521 w 9400521"/>
              <a:gd name="connsiteY3" fmla="*/ 0 h 3533182"/>
              <a:gd name="connsiteX0" fmla="*/ 0 w 9400521"/>
              <a:gd name="connsiteY0" fmla="*/ 3533182 h 3533182"/>
              <a:gd name="connsiteX1" fmla="*/ 3169927 w 9400521"/>
              <a:gd name="connsiteY1" fmla="*/ 3520656 h 3533182"/>
              <a:gd name="connsiteX2" fmla="*/ 6685530 w 9400521"/>
              <a:gd name="connsiteY2" fmla="*/ 2456996 h 3533182"/>
              <a:gd name="connsiteX3" fmla="*/ 9400521 w 9400521"/>
              <a:gd name="connsiteY3" fmla="*/ 0 h 3533182"/>
            </a:gdLst>
            <a:ahLst/>
            <a:cxnLst>
              <a:cxn ang="0">
                <a:pos x="connsiteX0" y="connsiteY0"/>
              </a:cxn>
              <a:cxn ang="0">
                <a:pos x="connsiteX1" y="connsiteY1"/>
              </a:cxn>
              <a:cxn ang="0">
                <a:pos x="connsiteX2" y="connsiteY2"/>
              </a:cxn>
              <a:cxn ang="0">
                <a:pos x="connsiteX3" y="connsiteY3"/>
              </a:cxn>
            </a:cxnLst>
            <a:rect l="l" t="t" r="r" b="b"/>
            <a:pathLst>
              <a:path w="9400521" h="3533182">
                <a:moveTo>
                  <a:pt x="0" y="3533182"/>
                </a:moveTo>
                <a:lnTo>
                  <a:pt x="3169927" y="3520656"/>
                </a:lnTo>
                <a:cubicBezTo>
                  <a:pt x="4284182" y="3341292"/>
                  <a:pt x="5647098" y="3043772"/>
                  <a:pt x="6685530" y="2456996"/>
                </a:cubicBezTo>
                <a:cubicBezTo>
                  <a:pt x="7723962" y="1870220"/>
                  <a:pt x="9075024" y="557019"/>
                  <a:pt x="9400521" y="0"/>
                </a:cubicBezTo>
              </a:path>
            </a:pathLst>
          </a:custGeom>
          <a:noFill/>
          <a:ln w="88900">
            <a:gradFill>
              <a:gsLst>
                <a:gs pos="100000">
                  <a:schemeClr val="accent1"/>
                </a:gs>
                <a:gs pos="65000">
                  <a:schemeClr val="accent2"/>
                </a:gs>
                <a:gs pos="0">
                  <a:schemeClr val="accent2"/>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9" name="Forme libre : forme 38">
            <a:extLst>
              <a:ext uri="{FF2B5EF4-FFF2-40B4-BE49-F238E27FC236}">
                <a16:creationId xmlns:a16="http://schemas.microsoft.com/office/drawing/2014/main" id="{4567E284-8F26-8702-C35A-ADF8DA84DE2D}"/>
              </a:ext>
            </a:extLst>
          </p:cNvPr>
          <p:cNvSpPr/>
          <p:nvPr/>
        </p:nvSpPr>
        <p:spPr>
          <a:xfrm>
            <a:off x="0" y="-18746"/>
            <a:ext cx="12192000" cy="1691217"/>
          </a:xfrm>
          <a:custGeom>
            <a:avLst/>
            <a:gdLst>
              <a:gd name="connsiteX0" fmla="*/ 0 w 12192000"/>
              <a:gd name="connsiteY0" fmla="*/ 0 h 2264156"/>
              <a:gd name="connsiteX1" fmla="*/ 12192000 w 12192000"/>
              <a:gd name="connsiteY1" fmla="*/ 0 h 2264156"/>
              <a:gd name="connsiteX2" fmla="*/ 12192000 w 12192000"/>
              <a:gd name="connsiteY2" fmla="*/ 1452206 h 2264156"/>
              <a:gd name="connsiteX3" fmla="*/ 12064938 w 12192000"/>
              <a:gd name="connsiteY3" fmla="*/ 1502396 h 2264156"/>
              <a:gd name="connsiteX4" fmla="*/ 6094585 w 12192000"/>
              <a:gd name="connsiteY4" fmla="*/ 2264156 h 2264156"/>
              <a:gd name="connsiteX5" fmla="*/ 124232 w 12192000"/>
              <a:gd name="connsiteY5" fmla="*/ 1502396 h 2264156"/>
              <a:gd name="connsiteX6" fmla="*/ 0 w 12192000"/>
              <a:gd name="connsiteY6" fmla="*/ 1453324 h 2264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2264156">
                <a:moveTo>
                  <a:pt x="0" y="0"/>
                </a:moveTo>
                <a:lnTo>
                  <a:pt x="12192000" y="0"/>
                </a:lnTo>
                <a:lnTo>
                  <a:pt x="12192000" y="1452206"/>
                </a:lnTo>
                <a:lnTo>
                  <a:pt x="12064938" y="1502396"/>
                </a:lnTo>
                <a:cubicBezTo>
                  <a:pt x="10771046" y="1961987"/>
                  <a:pt x="8579866" y="2264156"/>
                  <a:pt x="6094585" y="2264156"/>
                </a:cubicBezTo>
                <a:cubicBezTo>
                  <a:pt x="3609304" y="2264156"/>
                  <a:pt x="1418124" y="1961987"/>
                  <a:pt x="124232" y="1502396"/>
                </a:cubicBezTo>
                <a:lnTo>
                  <a:pt x="0" y="1453324"/>
                </a:lnTo>
                <a:close/>
              </a:path>
            </a:pathLst>
          </a:custGeom>
          <a:gradFill>
            <a:gsLst>
              <a:gs pos="35000">
                <a:srgbClr val="714B67"/>
              </a:gs>
              <a:gs pos="0">
                <a:srgbClr val="714B67"/>
              </a:gs>
              <a:gs pos="100000">
                <a:srgbClr val="BA131A"/>
              </a:gs>
            </a:gsLst>
            <a:path path="circle">
              <a:fillToRect l="100000" b="100000"/>
            </a:path>
          </a:gra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609539" rtl="0" eaLnBrk="1" fontAlgn="auto" latinLnBrk="0" hangingPunct="1">
              <a:lnSpc>
                <a:spcPct val="100000"/>
              </a:lnSpc>
              <a:spcBef>
                <a:spcPts val="0"/>
              </a:spcBef>
              <a:spcAft>
                <a:spcPts val="0"/>
              </a:spcAft>
              <a:buClrTx/>
              <a:buSzTx/>
              <a:buFontTx/>
              <a:buNone/>
              <a:tabLst/>
              <a:defRPr/>
            </a:pPr>
            <a:endParaRPr kumimoji="0" lang="fr-FR" sz="1200" b="0" i="0" u="none" strike="noStrike" kern="1200" cap="none" spc="0" normalizeH="0" baseline="0" noProof="0">
              <a:ln>
                <a:noFill/>
              </a:ln>
              <a:solidFill>
                <a:prstClr val="white"/>
              </a:solidFill>
              <a:effectLst/>
              <a:uLnTx/>
              <a:uFillTx/>
              <a:latin typeface="Trebuchet MS"/>
              <a:ea typeface="+mn-ea"/>
              <a:cs typeface="+mn-cs"/>
            </a:endParaRPr>
          </a:p>
        </p:txBody>
      </p:sp>
      <p:sp>
        <p:nvSpPr>
          <p:cNvPr id="4" name="Espace réservé du numéro de diapositive 3">
            <a:extLst>
              <a:ext uri="{FF2B5EF4-FFF2-40B4-BE49-F238E27FC236}">
                <a16:creationId xmlns:a16="http://schemas.microsoft.com/office/drawing/2014/main" id="{28C19932-668B-C0D3-E504-B0B48675B1C8}"/>
              </a:ext>
            </a:extLst>
          </p:cNvPr>
          <p:cNvSpPr>
            <a:spLocks noGrp="1"/>
          </p:cNvSpPr>
          <p:nvPr>
            <p:ph type="sldNum" sz="quarter" idx="10"/>
          </p:nvPr>
        </p:nvSpPr>
        <p:spPr/>
        <p:txBody>
          <a:bodyPr/>
          <a:lstStyle/>
          <a:p>
            <a:fld id="{0C34F99C-3C47-4582-9518-8D365E9692AE}" type="slidenum">
              <a:rPr lang="en-US" smtClean="0"/>
              <a:pPr/>
              <a:t>8</a:t>
            </a:fld>
            <a:endParaRPr lang="en-US"/>
          </a:p>
        </p:txBody>
      </p:sp>
      <p:sp>
        <p:nvSpPr>
          <p:cNvPr id="13" name="ZoneTexte 12">
            <a:extLst>
              <a:ext uri="{FF2B5EF4-FFF2-40B4-BE49-F238E27FC236}">
                <a16:creationId xmlns:a16="http://schemas.microsoft.com/office/drawing/2014/main" id="{DA44DD5A-EFA2-BD58-68A9-7F5AD3DA8E3B}"/>
              </a:ext>
            </a:extLst>
          </p:cNvPr>
          <p:cNvSpPr txBox="1"/>
          <p:nvPr/>
        </p:nvSpPr>
        <p:spPr>
          <a:xfrm>
            <a:off x="1581864" y="2204183"/>
            <a:ext cx="269028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714B67"/>
                </a:solidFill>
                <a:effectLst/>
                <a:uLnTx/>
                <a:uFillTx/>
                <a:ea typeface="+mn-ea"/>
                <a:cs typeface="+mn-cs"/>
              </a:rPr>
              <a:t>CONFORT UTILISATEUR</a:t>
            </a:r>
            <a:endParaRPr kumimoji="0" lang="en-US" sz="1800" b="1" i="0" u="none" strike="noStrike" kern="1200" cap="none" spc="0" normalizeH="0" baseline="0" noProof="0">
              <a:ln>
                <a:noFill/>
              </a:ln>
              <a:solidFill>
                <a:srgbClr val="714B67"/>
              </a:solidFill>
              <a:effectLst/>
              <a:uLnTx/>
              <a:uFillTx/>
              <a:ea typeface="+mn-ea"/>
              <a:cs typeface="+mn-cs"/>
            </a:endParaRPr>
          </a:p>
        </p:txBody>
      </p:sp>
      <p:sp>
        <p:nvSpPr>
          <p:cNvPr id="14" name="ZoneTexte 13">
            <a:extLst>
              <a:ext uri="{FF2B5EF4-FFF2-40B4-BE49-F238E27FC236}">
                <a16:creationId xmlns:a16="http://schemas.microsoft.com/office/drawing/2014/main" id="{5A5B68D6-0CBE-05C6-F336-BFCC094A62E9}"/>
              </a:ext>
            </a:extLst>
          </p:cNvPr>
          <p:cNvSpPr txBox="1"/>
          <p:nvPr/>
        </p:nvSpPr>
        <p:spPr>
          <a:xfrm>
            <a:off x="1581864" y="3155571"/>
            <a:ext cx="177114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714B67"/>
                </a:solidFill>
                <a:effectLst/>
                <a:uLnTx/>
                <a:uFillTx/>
                <a:ea typeface="+mn-ea"/>
                <a:cs typeface="+mn-cs"/>
              </a:rPr>
              <a:t>PRODUCTIVITÉ</a:t>
            </a:r>
            <a:endParaRPr kumimoji="0" lang="en-US" sz="1800" b="1" i="0" u="none" strike="noStrike" kern="1200" cap="none" spc="0" normalizeH="0" baseline="0" noProof="0">
              <a:ln>
                <a:noFill/>
              </a:ln>
              <a:solidFill>
                <a:srgbClr val="714B67"/>
              </a:solidFill>
              <a:effectLst/>
              <a:uLnTx/>
              <a:uFillTx/>
              <a:ea typeface="+mn-ea"/>
              <a:cs typeface="+mn-cs"/>
            </a:endParaRPr>
          </a:p>
        </p:txBody>
      </p:sp>
      <p:sp>
        <p:nvSpPr>
          <p:cNvPr id="15" name="Forme libre : forme 14">
            <a:extLst>
              <a:ext uri="{FF2B5EF4-FFF2-40B4-BE49-F238E27FC236}">
                <a16:creationId xmlns:a16="http://schemas.microsoft.com/office/drawing/2014/main" id="{9360457A-7C9B-7C68-FE1D-8CBA5816A819}"/>
              </a:ext>
            </a:extLst>
          </p:cNvPr>
          <p:cNvSpPr/>
          <p:nvPr/>
        </p:nvSpPr>
        <p:spPr>
          <a:xfrm>
            <a:off x="1158367" y="2225974"/>
            <a:ext cx="329764" cy="329764"/>
          </a:xfrm>
          <a:custGeom>
            <a:avLst/>
            <a:gdLst>
              <a:gd name="connsiteX0" fmla="*/ 0 w 999858"/>
              <a:gd name="connsiteY0" fmla="*/ 627259 h 999857"/>
              <a:gd name="connsiteX1" fmla="*/ 0 w 999858"/>
              <a:gd name="connsiteY1" fmla="*/ 372599 h 999857"/>
              <a:gd name="connsiteX2" fmla="*/ 372599 w 999858"/>
              <a:gd name="connsiteY2" fmla="*/ 372599 h 999857"/>
              <a:gd name="connsiteX3" fmla="*/ 372599 w 999858"/>
              <a:gd name="connsiteY3" fmla="*/ 0 h 999857"/>
              <a:gd name="connsiteX4" fmla="*/ 627259 w 999858"/>
              <a:gd name="connsiteY4" fmla="*/ 0 h 999857"/>
              <a:gd name="connsiteX5" fmla="*/ 627259 w 999858"/>
              <a:gd name="connsiteY5" fmla="*/ 372599 h 999857"/>
              <a:gd name="connsiteX6" fmla="*/ 999858 w 999858"/>
              <a:gd name="connsiteY6" fmla="*/ 372599 h 999857"/>
              <a:gd name="connsiteX7" fmla="*/ 999858 w 999858"/>
              <a:gd name="connsiteY7" fmla="*/ 627259 h 999857"/>
              <a:gd name="connsiteX8" fmla="*/ 627259 w 999858"/>
              <a:gd name="connsiteY8" fmla="*/ 627259 h 999857"/>
              <a:gd name="connsiteX9" fmla="*/ 627259 w 999858"/>
              <a:gd name="connsiteY9" fmla="*/ 999857 h 999857"/>
              <a:gd name="connsiteX10" fmla="*/ 372599 w 999858"/>
              <a:gd name="connsiteY10" fmla="*/ 999857 h 999857"/>
              <a:gd name="connsiteX11" fmla="*/ 372599 w 999858"/>
              <a:gd name="connsiteY11" fmla="*/ 627259 h 999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9858" h="999857">
                <a:moveTo>
                  <a:pt x="0" y="627259"/>
                </a:moveTo>
                <a:lnTo>
                  <a:pt x="0" y="372599"/>
                </a:lnTo>
                <a:lnTo>
                  <a:pt x="372599" y="372599"/>
                </a:lnTo>
                <a:lnTo>
                  <a:pt x="372599" y="0"/>
                </a:lnTo>
                <a:lnTo>
                  <a:pt x="627259" y="0"/>
                </a:lnTo>
                <a:lnTo>
                  <a:pt x="627259" y="372599"/>
                </a:lnTo>
                <a:lnTo>
                  <a:pt x="999858" y="372599"/>
                </a:lnTo>
                <a:lnTo>
                  <a:pt x="999858" y="627259"/>
                </a:lnTo>
                <a:lnTo>
                  <a:pt x="627259" y="627259"/>
                </a:lnTo>
                <a:lnTo>
                  <a:pt x="627259" y="999857"/>
                </a:lnTo>
                <a:lnTo>
                  <a:pt x="372599" y="999857"/>
                </a:lnTo>
                <a:lnTo>
                  <a:pt x="372599" y="627259"/>
                </a:lnTo>
                <a:close/>
              </a:path>
            </a:pathLst>
          </a:custGeom>
          <a:gradFill>
            <a:gsLst>
              <a:gs pos="0">
                <a:srgbClr val="714B67">
                  <a:lumMod val="100000"/>
                </a:srgbClr>
              </a:gs>
              <a:gs pos="35000">
                <a:srgbClr val="714B67"/>
              </a:gs>
              <a:gs pos="81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16" name="Forme libre : forme 15">
            <a:extLst>
              <a:ext uri="{FF2B5EF4-FFF2-40B4-BE49-F238E27FC236}">
                <a16:creationId xmlns:a16="http://schemas.microsoft.com/office/drawing/2014/main" id="{8511844E-8C93-2792-6D83-79FCC85569F5}"/>
              </a:ext>
            </a:extLst>
          </p:cNvPr>
          <p:cNvSpPr/>
          <p:nvPr/>
        </p:nvSpPr>
        <p:spPr>
          <a:xfrm>
            <a:off x="1162297" y="3175355"/>
            <a:ext cx="329764" cy="329764"/>
          </a:xfrm>
          <a:custGeom>
            <a:avLst/>
            <a:gdLst>
              <a:gd name="connsiteX0" fmla="*/ 0 w 999858"/>
              <a:gd name="connsiteY0" fmla="*/ 627259 h 999857"/>
              <a:gd name="connsiteX1" fmla="*/ 0 w 999858"/>
              <a:gd name="connsiteY1" fmla="*/ 372599 h 999857"/>
              <a:gd name="connsiteX2" fmla="*/ 372599 w 999858"/>
              <a:gd name="connsiteY2" fmla="*/ 372599 h 999857"/>
              <a:gd name="connsiteX3" fmla="*/ 372599 w 999858"/>
              <a:gd name="connsiteY3" fmla="*/ 0 h 999857"/>
              <a:gd name="connsiteX4" fmla="*/ 627259 w 999858"/>
              <a:gd name="connsiteY4" fmla="*/ 0 h 999857"/>
              <a:gd name="connsiteX5" fmla="*/ 627259 w 999858"/>
              <a:gd name="connsiteY5" fmla="*/ 372599 h 999857"/>
              <a:gd name="connsiteX6" fmla="*/ 999858 w 999858"/>
              <a:gd name="connsiteY6" fmla="*/ 372599 h 999857"/>
              <a:gd name="connsiteX7" fmla="*/ 999858 w 999858"/>
              <a:gd name="connsiteY7" fmla="*/ 627259 h 999857"/>
              <a:gd name="connsiteX8" fmla="*/ 627259 w 999858"/>
              <a:gd name="connsiteY8" fmla="*/ 627259 h 999857"/>
              <a:gd name="connsiteX9" fmla="*/ 627259 w 999858"/>
              <a:gd name="connsiteY9" fmla="*/ 999857 h 999857"/>
              <a:gd name="connsiteX10" fmla="*/ 372599 w 999858"/>
              <a:gd name="connsiteY10" fmla="*/ 999857 h 999857"/>
              <a:gd name="connsiteX11" fmla="*/ 372599 w 999858"/>
              <a:gd name="connsiteY11" fmla="*/ 627259 h 999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9858" h="999857">
                <a:moveTo>
                  <a:pt x="0" y="627259"/>
                </a:moveTo>
                <a:lnTo>
                  <a:pt x="0" y="372599"/>
                </a:lnTo>
                <a:lnTo>
                  <a:pt x="372599" y="372599"/>
                </a:lnTo>
                <a:lnTo>
                  <a:pt x="372599" y="0"/>
                </a:lnTo>
                <a:lnTo>
                  <a:pt x="627259" y="0"/>
                </a:lnTo>
                <a:lnTo>
                  <a:pt x="627259" y="372599"/>
                </a:lnTo>
                <a:lnTo>
                  <a:pt x="999858" y="372599"/>
                </a:lnTo>
                <a:lnTo>
                  <a:pt x="999858" y="627259"/>
                </a:lnTo>
                <a:lnTo>
                  <a:pt x="627259" y="627259"/>
                </a:lnTo>
                <a:lnTo>
                  <a:pt x="627259" y="999857"/>
                </a:lnTo>
                <a:lnTo>
                  <a:pt x="372599" y="999857"/>
                </a:lnTo>
                <a:lnTo>
                  <a:pt x="372599" y="627259"/>
                </a:lnTo>
                <a:close/>
              </a:path>
            </a:pathLst>
          </a:custGeom>
          <a:gradFill>
            <a:gsLst>
              <a:gs pos="0">
                <a:srgbClr val="714B67">
                  <a:lumMod val="100000"/>
                </a:srgbClr>
              </a:gs>
              <a:gs pos="35000">
                <a:srgbClr val="714B67"/>
              </a:gs>
              <a:gs pos="81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18" name="ZoneTexte 17">
            <a:extLst>
              <a:ext uri="{FF2B5EF4-FFF2-40B4-BE49-F238E27FC236}">
                <a16:creationId xmlns:a16="http://schemas.microsoft.com/office/drawing/2014/main" id="{8DE25F7D-912C-08C9-6D31-14443B319159}"/>
              </a:ext>
            </a:extLst>
          </p:cNvPr>
          <p:cNvSpPr txBox="1"/>
          <p:nvPr/>
        </p:nvSpPr>
        <p:spPr>
          <a:xfrm>
            <a:off x="3224241" y="5625808"/>
            <a:ext cx="2221318" cy="58477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chemeClr val="accent1"/>
                </a:solidFill>
                <a:effectLst/>
                <a:uLnTx/>
                <a:uFillTx/>
                <a:ea typeface="+mn-ea"/>
                <a:cs typeface="+mn-cs"/>
              </a:rPr>
              <a:t>MISE EN PRODUCTION</a:t>
            </a:r>
            <a:br>
              <a:rPr kumimoji="0" lang="fr-FR" sz="1600" b="1" i="0" u="none" strike="noStrike" kern="1200" cap="none" spc="0" normalizeH="0" baseline="0" noProof="0">
                <a:ln>
                  <a:noFill/>
                </a:ln>
                <a:solidFill>
                  <a:schemeClr val="accent1"/>
                </a:solidFill>
                <a:effectLst/>
                <a:uLnTx/>
                <a:uFillTx/>
                <a:ea typeface="+mn-ea"/>
                <a:cs typeface="+mn-cs"/>
              </a:rPr>
            </a:br>
            <a:r>
              <a:rPr kumimoji="0" lang="fr-FR" sz="1600" b="1" i="0" u="none" strike="noStrike" kern="1200" cap="none" spc="0" normalizeH="0" baseline="0" noProof="0">
                <a:ln>
                  <a:noFill/>
                </a:ln>
                <a:solidFill>
                  <a:schemeClr val="accent1"/>
                </a:solidFill>
                <a:effectLst/>
                <a:uLnTx/>
                <a:uFillTx/>
                <a:ea typeface="+mn-ea"/>
                <a:cs typeface="+mn-cs"/>
              </a:rPr>
              <a:t>VERSION 1</a:t>
            </a:r>
            <a:endParaRPr kumimoji="0" lang="fr-FR" sz="2800" b="1" i="0" u="none" strike="noStrike" kern="1200" cap="none" spc="0" normalizeH="0" baseline="0" noProof="0">
              <a:ln>
                <a:noFill/>
              </a:ln>
              <a:solidFill>
                <a:schemeClr val="accent1"/>
              </a:solidFill>
              <a:effectLst/>
              <a:uLnTx/>
              <a:uFillTx/>
              <a:ea typeface="+mn-ea"/>
              <a:cs typeface="+mn-cs"/>
            </a:endParaRPr>
          </a:p>
        </p:txBody>
      </p:sp>
      <p:sp>
        <p:nvSpPr>
          <p:cNvPr id="22" name="ZoneTexte 21">
            <a:extLst>
              <a:ext uri="{FF2B5EF4-FFF2-40B4-BE49-F238E27FC236}">
                <a16:creationId xmlns:a16="http://schemas.microsoft.com/office/drawing/2014/main" id="{BEB8365B-FE4C-5DC8-C69F-ED533DC1A09E}"/>
              </a:ext>
            </a:extLst>
          </p:cNvPr>
          <p:cNvSpPr txBox="1"/>
          <p:nvPr/>
        </p:nvSpPr>
        <p:spPr>
          <a:xfrm>
            <a:off x="6730626" y="4512855"/>
            <a:ext cx="222131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chemeClr val="accent2"/>
                </a:solidFill>
                <a:effectLst/>
                <a:uLnTx/>
                <a:uFillTx/>
                <a:ea typeface="+mn-ea"/>
                <a:cs typeface="+mn-cs"/>
              </a:rPr>
              <a:t>VERSION 2</a:t>
            </a:r>
            <a:endParaRPr kumimoji="0" lang="fr-FR" sz="2800" b="1" i="0" u="none" strike="noStrike" kern="1200" cap="none" spc="0" normalizeH="0" baseline="0" noProof="0">
              <a:ln>
                <a:noFill/>
              </a:ln>
              <a:solidFill>
                <a:schemeClr val="accent2"/>
              </a:solidFill>
              <a:effectLst/>
              <a:uLnTx/>
              <a:uFillTx/>
              <a:ea typeface="+mn-ea"/>
              <a:cs typeface="+mn-cs"/>
            </a:endParaRPr>
          </a:p>
        </p:txBody>
      </p:sp>
      <p:sp>
        <p:nvSpPr>
          <p:cNvPr id="23" name="ZoneTexte 22">
            <a:extLst>
              <a:ext uri="{FF2B5EF4-FFF2-40B4-BE49-F238E27FC236}">
                <a16:creationId xmlns:a16="http://schemas.microsoft.com/office/drawing/2014/main" id="{EACF84BE-131C-35DC-9C5F-71AE2259FDC6}"/>
              </a:ext>
            </a:extLst>
          </p:cNvPr>
          <p:cNvSpPr txBox="1"/>
          <p:nvPr/>
        </p:nvSpPr>
        <p:spPr>
          <a:xfrm>
            <a:off x="9054330" y="2574984"/>
            <a:ext cx="222131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600" b="1" i="0" u="none" strike="noStrike" kern="1200" cap="none" spc="0" normalizeH="0" baseline="0" noProof="0">
                <a:ln>
                  <a:noFill/>
                </a:ln>
                <a:solidFill>
                  <a:schemeClr val="accent2"/>
                </a:solidFill>
                <a:effectLst/>
                <a:uLnTx/>
                <a:uFillTx/>
                <a:ea typeface="+mn-ea"/>
                <a:cs typeface="+mn-cs"/>
              </a:rPr>
              <a:t>VERSION 3</a:t>
            </a:r>
            <a:endParaRPr kumimoji="0" lang="fr-FR" sz="2800" b="1" i="0" u="none" strike="noStrike" kern="1200" cap="none" spc="0" normalizeH="0" baseline="0" noProof="0">
              <a:ln>
                <a:noFill/>
              </a:ln>
              <a:solidFill>
                <a:schemeClr val="accent2"/>
              </a:solidFill>
              <a:effectLst/>
              <a:uLnTx/>
              <a:uFillTx/>
              <a:ea typeface="+mn-ea"/>
              <a:cs typeface="+mn-cs"/>
            </a:endParaRPr>
          </a:p>
        </p:txBody>
      </p:sp>
      <p:sp>
        <p:nvSpPr>
          <p:cNvPr id="2" name="Titre 4">
            <a:extLst>
              <a:ext uri="{FF2B5EF4-FFF2-40B4-BE49-F238E27FC236}">
                <a16:creationId xmlns:a16="http://schemas.microsoft.com/office/drawing/2014/main" id="{7809A5ED-8C95-75F7-55C1-8F3535EFCF3E}"/>
              </a:ext>
            </a:extLst>
          </p:cNvPr>
          <p:cNvSpPr txBox="1">
            <a:spLocks/>
          </p:cNvSpPr>
          <p:nvPr/>
        </p:nvSpPr>
        <p:spPr>
          <a:xfrm>
            <a:off x="838200" y="182826"/>
            <a:ext cx="10515600" cy="1325563"/>
          </a:xfrm>
          <a:prstGeom prst="rect">
            <a:avLst/>
          </a:prstGeom>
        </p:spPr>
        <p:txBody>
          <a:bodyPr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b="1">
                <a:solidFill>
                  <a:schemeClr val="bg1"/>
                </a:solidFill>
              </a:rPr>
              <a:t>EVOLUEZ AVEC ODOO</a:t>
            </a:r>
          </a:p>
        </p:txBody>
      </p:sp>
    </p:spTree>
    <p:extLst>
      <p:ext uri="{BB962C8B-B14F-4D97-AF65-F5344CB8AC3E}">
        <p14:creationId xmlns:p14="http://schemas.microsoft.com/office/powerpoint/2010/main" val="3561037633"/>
      </p:ext>
    </p:extLst>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09074736-CA7E-2FF8-18E4-82B8F0ACD2DA}"/>
              </a:ext>
            </a:extLst>
          </p:cNvPr>
          <p:cNvSpPr/>
          <p:nvPr/>
        </p:nvSpPr>
        <p:spPr>
          <a:xfrm rot="10800000">
            <a:off x="-3" y="5776920"/>
            <a:ext cx="12191993" cy="1082711"/>
          </a:xfrm>
          <a:prstGeom prst="rect">
            <a:avLst/>
          </a:prstGeom>
          <a:solidFill>
            <a:srgbClr val="F1F1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p>
        </p:txBody>
      </p:sp>
      <p:sp>
        <p:nvSpPr>
          <p:cNvPr id="27" name="Rectangle 26">
            <a:extLst>
              <a:ext uri="{FF2B5EF4-FFF2-40B4-BE49-F238E27FC236}">
                <a16:creationId xmlns:a16="http://schemas.microsoft.com/office/drawing/2014/main" id="{B0D883B0-BB87-3867-92C4-13FF810843E5}"/>
              </a:ext>
            </a:extLst>
          </p:cNvPr>
          <p:cNvSpPr/>
          <p:nvPr/>
        </p:nvSpPr>
        <p:spPr>
          <a:xfrm rot="10800000">
            <a:off x="0" y="2130051"/>
            <a:ext cx="12191999" cy="1832580"/>
          </a:xfrm>
          <a:prstGeom prst="rect">
            <a:avLst/>
          </a:prstGeom>
          <a:solidFill>
            <a:srgbClr val="F1F1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p>
        </p:txBody>
      </p:sp>
      <p:sp>
        <p:nvSpPr>
          <p:cNvPr id="127" name="Titre 126">
            <a:extLst>
              <a:ext uri="{FF2B5EF4-FFF2-40B4-BE49-F238E27FC236}">
                <a16:creationId xmlns:a16="http://schemas.microsoft.com/office/drawing/2014/main" id="{86562610-282A-4AE5-1B80-931630A35000}"/>
              </a:ext>
            </a:extLst>
          </p:cNvPr>
          <p:cNvSpPr>
            <a:spLocks noGrp="1"/>
          </p:cNvSpPr>
          <p:nvPr>
            <p:ph type="title"/>
          </p:nvPr>
        </p:nvSpPr>
        <p:spPr/>
        <p:txBody>
          <a:bodyPr/>
          <a:lstStyle/>
          <a:p>
            <a:r>
              <a:rPr lang="en-US" dirty="0"/>
              <a:t>Vos </a:t>
            </a:r>
            <a:r>
              <a:rPr lang="en-US" dirty="0" err="1"/>
              <a:t>interlocuteurs</a:t>
            </a:r>
            <a:endParaRPr lang="en-US" b="0" dirty="0"/>
          </a:p>
        </p:txBody>
      </p:sp>
      <p:sp>
        <p:nvSpPr>
          <p:cNvPr id="4" name="Espace réservé du numéro de diapositive 3">
            <a:extLst>
              <a:ext uri="{FF2B5EF4-FFF2-40B4-BE49-F238E27FC236}">
                <a16:creationId xmlns:a16="http://schemas.microsoft.com/office/drawing/2014/main" id="{227CF30D-1873-8F69-7F0A-E055BBB0B76E}"/>
              </a:ext>
            </a:extLst>
          </p:cNvPr>
          <p:cNvSpPr>
            <a:spLocks noGrp="1"/>
          </p:cNvSpPr>
          <p:nvPr>
            <p:ph type="sldNum" sz="quarter" idx="10"/>
          </p:nvPr>
        </p:nvSpPr>
        <p:spPr/>
        <p:txBody>
          <a:bodyPr/>
          <a:lstStyle/>
          <a:p>
            <a:fld id="{0C34F99C-3C47-4582-9518-8D365E9692AE}" type="slidenum">
              <a:rPr lang="en-US" smtClean="0"/>
              <a:pPr/>
              <a:t>9</a:t>
            </a:fld>
            <a:endParaRPr lang="en-US"/>
          </a:p>
        </p:txBody>
      </p:sp>
      <p:pic>
        <p:nvPicPr>
          <p:cNvPr id="10" name="Graphique 9">
            <a:extLst>
              <a:ext uri="{FF2B5EF4-FFF2-40B4-BE49-F238E27FC236}">
                <a16:creationId xmlns:a16="http://schemas.microsoft.com/office/drawing/2014/main" id="{3B50CEE6-9828-F5AC-BE53-8A59D4F3FFC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2666" y="2160052"/>
            <a:ext cx="2712824" cy="797590"/>
          </a:xfrm>
          <a:prstGeom prst="rect">
            <a:avLst/>
          </a:prstGeom>
        </p:spPr>
      </p:pic>
      <p:pic>
        <p:nvPicPr>
          <p:cNvPr id="16" name="Graphique 15">
            <a:extLst>
              <a:ext uri="{FF2B5EF4-FFF2-40B4-BE49-F238E27FC236}">
                <a16:creationId xmlns:a16="http://schemas.microsoft.com/office/drawing/2014/main" id="{81EBA3B8-B467-4806-A869-7D3E3B8AC84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05754" y="5911861"/>
            <a:ext cx="1158284" cy="812831"/>
          </a:xfrm>
          <a:prstGeom prst="rect">
            <a:avLst/>
          </a:prstGeom>
        </p:spPr>
      </p:pic>
      <p:pic>
        <p:nvPicPr>
          <p:cNvPr id="20" name="Graphique 19">
            <a:extLst>
              <a:ext uri="{FF2B5EF4-FFF2-40B4-BE49-F238E27FC236}">
                <a16:creationId xmlns:a16="http://schemas.microsoft.com/office/drawing/2014/main" id="{EDDA54FA-B9C4-BB8C-F059-F2E8CACC2A0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05754" y="4012531"/>
            <a:ext cx="1158284" cy="812831"/>
          </a:xfrm>
          <a:prstGeom prst="rect">
            <a:avLst/>
          </a:prstGeom>
        </p:spPr>
      </p:pic>
      <p:sp>
        <p:nvSpPr>
          <p:cNvPr id="26" name="ZoneTexte 25">
            <a:extLst>
              <a:ext uri="{FF2B5EF4-FFF2-40B4-BE49-F238E27FC236}">
                <a16:creationId xmlns:a16="http://schemas.microsoft.com/office/drawing/2014/main" id="{CBB1B394-9483-7751-001C-8DC3E19925B4}"/>
              </a:ext>
            </a:extLst>
          </p:cNvPr>
          <p:cNvSpPr txBox="1"/>
          <p:nvPr/>
        </p:nvSpPr>
        <p:spPr>
          <a:xfrm rot="16200000">
            <a:off x="-463547" y="2896885"/>
            <a:ext cx="1810664" cy="276999"/>
          </a:xfrm>
          <a:prstGeom prst="rect">
            <a:avLst/>
          </a:prstGeom>
          <a:noFill/>
        </p:spPr>
        <p:txBody>
          <a:bodyPr wrap="square" rtlCol="0">
            <a:spAutoFit/>
          </a:bodyPr>
          <a:lstStyle/>
          <a:p>
            <a:pPr algn="ctr"/>
            <a:r>
              <a:rPr lang="fr-FR" sz="1200" b="1" dirty="0">
                <a:solidFill>
                  <a:schemeClr val="accent1"/>
                </a:solidFill>
                <a:latin typeface="+mj-lt"/>
              </a:rPr>
              <a:t>OPERATIONS</a:t>
            </a:r>
          </a:p>
        </p:txBody>
      </p:sp>
      <p:sp>
        <p:nvSpPr>
          <p:cNvPr id="34" name="ZoneTexte 33">
            <a:extLst>
              <a:ext uri="{FF2B5EF4-FFF2-40B4-BE49-F238E27FC236}">
                <a16:creationId xmlns:a16="http://schemas.microsoft.com/office/drawing/2014/main" id="{23DEFDCA-45A2-4B1E-BDC7-58E062FA9F0F}"/>
              </a:ext>
            </a:extLst>
          </p:cNvPr>
          <p:cNvSpPr txBox="1"/>
          <p:nvPr/>
        </p:nvSpPr>
        <p:spPr>
          <a:xfrm rot="16200000">
            <a:off x="-515821" y="4729463"/>
            <a:ext cx="1810664" cy="276999"/>
          </a:xfrm>
          <a:prstGeom prst="rect">
            <a:avLst/>
          </a:prstGeom>
          <a:noFill/>
        </p:spPr>
        <p:txBody>
          <a:bodyPr wrap="square" rtlCol="0">
            <a:spAutoFit/>
          </a:bodyPr>
          <a:lstStyle/>
          <a:p>
            <a:pPr algn="ctr"/>
            <a:r>
              <a:rPr lang="fr-FR" sz="1200" b="1" dirty="0">
                <a:solidFill>
                  <a:schemeClr val="accent2"/>
                </a:solidFill>
                <a:latin typeface="+mj-lt"/>
              </a:rPr>
              <a:t>SALES</a:t>
            </a:r>
          </a:p>
        </p:txBody>
      </p:sp>
      <p:pic>
        <p:nvPicPr>
          <p:cNvPr id="36" name="Graphique 35">
            <a:extLst>
              <a:ext uri="{FF2B5EF4-FFF2-40B4-BE49-F238E27FC236}">
                <a16:creationId xmlns:a16="http://schemas.microsoft.com/office/drawing/2014/main" id="{0E81F360-B1E3-E09C-C6F1-EA9C53EC5DA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92666" y="3048812"/>
            <a:ext cx="2724180" cy="872549"/>
          </a:xfrm>
          <a:prstGeom prst="rect">
            <a:avLst/>
          </a:prstGeom>
        </p:spPr>
      </p:pic>
      <p:pic>
        <p:nvPicPr>
          <p:cNvPr id="38" name="Graphique 37">
            <a:extLst>
              <a:ext uri="{FF2B5EF4-FFF2-40B4-BE49-F238E27FC236}">
                <a16:creationId xmlns:a16="http://schemas.microsoft.com/office/drawing/2014/main" id="{9EE50CFA-BCE2-E7D3-463C-5924004F3F7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05754" y="4916532"/>
            <a:ext cx="1158521" cy="807916"/>
          </a:xfrm>
          <a:prstGeom prst="rect">
            <a:avLst/>
          </a:prstGeom>
        </p:spPr>
      </p:pic>
      <p:sp>
        <p:nvSpPr>
          <p:cNvPr id="101" name="ZoneTexte 100">
            <a:extLst>
              <a:ext uri="{FF2B5EF4-FFF2-40B4-BE49-F238E27FC236}">
                <a16:creationId xmlns:a16="http://schemas.microsoft.com/office/drawing/2014/main" id="{8E777381-D376-CF0A-6D83-1C052025FD73}"/>
              </a:ext>
            </a:extLst>
          </p:cNvPr>
          <p:cNvSpPr txBox="1"/>
          <p:nvPr/>
        </p:nvSpPr>
        <p:spPr>
          <a:xfrm>
            <a:off x="3933902" y="1807298"/>
            <a:ext cx="760029" cy="276999"/>
          </a:xfrm>
          <a:prstGeom prst="rect">
            <a:avLst/>
          </a:prstGeom>
          <a:noFill/>
        </p:spPr>
        <p:txBody>
          <a:bodyPr wrap="square" rtlCol="0">
            <a:spAutoFit/>
          </a:bodyPr>
          <a:lstStyle/>
          <a:p>
            <a:pPr algn="ctr"/>
            <a:r>
              <a:rPr lang="fr-FR" sz="1200" b="1" dirty="0">
                <a:latin typeface="+mj-lt"/>
              </a:rPr>
              <a:t>Kick off</a:t>
            </a:r>
          </a:p>
        </p:txBody>
      </p:sp>
      <p:grpSp>
        <p:nvGrpSpPr>
          <p:cNvPr id="102" name="Groupe 101">
            <a:extLst>
              <a:ext uri="{FF2B5EF4-FFF2-40B4-BE49-F238E27FC236}">
                <a16:creationId xmlns:a16="http://schemas.microsoft.com/office/drawing/2014/main" id="{A991A30B-432E-39D6-E184-BBA60B2185DC}"/>
              </a:ext>
            </a:extLst>
          </p:cNvPr>
          <p:cNvGrpSpPr/>
          <p:nvPr/>
        </p:nvGrpSpPr>
        <p:grpSpPr>
          <a:xfrm>
            <a:off x="3665725" y="1783797"/>
            <a:ext cx="324000" cy="324000"/>
            <a:chOff x="2745040" y="2428028"/>
            <a:chExt cx="425863" cy="432188"/>
          </a:xfrm>
        </p:grpSpPr>
        <p:sp>
          <p:nvSpPr>
            <p:cNvPr id="103" name="Ellipse 102">
              <a:extLst>
                <a:ext uri="{FF2B5EF4-FFF2-40B4-BE49-F238E27FC236}">
                  <a16:creationId xmlns:a16="http://schemas.microsoft.com/office/drawing/2014/main" id="{920F5C5A-6104-09C1-DD83-B80CB8708E3A}"/>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104" name="Google Shape;11660;p77">
              <a:extLst>
                <a:ext uri="{FF2B5EF4-FFF2-40B4-BE49-F238E27FC236}">
                  <a16:creationId xmlns:a16="http://schemas.microsoft.com/office/drawing/2014/main" id="{533582CA-BC43-31BA-CFF0-A7953B89DF5D}"/>
                </a:ext>
              </a:extLst>
            </p:cNvPr>
            <p:cNvGrpSpPr/>
            <p:nvPr/>
          </p:nvGrpSpPr>
          <p:grpSpPr>
            <a:xfrm>
              <a:off x="2836084" y="2523531"/>
              <a:ext cx="243774" cy="241182"/>
              <a:chOff x="4263657" y="3963700"/>
              <a:chExt cx="298551" cy="295375"/>
            </a:xfrm>
            <a:solidFill>
              <a:schemeClr val="bg1"/>
            </a:solidFill>
          </p:grpSpPr>
          <p:sp>
            <p:nvSpPr>
              <p:cNvPr id="105" name="Google Shape;11661;p77">
                <a:extLst>
                  <a:ext uri="{FF2B5EF4-FFF2-40B4-BE49-F238E27FC236}">
                    <a16:creationId xmlns:a16="http://schemas.microsoft.com/office/drawing/2014/main" id="{20987676-ABBF-BEC3-B7A3-CAB940C2490E}"/>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06" name="Google Shape;11662;p77">
                <a:extLst>
                  <a:ext uri="{FF2B5EF4-FFF2-40B4-BE49-F238E27FC236}">
                    <a16:creationId xmlns:a16="http://schemas.microsoft.com/office/drawing/2014/main" id="{756519DC-FFE2-C0FA-D06C-A021ACD9302E}"/>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07" name="Google Shape;11663;p77">
                <a:extLst>
                  <a:ext uri="{FF2B5EF4-FFF2-40B4-BE49-F238E27FC236}">
                    <a16:creationId xmlns:a16="http://schemas.microsoft.com/office/drawing/2014/main" id="{3F70BBB1-C6BE-74FA-3EFE-3B5F96598CF9}"/>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08" name="Google Shape;11664;p77">
                <a:extLst>
                  <a:ext uri="{FF2B5EF4-FFF2-40B4-BE49-F238E27FC236}">
                    <a16:creationId xmlns:a16="http://schemas.microsoft.com/office/drawing/2014/main" id="{58F5C720-6721-656A-0FC2-68EE5D6F23B4}"/>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400" b="1" dirty="0"/>
              </a:p>
            </p:txBody>
          </p:sp>
          <p:sp>
            <p:nvSpPr>
              <p:cNvPr id="109" name="Google Shape;11665;p77">
                <a:extLst>
                  <a:ext uri="{FF2B5EF4-FFF2-40B4-BE49-F238E27FC236}">
                    <a16:creationId xmlns:a16="http://schemas.microsoft.com/office/drawing/2014/main" id="{6EEB1524-2E12-BDE1-3025-AA07AD441FE2}"/>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10" name="Google Shape;11666;p77">
                <a:extLst>
                  <a:ext uri="{FF2B5EF4-FFF2-40B4-BE49-F238E27FC236}">
                    <a16:creationId xmlns:a16="http://schemas.microsoft.com/office/drawing/2014/main" id="{75F704E9-E541-4282-3DD6-5F1573CE9221}"/>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400" b="1"/>
              </a:p>
            </p:txBody>
          </p:sp>
          <p:sp>
            <p:nvSpPr>
              <p:cNvPr id="111" name="Google Shape;11667;p77">
                <a:extLst>
                  <a:ext uri="{FF2B5EF4-FFF2-40B4-BE49-F238E27FC236}">
                    <a16:creationId xmlns:a16="http://schemas.microsoft.com/office/drawing/2014/main" id="{8A9E1EFA-A1C6-A963-2B39-CEBAA962D5D1}"/>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400" b="1"/>
              </a:p>
            </p:txBody>
          </p:sp>
        </p:grpSp>
      </p:grpSp>
      <p:sp>
        <p:nvSpPr>
          <p:cNvPr id="116" name="ZoneTexte 115">
            <a:extLst>
              <a:ext uri="{FF2B5EF4-FFF2-40B4-BE49-F238E27FC236}">
                <a16:creationId xmlns:a16="http://schemas.microsoft.com/office/drawing/2014/main" id="{EDFA8827-7F85-7DE3-A433-755745465D0B}"/>
              </a:ext>
            </a:extLst>
          </p:cNvPr>
          <p:cNvSpPr txBox="1"/>
          <p:nvPr/>
        </p:nvSpPr>
        <p:spPr>
          <a:xfrm>
            <a:off x="5161097" y="1807298"/>
            <a:ext cx="1636660" cy="276999"/>
          </a:xfrm>
          <a:prstGeom prst="rect">
            <a:avLst/>
          </a:prstGeom>
          <a:noFill/>
        </p:spPr>
        <p:txBody>
          <a:bodyPr wrap="square" rtlCol="0">
            <a:spAutoFit/>
          </a:bodyPr>
          <a:lstStyle/>
          <a:p>
            <a:pPr algn="ctr"/>
            <a:r>
              <a:rPr lang="fr-FR" sz="1200" b="1" dirty="0" err="1">
                <a:latin typeface="+mj-lt"/>
              </a:rPr>
              <a:t>Analysis</a:t>
            </a:r>
            <a:r>
              <a:rPr lang="fr-FR" sz="1200" b="1" dirty="0">
                <a:latin typeface="+mj-lt"/>
              </a:rPr>
              <a:t> Restitution</a:t>
            </a:r>
          </a:p>
        </p:txBody>
      </p:sp>
      <p:sp>
        <p:nvSpPr>
          <p:cNvPr id="129" name="ZoneTexte 128">
            <a:extLst>
              <a:ext uri="{FF2B5EF4-FFF2-40B4-BE49-F238E27FC236}">
                <a16:creationId xmlns:a16="http://schemas.microsoft.com/office/drawing/2014/main" id="{8EB5A14B-4B0A-33D6-EBD9-776ED5332B49}"/>
              </a:ext>
            </a:extLst>
          </p:cNvPr>
          <p:cNvSpPr txBox="1"/>
          <p:nvPr/>
        </p:nvSpPr>
        <p:spPr>
          <a:xfrm rot="16200000">
            <a:off x="-16722" y="6087444"/>
            <a:ext cx="997130" cy="461665"/>
          </a:xfrm>
          <a:prstGeom prst="rect">
            <a:avLst/>
          </a:prstGeom>
          <a:noFill/>
        </p:spPr>
        <p:txBody>
          <a:bodyPr wrap="square" rtlCol="0">
            <a:spAutoFit/>
          </a:bodyPr>
          <a:lstStyle/>
          <a:p>
            <a:pPr algn="ctr"/>
            <a:r>
              <a:rPr lang="fr-FR" sz="1200" b="1" dirty="0">
                <a:solidFill>
                  <a:schemeClr val="tx2"/>
                </a:solidFill>
                <a:latin typeface="+mj-lt"/>
              </a:rPr>
              <a:t>CUSTOMER SUCCESS</a:t>
            </a:r>
          </a:p>
        </p:txBody>
      </p:sp>
      <p:sp>
        <p:nvSpPr>
          <p:cNvPr id="130" name="ZoneTexte 129">
            <a:extLst>
              <a:ext uri="{FF2B5EF4-FFF2-40B4-BE49-F238E27FC236}">
                <a16:creationId xmlns:a16="http://schemas.microsoft.com/office/drawing/2014/main" id="{38A4A9A4-828D-D57C-3F33-A95B13B2A8DF}"/>
              </a:ext>
            </a:extLst>
          </p:cNvPr>
          <p:cNvSpPr txBox="1"/>
          <p:nvPr/>
        </p:nvSpPr>
        <p:spPr>
          <a:xfrm>
            <a:off x="7210586" y="1807298"/>
            <a:ext cx="1074617" cy="276999"/>
          </a:xfrm>
          <a:prstGeom prst="rect">
            <a:avLst/>
          </a:prstGeom>
          <a:noFill/>
        </p:spPr>
        <p:txBody>
          <a:bodyPr wrap="square" rtlCol="0">
            <a:spAutoFit/>
          </a:bodyPr>
          <a:lstStyle/>
          <a:p>
            <a:pPr algn="ctr"/>
            <a:r>
              <a:rPr lang="fr-FR" sz="1200" b="1" dirty="0">
                <a:latin typeface="+mj-lt"/>
              </a:rPr>
              <a:t>Pre Go Live</a:t>
            </a:r>
          </a:p>
        </p:txBody>
      </p:sp>
      <p:sp>
        <p:nvSpPr>
          <p:cNvPr id="131" name="ZoneTexte 130">
            <a:extLst>
              <a:ext uri="{FF2B5EF4-FFF2-40B4-BE49-F238E27FC236}">
                <a16:creationId xmlns:a16="http://schemas.microsoft.com/office/drawing/2014/main" id="{BEA26D4A-69B6-7ACF-B7FA-87601B30BFD4}"/>
              </a:ext>
            </a:extLst>
          </p:cNvPr>
          <p:cNvSpPr txBox="1"/>
          <p:nvPr/>
        </p:nvSpPr>
        <p:spPr>
          <a:xfrm>
            <a:off x="8698033" y="1807298"/>
            <a:ext cx="1074617" cy="276999"/>
          </a:xfrm>
          <a:prstGeom prst="rect">
            <a:avLst/>
          </a:prstGeom>
          <a:noFill/>
        </p:spPr>
        <p:txBody>
          <a:bodyPr wrap="square" rtlCol="0">
            <a:spAutoFit/>
          </a:bodyPr>
          <a:lstStyle/>
          <a:p>
            <a:pPr algn="ctr"/>
            <a:r>
              <a:rPr lang="fr-FR" sz="1200" b="1" dirty="0">
                <a:latin typeface="+mj-lt"/>
              </a:rPr>
              <a:t>Post Go Live</a:t>
            </a:r>
          </a:p>
        </p:txBody>
      </p:sp>
      <p:grpSp>
        <p:nvGrpSpPr>
          <p:cNvPr id="132" name="Groupe 131">
            <a:extLst>
              <a:ext uri="{FF2B5EF4-FFF2-40B4-BE49-F238E27FC236}">
                <a16:creationId xmlns:a16="http://schemas.microsoft.com/office/drawing/2014/main" id="{B67C8BCE-9ECD-35B0-FBEF-B43D04629296}"/>
              </a:ext>
            </a:extLst>
          </p:cNvPr>
          <p:cNvGrpSpPr/>
          <p:nvPr/>
        </p:nvGrpSpPr>
        <p:grpSpPr>
          <a:xfrm>
            <a:off x="4920761" y="1783797"/>
            <a:ext cx="324000" cy="324000"/>
            <a:chOff x="2745040" y="2428028"/>
            <a:chExt cx="425863" cy="432188"/>
          </a:xfrm>
        </p:grpSpPr>
        <p:sp>
          <p:nvSpPr>
            <p:cNvPr id="133" name="Ellipse 132">
              <a:extLst>
                <a:ext uri="{FF2B5EF4-FFF2-40B4-BE49-F238E27FC236}">
                  <a16:creationId xmlns:a16="http://schemas.microsoft.com/office/drawing/2014/main" id="{5B6AB38D-9325-3094-D533-DAE67D4FF7C3}"/>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134" name="Google Shape;11660;p77">
              <a:extLst>
                <a:ext uri="{FF2B5EF4-FFF2-40B4-BE49-F238E27FC236}">
                  <a16:creationId xmlns:a16="http://schemas.microsoft.com/office/drawing/2014/main" id="{16E2D220-5440-7EBE-DDCD-35A5EEACFE47}"/>
                </a:ext>
              </a:extLst>
            </p:cNvPr>
            <p:cNvGrpSpPr/>
            <p:nvPr/>
          </p:nvGrpSpPr>
          <p:grpSpPr>
            <a:xfrm>
              <a:off x="2836084" y="2523531"/>
              <a:ext cx="243774" cy="241182"/>
              <a:chOff x="4263657" y="3963700"/>
              <a:chExt cx="298551" cy="295375"/>
            </a:xfrm>
            <a:solidFill>
              <a:schemeClr val="bg1"/>
            </a:solidFill>
          </p:grpSpPr>
          <p:sp>
            <p:nvSpPr>
              <p:cNvPr id="135" name="Google Shape;11661;p77">
                <a:extLst>
                  <a:ext uri="{FF2B5EF4-FFF2-40B4-BE49-F238E27FC236}">
                    <a16:creationId xmlns:a16="http://schemas.microsoft.com/office/drawing/2014/main" id="{B32C5A64-6773-847B-F73E-C5A8EC4D458F}"/>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36" name="Google Shape;11662;p77">
                <a:extLst>
                  <a:ext uri="{FF2B5EF4-FFF2-40B4-BE49-F238E27FC236}">
                    <a16:creationId xmlns:a16="http://schemas.microsoft.com/office/drawing/2014/main" id="{6903EEF8-2E81-A3AA-E700-0590A0FFB98A}"/>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37" name="Google Shape;11663;p77">
                <a:extLst>
                  <a:ext uri="{FF2B5EF4-FFF2-40B4-BE49-F238E27FC236}">
                    <a16:creationId xmlns:a16="http://schemas.microsoft.com/office/drawing/2014/main" id="{4A456CFE-71A4-F29F-E764-ECCB57F6642F}"/>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38" name="Google Shape;11664;p77">
                <a:extLst>
                  <a:ext uri="{FF2B5EF4-FFF2-40B4-BE49-F238E27FC236}">
                    <a16:creationId xmlns:a16="http://schemas.microsoft.com/office/drawing/2014/main" id="{BC366AD2-434A-C8C2-E005-D937618A3824}"/>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400" b="1" dirty="0"/>
              </a:p>
            </p:txBody>
          </p:sp>
          <p:sp>
            <p:nvSpPr>
              <p:cNvPr id="139" name="Google Shape;11665;p77">
                <a:extLst>
                  <a:ext uri="{FF2B5EF4-FFF2-40B4-BE49-F238E27FC236}">
                    <a16:creationId xmlns:a16="http://schemas.microsoft.com/office/drawing/2014/main" id="{49525A25-6557-9DE7-7AB8-218B02A1387B}"/>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40" name="Google Shape;11666;p77">
                <a:extLst>
                  <a:ext uri="{FF2B5EF4-FFF2-40B4-BE49-F238E27FC236}">
                    <a16:creationId xmlns:a16="http://schemas.microsoft.com/office/drawing/2014/main" id="{30468BF1-7A4C-08BF-7B55-1234460D2D11}"/>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400" b="1"/>
              </a:p>
            </p:txBody>
          </p:sp>
          <p:sp>
            <p:nvSpPr>
              <p:cNvPr id="141" name="Google Shape;11667;p77">
                <a:extLst>
                  <a:ext uri="{FF2B5EF4-FFF2-40B4-BE49-F238E27FC236}">
                    <a16:creationId xmlns:a16="http://schemas.microsoft.com/office/drawing/2014/main" id="{9E97C213-96A4-7451-92F4-054A7D1BB6E4}"/>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400" b="1"/>
              </a:p>
            </p:txBody>
          </p:sp>
        </p:grpSp>
      </p:grpSp>
      <p:grpSp>
        <p:nvGrpSpPr>
          <p:cNvPr id="142" name="Groupe 141">
            <a:extLst>
              <a:ext uri="{FF2B5EF4-FFF2-40B4-BE49-F238E27FC236}">
                <a16:creationId xmlns:a16="http://schemas.microsoft.com/office/drawing/2014/main" id="{E99029D5-43E9-9DEE-F647-545E673178A6}"/>
              </a:ext>
            </a:extLst>
          </p:cNvPr>
          <p:cNvGrpSpPr/>
          <p:nvPr/>
        </p:nvGrpSpPr>
        <p:grpSpPr>
          <a:xfrm>
            <a:off x="6968826" y="1783797"/>
            <a:ext cx="324000" cy="324000"/>
            <a:chOff x="2745040" y="2428028"/>
            <a:chExt cx="425863" cy="432188"/>
          </a:xfrm>
        </p:grpSpPr>
        <p:sp>
          <p:nvSpPr>
            <p:cNvPr id="143" name="Ellipse 142">
              <a:extLst>
                <a:ext uri="{FF2B5EF4-FFF2-40B4-BE49-F238E27FC236}">
                  <a16:creationId xmlns:a16="http://schemas.microsoft.com/office/drawing/2014/main" id="{A32C4ACA-118B-93D9-DAB9-4568578BF201}"/>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144" name="Google Shape;11660;p77">
              <a:extLst>
                <a:ext uri="{FF2B5EF4-FFF2-40B4-BE49-F238E27FC236}">
                  <a16:creationId xmlns:a16="http://schemas.microsoft.com/office/drawing/2014/main" id="{5FC50376-8268-A877-50F2-0894D7413147}"/>
                </a:ext>
              </a:extLst>
            </p:cNvPr>
            <p:cNvGrpSpPr/>
            <p:nvPr/>
          </p:nvGrpSpPr>
          <p:grpSpPr>
            <a:xfrm>
              <a:off x="2836084" y="2523531"/>
              <a:ext cx="243774" cy="241182"/>
              <a:chOff x="4263657" y="3963700"/>
              <a:chExt cx="298551" cy="295375"/>
            </a:xfrm>
            <a:solidFill>
              <a:schemeClr val="bg1"/>
            </a:solidFill>
          </p:grpSpPr>
          <p:sp>
            <p:nvSpPr>
              <p:cNvPr id="145" name="Google Shape;11661;p77">
                <a:extLst>
                  <a:ext uri="{FF2B5EF4-FFF2-40B4-BE49-F238E27FC236}">
                    <a16:creationId xmlns:a16="http://schemas.microsoft.com/office/drawing/2014/main" id="{0029DC5D-12E4-F3C6-8DC0-7024FD328268}"/>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46" name="Google Shape;11662;p77">
                <a:extLst>
                  <a:ext uri="{FF2B5EF4-FFF2-40B4-BE49-F238E27FC236}">
                    <a16:creationId xmlns:a16="http://schemas.microsoft.com/office/drawing/2014/main" id="{EEBB9CFE-89CE-A042-DF2D-5A6CD6AD4275}"/>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47" name="Google Shape;11663;p77">
                <a:extLst>
                  <a:ext uri="{FF2B5EF4-FFF2-40B4-BE49-F238E27FC236}">
                    <a16:creationId xmlns:a16="http://schemas.microsoft.com/office/drawing/2014/main" id="{F017C8E1-21A9-8923-A3A9-AA8483CC3937}"/>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48" name="Google Shape;11664;p77">
                <a:extLst>
                  <a:ext uri="{FF2B5EF4-FFF2-40B4-BE49-F238E27FC236}">
                    <a16:creationId xmlns:a16="http://schemas.microsoft.com/office/drawing/2014/main" id="{37D7BC74-6505-F798-8E82-A6A07F1496DA}"/>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400" b="1" dirty="0"/>
              </a:p>
            </p:txBody>
          </p:sp>
          <p:sp>
            <p:nvSpPr>
              <p:cNvPr id="149" name="Google Shape;11665;p77">
                <a:extLst>
                  <a:ext uri="{FF2B5EF4-FFF2-40B4-BE49-F238E27FC236}">
                    <a16:creationId xmlns:a16="http://schemas.microsoft.com/office/drawing/2014/main" id="{1747CA1F-1539-7099-565F-7A5C3EF94BF6}"/>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50" name="Google Shape;11666;p77">
                <a:extLst>
                  <a:ext uri="{FF2B5EF4-FFF2-40B4-BE49-F238E27FC236}">
                    <a16:creationId xmlns:a16="http://schemas.microsoft.com/office/drawing/2014/main" id="{3007E72E-884A-B776-EBB4-4491A7C63BC2}"/>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400" b="1"/>
              </a:p>
            </p:txBody>
          </p:sp>
          <p:sp>
            <p:nvSpPr>
              <p:cNvPr id="151" name="Google Shape;11667;p77">
                <a:extLst>
                  <a:ext uri="{FF2B5EF4-FFF2-40B4-BE49-F238E27FC236}">
                    <a16:creationId xmlns:a16="http://schemas.microsoft.com/office/drawing/2014/main" id="{12F4B455-FE10-9CF5-2BFE-E53B56C704C1}"/>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400" b="1"/>
              </a:p>
            </p:txBody>
          </p:sp>
        </p:grpSp>
      </p:grpSp>
      <p:grpSp>
        <p:nvGrpSpPr>
          <p:cNvPr id="152" name="Groupe 151">
            <a:extLst>
              <a:ext uri="{FF2B5EF4-FFF2-40B4-BE49-F238E27FC236}">
                <a16:creationId xmlns:a16="http://schemas.microsoft.com/office/drawing/2014/main" id="{7043898F-DB89-CA9E-F9AD-13467FDA0EC2}"/>
              </a:ext>
            </a:extLst>
          </p:cNvPr>
          <p:cNvGrpSpPr/>
          <p:nvPr/>
        </p:nvGrpSpPr>
        <p:grpSpPr>
          <a:xfrm>
            <a:off x="8457696" y="1783797"/>
            <a:ext cx="324000" cy="324000"/>
            <a:chOff x="2745040" y="2428028"/>
            <a:chExt cx="425863" cy="432188"/>
          </a:xfrm>
        </p:grpSpPr>
        <p:sp>
          <p:nvSpPr>
            <p:cNvPr id="153" name="Ellipse 152">
              <a:extLst>
                <a:ext uri="{FF2B5EF4-FFF2-40B4-BE49-F238E27FC236}">
                  <a16:creationId xmlns:a16="http://schemas.microsoft.com/office/drawing/2014/main" id="{8A022532-67AB-BFBA-62AE-4A33E3DF674D}"/>
                </a:ext>
              </a:extLst>
            </p:cNvPr>
            <p:cNvSpPr/>
            <p:nvPr/>
          </p:nvSpPr>
          <p:spPr>
            <a:xfrm>
              <a:off x="2745040" y="2428028"/>
              <a:ext cx="425863" cy="432188"/>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solidFill>
                  <a:schemeClr val="tx1"/>
                </a:solidFill>
              </a:endParaRPr>
            </a:p>
          </p:txBody>
        </p:sp>
        <p:grpSp>
          <p:nvGrpSpPr>
            <p:cNvPr id="154" name="Google Shape;11660;p77">
              <a:extLst>
                <a:ext uri="{FF2B5EF4-FFF2-40B4-BE49-F238E27FC236}">
                  <a16:creationId xmlns:a16="http://schemas.microsoft.com/office/drawing/2014/main" id="{A3EAC7E7-43A4-18EA-82C0-745D5EA0E09B}"/>
                </a:ext>
              </a:extLst>
            </p:cNvPr>
            <p:cNvGrpSpPr/>
            <p:nvPr/>
          </p:nvGrpSpPr>
          <p:grpSpPr>
            <a:xfrm>
              <a:off x="2836084" y="2523531"/>
              <a:ext cx="243774" cy="241182"/>
              <a:chOff x="4263657" y="3963700"/>
              <a:chExt cx="298551" cy="295375"/>
            </a:xfrm>
            <a:solidFill>
              <a:schemeClr val="bg1"/>
            </a:solidFill>
          </p:grpSpPr>
          <p:sp>
            <p:nvSpPr>
              <p:cNvPr id="155" name="Google Shape;11661;p77">
                <a:extLst>
                  <a:ext uri="{FF2B5EF4-FFF2-40B4-BE49-F238E27FC236}">
                    <a16:creationId xmlns:a16="http://schemas.microsoft.com/office/drawing/2014/main" id="{30F9A07E-C79C-240A-7F87-E61CD54F7CD5}"/>
                  </a:ext>
                </a:extLst>
              </p:cNvPr>
              <p:cNvSpPr/>
              <p:nvPr/>
            </p:nvSpPr>
            <p:spPr>
              <a:xfrm>
                <a:off x="4384950" y="3963700"/>
                <a:ext cx="53575" cy="51225"/>
              </a:xfrm>
              <a:custGeom>
                <a:avLst/>
                <a:gdLst/>
                <a:ahLst/>
                <a:cxnLst/>
                <a:rect l="l" t="t" r="r" b="b"/>
                <a:pathLst>
                  <a:path w="2143" h="2049" extrusionOk="0">
                    <a:moveTo>
                      <a:pt x="1072" y="1"/>
                    </a:moveTo>
                    <a:cubicBezTo>
                      <a:pt x="473" y="1"/>
                      <a:pt x="1" y="473"/>
                      <a:pt x="1" y="1040"/>
                    </a:cubicBezTo>
                    <a:cubicBezTo>
                      <a:pt x="1" y="1607"/>
                      <a:pt x="473" y="2048"/>
                      <a:pt x="1072" y="2048"/>
                    </a:cubicBezTo>
                    <a:cubicBezTo>
                      <a:pt x="1670" y="2048"/>
                      <a:pt x="2143" y="1576"/>
                      <a:pt x="2143" y="1040"/>
                    </a:cubicBezTo>
                    <a:cubicBezTo>
                      <a:pt x="2143" y="442"/>
                      <a:pt x="1670" y="1"/>
                      <a:pt x="1072"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56" name="Google Shape;11662;p77">
                <a:extLst>
                  <a:ext uri="{FF2B5EF4-FFF2-40B4-BE49-F238E27FC236}">
                    <a16:creationId xmlns:a16="http://schemas.microsoft.com/office/drawing/2014/main" id="{D100F2F9-C795-45A8-440F-65BC90A8191D}"/>
                  </a:ext>
                </a:extLst>
              </p:cNvPr>
              <p:cNvSpPr/>
              <p:nvPr/>
            </p:nvSpPr>
            <p:spPr>
              <a:xfrm>
                <a:off x="43156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607" y="2048"/>
                      <a:pt x="2048" y="1576"/>
                      <a:pt x="2048" y="1040"/>
                    </a:cubicBezTo>
                    <a:cubicBezTo>
                      <a:pt x="2048" y="473"/>
                      <a:pt x="1607" y="1"/>
                      <a:pt x="1040"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57" name="Google Shape;11663;p77">
                <a:extLst>
                  <a:ext uri="{FF2B5EF4-FFF2-40B4-BE49-F238E27FC236}">
                    <a16:creationId xmlns:a16="http://schemas.microsoft.com/office/drawing/2014/main" id="{6C803831-AB25-2787-AEBB-29F0CEC9B12D}"/>
                  </a:ext>
                </a:extLst>
              </p:cNvPr>
              <p:cNvSpPr/>
              <p:nvPr/>
            </p:nvSpPr>
            <p:spPr>
              <a:xfrm>
                <a:off x="4455850" y="4136975"/>
                <a:ext cx="51200" cy="51225"/>
              </a:xfrm>
              <a:custGeom>
                <a:avLst/>
                <a:gdLst/>
                <a:ahLst/>
                <a:cxnLst/>
                <a:rect l="l" t="t" r="r" b="b"/>
                <a:pathLst>
                  <a:path w="2048" h="2049" extrusionOk="0">
                    <a:moveTo>
                      <a:pt x="1040" y="1"/>
                    </a:moveTo>
                    <a:cubicBezTo>
                      <a:pt x="473" y="1"/>
                      <a:pt x="0" y="473"/>
                      <a:pt x="0" y="1040"/>
                    </a:cubicBezTo>
                    <a:cubicBezTo>
                      <a:pt x="0" y="1576"/>
                      <a:pt x="473" y="2048"/>
                      <a:pt x="1040" y="2048"/>
                    </a:cubicBezTo>
                    <a:cubicBezTo>
                      <a:pt x="1575" y="2048"/>
                      <a:pt x="2048" y="1576"/>
                      <a:pt x="2048" y="1040"/>
                    </a:cubicBezTo>
                    <a:cubicBezTo>
                      <a:pt x="2048" y="473"/>
                      <a:pt x="1575" y="1"/>
                      <a:pt x="1040"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58" name="Google Shape;11664;p77">
                <a:extLst>
                  <a:ext uri="{FF2B5EF4-FFF2-40B4-BE49-F238E27FC236}">
                    <a16:creationId xmlns:a16="http://schemas.microsoft.com/office/drawing/2014/main" id="{C6925EE0-DF3F-6B1F-3EF4-23515E9027CC}"/>
                  </a:ext>
                </a:extLst>
              </p:cNvPr>
              <p:cNvSpPr/>
              <p:nvPr/>
            </p:nvSpPr>
            <p:spPr>
              <a:xfrm>
                <a:off x="4263657" y="4085000"/>
                <a:ext cx="298551" cy="122100"/>
              </a:xfrm>
              <a:custGeom>
                <a:avLst/>
                <a:gdLst/>
                <a:ahLst/>
                <a:cxnLst/>
                <a:rect l="l" t="t" r="r" b="b"/>
                <a:pathLst>
                  <a:path w="11942" h="4884" extrusionOk="0">
                    <a:moveTo>
                      <a:pt x="1545" y="0"/>
                    </a:moveTo>
                    <a:cubicBezTo>
                      <a:pt x="1041" y="0"/>
                      <a:pt x="599" y="347"/>
                      <a:pt x="505" y="851"/>
                    </a:cubicBezTo>
                    <a:lnTo>
                      <a:pt x="64" y="3655"/>
                    </a:lnTo>
                    <a:cubicBezTo>
                      <a:pt x="1" y="3970"/>
                      <a:pt x="95" y="4253"/>
                      <a:pt x="284" y="4474"/>
                    </a:cubicBezTo>
                    <a:cubicBezTo>
                      <a:pt x="410" y="4631"/>
                      <a:pt x="599" y="4757"/>
                      <a:pt x="788" y="4789"/>
                    </a:cubicBezTo>
                    <a:cubicBezTo>
                      <a:pt x="1009" y="4442"/>
                      <a:pt x="1324" y="4127"/>
                      <a:pt x="1639" y="3938"/>
                    </a:cubicBezTo>
                    <a:cubicBezTo>
                      <a:pt x="1513" y="3686"/>
                      <a:pt x="1419" y="3434"/>
                      <a:pt x="1419" y="3151"/>
                    </a:cubicBezTo>
                    <a:cubicBezTo>
                      <a:pt x="1419" y="2206"/>
                      <a:pt x="2206" y="1418"/>
                      <a:pt x="3151" y="1418"/>
                    </a:cubicBezTo>
                    <a:cubicBezTo>
                      <a:pt x="4097" y="1418"/>
                      <a:pt x="4884" y="2206"/>
                      <a:pt x="4884" y="3151"/>
                    </a:cubicBezTo>
                    <a:cubicBezTo>
                      <a:pt x="4884" y="3434"/>
                      <a:pt x="4821" y="3686"/>
                      <a:pt x="4695" y="3938"/>
                    </a:cubicBezTo>
                    <a:cubicBezTo>
                      <a:pt x="5042" y="4159"/>
                      <a:pt x="5325" y="4474"/>
                      <a:pt x="5577" y="4883"/>
                    </a:cubicBezTo>
                    <a:lnTo>
                      <a:pt x="6396" y="4883"/>
                    </a:lnTo>
                    <a:cubicBezTo>
                      <a:pt x="6585" y="4537"/>
                      <a:pt x="6900" y="4159"/>
                      <a:pt x="7247" y="3938"/>
                    </a:cubicBezTo>
                    <a:cubicBezTo>
                      <a:pt x="7152" y="3686"/>
                      <a:pt x="7058" y="3434"/>
                      <a:pt x="7058" y="3151"/>
                    </a:cubicBezTo>
                    <a:cubicBezTo>
                      <a:pt x="7058" y="2206"/>
                      <a:pt x="7846" y="1418"/>
                      <a:pt x="8791" y="1418"/>
                    </a:cubicBezTo>
                    <a:cubicBezTo>
                      <a:pt x="9736" y="1418"/>
                      <a:pt x="10524" y="2206"/>
                      <a:pt x="10524" y="3151"/>
                    </a:cubicBezTo>
                    <a:cubicBezTo>
                      <a:pt x="10524" y="3434"/>
                      <a:pt x="10461" y="3686"/>
                      <a:pt x="10334" y="3938"/>
                    </a:cubicBezTo>
                    <a:cubicBezTo>
                      <a:pt x="10681" y="4159"/>
                      <a:pt x="10965" y="4442"/>
                      <a:pt x="11154" y="4789"/>
                    </a:cubicBezTo>
                    <a:cubicBezTo>
                      <a:pt x="11343" y="4757"/>
                      <a:pt x="11563" y="4631"/>
                      <a:pt x="11658" y="4474"/>
                    </a:cubicBezTo>
                    <a:cubicBezTo>
                      <a:pt x="11878" y="4253"/>
                      <a:pt x="11941" y="3938"/>
                      <a:pt x="11910" y="3655"/>
                    </a:cubicBezTo>
                    <a:lnTo>
                      <a:pt x="11343" y="851"/>
                    </a:lnTo>
                    <a:cubicBezTo>
                      <a:pt x="11280" y="347"/>
                      <a:pt x="10839" y="0"/>
                      <a:pt x="10334" y="0"/>
                    </a:cubicBezTo>
                    <a:close/>
                  </a:path>
                </a:pathLst>
              </a:custGeom>
              <a:grpFill/>
              <a:ln>
                <a:noFill/>
              </a:ln>
            </p:spPr>
            <p:txBody>
              <a:bodyPr spcFirstLastPara="1" wrap="square" lIns="121900" tIns="121900" rIns="121900" bIns="121900" anchor="ctr" anchorCtr="0">
                <a:noAutofit/>
              </a:bodyPr>
              <a:lstStyle/>
              <a:p>
                <a:endParaRPr sz="2400" b="1" dirty="0"/>
              </a:p>
            </p:txBody>
          </p:sp>
          <p:sp>
            <p:nvSpPr>
              <p:cNvPr id="159" name="Google Shape;11665;p77">
                <a:extLst>
                  <a:ext uri="{FF2B5EF4-FFF2-40B4-BE49-F238E27FC236}">
                    <a16:creationId xmlns:a16="http://schemas.microsoft.com/office/drawing/2014/main" id="{92FB1E39-EAC2-8471-4D1A-457349180245}"/>
                  </a:ext>
                </a:extLst>
              </p:cNvPr>
              <p:cNvSpPr/>
              <p:nvPr/>
            </p:nvSpPr>
            <p:spPr>
              <a:xfrm>
                <a:off x="4431425" y="4196825"/>
                <a:ext cx="104000" cy="62250"/>
              </a:xfrm>
              <a:custGeom>
                <a:avLst/>
                <a:gdLst/>
                <a:ahLst/>
                <a:cxnLst/>
                <a:rect l="l" t="t" r="r" b="b"/>
                <a:pathLst>
                  <a:path w="4160" h="2490" extrusionOk="0">
                    <a:moveTo>
                      <a:pt x="977" y="1"/>
                    </a:moveTo>
                    <a:cubicBezTo>
                      <a:pt x="536" y="284"/>
                      <a:pt x="189" y="694"/>
                      <a:pt x="63" y="1198"/>
                    </a:cubicBezTo>
                    <a:cubicBezTo>
                      <a:pt x="32" y="1387"/>
                      <a:pt x="0" y="1576"/>
                      <a:pt x="0" y="1797"/>
                    </a:cubicBezTo>
                    <a:lnTo>
                      <a:pt x="0" y="2143"/>
                    </a:lnTo>
                    <a:cubicBezTo>
                      <a:pt x="0" y="2332"/>
                      <a:pt x="158" y="2490"/>
                      <a:pt x="347" y="2490"/>
                    </a:cubicBezTo>
                    <a:lnTo>
                      <a:pt x="3813" y="2490"/>
                    </a:lnTo>
                    <a:cubicBezTo>
                      <a:pt x="4002" y="2490"/>
                      <a:pt x="4159" y="2332"/>
                      <a:pt x="4159" y="2143"/>
                    </a:cubicBezTo>
                    <a:lnTo>
                      <a:pt x="4159" y="1797"/>
                    </a:lnTo>
                    <a:cubicBezTo>
                      <a:pt x="4096" y="1576"/>
                      <a:pt x="4065" y="1356"/>
                      <a:pt x="4002" y="1198"/>
                    </a:cubicBezTo>
                    <a:cubicBezTo>
                      <a:pt x="3844" y="694"/>
                      <a:pt x="3529" y="284"/>
                      <a:pt x="3119" y="1"/>
                    </a:cubicBezTo>
                    <a:cubicBezTo>
                      <a:pt x="2804" y="253"/>
                      <a:pt x="2426" y="410"/>
                      <a:pt x="2048" y="410"/>
                    </a:cubicBezTo>
                    <a:cubicBezTo>
                      <a:pt x="1639" y="410"/>
                      <a:pt x="1261" y="253"/>
                      <a:pt x="977" y="1"/>
                    </a:cubicBezTo>
                    <a:close/>
                  </a:path>
                </a:pathLst>
              </a:custGeom>
              <a:grpFill/>
              <a:ln>
                <a:noFill/>
              </a:ln>
            </p:spPr>
            <p:txBody>
              <a:bodyPr spcFirstLastPara="1" wrap="square" lIns="121900" tIns="121900" rIns="121900" bIns="121900" anchor="ctr" anchorCtr="0">
                <a:noAutofit/>
              </a:bodyPr>
              <a:lstStyle/>
              <a:p>
                <a:endParaRPr sz="2400" b="1"/>
              </a:p>
            </p:txBody>
          </p:sp>
          <p:sp>
            <p:nvSpPr>
              <p:cNvPr id="160" name="Google Shape;11666;p77">
                <a:extLst>
                  <a:ext uri="{FF2B5EF4-FFF2-40B4-BE49-F238E27FC236}">
                    <a16:creationId xmlns:a16="http://schemas.microsoft.com/office/drawing/2014/main" id="{6ECA0656-596E-2388-9E93-125877921FBF}"/>
                  </a:ext>
                </a:extLst>
              </p:cNvPr>
              <p:cNvSpPr/>
              <p:nvPr/>
            </p:nvSpPr>
            <p:spPr>
              <a:xfrm>
                <a:off x="4359750" y="4022775"/>
                <a:ext cx="104775" cy="44125"/>
              </a:xfrm>
              <a:custGeom>
                <a:avLst/>
                <a:gdLst/>
                <a:ahLst/>
                <a:cxnLst/>
                <a:rect l="l" t="t" r="r" b="b"/>
                <a:pathLst>
                  <a:path w="4191" h="1765" extrusionOk="0">
                    <a:moveTo>
                      <a:pt x="1009" y="0"/>
                    </a:moveTo>
                    <a:cubicBezTo>
                      <a:pt x="379" y="347"/>
                      <a:pt x="0" y="1040"/>
                      <a:pt x="0" y="1765"/>
                    </a:cubicBezTo>
                    <a:lnTo>
                      <a:pt x="4191" y="1765"/>
                    </a:lnTo>
                    <a:cubicBezTo>
                      <a:pt x="4191" y="1040"/>
                      <a:pt x="3813" y="347"/>
                      <a:pt x="3214" y="0"/>
                    </a:cubicBezTo>
                    <a:cubicBezTo>
                      <a:pt x="2899" y="252"/>
                      <a:pt x="2521" y="378"/>
                      <a:pt x="2111" y="378"/>
                    </a:cubicBezTo>
                    <a:cubicBezTo>
                      <a:pt x="1733" y="378"/>
                      <a:pt x="1324" y="252"/>
                      <a:pt x="1009" y="0"/>
                    </a:cubicBezTo>
                    <a:close/>
                  </a:path>
                </a:pathLst>
              </a:custGeom>
              <a:grpFill/>
              <a:ln>
                <a:noFill/>
              </a:ln>
            </p:spPr>
            <p:txBody>
              <a:bodyPr spcFirstLastPara="1" wrap="square" lIns="121900" tIns="121900" rIns="121900" bIns="121900" anchor="ctr" anchorCtr="0">
                <a:noAutofit/>
              </a:bodyPr>
              <a:lstStyle/>
              <a:p>
                <a:endParaRPr sz="2400" b="1"/>
              </a:p>
            </p:txBody>
          </p:sp>
          <p:sp>
            <p:nvSpPr>
              <p:cNvPr id="161" name="Google Shape;11667;p77">
                <a:extLst>
                  <a:ext uri="{FF2B5EF4-FFF2-40B4-BE49-F238E27FC236}">
                    <a16:creationId xmlns:a16="http://schemas.microsoft.com/office/drawing/2014/main" id="{C50037FE-35DB-5C13-2796-CA04F76D60E4}"/>
                  </a:ext>
                </a:extLst>
              </p:cNvPr>
              <p:cNvSpPr/>
              <p:nvPr/>
            </p:nvSpPr>
            <p:spPr>
              <a:xfrm>
                <a:off x="4291225" y="4196825"/>
                <a:ext cx="102425" cy="62250"/>
              </a:xfrm>
              <a:custGeom>
                <a:avLst/>
                <a:gdLst/>
                <a:ahLst/>
                <a:cxnLst/>
                <a:rect l="l" t="t" r="r" b="b"/>
                <a:pathLst>
                  <a:path w="4097" h="2490" extrusionOk="0">
                    <a:moveTo>
                      <a:pt x="1009" y="1"/>
                    </a:moveTo>
                    <a:cubicBezTo>
                      <a:pt x="568" y="284"/>
                      <a:pt x="221" y="694"/>
                      <a:pt x="95" y="1198"/>
                    </a:cubicBezTo>
                    <a:cubicBezTo>
                      <a:pt x="64" y="1387"/>
                      <a:pt x="1" y="1576"/>
                      <a:pt x="1" y="1797"/>
                    </a:cubicBezTo>
                    <a:lnTo>
                      <a:pt x="1" y="2143"/>
                    </a:lnTo>
                    <a:cubicBezTo>
                      <a:pt x="1" y="2332"/>
                      <a:pt x="158" y="2490"/>
                      <a:pt x="379" y="2490"/>
                    </a:cubicBezTo>
                    <a:lnTo>
                      <a:pt x="3844" y="2490"/>
                    </a:lnTo>
                    <a:cubicBezTo>
                      <a:pt x="3939" y="2490"/>
                      <a:pt x="4096" y="2332"/>
                      <a:pt x="4096" y="2143"/>
                    </a:cubicBezTo>
                    <a:lnTo>
                      <a:pt x="4096" y="1797"/>
                    </a:lnTo>
                    <a:cubicBezTo>
                      <a:pt x="4096" y="1576"/>
                      <a:pt x="4065" y="1356"/>
                      <a:pt x="4033" y="1198"/>
                    </a:cubicBezTo>
                    <a:cubicBezTo>
                      <a:pt x="3876" y="694"/>
                      <a:pt x="3561" y="284"/>
                      <a:pt x="3120" y="1"/>
                    </a:cubicBezTo>
                    <a:cubicBezTo>
                      <a:pt x="2804" y="253"/>
                      <a:pt x="2458" y="410"/>
                      <a:pt x="2048" y="410"/>
                    </a:cubicBezTo>
                    <a:cubicBezTo>
                      <a:pt x="1670" y="410"/>
                      <a:pt x="1261" y="253"/>
                      <a:pt x="1009" y="1"/>
                    </a:cubicBezTo>
                    <a:close/>
                  </a:path>
                </a:pathLst>
              </a:custGeom>
              <a:grpFill/>
              <a:ln>
                <a:noFill/>
              </a:ln>
            </p:spPr>
            <p:txBody>
              <a:bodyPr spcFirstLastPara="1" wrap="square" lIns="121900" tIns="121900" rIns="121900" bIns="121900" anchor="ctr" anchorCtr="0">
                <a:noAutofit/>
              </a:bodyPr>
              <a:lstStyle/>
              <a:p>
                <a:endParaRPr sz="2400" b="1"/>
              </a:p>
            </p:txBody>
          </p:sp>
        </p:grpSp>
      </p:grpSp>
      <p:cxnSp>
        <p:nvCxnSpPr>
          <p:cNvPr id="162" name="Connecteur droit 161">
            <a:extLst>
              <a:ext uri="{FF2B5EF4-FFF2-40B4-BE49-F238E27FC236}">
                <a16:creationId xmlns:a16="http://schemas.microsoft.com/office/drawing/2014/main" id="{9EA66194-1439-8985-84B1-A0588DB7F818}"/>
              </a:ext>
            </a:extLst>
          </p:cNvPr>
          <p:cNvCxnSpPr>
            <a:cxnSpLocks/>
          </p:cNvCxnSpPr>
          <p:nvPr/>
        </p:nvCxnSpPr>
        <p:spPr>
          <a:xfrm>
            <a:off x="3826982" y="2107797"/>
            <a:ext cx="0"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4" name="Connecteur droit 163">
            <a:extLst>
              <a:ext uri="{FF2B5EF4-FFF2-40B4-BE49-F238E27FC236}">
                <a16:creationId xmlns:a16="http://schemas.microsoft.com/office/drawing/2014/main" id="{C74C0D56-B433-D117-13C7-C2B50E28BFD4}"/>
              </a:ext>
            </a:extLst>
          </p:cNvPr>
          <p:cNvCxnSpPr>
            <a:cxnSpLocks/>
          </p:cNvCxnSpPr>
          <p:nvPr/>
        </p:nvCxnSpPr>
        <p:spPr>
          <a:xfrm flipH="1">
            <a:off x="5065377" y="2107797"/>
            <a:ext cx="16641"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5" name="Connecteur droit 164">
            <a:extLst>
              <a:ext uri="{FF2B5EF4-FFF2-40B4-BE49-F238E27FC236}">
                <a16:creationId xmlns:a16="http://schemas.microsoft.com/office/drawing/2014/main" id="{63D33EAF-9C15-62B4-2916-D5919ACD412F}"/>
              </a:ext>
            </a:extLst>
          </p:cNvPr>
          <p:cNvCxnSpPr>
            <a:cxnSpLocks/>
          </p:cNvCxnSpPr>
          <p:nvPr/>
        </p:nvCxnSpPr>
        <p:spPr>
          <a:xfrm flipH="1">
            <a:off x="7113442" y="2107797"/>
            <a:ext cx="16641" cy="47482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6" name="Connecteur droit 165">
            <a:extLst>
              <a:ext uri="{FF2B5EF4-FFF2-40B4-BE49-F238E27FC236}">
                <a16:creationId xmlns:a16="http://schemas.microsoft.com/office/drawing/2014/main" id="{A81ACB69-C99E-77FD-989A-ADA7F7C8F2C2}"/>
              </a:ext>
            </a:extLst>
          </p:cNvPr>
          <p:cNvCxnSpPr>
            <a:cxnSpLocks/>
          </p:cNvCxnSpPr>
          <p:nvPr/>
        </p:nvCxnSpPr>
        <p:spPr>
          <a:xfrm>
            <a:off x="8618953" y="2107797"/>
            <a:ext cx="0" cy="475020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67" name="Connecteur droit 166">
            <a:extLst>
              <a:ext uri="{FF2B5EF4-FFF2-40B4-BE49-F238E27FC236}">
                <a16:creationId xmlns:a16="http://schemas.microsoft.com/office/drawing/2014/main" id="{6A1DC53A-A645-26BA-D724-F6D51B485977}"/>
              </a:ext>
            </a:extLst>
          </p:cNvPr>
          <p:cNvCxnSpPr>
            <a:cxnSpLocks/>
          </p:cNvCxnSpPr>
          <p:nvPr/>
        </p:nvCxnSpPr>
        <p:spPr>
          <a:xfrm>
            <a:off x="8602312" y="2558848"/>
            <a:ext cx="3569835" cy="0"/>
          </a:xfrm>
          <a:prstGeom prst="line">
            <a:avLst/>
          </a:prstGeom>
          <a:ln w="254000">
            <a:solidFill>
              <a:schemeClr val="accent1"/>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eur droit 167">
            <a:extLst>
              <a:ext uri="{FF2B5EF4-FFF2-40B4-BE49-F238E27FC236}">
                <a16:creationId xmlns:a16="http://schemas.microsoft.com/office/drawing/2014/main" id="{BE07DB50-1541-43E4-926F-24B7AB6FB723}"/>
              </a:ext>
            </a:extLst>
          </p:cNvPr>
          <p:cNvCxnSpPr>
            <a:cxnSpLocks/>
          </p:cNvCxnSpPr>
          <p:nvPr/>
        </p:nvCxnSpPr>
        <p:spPr>
          <a:xfrm>
            <a:off x="3835066" y="2563520"/>
            <a:ext cx="4783887" cy="0"/>
          </a:xfrm>
          <a:prstGeom prst="line">
            <a:avLst/>
          </a:prstGeom>
          <a:ln w="254000">
            <a:solidFill>
              <a:schemeClr val="accent1"/>
            </a:solidFill>
          </a:ln>
        </p:spPr>
        <p:style>
          <a:lnRef idx="2">
            <a:schemeClr val="accent1"/>
          </a:lnRef>
          <a:fillRef idx="0">
            <a:schemeClr val="accent1"/>
          </a:fillRef>
          <a:effectRef idx="1">
            <a:schemeClr val="accent1"/>
          </a:effectRef>
          <a:fontRef idx="minor">
            <a:schemeClr val="tx1"/>
          </a:fontRef>
        </p:style>
      </p:cxnSp>
      <p:cxnSp>
        <p:nvCxnSpPr>
          <p:cNvPr id="179" name="Connecteur droit 178">
            <a:extLst>
              <a:ext uri="{FF2B5EF4-FFF2-40B4-BE49-F238E27FC236}">
                <a16:creationId xmlns:a16="http://schemas.microsoft.com/office/drawing/2014/main" id="{EB93BC03-F31A-F0FE-D7D4-2D278E204CF8}"/>
              </a:ext>
            </a:extLst>
          </p:cNvPr>
          <p:cNvCxnSpPr>
            <a:cxnSpLocks/>
          </p:cNvCxnSpPr>
          <p:nvPr/>
        </p:nvCxnSpPr>
        <p:spPr>
          <a:xfrm>
            <a:off x="8631183" y="3485086"/>
            <a:ext cx="3560807" cy="0"/>
          </a:xfrm>
          <a:prstGeom prst="line">
            <a:avLst/>
          </a:prstGeom>
          <a:ln w="254000">
            <a:solidFill>
              <a:schemeClr val="accent1">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182" name="Connecteur droit 181">
            <a:extLst>
              <a:ext uri="{FF2B5EF4-FFF2-40B4-BE49-F238E27FC236}">
                <a16:creationId xmlns:a16="http://schemas.microsoft.com/office/drawing/2014/main" id="{F6D792B8-F669-8A78-D141-4B5FAC8AFDCC}"/>
              </a:ext>
            </a:extLst>
          </p:cNvPr>
          <p:cNvCxnSpPr>
            <a:cxnSpLocks/>
          </p:cNvCxnSpPr>
          <p:nvPr/>
        </p:nvCxnSpPr>
        <p:spPr>
          <a:xfrm>
            <a:off x="8582469" y="4418946"/>
            <a:ext cx="3569835" cy="0"/>
          </a:xfrm>
          <a:prstGeom prst="line">
            <a:avLst/>
          </a:prstGeom>
          <a:ln w="254000">
            <a:solidFill>
              <a:schemeClr val="accent2"/>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eur droit 182">
            <a:extLst>
              <a:ext uri="{FF2B5EF4-FFF2-40B4-BE49-F238E27FC236}">
                <a16:creationId xmlns:a16="http://schemas.microsoft.com/office/drawing/2014/main" id="{03E990D8-4270-68FB-C94B-6F013F86CD3B}"/>
              </a:ext>
            </a:extLst>
          </p:cNvPr>
          <p:cNvCxnSpPr>
            <a:cxnSpLocks/>
          </p:cNvCxnSpPr>
          <p:nvPr/>
        </p:nvCxnSpPr>
        <p:spPr>
          <a:xfrm>
            <a:off x="3815223" y="4418946"/>
            <a:ext cx="4783887" cy="0"/>
          </a:xfrm>
          <a:prstGeom prst="line">
            <a:avLst/>
          </a:prstGeom>
          <a:ln w="254000">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184" name="Connecteur droit 183">
            <a:extLst>
              <a:ext uri="{FF2B5EF4-FFF2-40B4-BE49-F238E27FC236}">
                <a16:creationId xmlns:a16="http://schemas.microsoft.com/office/drawing/2014/main" id="{E40788AF-8F48-5530-E4F7-8574706C5F91}"/>
              </a:ext>
            </a:extLst>
          </p:cNvPr>
          <p:cNvCxnSpPr>
            <a:cxnSpLocks/>
          </p:cNvCxnSpPr>
          <p:nvPr/>
        </p:nvCxnSpPr>
        <p:spPr>
          <a:xfrm>
            <a:off x="8611340" y="5320490"/>
            <a:ext cx="3560807" cy="0"/>
          </a:xfrm>
          <a:prstGeom prst="line">
            <a:avLst/>
          </a:prstGeom>
          <a:ln w="254000">
            <a:solidFill>
              <a:schemeClr val="accent2">
                <a:lumMod val="20000"/>
                <a:lumOff val="80000"/>
              </a:schemeClr>
            </a:solidFill>
          </a:ln>
        </p:spPr>
        <p:style>
          <a:lnRef idx="2">
            <a:schemeClr val="accent1"/>
          </a:lnRef>
          <a:fillRef idx="0">
            <a:schemeClr val="accent1"/>
          </a:fillRef>
          <a:effectRef idx="1">
            <a:schemeClr val="accent1"/>
          </a:effectRef>
          <a:fontRef idx="minor">
            <a:schemeClr val="tx1"/>
          </a:fontRef>
        </p:style>
      </p:cxnSp>
      <p:cxnSp>
        <p:nvCxnSpPr>
          <p:cNvPr id="185" name="Connecteur droit 184">
            <a:extLst>
              <a:ext uri="{FF2B5EF4-FFF2-40B4-BE49-F238E27FC236}">
                <a16:creationId xmlns:a16="http://schemas.microsoft.com/office/drawing/2014/main" id="{64E631FD-9366-D7B6-89A9-877C8AC0FFB0}"/>
              </a:ext>
            </a:extLst>
          </p:cNvPr>
          <p:cNvCxnSpPr>
            <a:cxnSpLocks/>
            <a:endCxn id="33" idx="1"/>
          </p:cNvCxnSpPr>
          <p:nvPr/>
        </p:nvCxnSpPr>
        <p:spPr>
          <a:xfrm flipV="1">
            <a:off x="3815223" y="6318275"/>
            <a:ext cx="8376767" cy="1"/>
          </a:xfrm>
          <a:prstGeom prst="line">
            <a:avLst/>
          </a:prstGeom>
          <a:ln w="254000">
            <a:solidFill>
              <a:schemeClr val="tx2"/>
            </a:solidFill>
          </a:ln>
        </p:spPr>
        <p:style>
          <a:lnRef idx="2">
            <a:schemeClr val="accent1"/>
          </a:lnRef>
          <a:fillRef idx="0">
            <a:schemeClr val="accent1"/>
          </a:fillRef>
          <a:effectRef idx="1">
            <a:schemeClr val="accent1"/>
          </a:effectRef>
          <a:fontRef idx="minor">
            <a:schemeClr val="tx1"/>
          </a:fontRef>
        </p:style>
      </p:cxnSp>
      <p:sp>
        <p:nvSpPr>
          <p:cNvPr id="187" name="Ellipse 186">
            <a:extLst>
              <a:ext uri="{FF2B5EF4-FFF2-40B4-BE49-F238E27FC236}">
                <a16:creationId xmlns:a16="http://schemas.microsoft.com/office/drawing/2014/main" id="{734D94DA-80DE-EA59-1183-AB60CBEA80C5}"/>
              </a:ext>
            </a:extLst>
          </p:cNvPr>
          <p:cNvSpPr/>
          <p:nvPr/>
        </p:nvSpPr>
        <p:spPr>
          <a:xfrm>
            <a:off x="3698809" y="2431525"/>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88" name="Ellipse 187">
            <a:extLst>
              <a:ext uri="{FF2B5EF4-FFF2-40B4-BE49-F238E27FC236}">
                <a16:creationId xmlns:a16="http://schemas.microsoft.com/office/drawing/2014/main" id="{FD5AAB4D-AF83-C8AC-A89C-83F07DDAC503}"/>
              </a:ext>
            </a:extLst>
          </p:cNvPr>
          <p:cNvSpPr/>
          <p:nvPr/>
        </p:nvSpPr>
        <p:spPr>
          <a:xfrm>
            <a:off x="4947319" y="2437913"/>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89" name="Ellipse 188">
            <a:extLst>
              <a:ext uri="{FF2B5EF4-FFF2-40B4-BE49-F238E27FC236}">
                <a16:creationId xmlns:a16="http://schemas.microsoft.com/office/drawing/2014/main" id="{B197C4FE-DCED-A066-F2C2-022A580E2864}"/>
              </a:ext>
            </a:extLst>
          </p:cNvPr>
          <p:cNvSpPr/>
          <p:nvPr/>
        </p:nvSpPr>
        <p:spPr>
          <a:xfrm>
            <a:off x="6995083" y="2437913"/>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90" name="Ellipse 189">
            <a:extLst>
              <a:ext uri="{FF2B5EF4-FFF2-40B4-BE49-F238E27FC236}">
                <a16:creationId xmlns:a16="http://schemas.microsoft.com/office/drawing/2014/main" id="{0D3A0373-4610-2E63-D7CF-4FC1E860E9AF}"/>
              </a:ext>
            </a:extLst>
          </p:cNvPr>
          <p:cNvSpPr/>
          <p:nvPr/>
        </p:nvSpPr>
        <p:spPr>
          <a:xfrm>
            <a:off x="8489591" y="2431525"/>
            <a:ext cx="270000" cy="270000"/>
          </a:xfrm>
          <a:prstGeom prst="ellipse">
            <a:avLst/>
          </a:prstGeom>
          <a:solidFill>
            <a:schemeClr val="accent1"/>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91" name="Ellipse 190">
            <a:extLst>
              <a:ext uri="{FF2B5EF4-FFF2-40B4-BE49-F238E27FC236}">
                <a16:creationId xmlns:a16="http://schemas.microsoft.com/office/drawing/2014/main" id="{55A2C7F2-C680-8B11-B1FB-383A5F3FDB4F}"/>
              </a:ext>
            </a:extLst>
          </p:cNvPr>
          <p:cNvSpPr/>
          <p:nvPr/>
        </p:nvSpPr>
        <p:spPr>
          <a:xfrm>
            <a:off x="3689400" y="4286632"/>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92" name="Ellipse 191">
            <a:extLst>
              <a:ext uri="{FF2B5EF4-FFF2-40B4-BE49-F238E27FC236}">
                <a16:creationId xmlns:a16="http://schemas.microsoft.com/office/drawing/2014/main" id="{E539CCCC-E740-E19E-9FD3-B248072D43F1}"/>
              </a:ext>
            </a:extLst>
          </p:cNvPr>
          <p:cNvSpPr/>
          <p:nvPr/>
        </p:nvSpPr>
        <p:spPr>
          <a:xfrm>
            <a:off x="4933215" y="4289294"/>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93" name="Ellipse 192">
            <a:extLst>
              <a:ext uri="{FF2B5EF4-FFF2-40B4-BE49-F238E27FC236}">
                <a16:creationId xmlns:a16="http://schemas.microsoft.com/office/drawing/2014/main" id="{F04B749F-E626-7401-5579-DBA0D1C0772B}"/>
              </a:ext>
            </a:extLst>
          </p:cNvPr>
          <p:cNvSpPr/>
          <p:nvPr/>
        </p:nvSpPr>
        <p:spPr>
          <a:xfrm>
            <a:off x="6995083" y="4287427"/>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94" name="Ellipse 193">
            <a:extLst>
              <a:ext uri="{FF2B5EF4-FFF2-40B4-BE49-F238E27FC236}">
                <a16:creationId xmlns:a16="http://schemas.microsoft.com/office/drawing/2014/main" id="{DD259AB4-6282-6F24-B176-35B2636082AC}"/>
              </a:ext>
            </a:extLst>
          </p:cNvPr>
          <p:cNvSpPr/>
          <p:nvPr/>
        </p:nvSpPr>
        <p:spPr>
          <a:xfrm>
            <a:off x="8489591" y="4287427"/>
            <a:ext cx="270000" cy="270000"/>
          </a:xfrm>
          <a:prstGeom prst="ellipse">
            <a:avLst/>
          </a:prstGeom>
          <a:solidFill>
            <a:schemeClr val="accent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96" name="Ellipse 195">
            <a:extLst>
              <a:ext uri="{FF2B5EF4-FFF2-40B4-BE49-F238E27FC236}">
                <a16:creationId xmlns:a16="http://schemas.microsoft.com/office/drawing/2014/main" id="{9596BDCA-9455-27C8-D8FD-C5839660CD11}"/>
              </a:ext>
            </a:extLst>
          </p:cNvPr>
          <p:cNvSpPr/>
          <p:nvPr/>
        </p:nvSpPr>
        <p:spPr>
          <a:xfrm>
            <a:off x="4281735"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97" name="Ellipse 196">
            <a:extLst>
              <a:ext uri="{FF2B5EF4-FFF2-40B4-BE49-F238E27FC236}">
                <a16:creationId xmlns:a16="http://schemas.microsoft.com/office/drawing/2014/main" id="{42590B43-2F95-C4BB-98B1-0455DE3E3187}"/>
              </a:ext>
            </a:extLst>
          </p:cNvPr>
          <p:cNvSpPr/>
          <p:nvPr/>
        </p:nvSpPr>
        <p:spPr>
          <a:xfrm>
            <a:off x="5207203"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199" name="Ellipse 198">
            <a:extLst>
              <a:ext uri="{FF2B5EF4-FFF2-40B4-BE49-F238E27FC236}">
                <a16:creationId xmlns:a16="http://schemas.microsoft.com/office/drawing/2014/main" id="{C42843EA-8B36-2D05-29FE-47B6E18A11A9}"/>
              </a:ext>
            </a:extLst>
          </p:cNvPr>
          <p:cNvSpPr/>
          <p:nvPr/>
        </p:nvSpPr>
        <p:spPr>
          <a:xfrm>
            <a:off x="7887898"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200" name="Ellipse 199">
            <a:extLst>
              <a:ext uri="{FF2B5EF4-FFF2-40B4-BE49-F238E27FC236}">
                <a16:creationId xmlns:a16="http://schemas.microsoft.com/office/drawing/2014/main" id="{8B1C38F8-00B3-7EE8-F43E-E3BE6DFA3921}"/>
              </a:ext>
            </a:extLst>
          </p:cNvPr>
          <p:cNvSpPr/>
          <p:nvPr/>
        </p:nvSpPr>
        <p:spPr>
          <a:xfrm>
            <a:off x="9096879"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201" name="Ellipse 200">
            <a:extLst>
              <a:ext uri="{FF2B5EF4-FFF2-40B4-BE49-F238E27FC236}">
                <a16:creationId xmlns:a16="http://schemas.microsoft.com/office/drawing/2014/main" id="{B5A772B4-B40B-D2B2-C513-1B402CCC6798}"/>
              </a:ext>
            </a:extLst>
          </p:cNvPr>
          <p:cNvSpPr/>
          <p:nvPr/>
        </p:nvSpPr>
        <p:spPr>
          <a:xfrm>
            <a:off x="11325935" y="6183275"/>
            <a:ext cx="270000" cy="270000"/>
          </a:xfrm>
          <a:prstGeom prst="ellipse">
            <a:avLst/>
          </a:prstGeom>
          <a:solidFill>
            <a:schemeClr val="tx2"/>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202" name="Ellipse 201">
            <a:extLst>
              <a:ext uri="{FF2B5EF4-FFF2-40B4-BE49-F238E27FC236}">
                <a16:creationId xmlns:a16="http://schemas.microsoft.com/office/drawing/2014/main" id="{20061DD9-348A-7AE3-171C-8B67DB86F92B}"/>
              </a:ext>
            </a:extLst>
          </p:cNvPr>
          <p:cNvSpPr/>
          <p:nvPr/>
        </p:nvSpPr>
        <p:spPr>
          <a:xfrm>
            <a:off x="8489591" y="5182668"/>
            <a:ext cx="270000" cy="270000"/>
          </a:xfrm>
          <a:prstGeom prst="ellipse">
            <a:avLst/>
          </a:prstGeom>
          <a:solidFill>
            <a:schemeClr val="accent2">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203" name="Ellipse 202">
            <a:extLst>
              <a:ext uri="{FF2B5EF4-FFF2-40B4-BE49-F238E27FC236}">
                <a16:creationId xmlns:a16="http://schemas.microsoft.com/office/drawing/2014/main" id="{83FD9D2C-8F9A-A81C-B62F-A1434F2385AC}"/>
              </a:ext>
            </a:extLst>
          </p:cNvPr>
          <p:cNvSpPr/>
          <p:nvPr/>
        </p:nvSpPr>
        <p:spPr>
          <a:xfrm>
            <a:off x="8489591" y="3356025"/>
            <a:ext cx="270000" cy="270000"/>
          </a:xfrm>
          <a:prstGeom prst="ellipse">
            <a:avLst/>
          </a:prstGeom>
          <a:solidFill>
            <a:schemeClr val="accent1">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204" name="ZoneTexte 203">
            <a:extLst>
              <a:ext uri="{FF2B5EF4-FFF2-40B4-BE49-F238E27FC236}">
                <a16:creationId xmlns:a16="http://schemas.microsoft.com/office/drawing/2014/main" id="{F9E4E992-D9A9-9322-9859-992558B18356}"/>
              </a:ext>
            </a:extLst>
          </p:cNvPr>
          <p:cNvSpPr txBox="1"/>
          <p:nvPr/>
        </p:nvSpPr>
        <p:spPr>
          <a:xfrm>
            <a:off x="3834596" y="2427782"/>
            <a:ext cx="1242439"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bg1"/>
                </a:solidFill>
                <a:effectLst/>
                <a:uLnTx/>
                <a:uFillTx/>
                <a:latin typeface="Trebuchet MS" panose="020B0603020202020204" pitchFamily="34" charset="0"/>
                <a:ea typeface="+mn-ea"/>
                <a:cs typeface="+mn-cs"/>
              </a:rPr>
              <a:t>ANALYSIS </a:t>
            </a:r>
          </a:p>
        </p:txBody>
      </p:sp>
      <p:sp>
        <p:nvSpPr>
          <p:cNvPr id="205" name="ZoneTexte 204">
            <a:extLst>
              <a:ext uri="{FF2B5EF4-FFF2-40B4-BE49-F238E27FC236}">
                <a16:creationId xmlns:a16="http://schemas.microsoft.com/office/drawing/2014/main" id="{F29E596E-4584-1CEE-5B42-AFA14828709D}"/>
              </a:ext>
            </a:extLst>
          </p:cNvPr>
          <p:cNvSpPr txBox="1"/>
          <p:nvPr/>
        </p:nvSpPr>
        <p:spPr>
          <a:xfrm>
            <a:off x="5063102" y="2427782"/>
            <a:ext cx="208362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bg1"/>
                </a:solidFill>
                <a:effectLst/>
                <a:uLnTx/>
                <a:uFillTx/>
                <a:latin typeface="Trebuchet MS" panose="020B0603020202020204" pitchFamily="34" charset="0"/>
                <a:ea typeface="+mn-ea"/>
                <a:cs typeface="+mn-cs"/>
              </a:rPr>
              <a:t>IMPLEMENTATION </a:t>
            </a:r>
          </a:p>
        </p:txBody>
      </p:sp>
      <p:sp>
        <p:nvSpPr>
          <p:cNvPr id="206" name="ZoneTexte 205">
            <a:extLst>
              <a:ext uri="{FF2B5EF4-FFF2-40B4-BE49-F238E27FC236}">
                <a16:creationId xmlns:a16="http://schemas.microsoft.com/office/drawing/2014/main" id="{9ACD7846-7265-DDCF-4B30-78FE803D4B7D}"/>
              </a:ext>
            </a:extLst>
          </p:cNvPr>
          <p:cNvSpPr txBox="1"/>
          <p:nvPr/>
        </p:nvSpPr>
        <p:spPr>
          <a:xfrm>
            <a:off x="8606724" y="3346586"/>
            <a:ext cx="2973912"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effectLst/>
                <a:uLnTx/>
                <a:uFillTx/>
                <a:latin typeface="Trebuchet MS" panose="020B0603020202020204" pitchFamily="34" charset="0"/>
                <a:ea typeface="+mn-ea"/>
                <a:cs typeface="+mn-cs"/>
              </a:rPr>
              <a:t>REACTIVE SUPPORT &amp; EVOLUTIONS </a:t>
            </a:r>
            <a:endParaRPr kumimoji="0" lang="fr-FR" sz="2000" b="1" i="0" u="none" strike="noStrike" kern="1200" cap="none" spc="0" normalizeH="0" baseline="0" noProof="0" dirty="0">
              <a:ln>
                <a:noFill/>
              </a:ln>
              <a:effectLst/>
              <a:uLnTx/>
              <a:uFillTx/>
              <a:latin typeface="Trebuchet MS" panose="020B0603020202020204" pitchFamily="34" charset="0"/>
              <a:ea typeface="+mn-ea"/>
              <a:cs typeface="+mn-cs"/>
            </a:endParaRPr>
          </a:p>
        </p:txBody>
      </p:sp>
      <p:sp>
        <p:nvSpPr>
          <p:cNvPr id="207" name="ZoneTexte 206">
            <a:extLst>
              <a:ext uri="{FF2B5EF4-FFF2-40B4-BE49-F238E27FC236}">
                <a16:creationId xmlns:a16="http://schemas.microsoft.com/office/drawing/2014/main" id="{04EC8B24-C33F-2E7D-9415-CA078BC1C13F}"/>
              </a:ext>
            </a:extLst>
          </p:cNvPr>
          <p:cNvSpPr txBox="1"/>
          <p:nvPr/>
        </p:nvSpPr>
        <p:spPr>
          <a:xfrm>
            <a:off x="5063009" y="4286632"/>
            <a:ext cx="2053271"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bg1"/>
                </a:solidFill>
                <a:effectLst/>
                <a:uLnTx/>
                <a:uFillTx/>
                <a:latin typeface="Trebuchet MS" panose="020B0603020202020204" pitchFamily="34" charset="0"/>
                <a:ea typeface="+mn-ea"/>
                <a:cs typeface="+mn-cs"/>
              </a:rPr>
              <a:t>STEERING COMITEES </a:t>
            </a:r>
          </a:p>
        </p:txBody>
      </p:sp>
      <p:sp>
        <p:nvSpPr>
          <p:cNvPr id="208" name="ZoneTexte 207">
            <a:extLst>
              <a:ext uri="{FF2B5EF4-FFF2-40B4-BE49-F238E27FC236}">
                <a16:creationId xmlns:a16="http://schemas.microsoft.com/office/drawing/2014/main" id="{723BD49B-84CA-5900-6DC2-392489EA7335}"/>
              </a:ext>
            </a:extLst>
          </p:cNvPr>
          <p:cNvSpPr txBox="1"/>
          <p:nvPr/>
        </p:nvSpPr>
        <p:spPr>
          <a:xfrm>
            <a:off x="5392828" y="6194505"/>
            <a:ext cx="2630070" cy="276999"/>
          </a:xfrm>
          <a:prstGeom prst="rect">
            <a:avLst/>
          </a:prstGeom>
          <a:noFill/>
        </p:spPr>
        <p:txBody>
          <a:bodyPr wrap="square">
            <a:spAutoFit/>
          </a:bodyPr>
          <a:lstStyle/>
          <a:p>
            <a:pPr algn="ctr"/>
            <a:r>
              <a:rPr lang="fr-FR" sz="1200" b="1" dirty="0">
                <a:solidFill>
                  <a:schemeClr val="bg1"/>
                </a:solidFill>
              </a:rPr>
              <a:t>SATISFACTION SURVEYS</a:t>
            </a:r>
            <a:endParaRPr lang="en-US" sz="1200" b="1" dirty="0">
              <a:solidFill>
                <a:schemeClr val="bg1"/>
              </a:solidFill>
            </a:endParaRPr>
          </a:p>
        </p:txBody>
      </p:sp>
      <p:sp>
        <p:nvSpPr>
          <p:cNvPr id="209" name="ZoneTexte 208">
            <a:extLst>
              <a:ext uri="{FF2B5EF4-FFF2-40B4-BE49-F238E27FC236}">
                <a16:creationId xmlns:a16="http://schemas.microsoft.com/office/drawing/2014/main" id="{3C8CD858-429E-12EF-E08E-041A092B772C}"/>
              </a:ext>
            </a:extLst>
          </p:cNvPr>
          <p:cNvSpPr txBox="1"/>
          <p:nvPr/>
        </p:nvSpPr>
        <p:spPr>
          <a:xfrm>
            <a:off x="8618953" y="5182668"/>
            <a:ext cx="2926154"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effectLst/>
                <a:uLnTx/>
                <a:uFillTx/>
                <a:latin typeface="Trebuchet MS" panose="020B0603020202020204" pitchFamily="34" charset="0"/>
                <a:ea typeface="+mn-ea"/>
                <a:cs typeface="+mn-cs"/>
              </a:rPr>
              <a:t>FOLLOW-UP MEETINGS</a:t>
            </a:r>
            <a:endParaRPr kumimoji="0" lang="fr-FR" sz="2000" b="1" i="0" u="none" strike="noStrike" kern="1200" cap="none" spc="0" normalizeH="0" baseline="0" noProof="0" dirty="0">
              <a:ln>
                <a:noFill/>
              </a:ln>
              <a:effectLst/>
              <a:uLnTx/>
              <a:uFillTx/>
              <a:latin typeface="Trebuchet MS" panose="020B0603020202020204" pitchFamily="34" charset="0"/>
              <a:ea typeface="+mn-ea"/>
              <a:cs typeface="+mn-cs"/>
            </a:endParaRPr>
          </a:p>
        </p:txBody>
      </p:sp>
      <p:sp>
        <p:nvSpPr>
          <p:cNvPr id="210" name="ZoneTexte 209">
            <a:extLst>
              <a:ext uri="{FF2B5EF4-FFF2-40B4-BE49-F238E27FC236}">
                <a16:creationId xmlns:a16="http://schemas.microsoft.com/office/drawing/2014/main" id="{5B6F9437-2C44-B455-8FB9-78CEC8604BB8}"/>
              </a:ext>
            </a:extLst>
          </p:cNvPr>
          <p:cNvSpPr txBox="1"/>
          <p:nvPr/>
        </p:nvSpPr>
        <p:spPr>
          <a:xfrm>
            <a:off x="7125953" y="2427782"/>
            <a:ext cx="1481997"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1" i="0" u="none" strike="noStrike" kern="1200" cap="none" spc="0" normalizeH="0" baseline="0" noProof="0" dirty="0">
                <a:ln>
                  <a:noFill/>
                </a:ln>
                <a:solidFill>
                  <a:schemeClr val="bg1"/>
                </a:solidFill>
                <a:effectLst/>
                <a:uLnTx/>
                <a:uFillTx/>
                <a:latin typeface="Trebuchet MS" panose="020B0603020202020204" pitchFamily="34" charset="0"/>
                <a:ea typeface="+mn-ea"/>
                <a:cs typeface="+mn-cs"/>
              </a:rPr>
              <a:t>GO-LIVE </a:t>
            </a:r>
          </a:p>
        </p:txBody>
      </p:sp>
      <p:sp>
        <p:nvSpPr>
          <p:cNvPr id="211" name="Ellipse 210">
            <a:extLst>
              <a:ext uri="{FF2B5EF4-FFF2-40B4-BE49-F238E27FC236}">
                <a16:creationId xmlns:a16="http://schemas.microsoft.com/office/drawing/2014/main" id="{686CF760-31EF-7DB6-E92B-DCD56DCE1636}"/>
              </a:ext>
            </a:extLst>
          </p:cNvPr>
          <p:cNvSpPr/>
          <p:nvPr/>
        </p:nvSpPr>
        <p:spPr>
          <a:xfrm>
            <a:off x="11435566" y="3356025"/>
            <a:ext cx="270000" cy="270000"/>
          </a:xfrm>
          <a:prstGeom prst="ellipse">
            <a:avLst/>
          </a:prstGeom>
          <a:solidFill>
            <a:schemeClr val="accent1">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
        <p:nvSpPr>
          <p:cNvPr id="212" name="Ellipse 211">
            <a:extLst>
              <a:ext uri="{FF2B5EF4-FFF2-40B4-BE49-F238E27FC236}">
                <a16:creationId xmlns:a16="http://schemas.microsoft.com/office/drawing/2014/main" id="{641B1122-139A-10D6-7EBE-7AB069A7B034}"/>
              </a:ext>
            </a:extLst>
          </p:cNvPr>
          <p:cNvSpPr/>
          <p:nvPr/>
        </p:nvSpPr>
        <p:spPr>
          <a:xfrm>
            <a:off x="11435566" y="5185261"/>
            <a:ext cx="270000" cy="270000"/>
          </a:xfrm>
          <a:prstGeom prst="ellipse">
            <a:avLst/>
          </a:prstGeom>
          <a:solidFill>
            <a:schemeClr val="accent2">
              <a:lumMod val="20000"/>
              <a:lumOff val="80000"/>
            </a:schemeClr>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dirty="0"/>
          </a:p>
        </p:txBody>
      </p:sp>
    </p:spTree>
    <p:extLst>
      <p:ext uri="{BB962C8B-B14F-4D97-AF65-F5344CB8AC3E}">
        <p14:creationId xmlns:p14="http://schemas.microsoft.com/office/powerpoint/2010/main" val="16640119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DB1001DE-B17F-43C8-1C69-D09025027563}"/>
              </a:ext>
            </a:extLst>
          </p:cNvPr>
          <p:cNvSpPr>
            <a:spLocks noGrp="1"/>
          </p:cNvSpPr>
          <p:nvPr>
            <p:ph type="body" sz="quarter" idx="13"/>
          </p:nvPr>
        </p:nvSpPr>
        <p:spPr>
          <a:xfrm>
            <a:off x="2092097" y="4711793"/>
            <a:ext cx="1896833" cy="641257"/>
          </a:xfrm>
        </p:spPr>
        <p:txBody>
          <a:bodyPr>
            <a:normAutofit fontScale="25000" lnSpcReduction="20000"/>
          </a:bodyPr>
          <a:lstStyle/>
          <a:p>
            <a:r>
              <a:rPr lang="fr-FR" sz="6400" b="1" dirty="0"/>
              <a:t>Réunions hebdomadaires de démo</a:t>
            </a:r>
          </a:p>
          <a:p>
            <a:endParaRPr lang="fr-FR" dirty="0"/>
          </a:p>
        </p:txBody>
      </p:sp>
      <p:sp>
        <p:nvSpPr>
          <p:cNvPr id="10" name="Espace réservé du texte 9">
            <a:extLst>
              <a:ext uri="{FF2B5EF4-FFF2-40B4-BE49-F238E27FC236}">
                <a16:creationId xmlns:a16="http://schemas.microsoft.com/office/drawing/2014/main" id="{CDC57672-060D-E44D-7B9B-5B9971F7DCEC}"/>
              </a:ext>
            </a:extLst>
          </p:cNvPr>
          <p:cNvSpPr>
            <a:spLocks noGrp="1"/>
          </p:cNvSpPr>
          <p:nvPr>
            <p:ph type="body" sz="quarter" idx="14"/>
          </p:nvPr>
        </p:nvSpPr>
        <p:spPr>
          <a:xfrm>
            <a:off x="4877815" y="4664168"/>
            <a:ext cx="2418566" cy="793657"/>
          </a:xfrm>
        </p:spPr>
        <p:txBody>
          <a:bodyPr>
            <a:noAutofit/>
          </a:bodyPr>
          <a:lstStyle/>
          <a:p>
            <a:r>
              <a:rPr lang="fr-FR" sz="1600" b="1" dirty="0"/>
              <a:t>Réunions hebdomadaires de gestion de projet</a:t>
            </a:r>
          </a:p>
          <a:p>
            <a:endParaRPr lang="fr-FR" sz="1600" b="1" dirty="0"/>
          </a:p>
        </p:txBody>
      </p:sp>
      <p:sp>
        <p:nvSpPr>
          <p:cNvPr id="11" name="Espace réservé du texte 10">
            <a:extLst>
              <a:ext uri="{FF2B5EF4-FFF2-40B4-BE49-F238E27FC236}">
                <a16:creationId xmlns:a16="http://schemas.microsoft.com/office/drawing/2014/main" id="{BEEF2634-2F21-0196-86DF-E628CDEC1B1E}"/>
              </a:ext>
            </a:extLst>
          </p:cNvPr>
          <p:cNvSpPr>
            <a:spLocks noGrp="1"/>
          </p:cNvSpPr>
          <p:nvPr>
            <p:ph type="body" sz="quarter" idx="15"/>
          </p:nvPr>
        </p:nvSpPr>
        <p:spPr>
          <a:xfrm>
            <a:off x="8185266" y="4664168"/>
            <a:ext cx="1881861" cy="793657"/>
          </a:xfrm>
        </p:spPr>
        <p:txBody>
          <a:bodyPr>
            <a:noAutofit/>
          </a:bodyPr>
          <a:lstStyle/>
          <a:p>
            <a:r>
              <a:rPr lang="fr-FR" sz="1600" b="1" dirty="0"/>
              <a:t>Comités de pilotage à la demande</a:t>
            </a:r>
          </a:p>
          <a:p>
            <a:endParaRPr lang="fr-FR" sz="1600" b="1" dirty="0"/>
          </a:p>
        </p:txBody>
      </p:sp>
      <p:sp>
        <p:nvSpPr>
          <p:cNvPr id="5" name="Titre 4">
            <a:extLst>
              <a:ext uri="{FF2B5EF4-FFF2-40B4-BE49-F238E27FC236}">
                <a16:creationId xmlns:a16="http://schemas.microsoft.com/office/drawing/2014/main" id="{9740314A-AB3B-4C95-F9B7-B4D1BC8336E8}"/>
              </a:ext>
            </a:extLst>
          </p:cNvPr>
          <p:cNvSpPr>
            <a:spLocks noGrp="1"/>
          </p:cNvSpPr>
          <p:nvPr>
            <p:ph type="title"/>
          </p:nvPr>
        </p:nvSpPr>
        <p:spPr/>
        <p:txBody>
          <a:bodyPr/>
          <a:lstStyle/>
          <a:p>
            <a:r>
              <a:rPr lang="fr-FR"/>
              <a:t>GOUVERNANCE DU PROJET CAPTIVEA</a:t>
            </a:r>
          </a:p>
        </p:txBody>
      </p:sp>
      <p:sp>
        <p:nvSpPr>
          <p:cNvPr id="4" name="Espace réservé du numéro de diapositive 3">
            <a:extLst>
              <a:ext uri="{FF2B5EF4-FFF2-40B4-BE49-F238E27FC236}">
                <a16:creationId xmlns:a16="http://schemas.microsoft.com/office/drawing/2014/main" id="{5E233366-A8C8-5682-5F4F-A6DD2F4F8ED9}"/>
              </a:ext>
            </a:extLst>
          </p:cNvPr>
          <p:cNvSpPr>
            <a:spLocks noGrp="1"/>
          </p:cNvSpPr>
          <p:nvPr>
            <p:ph type="sldNum" sz="quarter" idx="16"/>
          </p:nvPr>
        </p:nvSpPr>
        <p:spPr/>
        <p:txBody>
          <a:bodyPr/>
          <a:lstStyle/>
          <a:p>
            <a:fld id="{0C34F99C-3C47-4582-9518-8D365E9692AE}" type="slidenum">
              <a:rPr lang="en-US" smtClean="0"/>
              <a:pPr/>
              <a:t>10</a:t>
            </a:fld>
            <a:endParaRPr lang="en-US"/>
          </a:p>
        </p:txBody>
      </p:sp>
      <p:pic>
        <p:nvPicPr>
          <p:cNvPr id="12" name="Graphic 155">
            <a:extLst>
              <a:ext uri="{FF2B5EF4-FFF2-40B4-BE49-F238E27FC236}">
                <a16:creationId xmlns:a16="http://schemas.microsoft.com/office/drawing/2014/main" id="{BDF8985C-B564-1E0F-85C2-E24112484EC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625491" y="3258904"/>
            <a:ext cx="845018" cy="845018"/>
          </a:xfrm>
          <a:prstGeom prst="rect">
            <a:avLst/>
          </a:prstGeom>
        </p:spPr>
      </p:pic>
      <p:pic>
        <p:nvPicPr>
          <p:cNvPr id="13" name="Graphic 4">
            <a:extLst>
              <a:ext uri="{FF2B5EF4-FFF2-40B4-BE49-F238E27FC236}">
                <a16:creationId xmlns:a16="http://schemas.microsoft.com/office/drawing/2014/main" id="{113E8C8E-8230-B002-664F-FDD95D453EE7}"/>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46611" y="3258904"/>
            <a:ext cx="898777" cy="898777"/>
          </a:xfrm>
          <a:prstGeom prst="rect">
            <a:avLst/>
          </a:prstGeom>
        </p:spPr>
      </p:pic>
      <p:pic>
        <p:nvPicPr>
          <p:cNvPr id="14" name="Graphic 157">
            <a:extLst>
              <a:ext uri="{FF2B5EF4-FFF2-40B4-BE49-F238E27FC236}">
                <a16:creationId xmlns:a16="http://schemas.microsoft.com/office/drawing/2014/main" id="{F1FCFDC2-D4A8-455D-0AF1-41EAD9AAC3B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734191" y="3258904"/>
            <a:ext cx="845018" cy="845018"/>
          </a:xfrm>
          <a:prstGeom prst="rect">
            <a:avLst/>
          </a:prstGeom>
        </p:spPr>
      </p:pic>
    </p:spTree>
    <p:extLst>
      <p:ext uri="{BB962C8B-B14F-4D97-AF65-F5344CB8AC3E}">
        <p14:creationId xmlns:p14="http://schemas.microsoft.com/office/powerpoint/2010/main" val="14775598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51000">
              <a:schemeClr val="bg1"/>
            </a:gs>
            <a:gs pos="50000">
              <a:schemeClr val="bg2"/>
            </a:gs>
            <a:gs pos="0">
              <a:schemeClr val="bg2"/>
            </a:gs>
            <a:gs pos="100000">
              <a:schemeClr val="bg1"/>
            </a:gs>
          </a:gsLst>
          <a:lin ang="5400000" scaled="1"/>
        </a:gradFill>
        <a:effectLst/>
      </p:bgPr>
    </p:bg>
    <p:spTree>
      <p:nvGrpSpPr>
        <p:cNvPr id="1" name=""/>
        <p:cNvGrpSpPr/>
        <p:nvPr/>
      </p:nvGrpSpPr>
      <p:grpSpPr>
        <a:xfrm>
          <a:off x="0" y="0"/>
          <a:ext cx="0" cy="0"/>
          <a:chOff x="0" y="0"/>
          <a:chExt cx="0" cy="0"/>
        </a:xfrm>
      </p:grpSpPr>
      <p:sp>
        <p:nvSpPr>
          <p:cNvPr id="8" name="Espace réservé du numéro de diapositive 7">
            <a:extLst>
              <a:ext uri="{FF2B5EF4-FFF2-40B4-BE49-F238E27FC236}">
                <a16:creationId xmlns:a16="http://schemas.microsoft.com/office/drawing/2014/main" id="{7595203F-5608-4CE1-0A8E-6F6B17800417}"/>
              </a:ext>
            </a:extLst>
          </p:cNvPr>
          <p:cNvSpPr>
            <a:spLocks noGrp="1"/>
          </p:cNvSpPr>
          <p:nvPr>
            <p:ph type="sldNum" sz="quarter" idx="4"/>
          </p:nvPr>
        </p:nvSpPr>
        <p:spPr/>
        <p:txBody>
          <a:bodyPr/>
          <a:lstStyle/>
          <a:p>
            <a:pPr defTabSz="914400">
              <a:defRPr/>
            </a:pPr>
            <a:fld id="{11061685-6496-4975-B02C-C44B14DBF38E}" type="slidenum">
              <a:rPr lang="fr-FR" smtClean="0"/>
              <a:pPr defTabSz="914400">
                <a:defRPr/>
              </a:pPr>
              <a:t>11</a:t>
            </a:fld>
            <a:endParaRPr lang="fr-FR"/>
          </a:p>
        </p:txBody>
      </p:sp>
      <p:sp>
        <p:nvSpPr>
          <p:cNvPr id="2" name="Titre 1">
            <a:extLst>
              <a:ext uri="{FF2B5EF4-FFF2-40B4-BE49-F238E27FC236}">
                <a16:creationId xmlns:a16="http://schemas.microsoft.com/office/drawing/2014/main" id="{C4EAB6C1-D9B8-71D3-BAFD-3C68FDB116D8}"/>
              </a:ext>
            </a:extLst>
          </p:cNvPr>
          <p:cNvSpPr>
            <a:spLocks noGrp="1"/>
          </p:cNvSpPr>
          <p:nvPr>
            <p:ph type="title"/>
          </p:nvPr>
        </p:nvSpPr>
        <p:spPr/>
        <p:txBody>
          <a:bodyPr/>
          <a:lstStyle/>
          <a:p>
            <a:r>
              <a:rPr lang="fr-FR">
                <a:latin typeface="+mj-lt"/>
              </a:rPr>
              <a:t>L’ÉQUIPE PROJET</a:t>
            </a:r>
            <a:endParaRPr lang="en-US">
              <a:latin typeface="+mj-lt"/>
            </a:endParaRPr>
          </a:p>
        </p:txBody>
      </p:sp>
      <p:pic>
        <p:nvPicPr>
          <p:cNvPr id="7" name="Image 6" descr="Une image contenant texte, capture d’écran, dessin humoristique, Graphique&#10;&#10;Le contenu généré par l’IA peut être incorrect.">
            <a:extLst>
              <a:ext uri="{FF2B5EF4-FFF2-40B4-BE49-F238E27FC236}">
                <a16:creationId xmlns:a16="http://schemas.microsoft.com/office/drawing/2014/main" id="{3ED2E187-B56B-2904-0470-A2040CE912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89471" y="-259124"/>
            <a:ext cx="11084027" cy="6295727"/>
          </a:xfrm>
          <a:prstGeom prst="rect">
            <a:avLst/>
          </a:prstGeom>
        </p:spPr>
      </p:pic>
    </p:spTree>
    <p:extLst>
      <p:ext uri="{BB962C8B-B14F-4D97-AF65-F5344CB8AC3E}">
        <p14:creationId xmlns:p14="http://schemas.microsoft.com/office/powerpoint/2010/main" val="958618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30ECA062-1803-7976-E2A0-A7F61BA27A2C}"/>
              </a:ext>
            </a:extLst>
          </p:cNvPr>
          <p:cNvSpPr>
            <a:spLocks noGrp="1"/>
          </p:cNvSpPr>
          <p:nvPr>
            <p:ph type="title"/>
          </p:nvPr>
        </p:nvSpPr>
        <p:spPr/>
        <p:txBody>
          <a:bodyPr/>
          <a:lstStyle/>
          <a:p>
            <a:r>
              <a:rPr lang="fr-FR"/>
              <a:t>DÉFINITION DES RÔLES</a:t>
            </a:r>
          </a:p>
        </p:txBody>
      </p:sp>
      <p:sp>
        <p:nvSpPr>
          <p:cNvPr id="3" name="Espace réservé du numéro de diapositive 2">
            <a:extLst>
              <a:ext uri="{FF2B5EF4-FFF2-40B4-BE49-F238E27FC236}">
                <a16:creationId xmlns:a16="http://schemas.microsoft.com/office/drawing/2014/main" id="{E3D0253E-5A0E-64BC-F324-2E096F43B5AA}"/>
              </a:ext>
            </a:extLst>
          </p:cNvPr>
          <p:cNvSpPr>
            <a:spLocks noGrp="1"/>
          </p:cNvSpPr>
          <p:nvPr>
            <p:ph type="sldNum" sz="quarter" idx="10"/>
          </p:nvPr>
        </p:nvSpPr>
        <p:spPr/>
        <p:txBody>
          <a:bodyPr/>
          <a:lstStyle/>
          <a:p>
            <a:pPr defTabSz="914400">
              <a:defRPr/>
            </a:pPr>
            <a:fld id="{11061685-6496-4975-B02C-C44B14DBF38E}" type="slidenum">
              <a:rPr lang="fr-FR" smtClean="0"/>
              <a:pPr defTabSz="914400">
                <a:defRPr/>
              </a:pPr>
              <a:t>12</a:t>
            </a:fld>
            <a:endParaRPr lang="fr-FR"/>
          </a:p>
        </p:txBody>
      </p:sp>
      <p:grpSp>
        <p:nvGrpSpPr>
          <p:cNvPr id="6" name="Group 131">
            <a:extLst>
              <a:ext uri="{FF2B5EF4-FFF2-40B4-BE49-F238E27FC236}">
                <a16:creationId xmlns:a16="http://schemas.microsoft.com/office/drawing/2014/main" id="{5FB11755-435F-1B39-BF56-9EB652EDEE42}"/>
              </a:ext>
            </a:extLst>
          </p:cNvPr>
          <p:cNvGrpSpPr/>
          <p:nvPr/>
        </p:nvGrpSpPr>
        <p:grpSpPr>
          <a:xfrm>
            <a:off x="241983" y="1801800"/>
            <a:ext cx="11708894" cy="4973921"/>
            <a:chOff x="235683" y="1740535"/>
            <a:chExt cx="11708894" cy="4752337"/>
          </a:xfrm>
        </p:grpSpPr>
        <p:sp>
          <p:nvSpPr>
            <p:cNvPr id="7" name="Rectangle: Single Corner Rounded 39">
              <a:extLst>
                <a:ext uri="{FF2B5EF4-FFF2-40B4-BE49-F238E27FC236}">
                  <a16:creationId xmlns:a16="http://schemas.microsoft.com/office/drawing/2014/main" id="{2A998228-785A-C1ED-D4C5-38D4D148FA9A}"/>
                </a:ext>
              </a:extLst>
            </p:cNvPr>
            <p:cNvSpPr/>
            <p:nvPr/>
          </p:nvSpPr>
          <p:spPr>
            <a:xfrm flipV="1">
              <a:off x="2046254" y="2264446"/>
              <a:ext cx="9876780" cy="4209951"/>
            </a:xfrm>
            <a:prstGeom prst="round1Rect">
              <a:avLst>
                <a:gd name="adj" fmla="val 6108"/>
              </a:avLst>
            </a:prstGeom>
            <a:noFill/>
            <a:ln w="25400">
              <a:gradFill>
                <a:gsLst>
                  <a:gs pos="0">
                    <a:srgbClr val="BA131A"/>
                  </a:gs>
                  <a:gs pos="100000">
                    <a:srgbClr val="714B67"/>
                  </a:gs>
                </a:gsLst>
                <a:lin ang="48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Rectangle: Top Corners Rounded 16">
              <a:extLst>
                <a:ext uri="{FF2B5EF4-FFF2-40B4-BE49-F238E27FC236}">
                  <a16:creationId xmlns:a16="http://schemas.microsoft.com/office/drawing/2014/main" id="{D5D02760-BD9B-9E45-A522-BF24F22DF60A}"/>
                </a:ext>
              </a:extLst>
            </p:cNvPr>
            <p:cNvSpPr/>
            <p:nvPr/>
          </p:nvSpPr>
          <p:spPr>
            <a:xfrm>
              <a:off x="2045587" y="1865326"/>
              <a:ext cx="9898990" cy="412605"/>
            </a:xfrm>
            <a:prstGeom prst="round2SameRect">
              <a:avLst>
                <a:gd name="adj1" fmla="val 20679"/>
                <a:gd name="adj2" fmla="val 0"/>
              </a:avLst>
            </a:prstGeom>
            <a:gradFill>
              <a:gsLst>
                <a:gs pos="0">
                  <a:srgbClr val="BA131A"/>
                </a:gs>
                <a:gs pos="100000">
                  <a:srgbClr val="714B67"/>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Top Corners Rounded 17">
              <a:extLst>
                <a:ext uri="{FF2B5EF4-FFF2-40B4-BE49-F238E27FC236}">
                  <a16:creationId xmlns:a16="http://schemas.microsoft.com/office/drawing/2014/main" id="{7A5DCB43-2941-C501-005D-D8C7020EC7B1}"/>
                </a:ext>
              </a:extLst>
            </p:cNvPr>
            <p:cNvSpPr/>
            <p:nvPr/>
          </p:nvSpPr>
          <p:spPr>
            <a:xfrm rot="16200000">
              <a:off x="-969291" y="3478661"/>
              <a:ext cx="4228422" cy="1800000"/>
            </a:xfrm>
            <a:prstGeom prst="round2SameRect">
              <a:avLst>
                <a:gd name="adj1" fmla="val 9917"/>
                <a:gd name="adj2" fmla="val 0"/>
              </a:avLst>
            </a:prstGeom>
            <a:gradFill>
              <a:gsLst>
                <a:gs pos="0">
                  <a:srgbClr val="BA131A"/>
                </a:gs>
                <a:gs pos="100000">
                  <a:srgbClr val="714B67"/>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0" name="Group 33">
              <a:extLst>
                <a:ext uri="{FF2B5EF4-FFF2-40B4-BE49-F238E27FC236}">
                  <a16:creationId xmlns:a16="http://schemas.microsoft.com/office/drawing/2014/main" id="{ADBD8617-1FD0-D1B2-DAC5-1147644D1E49}"/>
                </a:ext>
              </a:extLst>
            </p:cNvPr>
            <p:cNvGrpSpPr/>
            <p:nvPr/>
          </p:nvGrpSpPr>
          <p:grpSpPr>
            <a:xfrm>
              <a:off x="235683" y="3602181"/>
              <a:ext cx="11700000" cy="0"/>
              <a:chOff x="235683" y="3870036"/>
              <a:chExt cx="11700000" cy="0"/>
            </a:xfrm>
          </p:grpSpPr>
          <p:cxnSp>
            <p:nvCxnSpPr>
              <p:cNvPr id="26" name="Straight Connector 20">
                <a:extLst>
                  <a:ext uri="{FF2B5EF4-FFF2-40B4-BE49-F238E27FC236}">
                    <a16:creationId xmlns:a16="http://schemas.microsoft.com/office/drawing/2014/main" id="{6B5F8591-4177-5961-6121-3F9D94873ABA}"/>
                  </a:ext>
                </a:extLst>
              </p:cNvPr>
              <p:cNvCxnSpPr>
                <a:cxnSpLocks/>
              </p:cNvCxnSpPr>
              <p:nvPr/>
            </p:nvCxnSpPr>
            <p:spPr>
              <a:xfrm>
                <a:off x="235683" y="3870036"/>
                <a:ext cx="18000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31">
                <a:extLst>
                  <a:ext uri="{FF2B5EF4-FFF2-40B4-BE49-F238E27FC236}">
                    <a16:creationId xmlns:a16="http://schemas.microsoft.com/office/drawing/2014/main" id="{2B5F28A9-76A2-FD14-490D-2C51B5AA44A8}"/>
                  </a:ext>
                </a:extLst>
              </p:cNvPr>
              <p:cNvCxnSpPr>
                <a:cxnSpLocks/>
              </p:cNvCxnSpPr>
              <p:nvPr/>
            </p:nvCxnSpPr>
            <p:spPr>
              <a:xfrm>
                <a:off x="2035683" y="3870036"/>
                <a:ext cx="9900000" cy="0"/>
              </a:xfrm>
              <a:prstGeom prst="line">
                <a:avLst/>
              </a:prstGeom>
              <a:ln w="25400">
                <a:gradFill>
                  <a:gsLst>
                    <a:gs pos="0">
                      <a:srgbClr val="714B67"/>
                    </a:gs>
                    <a:gs pos="100000">
                      <a:srgbClr val="BA131A"/>
                    </a:gs>
                  </a:gsLst>
                  <a:lin ang="8400000" scaled="0"/>
                </a:gradFill>
              </a:ln>
            </p:spPr>
            <p:style>
              <a:lnRef idx="1">
                <a:schemeClr val="accent1"/>
              </a:lnRef>
              <a:fillRef idx="0">
                <a:schemeClr val="accent1"/>
              </a:fillRef>
              <a:effectRef idx="0">
                <a:schemeClr val="accent1"/>
              </a:effectRef>
              <a:fontRef idx="minor">
                <a:schemeClr val="tx1"/>
              </a:fontRef>
            </p:style>
          </p:cxnSp>
        </p:grpSp>
        <p:grpSp>
          <p:nvGrpSpPr>
            <p:cNvPr id="11" name="Group 34">
              <a:extLst>
                <a:ext uri="{FF2B5EF4-FFF2-40B4-BE49-F238E27FC236}">
                  <a16:creationId xmlns:a16="http://schemas.microsoft.com/office/drawing/2014/main" id="{2B501693-529C-6851-D39D-BD11135B48AA}"/>
                </a:ext>
              </a:extLst>
            </p:cNvPr>
            <p:cNvGrpSpPr/>
            <p:nvPr/>
          </p:nvGrpSpPr>
          <p:grpSpPr>
            <a:xfrm>
              <a:off x="235683" y="4068618"/>
              <a:ext cx="11690763" cy="0"/>
              <a:chOff x="244920" y="4548909"/>
              <a:chExt cx="11690763" cy="0"/>
            </a:xfrm>
          </p:grpSpPr>
          <p:cxnSp>
            <p:nvCxnSpPr>
              <p:cNvPr id="24" name="Straight Connector 22">
                <a:extLst>
                  <a:ext uri="{FF2B5EF4-FFF2-40B4-BE49-F238E27FC236}">
                    <a16:creationId xmlns:a16="http://schemas.microsoft.com/office/drawing/2014/main" id="{9486C7DA-54A3-5BC1-E116-4E9A4FC48344}"/>
                  </a:ext>
                </a:extLst>
              </p:cNvPr>
              <p:cNvCxnSpPr>
                <a:cxnSpLocks/>
              </p:cNvCxnSpPr>
              <p:nvPr/>
            </p:nvCxnSpPr>
            <p:spPr>
              <a:xfrm>
                <a:off x="244920" y="4548909"/>
                <a:ext cx="18000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5" name="Straight Connector 32">
                <a:extLst>
                  <a:ext uri="{FF2B5EF4-FFF2-40B4-BE49-F238E27FC236}">
                    <a16:creationId xmlns:a16="http://schemas.microsoft.com/office/drawing/2014/main" id="{514904B4-1BD5-15CB-D775-DD0C14DFE63F}"/>
                  </a:ext>
                </a:extLst>
              </p:cNvPr>
              <p:cNvCxnSpPr>
                <a:cxnSpLocks/>
              </p:cNvCxnSpPr>
              <p:nvPr/>
            </p:nvCxnSpPr>
            <p:spPr>
              <a:xfrm>
                <a:off x="2035683" y="4548909"/>
                <a:ext cx="9900000" cy="0"/>
              </a:xfrm>
              <a:prstGeom prst="line">
                <a:avLst/>
              </a:prstGeom>
              <a:ln w="25400">
                <a:gradFill>
                  <a:gsLst>
                    <a:gs pos="0">
                      <a:srgbClr val="714B67"/>
                    </a:gs>
                    <a:gs pos="100000">
                      <a:srgbClr val="BA131A"/>
                    </a:gs>
                  </a:gsLst>
                  <a:lin ang="8400000" scaled="0"/>
                </a:gradFill>
              </a:ln>
            </p:spPr>
            <p:style>
              <a:lnRef idx="1">
                <a:schemeClr val="accent1"/>
              </a:lnRef>
              <a:fillRef idx="0">
                <a:schemeClr val="accent1"/>
              </a:fillRef>
              <a:effectRef idx="0">
                <a:schemeClr val="accent1"/>
              </a:effectRef>
              <a:fontRef idx="minor">
                <a:schemeClr val="tx1"/>
              </a:fontRef>
            </p:style>
          </p:cxnSp>
        </p:grpSp>
        <p:grpSp>
          <p:nvGrpSpPr>
            <p:cNvPr id="12" name="Group 130">
              <a:extLst>
                <a:ext uri="{FF2B5EF4-FFF2-40B4-BE49-F238E27FC236}">
                  <a16:creationId xmlns:a16="http://schemas.microsoft.com/office/drawing/2014/main" id="{536E94CB-8A9E-7EF8-13AC-15D77D79A637}"/>
                </a:ext>
              </a:extLst>
            </p:cNvPr>
            <p:cNvGrpSpPr/>
            <p:nvPr/>
          </p:nvGrpSpPr>
          <p:grpSpPr>
            <a:xfrm>
              <a:off x="3888510" y="1740535"/>
              <a:ext cx="0" cy="4733863"/>
              <a:chOff x="3888510" y="1740535"/>
              <a:chExt cx="0" cy="4733863"/>
            </a:xfrm>
          </p:grpSpPr>
          <p:cxnSp>
            <p:nvCxnSpPr>
              <p:cNvPr id="22" name="Straight Connector 24">
                <a:extLst>
                  <a:ext uri="{FF2B5EF4-FFF2-40B4-BE49-F238E27FC236}">
                    <a16:creationId xmlns:a16="http://schemas.microsoft.com/office/drawing/2014/main" id="{6F89EC30-F9A2-DA1A-AA0D-5B5FB5BF0089}"/>
                  </a:ext>
                </a:extLst>
              </p:cNvPr>
              <p:cNvCxnSpPr>
                <a:cxnSpLocks/>
              </p:cNvCxnSpPr>
              <p:nvPr/>
            </p:nvCxnSpPr>
            <p:spPr>
              <a:xfrm>
                <a:off x="3888510"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 name="Straight Connector 41">
                <a:extLst>
                  <a:ext uri="{FF2B5EF4-FFF2-40B4-BE49-F238E27FC236}">
                    <a16:creationId xmlns:a16="http://schemas.microsoft.com/office/drawing/2014/main" id="{21C7B5AF-D83F-F84D-1E58-FAB34D8304C0}"/>
                  </a:ext>
                </a:extLst>
              </p:cNvPr>
              <p:cNvCxnSpPr>
                <a:cxnSpLocks/>
              </p:cNvCxnSpPr>
              <p:nvPr/>
            </p:nvCxnSpPr>
            <p:spPr>
              <a:xfrm>
                <a:off x="3888510" y="2268696"/>
                <a:ext cx="0" cy="4205702"/>
              </a:xfrm>
              <a:prstGeom prst="line">
                <a:avLst/>
              </a:prstGeom>
              <a:ln w="25400">
                <a:gradFill>
                  <a:gsLst>
                    <a:gs pos="0">
                      <a:srgbClr val="714B67"/>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13" name="Group 129">
              <a:extLst>
                <a:ext uri="{FF2B5EF4-FFF2-40B4-BE49-F238E27FC236}">
                  <a16:creationId xmlns:a16="http://schemas.microsoft.com/office/drawing/2014/main" id="{9960C587-9A50-71D1-75E8-476AA076559C}"/>
                </a:ext>
              </a:extLst>
            </p:cNvPr>
            <p:cNvGrpSpPr/>
            <p:nvPr/>
          </p:nvGrpSpPr>
          <p:grpSpPr>
            <a:xfrm>
              <a:off x="5938131" y="1740535"/>
              <a:ext cx="0" cy="4733863"/>
              <a:chOff x="5938131" y="1740535"/>
              <a:chExt cx="0" cy="4733863"/>
            </a:xfrm>
          </p:grpSpPr>
          <p:cxnSp>
            <p:nvCxnSpPr>
              <p:cNvPr id="20" name="Straight Connector 25">
                <a:extLst>
                  <a:ext uri="{FF2B5EF4-FFF2-40B4-BE49-F238E27FC236}">
                    <a16:creationId xmlns:a16="http://schemas.microsoft.com/office/drawing/2014/main" id="{635E5082-2952-2FFC-4971-33C8334BB549}"/>
                  </a:ext>
                </a:extLst>
              </p:cNvPr>
              <p:cNvCxnSpPr>
                <a:cxnSpLocks/>
              </p:cNvCxnSpPr>
              <p:nvPr/>
            </p:nvCxnSpPr>
            <p:spPr>
              <a:xfrm>
                <a:off x="5938131"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Straight Connector 44">
                <a:extLst>
                  <a:ext uri="{FF2B5EF4-FFF2-40B4-BE49-F238E27FC236}">
                    <a16:creationId xmlns:a16="http://schemas.microsoft.com/office/drawing/2014/main" id="{0614BADA-6DFE-3F1A-3122-7C9F63EAA9C5}"/>
                  </a:ext>
                </a:extLst>
              </p:cNvPr>
              <p:cNvCxnSpPr>
                <a:cxnSpLocks/>
              </p:cNvCxnSpPr>
              <p:nvPr/>
            </p:nvCxnSpPr>
            <p:spPr>
              <a:xfrm>
                <a:off x="5938131" y="2268696"/>
                <a:ext cx="0" cy="4205702"/>
              </a:xfrm>
              <a:prstGeom prst="line">
                <a:avLst/>
              </a:prstGeom>
              <a:ln w="25400">
                <a:gradFill>
                  <a:gsLst>
                    <a:gs pos="0">
                      <a:srgbClr val="714B67"/>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14" name="Group 128">
              <a:extLst>
                <a:ext uri="{FF2B5EF4-FFF2-40B4-BE49-F238E27FC236}">
                  <a16:creationId xmlns:a16="http://schemas.microsoft.com/office/drawing/2014/main" id="{FAD1C23F-35F8-EF3E-6FDF-59E1B13A033A}"/>
                </a:ext>
              </a:extLst>
            </p:cNvPr>
            <p:cNvGrpSpPr/>
            <p:nvPr/>
          </p:nvGrpSpPr>
          <p:grpSpPr>
            <a:xfrm>
              <a:off x="7989635" y="1740535"/>
              <a:ext cx="0" cy="4733863"/>
              <a:chOff x="7989635" y="1740535"/>
              <a:chExt cx="0" cy="4733863"/>
            </a:xfrm>
          </p:grpSpPr>
          <p:cxnSp>
            <p:nvCxnSpPr>
              <p:cNvPr id="18" name="Straight Connector 26">
                <a:extLst>
                  <a:ext uri="{FF2B5EF4-FFF2-40B4-BE49-F238E27FC236}">
                    <a16:creationId xmlns:a16="http://schemas.microsoft.com/office/drawing/2014/main" id="{D7953742-D7D9-9E24-1B19-9D10B29E9768}"/>
                  </a:ext>
                </a:extLst>
              </p:cNvPr>
              <p:cNvCxnSpPr>
                <a:cxnSpLocks/>
              </p:cNvCxnSpPr>
              <p:nvPr/>
            </p:nvCxnSpPr>
            <p:spPr>
              <a:xfrm>
                <a:off x="7989635"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9" name="Straight Connector 45">
                <a:extLst>
                  <a:ext uri="{FF2B5EF4-FFF2-40B4-BE49-F238E27FC236}">
                    <a16:creationId xmlns:a16="http://schemas.microsoft.com/office/drawing/2014/main" id="{CDCAA906-DC08-1FA6-C70F-2274FA619F71}"/>
                  </a:ext>
                </a:extLst>
              </p:cNvPr>
              <p:cNvCxnSpPr>
                <a:cxnSpLocks/>
              </p:cNvCxnSpPr>
              <p:nvPr/>
            </p:nvCxnSpPr>
            <p:spPr>
              <a:xfrm>
                <a:off x="7989635" y="2268696"/>
                <a:ext cx="0" cy="4205702"/>
              </a:xfrm>
              <a:prstGeom prst="line">
                <a:avLst/>
              </a:prstGeom>
              <a:ln w="25400">
                <a:gradFill>
                  <a:gsLst>
                    <a:gs pos="0">
                      <a:srgbClr val="714B67"/>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nvGrpSpPr>
            <p:cNvPr id="15" name="Group 127">
              <a:extLst>
                <a:ext uri="{FF2B5EF4-FFF2-40B4-BE49-F238E27FC236}">
                  <a16:creationId xmlns:a16="http://schemas.microsoft.com/office/drawing/2014/main" id="{CDDD269F-F86E-4C22-690A-2A08D7B6CF60}"/>
                </a:ext>
              </a:extLst>
            </p:cNvPr>
            <p:cNvGrpSpPr/>
            <p:nvPr/>
          </p:nvGrpSpPr>
          <p:grpSpPr>
            <a:xfrm>
              <a:off x="10037373" y="1740535"/>
              <a:ext cx="0" cy="4733863"/>
              <a:chOff x="10037373" y="1740535"/>
              <a:chExt cx="0" cy="4733863"/>
            </a:xfrm>
          </p:grpSpPr>
          <p:cxnSp>
            <p:nvCxnSpPr>
              <p:cNvPr id="16" name="Straight Connector 27">
                <a:extLst>
                  <a:ext uri="{FF2B5EF4-FFF2-40B4-BE49-F238E27FC236}">
                    <a16:creationId xmlns:a16="http://schemas.microsoft.com/office/drawing/2014/main" id="{EBE7E06C-AA84-E8CD-6388-7C35F2457D3E}"/>
                  </a:ext>
                </a:extLst>
              </p:cNvPr>
              <p:cNvCxnSpPr>
                <a:cxnSpLocks/>
              </p:cNvCxnSpPr>
              <p:nvPr/>
            </p:nvCxnSpPr>
            <p:spPr>
              <a:xfrm>
                <a:off x="10037373" y="1740535"/>
                <a:ext cx="0" cy="54000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Straight Connector 46">
                <a:extLst>
                  <a:ext uri="{FF2B5EF4-FFF2-40B4-BE49-F238E27FC236}">
                    <a16:creationId xmlns:a16="http://schemas.microsoft.com/office/drawing/2014/main" id="{FC8E956A-768E-1937-FC14-1D0CA5819DEC}"/>
                  </a:ext>
                </a:extLst>
              </p:cNvPr>
              <p:cNvCxnSpPr>
                <a:cxnSpLocks/>
              </p:cNvCxnSpPr>
              <p:nvPr/>
            </p:nvCxnSpPr>
            <p:spPr>
              <a:xfrm>
                <a:off x="10037373" y="2268696"/>
                <a:ext cx="0" cy="4205702"/>
              </a:xfrm>
              <a:prstGeom prst="line">
                <a:avLst/>
              </a:prstGeom>
              <a:ln w="25400">
                <a:gradFill>
                  <a:gsLst>
                    <a:gs pos="0">
                      <a:srgbClr val="714B67"/>
                    </a:gs>
                    <a:gs pos="100000">
                      <a:srgbClr val="BA131A"/>
                    </a:gs>
                  </a:gsLst>
                  <a:lin ang="5400000" scaled="1"/>
                </a:gradFill>
              </a:ln>
            </p:spPr>
            <p:style>
              <a:lnRef idx="1">
                <a:schemeClr val="accent1"/>
              </a:lnRef>
              <a:fillRef idx="0">
                <a:schemeClr val="accent1"/>
              </a:fillRef>
              <a:effectRef idx="0">
                <a:schemeClr val="accent1"/>
              </a:effectRef>
              <a:fontRef idx="minor">
                <a:schemeClr val="tx1"/>
              </a:fontRef>
            </p:style>
          </p:cxnSp>
        </p:grpSp>
      </p:grpSp>
      <p:sp>
        <p:nvSpPr>
          <p:cNvPr id="28" name="TextBox 51">
            <a:extLst>
              <a:ext uri="{FF2B5EF4-FFF2-40B4-BE49-F238E27FC236}">
                <a16:creationId xmlns:a16="http://schemas.microsoft.com/office/drawing/2014/main" id="{64FBED34-F024-9913-B467-C1B5EF452F09}"/>
              </a:ext>
            </a:extLst>
          </p:cNvPr>
          <p:cNvSpPr txBox="1"/>
          <p:nvPr/>
        </p:nvSpPr>
        <p:spPr>
          <a:xfrm>
            <a:off x="268966" y="2803598"/>
            <a:ext cx="1733535" cy="387068"/>
          </a:xfrm>
          <a:prstGeom prst="rect">
            <a:avLst/>
          </a:prstGeom>
        </p:spPr>
        <p:txBody>
          <a:bodyPr vert="horz" wrap="none" lIns="91440" tIns="45720" rIns="91440" bIns="45720" rtlCol="0" anchor="ctr">
            <a:normAutofit/>
          </a:bodyPr>
          <a:lstStyle/>
          <a:p>
            <a:pPr algn="l"/>
            <a:endParaRPr lang="fr-FR"/>
          </a:p>
        </p:txBody>
      </p:sp>
      <p:sp>
        <p:nvSpPr>
          <p:cNvPr id="29" name="TextBox 53">
            <a:extLst>
              <a:ext uri="{FF2B5EF4-FFF2-40B4-BE49-F238E27FC236}">
                <a16:creationId xmlns:a16="http://schemas.microsoft.com/office/drawing/2014/main" id="{74EC9DFD-8593-45CF-928F-5AD928E099EC}"/>
              </a:ext>
            </a:extLst>
          </p:cNvPr>
          <p:cNvSpPr txBox="1"/>
          <p:nvPr/>
        </p:nvSpPr>
        <p:spPr>
          <a:xfrm>
            <a:off x="236052" y="2946158"/>
            <a:ext cx="1807592" cy="487619"/>
          </a:xfrm>
          <a:prstGeom prst="rect">
            <a:avLst/>
          </a:prstGeom>
        </p:spPr>
        <p:txBody>
          <a:bodyPr vert="horz" wrap="none" lIns="91440" tIns="45720" rIns="91440" bIns="45720" rtlCol="0" anchor="ctr">
            <a:normAutofit/>
          </a:bodyPr>
          <a:lstStyle/>
          <a:p>
            <a:pPr algn="ctr"/>
            <a:r>
              <a:rPr lang="fr-FR" sz="1500">
                <a:solidFill>
                  <a:schemeClr val="bg1"/>
                </a:solidFill>
                <a:latin typeface="+mj-lt"/>
              </a:rPr>
              <a:t>Phase d’analyse</a:t>
            </a:r>
          </a:p>
        </p:txBody>
      </p:sp>
      <p:sp>
        <p:nvSpPr>
          <p:cNvPr id="30" name="TextBox 54">
            <a:extLst>
              <a:ext uri="{FF2B5EF4-FFF2-40B4-BE49-F238E27FC236}">
                <a16:creationId xmlns:a16="http://schemas.microsoft.com/office/drawing/2014/main" id="{FEFCDB6E-FE82-D464-315E-91DA19673FB6}"/>
              </a:ext>
            </a:extLst>
          </p:cNvPr>
          <p:cNvSpPr txBox="1"/>
          <p:nvPr/>
        </p:nvSpPr>
        <p:spPr>
          <a:xfrm>
            <a:off x="223376" y="3772629"/>
            <a:ext cx="1807592" cy="487619"/>
          </a:xfrm>
          <a:prstGeom prst="rect">
            <a:avLst/>
          </a:prstGeom>
        </p:spPr>
        <p:txBody>
          <a:bodyPr vert="horz" wrap="none" lIns="91440" tIns="45720" rIns="91440" bIns="45720" rtlCol="0" anchor="ctr">
            <a:normAutofit/>
          </a:bodyPr>
          <a:lstStyle/>
          <a:p>
            <a:pPr algn="ctr"/>
            <a:r>
              <a:rPr lang="fr-FR" sz="1500">
                <a:solidFill>
                  <a:schemeClr val="bg1"/>
                </a:solidFill>
                <a:latin typeface="+mj-lt"/>
              </a:rPr>
              <a:t>Phase de lancement</a:t>
            </a:r>
          </a:p>
        </p:txBody>
      </p:sp>
      <p:sp>
        <p:nvSpPr>
          <p:cNvPr id="31" name="TextBox 57">
            <a:extLst>
              <a:ext uri="{FF2B5EF4-FFF2-40B4-BE49-F238E27FC236}">
                <a16:creationId xmlns:a16="http://schemas.microsoft.com/office/drawing/2014/main" id="{9A53E0E0-0417-31A5-EC9F-B545BF1AA51A}"/>
              </a:ext>
            </a:extLst>
          </p:cNvPr>
          <p:cNvSpPr txBox="1"/>
          <p:nvPr/>
        </p:nvSpPr>
        <p:spPr>
          <a:xfrm>
            <a:off x="241123" y="4830717"/>
            <a:ext cx="1807592" cy="819602"/>
          </a:xfrm>
          <a:prstGeom prst="rect">
            <a:avLst/>
          </a:prstGeom>
        </p:spPr>
        <p:txBody>
          <a:bodyPr vert="horz" wrap="none" lIns="91440" tIns="45720" rIns="91440" bIns="45720" rtlCol="0" anchor="ctr">
            <a:normAutofit/>
          </a:bodyPr>
          <a:lstStyle/>
          <a:p>
            <a:pPr algn="ctr"/>
            <a:r>
              <a:rPr lang="fr-FR" sz="1500">
                <a:solidFill>
                  <a:schemeClr val="bg1"/>
                </a:solidFill>
                <a:latin typeface="+mj-lt"/>
              </a:rPr>
              <a:t>Phase</a:t>
            </a:r>
          </a:p>
          <a:p>
            <a:pPr algn="ctr"/>
            <a:r>
              <a:rPr lang="fr-FR" sz="1500">
                <a:solidFill>
                  <a:schemeClr val="bg1"/>
                </a:solidFill>
                <a:latin typeface="+mj-lt"/>
              </a:rPr>
              <a:t>d’</a:t>
            </a:r>
            <a:r>
              <a:rPr lang="fr-FR" sz="1500" err="1">
                <a:solidFill>
                  <a:schemeClr val="bg1"/>
                </a:solidFill>
                <a:latin typeface="+mj-lt"/>
              </a:rPr>
              <a:t>implementation</a:t>
            </a:r>
            <a:endParaRPr lang="fr-FR" sz="1500">
              <a:solidFill>
                <a:schemeClr val="bg1"/>
              </a:solidFill>
              <a:latin typeface="+mj-lt"/>
            </a:endParaRPr>
          </a:p>
        </p:txBody>
      </p:sp>
      <p:sp>
        <p:nvSpPr>
          <p:cNvPr id="32" name="TextBox 58">
            <a:extLst>
              <a:ext uri="{FF2B5EF4-FFF2-40B4-BE49-F238E27FC236}">
                <a16:creationId xmlns:a16="http://schemas.microsoft.com/office/drawing/2014/main" id="{5A3F7CEA-09CF-B407-F105-0A94557A9699}"/>
              </a:ext>
            </a:extLst>
          </p:cNvPr>
          <p:cNvSpPr txBox="1"/>
          <p:nvPr/>
        </p:nvSpPr>
        <p:spPr>
          <a:xfrm>
            <a:off x="2070180" y="1949116"/>
            <a:ext cx="1807592" cy="388803"/>
          </a:xfrm>
          <a:prstGeom prst="rect">
            <a:avLst/>
          </a:prstGeom>
        </p:spPr>
        <p:txBody>
          <a:bodyPr vert="horz" wrap="none" lIns="91440" tIns="45720" rIns="91440" bIns="45720" rtlCol="0" anchor="ctr">
            <a:normAutofit/>
          </a:bodyPr>
          <a:lstStyle/>
          <a:p>
            <a:pPr algn="ctr"/>
            <a:r>
              <a:rPr lang="fr-FR" sz="1500">
                <a:solidFill>
                  <a:schemeClr val="bg1"/>
                </a:solidFill>
                <a:latin typeface="+mj-lt"/>
              </a:rPr>
              <a:t>Chef de projet</a:t>
            </a:r>
          </a:p>
        </p:txBody>
      </p:sp>
      <p:sp>
        <p:nvSpPr>
          <p:cNvPr id="33" name="TextBox 59">
            <a:extLst>
              <a:ext uri="{FF2B5EF4-FFF2-40B4-BE49-F238E27FC236}">
                <a16:creationId xmlns:a16="http://schemas.microsoft.com/office/drawing/2014/main" id="{55BF1076-D8A9-795B-D2D3-6A6361C01AE4}"/>
              </a:ext>
            </a:extLst>
          </p:cNvPr>
          <p:cNvSpPr txBox="1"/>
          <p:nvPr/>
        </p:nvSpPr>
        <p:spPr>
          <a:xfrm>
            <a:off x="4027425" y="1949116"/>
            <a:ext cx="1807592" cy="388803"/>
          </a:xfrm>
          <a:prstGeom prst="rect">
            <a:avLst/>
          </a:prstGeom>
        </p:spPr>
        <p:txBody>
          <a:bodyPr vert="horz" wrap="none" lIns="91440" tIns="45720" rIns="91440" bIns="45720" rtlCol="0" anchor="ctr">
            <a:normAutofit/>
          </a:bodyPr>
          <a:lstStyle/>
          <a:p>
            <a:pPr algn="ctr"/>
            <a:r>
              <a:rPr lang="fr-FR" sz="1500">
                <a:solidFill>
                  <a:schemeClr val="bg1"/>
                </a:solidFill>
                <a:latin typeface="+mj-lt"/>
              </a:rPr>
              <a:t>Analyste d'affaires</a:t>
            </a:r>
          </a:p>
        </p:txBody>
      </p:sp>
      <p:sp>
        <p:nvSpPr>
          <p:cNvPr id="34" name="TextBox 60">
            <a:extLst>
              <a:ext uri="{FF2B5EF4-FFF2-40B4-BE49-F238E27FC236}">
                <a16:creationId xmlns:a16="http://schemas.microsoft.com/office/drawing/2014/main" id="{2B90F0D7-7C1C-3ECC-F5EB-87C82E77CD88}"/>
              </a:ext>
            </a:extLst>
          </p:cNvPr>
          <p:cNvSpPr txBox="1"/>
          <p:nvPr/>
        </p:nvSpPr>
        <p:spPr>
          <a:xfrm>
            <a:off x="6075162" y="1949116"/>
            <a:ext cx="1807592" cy="388803"/>
          </a:xfrm>
          <a:prstGeom prst="rect">
            <a:avLst/>
          </a:prstGeom>
        </p:spPr>
        <p:txBody>
          <a:bodyPr vert="horz" wrap="none" lIns="91440" tIns="45720" rIns="91440" bIns="45720" rtlCol="0" anchor="ctr">
            <a:normAutofit/>
          </a:bodyPr>
          <a:lstStyle/>
          <a:p>
            <a:pPr algn="ctr"/>
            <a:r>
              <a:rPr lang="fr-FR" sz="1500">
                <a:solidFill>
                  <a:schemeClr val="bg1"/>
                </a:solidFill>
                <a:latin typeface="+mj-lt"/>
              </a:rPr>
              <a:t>Configurateur</a:t>
            </a:r>
          </a:p>
        </p:txBody>
      </p:sp>
      <p:sp>
        <p:nvSpPr>
          <p:cNvPr id="35" name="TextBox 61">
            <a:extLst>
              <a:ext uri="{FF2B5EF4-FFF2-40B4-BE49-F238E27FC236}">
                <a16:creationId xmlns:a16="http://schemas.microsoft.com/office/drawing/2014/main" id="{DE62E9DA-5A6E-39FD-D45B-58F48D31BDCF}"/>
              </a:ext>
            </a:extLst>
          </p:cNvPr>
          <p:cNvSpPr txBox="1"/>
          <p:nvPr/>
        </p:nvSpPr>
        <p:spPr>
          <a:xfrm>
            <a:off x="8130539" y="1949116"/>
            <a:ext cx="1807592" cy="388803"/>
          </a:xfrm>
          <a:prstGeom prst="rect">
            <a:avLst/>
          </a:prstGeom>
        </p:spPr>
        <p:txBody>
          <a:bodyPr vert="horz" wrap="none" lIns="91440" tIns="45720" rIns="91440" bIns="45720" rtlCol="0" anchor="ctr">
            <a:normAutofit/>
          </a:bodyPr>
          <a:lstStyle/>
          <a:p>
            <a:pPr algn="ctr"/>
            <a:r>
              <a:rPr lang="fr-FR" sz="1500">
                <a:solidFill>
                  <a:schemeClr val="bg1"/>
                </a:solidFill>
                <a:latin typeface="+mj-lt"/>
              </a:rPr>
              <a:t>Développeur</a:t>
            </a:r>
          </a:p>
        </p:txBody>
      </p:sp>
      <p:sp>
        <p:nvSpPr>
          <p:cNvPr id="36" name="TextBox 63">
            <a:extLst>
              <a:ext uri="{FF2B5EF4-FFF2-40B4-BE49-F238E27FC236}">
                <a16:creationId xmlns:a16="http://schemas.microsoft.com/office/drawing/2014/main" id="{3C275B32-2CA8-2B1F-8F65-77E1896E6C9A}"/>
              </a:ext>
            </a:extLst>
          </p:cNvPr>
          <p:cNvSpPr txBox="1"/>
          <p:nvPr/>
        </p:nvSpPr>
        <p:spPr>
          <a:xfrm>
            <a:off x="10107855" y="1949116"/>
            <a:ext cx="1807592" cy="388803"/>
          </a:xfrm>
          <a:prstGeom prst="rect">
            <a:avLst/>
          </a:prstGeom>
        </p:spPr>
        <p:txBody>
          <a:bodyPr vert="horz" wrap="none" lIns="91440" tIns="45720" rIns="91440" bIns="45720" rtlCol="0" anchor="ctr">
            <a:normAutofit/>
          </a:bodyPr>
          <a:lstStyle/>
          <a:p>
            <a:pPr algn="ctr"/>
            <a:r>
              <a:rPr lang="fr-FR" sz="1500">
                <a:solidFill>
                  <a:schemeClr val="bg1"/>
                </a:solidFill>
                <a:latin typeface="+mj-lt"/>
              </a:rPr>
              <a:t>Architecte</a:t>
            </a:r>
          </a:p>
        </p:txBody>
      </p:sp>
      <p:sp>
        <p:nvSpPr>
          <p:cNvPr id="37" name="TextBox 65">
            <a:extLst>
              <a:ext uri="{FF2B5EF4-FFF2-40B4-BE49-F238E27FC236}">
                <a16:creationId xmlns:a16="http://schemas.microsoft.com/office/drawing/2014/main" id="{B088B5FA-D37E-7CC3-654B-BC3343595E0E}"/>
              </a:ext>
            </a:extLst>
          </p:cNvPr>
          <p:cNvSpPr txBox="1"/>
          <p:nvPr/>
        </p:nvSpPr>
        <p:spPr>
          <a:xfrm>
            <a:off x="2102755" y="2370283"/>
            <a:ext cx="1765401" cy="1449051"/>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00" dirty="0">
                <a:solidFill>
                  <a:srgbClr val="223843"/>
                </a:solidFill>
                <a:latin typeface="+mj-lt"/>
              </a:rPr>
              <a:t>Initiation et coordination</a:t>
            </a:r>
          </a:p>
          <a:p>
            <a:pPr marL="171450" indent="-171450">
              <a:lnSpc>
                <a:spcPct val="150000"/>
              </a:lnSpc>
              <a:buFont typeface="Arial" panose="020B0604020202020204" pitchFamily="34" charset="0"/>
              <a:buChar char="•"/>
            </a:pPr>
            <a:r>
              <a:rPr lang="fr-FR" sz="1000" dirty="0">
                <a:solidFill>
                  <a:srgbClr val="223843"/>
                </a:solidFill>
                <a:latin typeface="+mj-lt"/>
              </a:rPr>
              <a:t>Documentation et communication</a:t>
            </a:r>
          </a:p>
          <a:p>
            <a:pPr marL="171450" indent="-171450">
              <a:lnSpc>
                <a:spcPct val="150000"/>
              </a:lnSpc>
              <a:buFont typeface="Arial" panose="020B0604020202020204" pitchFamily="34" charset="0"/>
              <a:buChar char="•"/>
            </a:pPr>
            <a:r>
              <a:rPr lang="fr-FR" sz="1000" dirty="0">
                <a:solidFill>
                  <a:srgbClr val="223843"/>
                </a:solidFill>
                <a:latin typeface="+mj-lt"/>
              </a:rPr>
              <a:t>Planification et estimation</a:t>
            </a:r>
          </a:p>
        </p:txBody>
      </p:sp>
      <p:sp>
        <p:nvSpPr>
          <p:cNvPr id="38" name="TextBox 67">
            <a:extLst>
              <a:ext uri="{FF2B5EF4-FFF2-40B4-BE49-F238E27FC236}">
                <a16:creationId xmlns:a16="http://schemas.microsoft.com/office/drawing/2014/main" id="{9FB6BF71-383B-14BD-129A-5DF7DEAA030C}"/>
              </a:ext>
            </a:extLst>
          </p:cNvPr>
          <p:cNvSpPr txBox="1"/>
          <p:nvPr/>
        </p:nvSpPr>
        <p:spPr>
          <a:xfrm>
            <a:off x="2101897" y="3711680"/>
            <a:ext cx="1743801" cy="577081"/>
          </a:xfrm>
          <a:prstGeom prst="rect">
            <a:avLst/>
          </a:prstGeom>
          <a:noFill/>
        </p:spPr>
        <p:txBody>
          <a:bodyPr wrap="square">
            <a:spAutoFit/>
          </a:bodyPr>
          <a:lstStyle/>
          <a:p>
            <a:pPr marL="171450" indent="-171450">
              <a:buFont typeface="Arial" panose="020B0604020202020204" pitchFamily="34" charset="0"/>
              <a:buChar char="•"/>
            </a:pPr>
            <a:r>
              <a:rPr lang="fr-FR" sz="1050" i="0">
                <a:solidFill>
                  <a:srgbClr val="223843"/>
                </a:solidFill>
                <a:effectLst/>
                <a:latin typeface="+mj-lt"/>
              </a:rPr>
              <a:t>Planification et coordination des tâches</a:t>
            </a:r>
          </a:p>
        </p:txBody>
      </p:sp>
      <p:sp>
        <p:nvSpPr>
          <p:cNvPr id="39" name="TextBox 68">
            <a:extLst>
              <a:ext uri="{FF2B5EF4-FFF2-40B4-BE49-F238E27FC236}">
                <a16:creationId xmlns:a16="http://schemas.microsoft.com/office/drawing/2014/main" id="{77773CCA-CD93-430C-C444-D3DFF0EF94F5}"/>
              </a:ext>
            </a:extLst>
          </p:cNvPr>
          <p:cNvSpPr txBox="1"/>
          <p:nvPr/>
        </p:nvSpPr>
        <p:spPr>
          <a:xfrm>
            <a:off x="2146715" y="4177057"/>
            <a:ext cx="1750845" cy="2240742"/>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i="0">
                <a:solidFill>
                  <a:srgbClr val="223843"/>
                </a:solidFill>
                <a:effectLst/>
                <a:latin typeface="+mj-lt"/>
              </a:rPr>
              <a:t>Surveillance et réunions de projet</a:t>
            </a:r>
          </a:p>
          <a:p>
            <a:pPr marL="171450" indent="-171450">
              <a:lnSpc>
                <a:spcPct val="150000"/>
              </a:lnSpc>
              <a:buFont typeface="Arial" panose="020B0604020202020204" pitchFamily="34" charset="0"/>
              <a:buChar char="•"/>
            </a:pPr>
            <a:r>
              <a:rPr lang="fr-FR" sz="1050" i="0">
                <a:solidFill>
                  <a:srgbClr val="223843"/>
                </a:solidFill>
                <a:effectLst/>
                <a:latin typeface="+mj-lt"/>
              </a:rPr>
              <a:t>Gestion des délais</a:t>
            </a:r>
          </a:p>
          <a:p>
            <a:pPr marL="171450" indent="-171450">
              <a:lnSpc>
                <a:spcPct val="150000"/>
              </a:lnSpc>
              <a:buFont typeface="Arial" panose="020B0604020202020204" pitchFamily="34" charset="0"/>
              <a:buChar char="•"/>
            </a:pPr>
            <a:r>
              <a:rPr lang="fr-FR" sz="1050" i="0">
                <a:solidFill>
                  <a:srgbClr val="223843"/>
                </a:solidFill>
                <a:effectLst/>
                <a:latin typeface="+mj-lt"/>
              </a:rPr>
              <a:t>Réunions et validation</a:t>
            </a:r>
          </a:p>
          <a:p>
            <a:pPr marL="171450" indent="-171450">
              <a:lnSpc>
                <a:spcPct val="150000"/>
              </a:lnSpc>
              <a:buFont typeface="Arial" panose="020B0604020202020204" pitchFamily="34" charset="0"/>
              <a:buChar char="•"/>
            </a:pPr>
            <a:r>
              <a:rPr lang="fr-FR" sz="1050" i="0">
                <a:solidFill>
                  <a:srgbClr val="223843"/>
                </a:solidFill>
                <a:effectLst/>
                <a:latin typeface="+mj-lt"/>
              </a:rPr>
              <a:t>Support et communication</a:t>
            </a:r>
          </a:p>
          <a:p>
            <a:pPr marL="171450" indent="-171450">
              <a:lnSpc>
                <a:spcPct val="150000"/>
              </a:lnSpc>
              <a:buFont typeface="Arial" panose="020B0604020202020204" pitchFamily="34" charset="0"/>
              <a:buChar char="•"/>
            </a:pPr>
            <a:r>
              <a:rPr lang="fr-FR" sz="1050" i="0">
                <a:solidFill>
                  <a:srgbClr val="223843"/>
                </a:solidFill>
                <a:effectLst/>
                <a:latin typeface="+mj-lt"/>
              </a:rPr>
              <a:t>Tests et rapports</a:t>
            </a:r>
          </a:p>
          <a:p>
            <a:pPr marL="171450" indent="-171450">
              <a:lnSpc>
                <a:spcPct val="150000"/>
              </a:lnSpc>
              <a:buFont typeface="Arial" panose="020B0604020202020204" pitchFamily="34" charset="0"/>
              <a:buChar char="•"/>
            </a:pPr>
            <a:r>
              <a:rPr lang="fr-FR" sz="1050" i="0">
                <a:solidFill>
                  <a:srgbClr val="223843"/>
                </a:solidFill>
                <a:effectLst/>
                <a:latin typeface="+mj-lt"/>
              </a:rPr>
              <a:t>Implication dans le comité de pilotage</a:t>
            </a:r>
          </a:p>
        </p:txBody>
      </p:sp>
      <p:sp>
        <p:nvSpPr>
          <p:cNvPr id="40" name="TextBox 118">
            <a:extLst>
              <a:ext uri="{FF2B5EF4-FFF2-40B4-BE49-F238E27FC236}">
                <a16:creationId xmlns:a16="http://schemas.microsoft.com/office/drawing/2014/main" id="{400C9838-ECB1-9F7E-E4B6-8A4B1917DB3B}"/>
              </a:ext>
            </a:extLst>
          </p:cNvPr>
          <p:cNvSpPr txBox="1"/>
          <p:nvPr/>
        </p:nvSpPr>
        <p:spPr>
          <a:xfrm>
            <a:off x="3981304" y="2370283"/>
            <a:ext cx="1927423" cy="1274580"/>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a:solidFill>
                  <a:srgbClr val="223843"/>
                </a:solidFill>
                <a:latin typeface="+mj-lt"/>
              </a:rPr>
              <a:t>Découverte et analyse</a:t>
            </a:r>
          </a:p>
          <a:p>
            <a:pPr marL="171450" indent="-171450">
              <a:lnSpc>
                <a:spcPct val="150000"/>
              </a:lnSpc>
              <a:buFont typeface="Arial" panose="020B0604020202020204" pitchFamily="34" charset="0"/>
              <a:buChar char="•"/>
            </a:pPr>
            <a:r>
              <a:rPr lang="fr-FR" sz="1050">
                <a:solidFill>
                  <a:srgbClr val="223843"/>
                </a:solidFill>
                <a:latin typeface="+mj-lt"/>
              </a:rPr>
              <a:t>Architecture fonctionnelle</a:t>
            </a:r>
          </a:p>
          <a:p>
            <a:pPr marL="171450" indent="-171450">
              <a:lnSpc>
                <a:spcPct val="150000"/>
              </a:lnSpc>
              <a:buFont typeface="Arial" panose="020B0604020202020204" pitchFamily="34" charset="0"/>
              <a:buChar char="•"/>
            </a:pPr>
            <a:r>
              <a:rPr lang="fr-FR" sz="1050">
                <a:solidFill>
                  <a:srgbClr val="223843"/>
                </a:solidFill>
                <a:latin typeface="+mj-lt"/>
              </a:rPr>
              <a:t>Communication et planification</a:t>
            </a:r>
            <a:endParaRPr lang="en-US" sz="1050">
              <a:solidFill>
                <a:srgbClr val="223843"/>
              </a:solidFill>
              <a:latin typeface="+mj-lt"/>
            </a:endParaRPr>
          </a:p>
        </p:txBody>
      </p:sp>
      <p:sp>
        <p:nvSpPr>
          <p:cNvPr id="41" name="TextBox 119">
            <a:extLst>
              <a:ext uri="{FF2B5EF4-FFF2-40B4-BE49-F238E27FC236}">
                <a16:creationId xmlns:a16="http://schemas.microsoft.com/office/drawing/2014/main" id="{66828F41-6DB0-1E6D-AC3D-FACD83932196}"/>
              </a:ext>
            </a:extLst>
          </p:cNvPr>
          <p:cNvSpPr txBox="1"/>
          <p:nvPr/>
        </p:nvSpPr>
        <p:spPr>
          <a:xfrm>
            <a:off x="4031698" y="3711680"/>
            <a:ext cx="1893784" cy="415498"/>
          </a:xfrm>
          <a:prstGeom prst="rect">
            <a:avLst/>
          </a:prstGeom>
          <a:noFill/>
        </p:spPr>
        <p:txBody>
          <a:bodyPr wrap="square">
            <a:spAutoFit/>
          </a:bodyPr>
          <a:lstStyle/>
          <a:p>
            <a:pPr marL="171450" indent="-171450">
              <a:buFont typeface="Arial" panose="020B0604020202020204" pitchFamily="34" charset="0"/>
              <a:buChar char="•"/>
            </a:pPr>
            <a:r>
              <a:rPr lang="fr-FR" sz="1050" i="0">
                <a:solidFill>
                  <a:srgbClr val="223843"/>
                </a:solidFill>
                <a:effectLst/>
                <a:latin typeface="+mj-lt"/>
              </a:rPr>
              <a:t>Description des tâches et délégation</a:t>
            </a:r>
          </a:p>
        </p:txBody>
      </p:sp>
      <p:sp>
        <p:nvSpPr>
          <p:cNvPr id="42" name="TextBox 120">
            <a:extLst>
              <a:ext uri="{FF2B5EF4-FFF2-40B4-BE49-F238E27FC236}">
                <a16:creationId xmlns:a16="http://schemas.microsoft.com/office/drawing/2014/main" id="{6171AF88-94A6-31F5-A858-A6E2F1D8C245}"/>
              </a:ext>
            </a:extLst>
          </p:cNvPr>
          <p:cNvSpPr txBox="1"/>
          <p:nvPr/>
        </p:nvSpPr>
        <p:spPr>
          <a:xfrm>
            <a:off x="3981303" y="4177057"/>
            <a:ext cx="2044325" cy="1755994"/>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i="0">
                <a:solidFill>
                  <a:srgbClr val="223843"/>
                </a:solidFill>
                <a:effectLst/>
                <a:latin typeface="+mj-lt"/>
              </a:rPr>
              <a:t>Spécification et développement</a:t>
            </a:r>
          </a:p>
          <a:p>
            <a:pPr marL="171450" indent="-171450">
              <a:lnSpc>
                <a:spcPct val="150000"/>
              </a:lnSpc>
              <a:buFont typeface="Arial" panose="020B0604020202020204" pitchFamily="34" charset="0"/>
              <a:buChar char="•"/>
            </a:pPr>
            <a:r>
              <a:rPr lang="fr-FR" sz="1050" i="0">
                <a:solidFill>
                  <a:srgbClr val="223843"/>
                </a:solidFill>
                <a:effectLst/>
                <a:latin typeface="+mj-lt"/>
              </a:rPr>
              <a:t>Test et validation</a:t>
            </a:r>
          </a:p>
          <a:p>
            <a:pPr marL="171450" indent="-171450">
              <a:lnSpc>
                <a:spcPct val="150000"/>
              </a:lnSpc>
              <a:buFont typeface="Arial" panose="020B0604020202020204" pitchFamily="34" charset="0"/>
              <a:buChar char="•"/>
            </a:pPr>
            <a:r>
              <a:rPr lang="fr-FR" sz="1050" i="0">
                <a:solidFill>
                  <a:srgbClr val="223843"/>
                </a:solidFill>
                <a:effectLst/>
                <a:latin typeface="+mj-lt"/>
              </a:rPr>
              <a:t>Réunions et communication</a:t>
            </a:r>
          </a:p>
          <a:p>
            <a:pPr marL="171450" indent="-171450">
              <a:lnSpc>
                <a:spcPct val="150000"/>
              </a:lnSpc>
              <a:buFont typeface="Arial" panose="020B0604020202020204" pitchFamily="34" charset="0"/>
              <a:buChar char="•"/>
            </a:pPr>
            <a:r>
              <a:rPr lang="fr-FR" sz="1050" i="0">
                <a:solidFill>
                  <a:srgbClr val="223843"/>
                </a:solidFill>
                <a:effectLst/>
                <a:latin typeface="+mj-lt"/>
              </a:rPr>
              <a:t>Gestion des retours</a:t>
            </a:r>
          </a:p>
          <a:p>
            <a:pPr marL="171450" indent="-171450">
              <a:lnSpc>
                <a:spcPct val="150000"/>
              </a:lnSpc>
              <a:buFont typeface="Arial" panose="020B0604020202020204" pitchFamily="34" charset="0"/>
              <a:buChar char="•"/>
            </a:pPr>
            <a:r>
              <a:rPr lang="fr-FR" sz="1050" i="0">
                <a:solidFill>
                  <a:srgbClr val="223843"/>
                </a:solidFill>
                <a:effectLst/>
                <a:latin typeface="+mj-lt"/>
              </a:rPr>
              <a:t>Formation et support</a:t>
            </a:r>
          </a:p>
          <a:p>
            <a:pPr marL="171450" indent="-171450">
              <a:lnSpc>
                <a:spcPct val="150000"/>
              </a:lnSpc>
              <a:buFont typeface="Arial" panose="020B0604020202020204" pitchFamily="34" charset="0"/>
              <a:buChar char="•"/>
            </a:pPr>
            <a:r>
              <a:rPr lang="fr-FR" sz="1050" i="0">
                <a:solidFill>
                  <a:srgbClr val="223843"/>
                </a:solidFill>
                <a:effectLst/>
                <a:latin typeface="+mj-lt"/>
              </a:rPr>
              <a:t>Plan de test</a:t>
            </a:r>
            <a:endParaRPr lang="en-US" sz="1050" i="0">
              <a:solidFill>
                <a:srgbClr val="223843"/>
              </a:solidFill>
              <a:effectLst/>
              <a:latin typeface="+mj-lt"/>
            </a:endParaRPr>
          </a:p>
        </p:txBody>
      </p:sp>
      <p:sp>
        <p:nvSpPr>
          <p:cNvPr id="43" name="TextBox 121">
            <a:extLst>
              <a:ext uri="{FF2B5EF4-FFF2-40B4-BE49-F238E27FC236}">
                <a16:creationId xmlns:a16="http://schemas.microsoft.com/office/drawing/2014/main" id="{90023310-EE00-1512-7631-8F80C75A3AEB}"/>
              </a:ext>
            </a:extLst>
          </p:cNvPr>
          <p:cNvSpPr txBox="1"/>
          <p:nvPr/>
        </p:nvSpPr>
        <p:spPr>
          <a:xfrm>
            <a:off x="6029041" y="2370283"/>
            <a:ext cx="1927421" cy="786497"/>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a:solidFill>
                  <a:srgbClr val="223843"/>
                </a:solidFill>
                <a:latin typeface="+mj-lt"/>
              </a:rPr>
              <a:t>Support à l'initiation</a:t>
            </a:r>
          </a:p>
          <a:p>
            <a:pPr marL="171450" indent="-171450">
              <a:lnSpc>
                <a:spcPct val="150000"/>
              </a:lnSpc>
              <a:buFont typeface="Arial" panose="020B0604020202020204" pitchFamily="34" charset="0"/>
              <a:buChar char="•"/>
            </a:pPr>
            <a:r>
              <a:rPr lang="fr-FR" sz="1050">
                <a:solidFill>
                  <a:srgbClr val="223843"/>
                </a:solidFill>
                <a:latin typeface="+mj-lt"/>
              </a:rPr>
              <a:t>Collaboration sur l'emploi du temps</a:t>
            </a:r>
          </a:p>
        </p:txBody>
      </p:sp>
      <p:sp>
        <p:nvSpPr>
          <p:cNvPr id="44" name="TextBox 122">
            <a:extLst>
              <a:ext uri="{FF2B5EF4-FFF2-40B4-BE49-F238E27FC236}">
                <a16:creationId xmlns:a16="http://schemas.microsoft.com/office/drawing/2014/main" id="{6C5C980C-A5E2-D09E-1C6E-278E610A183B}"/>
              </a:ext>
            </a:extLst>
          </p:cNvPr>
          <p:cNvSpPr txBox="1"/>
          <p:nvPr/>
        </p:nvSpPr>
        <p:spPr>
          <a:xfrm>
            <a:off x="8076778" y="2370283"/>
            <a:ext cx="1821441" cy="786497"/>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a:solidFill>
                  <a:srgbClr val="223843"/>
                </a:solidFill>
                <a:latin typeface="+mj-lt"/>
              </a:rPr>
              <a:t>Estimation des tâches</a:t>
            </a:r>
          </a:p>
          <a:p>
            <a:pPr marL="171450" indent="-171450">
              <a:lnSpc>
                <a:spcPct val="150000"/>
              </a:lnSpc>
              <a:buFont typeface="Arial" panose="020B0604020202020204" pitchFamily="34" charset="0"/>
              <a:buChar char="•"/>
            </a:pPr>
            <a:r>
              <a:rPr lang="fr-FR" sz="1050">
                <a:solidFill>
                  <a:srgbClr val="223843"/>
                </a:solidFill>
                <a:latin typeface="+mj-lt"/>
              </a:rPr>
              <a:t>Assistance dans la planification du projet</a:t>
            </a:r>
          </a:p>
        </p:txBody>
      </p:sp>
      <p:sp>
        <p:nvSpPr>
          <p:cNvPr id="45" name="TextBox 123">
            <a:extLst>
              <a:ext uri="{FF2B5EF4-FFF2-40B4-BE49-F238E27FC236}">
                <a16:creationId xmlns:a16="http://schemas.microsoft.com/office/drawing/2014/main" id="{F3A4D539-4225-A0A7-9F2C-845464F93325}"/>
              </a:ext>
            </a:extLst>
          </p:cNvPr>
          <p:cNvSpPr txBox="1"/>
          <p:nvPr/>
        </p:nvSpPr>
        <p:spPr>
          <a:xfrm>
            <a:off x="10058917" y="2370283"/>
            <a:ext cx="1821441" cy="1271245"/>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a:solidFill>
                  <a:srgbClr val="223843"/>
                </a:solidFill>
                <a:latin typeface="+mj-lt"/>
              </a:rPr>
              <a:t>Conception de solution technique</a:t>
            </a:r>
          </a:p>
          <a:p>
            <a:pPr marL="171450" indent="-171450">
              <a:lnSpc>
                <a:spcPct val="150000"/>
              </a:lnSpc>
              <a:buFont typeface="Arial" panose="020B0604020202020204" pitchFamily="34" charset="0"/>
              <a:buChar char="•"/>
            </a:pPr>
            <a:r>
              <a:rPr lang="fr-FR" sz="1050">
                <a:solidFill>
                  <a:srgbClr val="223843"/>
                </a:solidFill>
                <a:latin typeface="+mj-lt"/>
              </a:rPr>
              <a:t>Évaluation des tâches</a:t>
            </a:r>
          </a:p>
          <a:p>
            <a:pPr marL="171450" indent="-171450">
              <a:lnSpc>
                <a:spcPct val="150000"/>
              </a:lnSpc>
              <a:buFont typeface="Arial" panose="020B0604020202020204" pitchFamily="34" charset="0"/>
              <a:buChar char="•"/>
            </a:pPr>
            <a:r>
              <a:rPr lang="fr-FR" sz="1050">
                <a:solidFill>
                  <a:srgbClr val="223843"/>
                </a:solidFill>
                <a:latin typeface="+mj-lt"/>
              </a:rPr>
              <a:t>Assistance dans la planification du projet</a:t>
            </a:r>
          </a:p>
        </p:txBody>
      </p:sp>
      <p:sp>
        <p:nvSpPr>
          <p:cNvPr id="46" name="TextBox 124">
            <a:extLst>
              <a:ext uri="{FF2B5EF4-FFF2-40B4-BE49-F238E27FC236}">
                <a16:creationId xmlns:a16="http://schemas.microsoft.com/office/drawing/2014/main" id="{3D8C84C8-D414-E135-1A28-926ECCE6C54F}"/>
              </a:ext>
            </a:extLst>
          </p:cNvPr>
          <p:cNvSpPr txBox="1"/>
          <p:nvPr/>
        </p:nvSpPr>
        <p:spPr>
          <a:xfrm>
            <a:off x="6029040" y="4177057"/>
            <a:ext cx="1971699" cy="1271245"/>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i="0">
                <a:solidFill>
                  <a:srgbClr val="223843"/>
                </a:solidFill>
                <a:effectLst/>
                <a:latin typeface="+mj-lt"/>
              </a:rPr>
              <a:t>Configuration logicielle</a:t>
            </a:r>
          </a:p>
          <a:p>
            <a:pPr marL="171450" indent="-171450">
              <a:lnSpc>
                <a:spcPct val="150000"/>
              </a:lnSpc>
              <a:buFont typeface="Arial" panose="020B0604020202020204" pitchFamily="34" charset="0"/>
              <a:buChar char="•"/>
            </a:pPr>
            <a:r>
              <a:rPr lang="fr-FR" sz="1050" i="0">
                <a:solidFill>
                  <a:srgbClr val="223843"/>
                </a:solidFill>
                <a:effectLst/>
                <a:latin typeface="+mj-lt"/>
              </a:rPr>
              <a:t>Gestion et support des données</a:t>
            </a:r>
          </a:p>
          <a:p>
            <a:pPr marL="171450" indent="-171450">
              <a:lnSpc>
                <a:spcPct val="150000"/>
              </a:lnSpc>
              <a:buFont typeface="Arial" panose="020B0604020202020204" pitchFamily="34" charset="0"/>
              <a:buChar char="•"/>
            </a:pPr>
            <a:r>
              <a:rPr lang="fr-FR" sz="1050" i="0">
                <a:solidFill>
                  <a:srgbClr val="223843"/>
                </a:solidFill>
                <a:effectLst/>
                <a:latin typeface="+mj-lt"/>
              </a:rPr>
              <a:t>Assistance dans diverses tâches</a:t>
            </a:r>
            <a:endParaRPr lang="fr-FR" sz="1050">
              <a:solidFill>
                <a:srgbClr val="223843"/>
              </a:solidFill>
              <a:latin typeface="+mj-lt"/>
            </a:endParaRPr>
          </a:p>
        </p:txBody>
      </p:sp>
      <p:sp>
        <p:nvSpPr>
          <p:cNvPr id="47" name="TextBox 125">
            <a:extLst>
              <a:ext uri="{FF2B5EF4-FFF2-40B4-BE49-F238E27FC236}">
                <a16:creationId xmlns:a16="http://schemas.microsoft.com/office/drawing/2014/main" id="{01A01706-8043-7C94-E769-ECFE1C9BFCD6}"/>
              </a:ext>
            </a:extLst>
          </p:cNvPr>
          <p:cNvSpPr txBox="1"/>
          <p:nvPr/>
        </p:nvSpPr>
        <p:spPr>
          <a:xfrm>
            <a:off x="8076776" y="4177057"/>
            <a:ext cx="1960596" cy="1513619"/>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i="0">
                <a:solidFill>
                  <a:srgbClr val="223843"/>
                </a:solidFill>
                <a:effectLst/>
                <a:latin typeface="+mj-lt"/>
              </a:rPr>
              <a:t>Installation de logiciels</a:t>
            </a:r>
          </a:p>
          <a:p>
            <a:pPr marL="171450" indent="-171450">
              <a:lnSpc>
                <a:spcPct val="150000"/>
              </a:lnSpc>
              <a:buFont typeface="Arial" panose="020B0604020202020204" pitchFamily="34" charset="0"/>
              <a:buChar char="•"/>
            </a:pPr>
            <a:r>
              <a:rPr lang="fr-FR" sz="1050" i="0">
                <a:solidFill>
                  <a:srgbClr val="223843"/>
                </a:solidFill>
                <a:effectLst/>
                <a:latin typeface="+mj-lt"/>
              </a:rPr>
              <a:t>Personnalisation et développement</a:t>
            </a:r>
          </a:p>
          <a:p>
            <a:pPr marL="171450" indent="-171450">
              <a:lnSpc>
                <a:spcPct val="150000"/>
              </a:lnSpc>
              <a:buFont typeface="Arial" panose="020B0604020202020204" pitchFamily="34" charset="0"/>
              <a:buChar char="•"/>
            </a:pPr>
            <a:r>
              <a:rPr lang="fr-FR" sz="1050" i="0">
                <a:solidFill>
                  <a:srgbClr val="223843"/>
                </a:solidFill>
                <a:effectLst/>
                <a:latin typeface="+mj-lt"/>
              </a:rPr>
              <a:t>Gestion des données</a:t>
            </a:r>
          </a:p>
          <a:p>
            <a:pPr marL="171450" indent="-171450">
              <a:lnSpc>
                <a:spcPct val="150000"/>
              </a:lnSpc>
              <a:buFont typeface="Arial" panose="020B0604020202020204" pitchFamily="34" charset="0"/>
              <a:buChar char="•"/>
            </a:pPr>
            <a:r>
              <a:rPr lang="fr-FR" sz="1050" i="0">
                <a:solidFill>
                  <a:srgbClr val="223843"/>
                </a:solidFill>
                <a:effectLst/>
                <a:latin typeface="+mj-lt"/>
              </a:rPr>
              <a:t>Support et formation</a:t>
            </a:r>
          </a:p>
          <a:p>
            <a:pPr marL="171450" indent="-171450">
              <a:lnSpc>
                <a:spcPct val="150000"/>
              </a:lnSpc>
              <a:buFont typeface="Arial" panose="020B0604020202020204" pitchFamily="34" charset="0"/>
              <a:buChar char="•"/>
            </a:pPr>
            <a:r>
              <a:rPr lang="fr-FR" sz="1050" i="0">
                <a:solidFill>
                  <a:srgbClr val="223843"/>
                </a:solidFill>
                <a:effectLst/>
                <a:latin typeface="+mj-lt"/>
              </a:rPr>
              <a:t>Supervision technique</a:t>
            </a:r>
            <a:endParaRPr lang="fr-FR" sz="1050">
              <a:solidFill>
                <a:srgbClr val="223843"/>
              </a:solidFill>
              <a:latin typeface="+mj-lt"/>
            </a:endParaRPr>
          </a:p>
        </p:txBody>
      </p:sp>
      <p:sp>
        <p:nvSpPr>
          <p:cNvPr id="48" name="TextBox 126">
            <a:extLst>
              <a:ext uri="{FF2B5EF4-FFF2-40B4-BE49-F238E27FC236}">
                <a16:creationId xmlns:a16="http://schemas.microsoft.com/office/drawing/2014/main" id="{85F140A2-F52F-DA19-932A-82CD2E0E4D3D}"/>
              </a:ext>
            </a:extLst>
          </p:cNvPr>
          <p:cNvSpPr txBox="1"/>
          <p:nvPr/>
        </p:nvSpPr>
        <p:spPr>
          <a:xfrm>
            <a:off x="10113411" y="4177057"/>
            <a:ext cx="1821441" cy="1028871"/>
          </a:xfrm>
          <a:prstGeom prst="rect">
            <a:avLst/>
          </a:prstGeom>
          <a:noFill/>
        </p:spPr>
        <p:txBody>
          <a:bodyPr wrap="square">
            <a:spAutoFit/>
          </a:bodyPr>
          <a:lstStyle/>
          <a:p>
            <a:pPr marL="171450" indent="-171450">
              <a:lnSpc>
                <a:spcPct val="150000"/>
              </a:lnSpc>
              <a:buFont typeface="Arial" panose="020B0604020202020204" pitchFamily="34" charset="0"/>
              <a:buChar char="•"/>
            </a:pPr>
            <a:r>
              <a:rPr lang="fr-FR" sz="1050" i="0">
                <a:solidFill>
                  <a:srgbClr val="223843"/>
                </a:solidFill>
                <a:effectLst/>
                <a:latin typeface="+mj-lt"/>
              </a:rPr>
              <a:t>Spécification technique</a:t>
            </a:r>
          </a:p>
          <a:p>
            <a:pPr marL="171450" indent="-171450">
              <a:lnSpc>
                <a:spcPct val="150000"/>
              </a:lnSpc>
              <a:buFont typeface="Arial" panose="020B0604020202020204" pitchFamily="34" charset="0"/>
              <a:buChar char="•"/>
            </a:pPr>
            <a:r>
              <a:rPr lang="fr-FR" sz="1050" i="0">
                <a:solidFill>
                  <a:srgbClr val="223843"/>
                </a:solidFill>
                <a:effectLst/>
                <a:latin typeface="+mj-lt"/>
              </a:rPr>
              <a:t>Assistance lors des réunions avec les vous</a:t>
            </a:r>
          </a:p>
          <a:p>
            <a:pPr marL="171450" indent="-171450">
              <a:lnSpc>
                <a:spcPct val="150000"/>
              </a:lnSpc>
              <a:buFont typeface="Arial" panose="020B0604020202020204" pitchFamily="34" charset="0"/>
              <a:buChar char="•"/>
            </a:pPr>
            <a:r>
              <a:rPr lang="fr-FR" sz="1050" i="0">
                <a:solidFill>
                  <a:srgbClr val="223843"/>
                </a:solidFill>
                <a:effectLst/>
                <a:latin typeface="+mj-lt"/>
              </a:rPr>
              <a:t>Support</a:t>
            </a:r>
            <a:endParaRPr lang="fr-FR" sz="1050">
              <a:solidFill>
                <a:srgbClr val="223843"/>
              </a:solidFill>
              <a:latin typeface="+mj-lt"/>
            </a:endParaRPr>
          </a:p>
        </p:txBody>
      </p:sp>
    </p:spTree>
    <p:extLst>
      <p:ext uri="{BB962C8B-B14F-4D97-AF65-F5344CB8AC3E}">
        <p14:creationId xmlns:p14="http://schemas.microsoft.com/office/powerpoint/2010/main" val="1546262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a:extLst>
            <a:ext uri="{FF2B5EF4-FFF2-40B4-BE49-F238E27FC236}">
              <a16:creationId xmlns:a16="http://schemas.microsoft.com/office/drawing/2014/main" id="{69D4BF31-E8BC-1D2F-D4BB-9B5F61EA5441}"/>
            </a:ext>
          </a:extLst>
        </p:cNvPr>
        <p:cNvGrpSpPr/>
        <p:nvPr/>
      </p:nvGrpSpPr>
      <p:grpSpPr>
        <a:xfrm>
          <a:off x="0" y="0"/>
          <a:ext cx="0" cy="0"/>
          <a:chOff x="0" y="0"/>
          <a:chExt cx="0" cy="0"/>
        </a:xfrm>
      </p:grpSpPr>
      <p:sp>
        <p:nvSpPr>
          <p:cNvPr id="4" name="Espace réservé du numéro de diapositive 3">
            <a:extLst>
              <a:ext uri="{FF2B5EF4-FFF2-40B4-BE49-F238E27FC236}">
                <a16:creationId xmlns:a16="http://schemas.microsoft.com/office/drawing/2014/main" id="{75612E89-2248-83BC-F865-C3C1230436B8}"/>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0C34F99C-3C47-4582-9518-8D365E9692AE}" type="slidenum">
              <a:rPr kumimoji="0" lang="en-US" sz="1200" b="0" i="0" u="none" strike="noStrike" kern="1200" cap="none" spc="0" normalizeH="0" baseline="0" noProof="0" smtClean="0">
                <a:ln>
                  <a:noFill/>
                </a:ln>
                <a:solidFill>
                  <a:prstClr val="white"/>
                </a:solidFill>
                <a:effectLst/>
                <a:uLnTx/>
                <a:uFillTx/>
                <a:latin typeface="Trebuchet MS"/>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white"/>
              </a:solidFill>
              <a:effectLst/>
              <a:uLnTx/>
              <a:uFillTx/>
              <a:latin typeface="Trebuchet MS"/>
              <a:ea typeface="+mn-ea"/>
              <a:cs typeface="+mn-cs"/>
            </a:endParaRPr>
          </a:p>
        </p:txBody>
      </p:sp>
      <p:sp>
        <p:nvSpPr>
          <p:cNvPr id="5" name="Titre 4">
            <a:extLst>
              <a:ext uri="{FF2B5EF4-FFF2-40B4-BE49-F238E27FC236}">
                <a16:creationId xmlns:a16="http://schemas.microsoft.com/office/drawing/2014/main" id="{B32483EB-D599-4031-7EDF-8213B9D32EE7}"/>
              </a:ext>
            </a:extLst>
          </p:cNvPr>
          <p:cNvSpPr>
            <a:spLocks noGrp="1"/>
          </p:cNvSpPr>
          <p:nvPr>
            <p:ph type="title" idx="4294967295"/>
          </p:nvPr>
        </p:nvSpPr>
        <p:spPr>
          <a:xfrm>
            <a:off x="838200" y="1960621"/>
            <a:ext cx="10515600" cy="1325562"/>
          </a:xfrm>
          <a:prstGeom prst="rect">
            <a:avLst/>
          </a:prstGeom>
        </p:spPr>
        <p:txBody>
          <a:bodyPr anchor="t">
            <a:normAutofit/>
          </a:bodyPr>
          <a:lstStyle/>
          <a:p>
            <a:pPr algn="ctr"/>
            <a:r>
              <a:rPr lang="fr-FR" sz="2000">
                <a:solidFill>
                  <a:schemeClr val="bg1"/>
                </a:solidFill>
              </a:rPr>
              <a:t>UN LOGICIEL, UNE SUCCESS STORY</a:t>
            </a:r>
          </a:p>
        </p:txBody>
      </p:sp>
      <p:pic>
        <p:nvPicPr>
          <p:cNvPr id="17" name="Graphique 16">
            <a:extLst>
              <a:ext uri="{FF2B5EF4-FFF2-40B4-BE49-F238E27FC236}">
                <a16:creationId xmlns:a16="http://schemas.microsoft.com/office/drawing/2014/main" id="{6EB621EE-C5D6-B362-783F-9442361B79B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178175" y="-519848"/>
            <a:ext cx="5835650" cy="3143250"/>
          </a:xfrm>
          <a:prstGeom prst="rect">
            <a:avLst/>
          </a:prstGeom>
        </p:spPr>
      </p:pic>
      <p:sp>
        <p:nvSpPr>
          <p:cNvPr id="7" name="Titre 1">
            <a:extLst>
              <a:ext uri="{FF2B5EF4-FFF2-40B4-BE49-F238E27FC236}">
                <a16:creationId xmlns:a16="http://schemas.microsoft.com/office/drawing/2014/main" id="{7DC05A32-7B0C-5EC2-C1C6-C8A4F22E3A18}"/>
              </a:ext>
            </a:extLst>
          </p:cNvPr>
          <p:cNvSpPr txBox="1">
            <a:spLocks/>
          </p:cNvSpPr>
          <p:nvPr/>
        </p:nvSpPr>
        <p:spPr>
          <a:xfrm>
            <a:off x="838200" y="3429000"/>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6600" b="1">
                <a:solidFill>
                  <a:schemeClr val="bg1"/>
                </a:solidFill>
              </a:rPr>
              <a:t>DÉMONSTRATION</a:t>
            </a:r>
          </a:p>
        </p:txBody>
      </p:sp>
    </p:spTree>
    <p:extLst>
      <p:ext uri="{BB962C8B-B14F-4D97-AF65-F5344CB8AC3E}">
        <p14:creationId xmlns:p14="http://schemas.microsoft.com/office/powerpoint/2010/main" val="1333969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3">
            <a:extLst>
              <a:ext uri="{FF2B5EF4-FFF2-40B4-BE49-F238E27FC236}">
                <a16:creationId xmlns:a16="http://schemas.microsoft.com/office/drawing/2014/main" id="{BDFF4B35-DE93-6BA8-DE23-480C924844AF}"/>
              </a:ext>
            </a:extLst>
          </p:cNvPr>
          <p:cNvSpPr>
            <a:spLocks noGrp="1"/>
          </p:cNvSpPr>
          <p:nvPr>
            <p:ph type="ctrTitle"/>
          </p:nvPr>
        </p:nvSpPr>
        <p:spPr>
          <a:xfrm>
            <a:off x="215900" y="1898650"/>
            <a:ext cx="5880100" cy="3060700"/>
          </a:xfrm>
        </p:spPr>
        <p:txBody>
          <a:bodyPr anchor="ctr">
            <a:normAutofit/>
          </a:bodyPr>
          <a:lstStyle/>
          <a:p>
            <a:r>
              <a:rPr lang="fr-FR" sz="6000">
                <a:latin typeface="+mj-lt"/>
              </a:rPr>
              <a:t>NOTRE VISION</a:t>
            </a:r>
            <a:br>
              <a:rPr lang="fr-FR" sz="6000">
                <a:latin typeface="+mj-lt"/>
              </a:rPr>
            </a:br>
            <a:r>
              <a:rPr lang="fr-FR" sz="6000">
                <a:latin typeface="+mj-lt"/>
              </a:rPr>
              <a:t>D’UN PROJET RÉUSSI</a:t>
            </a:r>
            <a:endParaRPr lang="en-US" sz="6000">
              <a:latin typeface="+mj-lt"/>
            </a:endParaRPr>
          </a:p>
        </p:txBody>
      </p:sp>
      <p:pic>
        <p:nvPicPr>
          <p:cNvPr id="7" name="Espace réservé du contenu 6">
            <a:extLst>
              <a:ext uri="{FF2B5EF4-FFF2-40B4-BE49-F238E27FC236}">
                <a16:creationId xmlns:a16="http://schemas.microsoft.com/office/drawing/2014/main" id="{3E147E88-E3EB-FAE3-9743-352EC0504DB2}"/>
              </a:ext>
            </a:extLst>
          </p:cNvPr>
          <p:cNvPicPr>
            <a:picLocks noGrp="1" noChangeAspect="1"/>
          </p:cNvPicPr>
          <p:nvPr>
            <p:ph sz="quarter" idx="11"/>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96000" y="1347787"/>
            <a:ext cx="4160838" cy="4160838"/>
          </a:xfrm>
          <a:prstGeom prst="rect">
            <a:avLst/>
          </a:prstGeom>
        </p:spPr>
      </p:pic>
      <p:sp>
        <p:nvSpPr>
          <p:cNvPr id="2" name="Espace réservé du numéro de diapositive 1">
            <a:extLst>
              <a:ext uri="{FF2B5EF4-FFF2-40B4-BE49-F238E27FC236}">
                <a16:creationId xmlns:a16="http://schemas.microsoft.com/office/drawing/2014/main" id="{90A046C8-5EA7-0C9B-18B5-0A5718EEC10C}"/>
              </a:ext>
            </a:extLst>
          </p:cNvPr>
          <p:cNvSpPr>
            <a:spLocks noGrp="1"/>
          </p:cNvSpPr>
          <p:nvPr>
            <p:ph type="sldNum" sz="quarter" idx="12"/>
          </p:nvPr>
        </p:nvSpPr>
        <p:spPr/>
        <p:txBody>
          <a:bodyPr/>
          <a:lstStyle/>
          <a:p>
            <a:pPr defTabSz="914400">
              <a:defRPr/>
            </a:pPr>
            <a:fld id="{11061685-6496-4975-B02C-C44B14DBF38E}" type="slidenum">
              <a:rPr lang="fr-FR" smtClean="0"/>
              <a:pPr defTabSz="914400">
                <a:defRPr/>
              </a:pPr>
              <a:t>14</a:t>
            </a:fld>
            <a:endParaRPr lang="fr-FR"/>
          </a:p>
        </p:txBody>
      </p:sp>
    </p:spTree>
    <p:extLst>
      <p:ext uri="{BB962C8B-B14F-4D97-AF65-F5344CB8AC3E}">
        <p14:creationId xmlns:p14="http://schemas.microsoft.com/office/powerpoint/2010/main" val="14405612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Espace réservé du texte 13">
            <a:extLst>
              <a:ext uri="{FF2B5EF4-FFF2-40B4-BE49-F238E27FC236}">
                <a16:creationId xmlns:a16="http://schemas.microsoft.com/office/drawing/2014/main" id="{7C6391E3-9C15-2B28-FD6B-F9B3A893202C}"/>
              </a:ext>
            </a:extLst>
          </p:cNvPr>
          <p:cNvSpPr>
            <a:spLocks noGrp="1"/>
          </p:cNvSpPr>
          <p:nvPr>
            <p:ph type="body" sz="quarter" idx="10"/>
          </p:nvPr>
        </p:nvSpPr>
        <p:spPr/>
        <p:txBody>
          <a:bodyPr>
            <a:normAutofit/>
          </a:bodyPr>
          <a:lstStyle/>
          <a:p>
            <a:r>
              <a:rPr lang="fr-FR" sz="7200"/>
              <a:t>1</a:t>
            </a:r>
          </a:p>
        </p:txBody>
      </p:sp>
      <p:sp>
        <p:nvSpPr>
          <p:cNvPr id="15" name="Espace réservé du texte 14">
            <a:extLst>
              <a:ext uri="{FF2B5EF4-FFF2-40B4-BE49-F238E27FC236}">
                <a16:creationId xmlns:a16="http://schemas.microsoft.com/office/drawing/2014/main" id="{73D5AD90-8156-86A7-1CFB-22A73C265E42}"/>
              </a:ext>
            </a:extLst>
          </p:cNvPr>
          <p:cNvSpPr>
            <a:spLocks noGrp="1"/>
          </p:cNvSpPr>
          <p:nvPr>
            <p:ph type="body" sz="quarter" idx="11"/>
          </p:nvPr>
        </p:nvSpPr>
        <p:spPr/>
        <p:txBody>
          <a:bodyPr>
            <a:normAutofit/>
          </a:bodyPr>
          <a:lstStyle/>
          <a:p>
            <a:r>
              <a:rPr lang="fr-FR" sz="7200"/>
              <a:t>2</a:t>
            </a:r>
          </a:p>
        </p:txBody>
      </p:sp>
      <p:sp>
        <p:nvSpPr>
          <p:cNvPr id="16" name="Espace réservé du texte 15">
            <a:extLst>
              <a:ext uri="{FF2B5EF4-FFF2-40B4-BE49-F238E27FC236}">
                <a16:creationId xmlns:a16="http://schemas.microsoft.com/office/drawing/2014/main" id="{01DF9DD4-8C2D-9138-3489-907B22C56E01}"/>
              </a:ext>
            </a:extLst>
          </p:cNvPr>
          <p:cNvSpPr>
            <a:spLocks noGrp="1"/>
          </p:cNvSpPr>
          <p:nvPr>
            <p:ph type="body" sz="quarter" idx="12"/>
          </p:nvPr>
        </p:nvSpPr>
        <p:spPr/>
        <p:txBody>
          <a:bodyPr>
            <a:normAutofit/>
          </a:bodyPr>
          <a:lstStyle/>
          <a:p>
            <a:r>
              <a:rPr lang="fr-FR" sz="7200"/>
              <a:t>3</a:t>
            </a:r>
          </a:p>
        </p:txBody>
      </p:sp>
      <p:sp>
        <p:nvSpPr>
          <p:cNvPr id="17" name="Espace réservé du texte 16">
            <a:extLst>
              <a:ext uri="{FF2B5EF4-FFF2-40B4-BE49-F238E27FC236}">
                <a16:creationId xmlns:a16="http://schemas.microsoft.com/office/drawing/2014/main" id="{56ED1FB3-2429-8E7B-A487-F726CB3DD17B}"/>
              </a:ext>
            </a:extLst>
          </p:cNvPr>
          <p:cNvSpPr>
            <a:spLocks noGrp="1"/>
          </p:cNvSpPr>
          <p:nvPr>
            <p:ph type="body" sz="quarter" idx="13"/>
          </p:nvPr>
        </p:nvSpPr>
        <p:spPr>
          <a:xfrm>
            <a:off x="2003031" y="4690251"/>
            <a:ext cx="2089938" cy="480483"/>
          </a:xfrm>
        </p:spPr>
        <p:txBody>
          <a:bodyPr>
            <a:noAutofit/>
          </a:bodyPr>
          <a:lstStyle/>
          <a:p>
            <a:r>
              <a:rPr lang="fr-FR" sz="1800" b="1" dirty="0"/>
              <a:t>RESTEZ PROCHE</a:t>
            </a:r>
          </a:p>
          <a:p>
            <a:r>
              <a:rPr lang="fr-FR" sz="1800" b="1" dirty="0"/>
              <a:t> DES STANDARDS</a:t>
            </a:r>
          </a:p>
          <a:p>
            <a:endParaRPr lang="fr-FR" sz="1800" b="1" dirty="0"/>
          </a:p>
        </p:txBody>
      </p:sp>
      <p:sp>
        <p:nvSpPr>
          <p:cNvPr id="13" name="Titre 12">
            <a:extLst>
              <a:ext uri="{FF2B5EF4-FFF2-40B4-BE49-F238E27FC236}">
                <a16:creationId xmlns:a16="http://schemas.microsoft.com/office/drawing/2014/main" id="{08F2C656-1934-DB49-99D7-DC73A794FAAF}"/>
              </a:ext>
            </a:extLst>
          </p:cNvPr>
          <p:cNvSpPr>
            <a:spLocks noGrp="1"/>
          </p:cNvSpPr>
          <p:nvPr>
            <p:ph type="title"/>
          </p:nvPr>
        </p:nvSpPr>
        <p:spPr/>
        <p:txBody>
          <a:bodyPr/>
          <a:lstStyle/>
          <a:p>
            <a:r>
              <a:rPr lang="fr-FR"/>
              <a:t>SOYEZ EN LIGNE RAPIDEMENT</a:t>
            </a:r>
          </a:p>
        </p:txBody>
      </p:sp>
      <p:sp>
        <p:nvSpPr>
          <p:cNvPr id="5" name="Espace réservé du numéro de diapositive 4">
            <a:extLst>
              <a:ext uri="{FF2B5EF4-FFF2-40B4-BE49-F238E27FC236}">
                <a16:creationId xmlns:a16="http://schemas.microsoft.com/office/drawing/2014/main" id="{3398001A-2CE4-4BF0-220E-225114E670AD}"/>
              </a:ext>
            </a:extLst>
          </p:cNvPr>
          <p:cNvSpPr>
            <a:spLocks noGrp="1"/>
          </p:cNvSpPr>
          <p:nvPr>
            <p:ph type="sldNum" sz="quarter" idx="16"/>
          </p:nvPr>
        </p:nvSpPr>
        <p:spPr/>
        <p:txBody>
          <a:bodyPr/>
          <a:lstStyle/>
          <a:p>
            <a:pPr defTabSz="914400">
              <a:defRPr/>
            </a:pPr>
            <a:fld id="{11061685-6496-4975-B02C-C44B14DBF38E}" type="slidenum">
              <a:rPr lang="fr-FR" smtClean="0"/>
              <a:pPr defTabSz="914400">
                <a:defRPr/>
              </a:pPr>
              <a:t>15</a:t>
            </a:fld>
            <a:endParaRPr lang="fr-FR"/>
          </a:p>
        </p:txBody>
      </p:sp>
      <p:sp>
        <p:nvSpPr>
          <p:cNvPr id="20" name="Espace réservé du texte 16">
            <a:extLst>
              <a:ext uri="{FF2B5EF4-FFF2-40B4-BE49-F238E27FC236}">
                <a16:creationId xmlns:a16="http://schemas.microsoft.com/office/drawing/2014/main" id="{45569EC6-0B62-FB7B-3E67-915568A1D091}"/>
              </a:ext>
            </a:extLst>
          </p:cNvPr>
          <p:cNvSpPr txBox="1">
            <a:spLocks/>
          </p:cNvSpPr>
          <p:nvPr/>
        </p:nvSpPr>
        <p:spPr>
          <a:xfrm>
            <a:off x="5051031" y="4690251"/>
            <a:ext cx="2089938" cy="48048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dirty="0"/>
              <a:t>APPROCHE</a:t>
            </a:r>
          </a:p>
          <a:p>
            <a:r>
              <a:rPr lang="fr-FR" sz="1800" b="1" dirty="0"/>
              <a:t>MVP</a:t>
            </a:r>
          </a:p>
        </p:txBody>
      </p:sp>
      <p:sp>
        <p:nvSpPr>
          <p:cNvPr id="21" name="Espace réservé du texte 16">
            <a:extLst>
              <a:ext uri="{FF2B5EF4-FFF2-40B4-BE49-F238E27FC236}">
                <a16:creationId xmlns:a16="http://schemas.microsoft.com/office/drawing/2014/main" id="{5001D53D-C5FB-7E12-C922-005F9DC617A0}"/>
              </a:ext>
            </a:extLst>
          </p:cNvPr>
          <p:cNvSpPr txBox="1">
            <a:spLocks/>
          </p:cNvSpPr>
          <p:nvPr/>
        </p:nvSpPr>
        <p:spPr>
          <a:xfrm>
            <a:off x="7973878" y="4690251"/>
            <a:ext cx="2340244" cy="480483"/>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800" b="1" dirty="0"/>
              <a:t>ANALYSE </a:t>
            </a:r>
          </a:p>
          <a:p>
            <a:r>
              <a:rPr lang="fr-FR" sz="1800" b="1" dirty="0"/>
              <a:t>D’IMPLÉMENTATION</a:t>
            </a:r>
          </a:p>
        </p:txBody>
      </p:sp>
    </p:spTree>
    <p:extLst>
      <p:ext uri="{BB962C8B-B14F-4D97-AF65-F5344CB8AC3E}">
        <p14:creationId xmlns:p14="http://schemas.microsoft.com/office/powerpoint/2010/main" val="752921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D20523-0545-42F0-264B-6A620CE63824}"/>
            </a:ext>
          </a:extLst>
        </p:cNvPr>
        <p:cNvGrpSpPr/>
        <p:nvPr/>
      </p:nvGrpSpPr>
      <p:grpSpPr>
        <a:xfrm>
          <a:off x="0" y="0"/>
          <a:ext cx="0" cy="0"/>
          <a:chOff x="0" y="0"/>
          <a:chExt cx="0" cy="0"/>
        </a:xfrm>
      </p:grpSpPr>
      <p:sp>
        <p:nvSpPr>
          <p:cNvPr id="9" name="Espace réservé du texte 8">
            <a:extLst>
              <a:ext uri="{FF2B5EF4-FFF2-40B4-BE49-F238E27FC236}">
                <a16:creationId xmlns:a16="http://schemas.microsoft.com/office/drawing/2014/main" id="{616E10DE-086C-99B3-552D-22D752E77AC2}"/>
              </a:ext>
            </a:extLst>
          </p:cNvPr>
          <p:cNvSpPr>
            <a:spLocks noGrp="1"/>
          </p:cNvSpPr>
          <p:nvPr>
            <p:ph type="body" sz="quarter" idx="13"/>
          </p:nvPr>
        </p:nvSpPr>
        <p:spPr>
          <a:xfrm>
            <a:off x="1824212" y="4613046"/>
            <a:ext cx="2472755" cy="707922"/>
          </a:xfrm>
        </p:spPr>
        <p:txBody>
          <a:bodyPr anchor="ctr">
            <a:noAutofit/>
          </a:bodyPr>
          <a:lstStyle/>
          <a:p>
            <a:pPr lvl="0">
              <a:lnSpc>
                <a:spcPct val="100000"/>
              </a:lnSpc>
              <a:spcBef>
                <a:spcPts val="0"/>
              </a:spcBef>
              <a:defRPr/>
            </a:pPr>
            <a:r>
              <a:rPr lang="fr-FR" sz="1800" b="1">
                <a:solidFill>
                  <a:srgbClr val="212529"/>
                </a:solidFill>
                <a:latin typeface="+mn-lt"/>
              </a:rPr>
              <a:t>FORMATION KEY USERS EN CONTINUE</a:t>
            </a:r>
          </a:p>
        </p:txBody>
      </p:sp>
      <p:sp>
        <p:nvSpPr>
          <p:cNvPr id="10" name="Espace réservé du texte 9">
            <a:extLst>
              <a:ext uri="{FF2B5EF4-FFF2-40B4-BE49-F238E27FC236}">
                <a16:creationId xmlns:a16="http://schemas.microsoft.com/office/drawing/2014/main" id="{AC2BCF75-35AB-36C4-3B25-185530D6C5A1}"/>
              </a:ext>
            </a:extLst>
          </p:cNvPr>
          <p:cNvSpPr>
            <a:spLocks noGrp="1"/>
          </p:cNvSpPr>
          <p:nvPr>
            <p:ph type="body" sz="quarter" idx="14"/>
          </p:nvPr>
        </p:nvSpPr>
        <p:spPr>
          <a:xfrm>
            <a:off x="4870796" y="4609569"/>
            <a:ext cx="2472756" cy="707922"/>
          </a:xfrm>
        </p:spPr>
        <p:txBody>
          <a:bodyPr anchor="ctr">
            <a:normAutofit/>
          </a:bodyPr>
          <a:lstStyle/>
          <a:p>
            <a:pPr lvl="0">
              <a:lnSpc>
                <a:spcPct val="100000"/>
              </a:lnSpc>
              <a:spcBef>
                <a:spcPts val="0"/>
              </a:spcBef>
              <a:defRPr/>
            </a:pPr>
            <a:r>
              <a:rPr lang="fr-FR" sz="1800" b="1">
                <a:solidFill>
                  <a:srgbClr val="212529"/>
                </a:solidFill>
                <a:latin typeface="+mn-lt"/>
              </a:rPr>
              <a:t>SUIVI </a:t>
            </a:r>
          </a:p>
          <a:p>
            <a:pPr lvl="0">
              <a:lnSpc>
                <a:spcPct val="100000"/>
              </a:lnSpc>
              <a:spcBef>
                <a:spcPts val="0"/>
              </a:spcBef>
              <a:defRPr/>
            </a:pPr>
            <a:r>
              <a:rPr lang="fr-FR" sz="1800" b="1">
                <a:solidFill>
                  <a:srgbClr val="212529"/>
                </a:solidFill>
                <a:latin typeface="+mn-lt"/>
              </a:rPr>
              <a:t>HEBDOMADAIRE</a:t>
            </a:r>
          </a:p>
        </p:txBody>
      </p:sp>
      <p:sp>
        <p:nvSpPr>
          <p:cNvPr id="11" name="Espace réservé du texte 10">
            <a:extLst>
              <a:ext uri="{FF2B5EF4-FFF2-40B4-BE49-F238E27FC236}">
                <a16:creationId xmlns:a16="http://schemas.microsoft.com/office/drawing/2014/main" id="{F77D149E-084F-AB89-324E-6309B5563984}"/>
              </a:ext>
            </a:extLst>
          </p:cNvPr>
          <p:cNvSpPr>
            <a:spLocks noGrp="1"/>
          </p:cNvSpPr>
          <p:nvPr>
            <p:ph type="body" sz="quarter" idx="15"/>
          </p:nvPr>
        </p:nvSpPr>
        <p:spPr>
          <a:xfrm>
            <a:off x="7917381" y="4609569"/>
            <a:ext cx="2453237" cy="707922"/>
          </a:xfrm>
        </p:spPr>
        <p:txBody>
          <a:bodyPr anchor="ctr">
            <a:noAutofit/>
          </a:bodyPr>
          <a:lstStyle/>
          <a:p>
            <a:pPr lvl="0">
              <a:lnSpc>
                <a:spcPct val="100000"/>
              </a:lnSpc>
              <a:spcBef>
                <a:spcPts val="0"/>
              </a:spcBef>
              <a:defRPr/>
            </a:pPr>
            <a:r>
              <a:rPr lang="fr-FR" sz="1800" b="1">
                <a:solidFill>
                  <a:srgbClr val="212529"/>
                </a:solidFill>
                <a:latin typeface="+mn-lt"/>
              </a:rPr>
              <a:t>VALIDATION</a:t>
            </a:r>
          </a:p>
          <a:p>
            <a:pPr lvl="0">
              <a:lnSpc>
                <a:spcPct val="100000"/>
              </a:lnSpc>
              <a:spcBef>
                <a:spcPts val="0"/>
              </a:spcBef>
              <a:defRPr/>
            </a:pPr>
            <a:r>
              <a:rPr lang="fr-FR" sz="1800" b="1">
                <a:solidFill>
                  <a:srgbClr val="212529"/>
                </a:solidFill>
                <a:latin typeface="+mn-lt"/>
              </a:rPr>
              <a:t>PAR ÉTAPE</a:t>
            </a:r>
          </a:p>
        </p:txBody>
      </p:sp>
      <p:sp>
        <p:nvSpPr>
          <p:cNvPr id="5" name="Titre 4">
            <a:extLst>
              <a:ext uri="{FF2B5EF4-FFF2-40B4-BE49-F238E27FC236}">
                <a16:creationId xmlns:a16="http://schemas.microsoft.com/office/drawing/2014/main" id="{64A92925-2C54-1EF0-B110-795BE565D85E}"/>
              </a:ext>
            </a:extLst>
          </p:cNvPr>
          <p:cNvSpPr>
            <a:spLocks noGrp="1"/>
          </p:cNvSpPr>
          <p:nvPr>
            <p:ph type="title"/>
          </p:nvPr>
        </p:nvSpPr>
        <p:spPr/>
        <p:txBody>
          <a:bodyPr>
            <a:normAutofit/>
          </a:bodyPr>
          <a:lstStyle/>
          <a:p>
            <a:r>
              <a:rPr lang="fr-FR" sz="4000">
                <a:latin typeface="+mj-lt"/>
                <a:cs typeface="Gotham Bold" pitchFamily="2" charset="0"/>
              </a:rPr>
              <a:t>NOUS AVANÇONS ENSEMBLE </a:t>
            </a:r>
            <a:br>
              <a:rPr lang="fr-FR" sz="4000">
                <a:latin typeface="+mj-lt"/>
                <a:cs typeface="Gotham Bold" pitchFamily="2" charset="0"/>
              </a:rPr>
            </a:br>
            <a:r>
              <a:rPr lang="fr-FR" sz="4000">
                <a:latin typeface="+mj-lt"/>
                <a:cs typeface="Gotham Bold" pitchFamily="2" charset="0"/>
              </a:rPr>
              <a:t>TOUT AU LONG DE VOTRE PROJET !</a:t>
            </a:r>
            <a:endParaRPr lang="en-US" sz="4000">
              <a:latin typeface="+mj-lt"/>
            </a:endParaRPr>
          </a:p>
        </p:txBody>
      </p:sp>
      <p:sp>
        <p:nvSpPr>
          <p:cNvPr id="2" name="Espace réservé du texte 20">
            <a:extLst>
              <a:ext uri="{FF2B5EF4-FFF2-40B4-BE49-F238E27FC236}">
                <a16:creationId xmlns:a16="http://schemas.microsoft.com/office/drawing/2014/main" id="{ED555D3C-C7A3-B067-076A-71E874B7EF8A}"/>
              </a:ext>
            </a:extLst>
          </p:cNvPr>
          <p:cNvSpPr txBox="1">
            <a:spLocks/>
          </p:cNvSpPr>
          <p:nvPr/>
        </p:nvSpPr>
        <p:spPr>
          <a:xfrm>
            <a:off x="0" y="1940385"/>
            <a:ext cx="4695887" cy="512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lnSpc>
                <a:spcPct val="100000"/>
              </a:lnSpc>
              <a:buFont typeface="Arial" panose="020B0604020202020204" pitchFamily="34" charset="0"/>
              <a:buNone/>
            </a:pPr>
            <a:r>
              <a:rPr lang="fr-FR" sz="2000" b="1">
                <a:latin typeface="+mn-lt"/>
              </a:rPr>
              <a:t>1 ÉQUIPE CAPTIVEA</a:t>
            </a:r>
            <a:endParaRPr lang="en-US" sz="2000" b="1">
              <a:latin typeface="+mn-lt"/>
            </a:endParaRPr>
          </a:p>
        </p:txBody>
      </p:sp>
      <p:sp>
        <p:nvSpPr>
          <p:cNvPr id="3" name="Espace réservé du texte 21">
            <a:extLst>
              <a:ext uri="{FF2B5EF4-FFF2-40B4-BE49-F238E27FC236}">
                <a16:creationId xmlns:a16="http://schemas.microsoft.com/office/drawing/2014/main" id="{0ABC94A4-FEF2-25FE-4694-3379BB034174}"/>
              </a:ext>
            </a:extLst>
          </p:cNvPr>
          <p:cNvSpPr txBox="1">
            <a:spLocks/>
          </p:cNvSpPr>
          <p:nvPr/>
        </p:nvSpPr>
        <p:spPr>
          <a:xfrm>
            <a:off x="7534795" y="1940385"/>
            <a:ext cx="4657205" cy="5127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r>
              <a:rPr lang="fr-FR" sz="2000" b="1">
                <a:latin typeface="+mn-lt"/>
              </a:rPr>
              <a:t>1 ÉQUIPE CLIENT</a:t>
            </a:r>
            <a:endParaRPr lang="en-US" sz="2000" b="1">
              <a:latin typeface="+mn-lt"/>
            </a:endParaRPr>
          </a:p>
        </p:txBody>
      </p:sp>
      <p:grpSp>
        <p:nvGrpSpPr>
          <p:cNvPr id="4" name="Google Shape;10674;p75">
            <a:extLst>
              <a:ext uri="{FF2B5EF4-FFF2-40B4-BE49-F238E27FC236}">
                <a16:creationId xmlns:a16="http://schemas.microsoft.com/office/drawing/2014/main" id="{BB0F20BA-1B63-D2B9-4C24-33997D8D112F}"/>
              </a:ext>
            </a:extLst>
          </p:cNvPr>
          <p:cNvGrpSpPr/>
          <p:nvPr/>
        </p:nvGrpSpPr>
        <p:grpSpPr>
          <a:xfrm rot="2700000">
            <a:off x="5684086" y="1800739"/>
            <a:ext cx="823825" cy="792052"/>
            <a:chOff x="4447550" y="249750"/>
            <a:chExt cx="500425" cy="481125"/>
          </a:xfrm>
          <a:gradFill>
            <a:gsLst>
              <a:gs pos="35000">
                <a:srgbClr val="AE1C26"/>
              </a:gs>
              <a:gs pos="0">
                <a:srgbClr val="714B67"/>
              </a:gs>
              <a:gs pos="100000">
                <a:srgbClr val="BA131A"/>
              </a:gs>
            </a:gsLst>
            <a:lin ang="5400000" scaled="1"/>
          </a:gradFill>
        </p:grpSpPr>
        <p:sp>
          <p:nvSpPr>
            <p:cNvPr id="12" name="Google Shape;10675;p75">
              <a:extLst>
                <a:ext uri="{FF2B5EF4-FFF2-40B4-BE49-F238E27FC236}">
                  <a16:creationId xmlns:a16="http://schemas.microsoft.com/office/drawing/2014/main" id="{1E8ED490-5ED2-3D76-A08B-549F3E8B1184}"/>
                </a:ext>
              </a:extLst>
            </p:cNvPr>
            <p:cNvSpPr/>
            <p:nvPr/>
          </p:nvSpPr>
          <p:spPr>
            <a:xfrm>
              <a:off x="4447550" y="413675"/>
              <a:ext cx="353475" cy="317200"/>
            </a:xfrm>
            <a:custGeom>
              <a:avLst/>
              <a:gdLst/>
              <a:ahLst/>
              <a:cxnLst/>
              <a:rect l="l" t="t" r="r" b="b"/>
              <a:pathLst>
                <a:path w="14139" h="12688" extrusionOk="0">
                  <a:moveTo>
                    <a:pt x="12274" y="0"/>
                  </a:moveTo>
                  <a:lnTo>
                    <a:pt x="10639" y="1635"/>
                  </a:lnTo>
                  <a:cubicBezTo>
                    <a:pt x="10811" y="1720"/>
                    <a:pt x="10970" y="1831"/>
                    <a:pt x="11109" y="1964"/>
                  </a:cubicBezTo>
                  <a:cubicBezTo>
                    <a:pt x="11771" y="2623"/>
                    <a:pt x="11771" y="3698"/>
                    <a:pt x="11109" y="4358"/>
                  </a:cubicBezTo>
                  <a:lnTo>
                    <a:pt x="5520" y="9949"/>
                  </a:lnTo>
                  <a:cubicBezTo>
                    <a:pt x="5189" y="10281"/>
                    <a:pt x="4755" y="10446"/>
                    <a:pt x="4322" y="10446"/>
                  </a:cubicBezTo>
                  <a:cubicBezTo>
                    <a:pt x="3889" y="10446"/>
                    <a:pt x="3456" y="10281"/>
                    <a:pt x="3126" y="9949"/>
                  </a:cubicBezTo>
                  <a:cubicBezTo>
                    <a:pt x="2463" y="9287"/>
                    <a:pt x="2463" y="8215"/>
                    <a:pt x="3126" y="7552"/>
                  </a:cubicBezTo>
                  <a:lnTo>
                    <a:pt x="5330" y="5351"/>
                  </a:lnTo>
                  <a:cubicBezTo>
                    <a:pt x="4924" y="4499"/>
                    <a:pt x="4764" y="3554"/>
                    <a:pt x="4866" y="2620"/>
                  </a:cubicBezTo>
                  <a:lnTo>
                    <a:pt x="4866" y="2620"/>
                  </a:lnTo>
                  <a:lnTo>
                    <a:pt x="1527" y="5956"/>
                  </a:lnTo>
                  <a:cubicBezTo>
                    <a:pt x="0" y="7501"/>
                    <a:pt x="6" y="9992"/>
                    <a:pt x="1545" y="11530"/>
                  </a:cubicBezTo>
                  <a:cubicBezTo>
                    <a:pt x="2316" y="12301"/>
                    <a:pt x="3327" y="12687"/>
                    <a:pt x="4339" y="12687"/>
                  </a:cubicBezTo>
                  <a:cubicBezTo>
                    <a:pt x="5343" y="12687"/>
                    <a:pt x="6348" y="12307"/>
                    <a:pt x="7119" y="11545"/>
                  </a:cubicBezTo>
                  <a:lnTo>
                    <a:pt x="12708" y="5956"/>
                  </a:lnTo>
                  <a:cubicBezTo>
                    <a:pt x="13783" y="4878"/>
                    <a:pt x="14138" y="3276"/>
                    <a:pt x="13626" y="1843"/>
                  </a:cubicBezTo>
                  <a:cubicBezTo>
                    <a:pt x="13500" y="1467"/>
                    <a:pt x="13316" y="1114"/>
                    <a:pt x="13075" y="798"/>
                  </a:cubicBezTo>
                  <a:lnTo>
                    <a:pt x="13066" y="807"/>
                  </a:lnTo>
                  <a:cubicBezTo>
                    <a:pt x="12952" y="663"/>
                    <a:pt x="12843" y="503"/>
                    <a:pt x="12708" y="368"/>
                  </a:cubicBezTo>
                  <a:cubicBezTo>
                    <a:pt x="12569" y="235"/>
                    <a:pt x="12428" y="115"/>
                    <a:pt x="12274" y="0"/>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435D74"/>
                </a:solidFill>
                <a:effectLst/>
                <a:uLnTx/>
                <a:uFillTx/>
                <a:ea typeface="+mn-ea"/>
                <a:cs typeface="+mn-cs"/>
              </a:endParaRPr>
            </a:p>
          </p:txBody>
        </p:sp>
        <p:sp>
          <p:nvSpPr>
            <p:cNvPr id="13" name="Google Shape;10676;p75">
              <a:extLst>
                <a:ext uri="{FF2B5EF4-FFF2-40B4-BE49-F238E27FC236}">
                  <a16:creationId xmlns:a16="http://schemas.microsoft.com/office/drawing/2014/main" id="{6E1809AB-7240-FC2D-C1A4-162B0BE91596}"/>
                </a:ext>
              </a:extLst>
            </p:cNvPr>
            <p:cNvSpPr/>
            <p:nvPr/>
          </p:nvSpPr>
          <p:spPr>
            <a:xfrm>
              <a:off x="4589675" y="249750"/>
              <a:ext cx="358300" cy="322025"/>
            </a:xfrm>
            <a:custGeom>
              <a:avLst/>
              <a:gdLst/>
              <a:ahLst/>
              <a:cxnLst/>
              <a:rect l="l" t="t" r="r" b="b"/>
              <a:pathLst>
                <a:path w="14332" h="12881" extrusionOk="0">
                  <a:moveTo>
                    <a:pt x="9992" y="1"/>
                  </a:moveTo>
                  <a:cubicBezTo>
                    <a:pt x="8989" y="1"/>
                    <a:pt x="7985" y="381"/>
                    <a:pt x="7215" y="1143"/>
                  </a:cubicBezTo>
                  <a:lnTo>
                    <a:pt x="1434" y="6925"/>
                  </a:lnTo>
                  <a:cubicBezTo>
                    <a:pt x="359" y="8003"/>
                    <a:pt x="1" y="9605"/>
                    <a:pt x="515" y="11038"/>
                  </a:cubicBezTo>
                  <a:cubicBezTo>
                    <a:pt x="639" y="11414"/>
                    <a:pt x="826" y="11767"/>
                    <a:pt x="1066" y="12083"/>
                  </a:cubicBezTo>
                  <a:lnTo>
                    <a:pt x="1073" y="12074"/>
                  </a:lnTo>
                  <a:cubicBezTo>
                    <a:pt x="1187" y="12218"/>
                    <a:pt x="1295" y="12378"/>
                    <a:pt x="1434" y="12513"/>
                  </a:cubicBezTo>
                  <a:cubicBezTo>
                    <a:pt x="1569" y="12646"/>
                    <a:pt x="1711" y="12766"/>
                    <a:pt x="1864" y="12881"/>
                  </a:cubicBezTo>
                  <a:lnTo>
                    <a:pt x="3500" y="11243"/>
                  </a:lnTo>
                  <a:cubicBezTo>
                    <a:pt x="3328" y="11158"/>
                    <a:pt x="3168" y="11050"/>
                    <a:pt x="3030" y="10918"/>
                  </a:cubicBezTo>
                  <a:cubicBezTo>
                    <a:pt x="2367" y="10255"/>
                    <a:pt x="2367" y="9183"/>
                    <a:pt x="3030" y="8521"/>
                  </a:cubicBezTo>
                  <a:lnTo>
                    <a:pt x="8811" y="2739"/>
                  </a:lnTo>
                  <a:cubicBezTo>
                    <a:pt x="9143" y="2408"/>
                    <a:pt x="9576" y="2242"/>
                    <a:pt x="10010" y="2242"/>
                  </a:cubicBezTo>
                  <a:cubicBezTo>
                    <a:pt x="10443" y="2242"/>
                    <a:pt x="10876" y="2408"/>
                    <a:pt x="11205" y="2739"/>
                  </a:cubicBezTo>
                  <a:cubicBezTo>
                    <a:pt x="11868" y="3401"/>
                    <a:pt x="11868" y="4473"/>
                    <a:pt x="11205" y="5136"/>
                  </a:cubicBezTo>
                  <a:lnTo>
                    <a:pt x="8811" y="7530"/>
                  </a:lnTo>
                  <a:cubicBezTo>
                    <a:pt x="9215" y="8382"/>
                    <a:pt x="9375" y="9328"/>
                    <a:pt x="9272" y="10261"/>
                  </a:cubicBezTo>
                  <a:lnTo>
                    <a:pt x="12804" y="6732"/>
                  </a:lnTo>
                  <a:cubicBezTo>
                    <a:pt x="14331" y="5187"/>
                    <a:pt x="14325" y="2697"/>
                    <a:pt x="12786" y="1158"/>
                  </a:cubicBezTo>
                  <a:cubicBezTo>
                    <a:pt x="12015" y="387"/>
                    <a:pt x="11004" y="1"/>
                    <a:pt x="999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435D74"/>
                </a:solidFill>
                <a:effectLst/>
                <a:uLnTx/>
                <a:uFillTx/>
                <a:ea typeface="+mn-ea"/>
                <a:cs typeface="+mn-cs"/>
              </a:endParaRPr>
            </a:p>
          </p:txBody>
        </p:sp>
      </p:grpSp>
      <p:sp>
        <p:nvSpPr>
          <p:cNvPr id="18" name="Google Shape;10694;p75">
            <a:extLst>
              <a:ext uri="{FF2B5EF4-FFF2-40B4-BE49-F238E27FC236}">
                <a16:creationId xmlns:a16="http://schemas.microsoft.com/office/drawing/2014/main" id="{2FC937C4-2A4E-6249-9643-86EAAD0A6759}"/>
              </a:ext>
            </a:extLst>
          </p:cNvPr>
          <p:cNvSpPr/>
          <p:nvPr/>
        </p:nvSpPr>
        <p:spPr>
          <a:xfrm>
            <a:off x="2627810" y="3209703"/>
            <a:ext cx="840380" cy="943420"/>
          </a:xfrm>
          <a:custGeom>
            <a:avLst/>
            <a:gdLst/>
            <a:ahLst/>
            <a:cxnLst/>
            <a:rect l="l" t="t" r="r" b="b"/>
            <a:pathLst>
              <a:path w="17168" h="19273" extrusionOk="0">
                <a:moveTo>
                  <a:pt x="15361" y="1130"/>
                </a:moveTo>
                <a:cubicBezTo>
                  <a:pt x="15671" y="1130"/>
                  <a:pt x="15924" y="1382"/>
                  <a:pt x="15924" y="1696"/>
                </a:cubicBezTo>
                <a:cubicBezTo>
                  <a:pt x="15924" y="2006"/>
                  <a:pt x="15671" y="2259"/>
                  <a:pt x="15361" y="2259"/>
                </a:cubicBezTo>
                <a:lnTo>
                  <a:pt x="1810" y="2259"/>
                </a:lnTo>
                <a:cubicBezTo>
                  <a:pt x="1497" y="2259"/>
                  <a:pt x="1244" y="2006"/>
                  <a:pt x="1244" y="1696"/>
                </a:cubicBezTo>
                <a:cubicBezTo>
                  <a:pt x="1244" y="1382"/>
                  <a:pt x="1497" y="1130"/>
                  <a:pt x="1810" y="1130"/>
                </a:cubicBezTo>
                <a:close/>
                <a:moveTo>
                  <a:pt x="15361" y="11332"/>
                </a:moveTo>
                <a:cubicBezTo>
                  <a:pt x="15671" y="11332"/>
                  <a:pt x="15924" y="11582"/>
                  <a:pt x="15924" y="11895"/>
                </a:cubicBezTo>
                <a:cubicBezTo>
                  <a:pt x="15924" y="12208"/>
                  <a:pt x="15671" y="12461"/>
                  <a:pt x="15361" y="12461"/>
                </a:cubicBezTo>
                <a:lnTo>
                  <a:pt x="1810" y="12461"/>
                </a:lnTo>
                <a:cubicBezTo>
                  <a:pt x="1497" y="12461"/>
                  <a:pt x="1244" y="12208"/>
                  <a:pt x="1244" y="11895"/>
                </a:cubicBezTo>
                <a:cubicBezTo>
                  <a:pt x="1244" y="11582"/>
                  <a:pt x="1497" y="11332"/>
                  <a:pt x="1810" y="11332"/>
                </a:cubicBezTo>
                <a:close/>
                <a:moveTo>
                  <a:pt x="1804" y="0"/>
                </a:moveTo>
                <a:cubicBezTo>
                  <a:pt x="982" y="0"/>
                  <a:pt x="277" y="593"/>
                  <a:pt x="139" y="1404"/>
                </a:cubicBezTo>
                <a:cubicBezTo>
                  <a:pt x="1" y="2217"/>
                  <a:pt x="467" y="3012"/>
                  <a:pt x="1244" y="3286"/>
                </a:cubicBezTo>
                <a:lnTo>
                  <a:pt x="1244" y="10305"/>
                </a:lnTo>
                <a:cubicBezTo>
                  <a:pt x="570" y="10543"/>
                  <a:pt x="118" y="11178"/>
                  <a:pt x="115" y="11895"/>
                </a:cubicBezTo>
                <a:cubicBezTo>
                  <a:pt x="115" y="12831"/>
                  <a:pt x="874" y="13587"/>
                  <a:pt x="1810" y="13590"/>
                </a:cubicBezTo>
                <a:lnTo>
                  <a:pt x="6752" y="13590"/>
                </a:lnTo>
                <a:lnTo>
                  <a:pt x="2518" y="18333"/>
                </a:lnTo>
                <a:cubicBezTo>
                  <a:pt x="2316" y="18565"/>
                  <a:pt x="2337" y="18914"/>
                  <a:pt x="2566" y="19122"/>
                </a:cubicBezTo>
                <a:cubicBezTo>
                  <a:pt x="2674" y="19218"/>
                  <a:pt x="2809" y="19266"/>
                  <a:pt x="2943" y="19266"/>
                </a:cubicBezTo>
                <a:cubicBezTo>
                  <a:pt x="3095" y="19266"/>
                  <a:pt x="3247" y="19205"/>
                  <a:pt x="3358" y="19086"/>
                </a:cubicBezTo>
                <a:lnTo>
                  <a:pt x="8020" y="13867"/>
                </a:lnTo>
                <a:lnTo>
                  <a:pt x="8020" y="18709"/>
                </a:lnTo>
                <a:cubicBezTo>
                  <a:pt x="8020" y="19019"/>
                  <a:pt x="8273" y="19272"/>
                  <a:pt x="8586" y="19272"/>
                </a:cubicBezTo>
                <a:cubicBezTo>
                  <a:pt x="8896" y="19272"/>
                  <a:pt x="9149" y="19019"/>
                  <a:pt x="9149" y="18709"/>
                </a:cubicBezTo>
                <a:lnTo>
                  <a:pt x="9149" y="13867"/>
                </a:lnTo>
                <a:lnTo>
                  <a:pt x="13810" y="19086"/>
                </a:lnTo>
                <a:cubicBezTo>
                  <a:pt x="13922" y="19203"/>
                  <a:pt x="14072" y="19263"/>
                  <a:pt x="14224" y="19263"/>
                </a:cubicBezTo>
                <a:cubicBezTo>
                  <a:pt x="14359" y="19263"/>
                  <a:pt x="14494" y="19215"/>
                  <a:pt x="14602" y="19119"/>
                </a:cubicBezTo>
                <a:cubicBezTo>
                  <a:pt x="14831" y="18914"/>
                  <a:pt x="14852" y="18562"/>
                  <a:pt x="14650" y="18330"/>
                </a:cubicBezTo>
                <a:lnTo>
                  <a:pt x="10417" y="13590"/>
                </a:lnTo>
                <a:lnTo>
                  <a:pt x="15361" y="13590"/>
                </a:lnTo>
                <a:cubicBezTo>
                  <a:pt x="16183" y="13590"/>
                  <a:pt x="16891" y="12997"/>
                  <a:pt x="17029" y="12184"/>
                </a:cubicBezTo>
                <a:cubicBezTo>
                  <a:pt x="17168" y="11374"/>
                  <a:pt x="16701" y="10579"/>
                  <a:pt x="15924" y="10305"/>
                </a:cubicBezTo>
                <a:lnTo>
                  <a:pt x="15924" y="3286"/>
                </a:lnTo>
                <a:cubicBezTo>
                  <a:pt x="16701" y="3012"/>
                  <a:pt x="17168" y="2217"/>
                  <a:pt x="17029" y="1404"/>
                </a:cubicBezTo>
                <a:cubicBezTo>
                  <a:pt x="16891" y="593"/>
                  <a:pt x="16187" y="0"/>
                  <a:pt x="15367" y="0"/>
                </a:cubicBezTo>
                <a:cubicBezTo>
                  <a:pt x="15365" y="0"/>
                  <a:pt x="15363" y="0"/>
                  <a:pt x="15361" y="0"/>
                </a:cubicBezTo>
                <a:lnTo>
                  <a:pt x="1810" y="0"/>
                </a:lnTo>
                <a:cubicBezTo>
                  <a:pt x="1808" y="0"/>
                  <a:pt x="1806" y="0"/>
                  <a:pt x="1804" y="0"/>
                </a:cubicBezTo>
                <a:close/>
              </a:path>
            </a:pathLst>
          </a:custGeom>
          <a:solidFill>
            <a:schemeClr val="bg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white"/>
              </a:solidFill>
              <a:effectLst/>
              <a:uLnTx/>
              <a:uFillTx/>
              <a:ea typeface="+mn-ea"/>
              <a:cs typeface="+mn-cs"/>
            </a:endParaRPr>
          </a:p>
        </p:txBody>
      </p:sp>
      <p:sp>
        <p:nvSpPr>
          <p:cNvPr id="23" name="Google Shape;11466;p77">
            <a:extLst>
              <a:ext uri="{FF2B5EF4-FFF2-40B4-BE49-F238E27FC236}">
                <a16:creationId xmlns:a16="http://schemas.microsoft.com/office/drawing/2014/main" id="{CB93EBD3-C4BE-45F8-55EA-8298BC9679A6}"/>
              </a:ext>
            </a:extLst>
          </p:cNvPr>
          <p:cNvSpPr/>
          <p:nvPr/>
        </p:nvSpPr>
        <p:spPr>
          <a:xfrm>
            <a:off x="5686984" y="3218629"/>
            <a:ext cx="840380" cy="943200"/>
          </a:xfrm>
          <a:custGeom>
            <a:avLst/>
            <a:gdLst/>
            <a:ahLst/>
            <a:cxnLst/>
            <a:rect l="l" t="t" r="r" b="b"/>
            <a:pathLst>
              <a:path w="12697" h="12634" extrusionOk="0">
                <a:moveTo>
                  <a:pt x="11437" y="819"/>
                </a:moveTo>
                <a:cubicBezTo>
                  <a:pt x="11657" y="819"/>
                  <a:pt x="11815" y="1040"/>
                  <a:pt x="11815" y="1260"/>
                </a:cubicBezTo>
                <a:cubicBezTo>
                  <a:pt x="11815" y="1512"/>
                  <a:pt x="11657" y="1670"/>
                  <a:pt x="11437" y="1670"/>
                </a:cubicBezTo>
                <a:lnTo>
                  <a:pt x="1229" y="1670"/>
                </a:lnTo>
                <a:cubicBezTo>
                  <a:pt x="1009" y="1670"/>
                  <a:pt x="788" y="1449"/>
                  <a:pt x="788" y="1260"/>
                </a:cubicBezTo>
                <a:cubicBezTo>
                  <a:pt x="788" y="1071"/>
                  <a:pt x="1009" y="819"/>
                  <a:pt x="1229" y="819"/>
                </a:cubicBezTo>
                <a:close/>
                <a:moveTo>
                  <a:pt x="8790" y="3277"/>
                </a:moveTo>
                <a:cubicBezTo>
                  <a:pt x="9042" y="3277"/>
                  <a:pt x="9200" y="3466"/>
                  <a:pt x="9200" y="3655"/>
                </a:cubicBezTo>
                <a:lnTo>
                  <a:pt x="9200" y="5356"/>
                </a:lnTo>
                <a:lnTo>
                  <a:pt x="9232" y="5356"/>
                </a:lnTo>
                <a:cubicBezTo>
                  <a:pt x="9232" y="5608"/>
                  <a:pt x="9042" y="5765"/>
                  <a:pt x="8822" y="5765"/>
                </a:cubicBezTo>
                <a:cubicBezTo>
                  <a:pt x="8633" y="5765"/>
                  <a:pt x="8412" y="5545"/>
                  <a:pt x="8412" y="5356"/>
                </a:cubicBezTo>
                <a:lnTo>
                  <a:pt x="8412" y="4694"/>
                </a:lnTo>
                <a:lnTo>
                  <a:pt x="6617" y="6459"/>
                </a:lnTo>
                <a:cubicBezTo>
                  <a:pt x="6538" y="6537"/>
                  <a:pt x="6435" y="6577"/>
                  <a:pt x="6333" y="6577"/>
                </a:cubicBezTo>
                <a:cubicBezTo>
                  <a:pt x="6231" y="6577"/>
                  <a:pt x="6128" y="6537"/>
                  <a:pt x="6050" y="6459"/>
                </a:cubicBezTo>
                <a:lnTo>
                  <a:pt x="5482" y="5923"/>
                </a:lnTo>
                <a:lnTo>
                  <a:pt x="4096" y="7278"/>
                </a:lnTo>
                <a:cubicBezTo>
                  <a:pt x="4033" y="7356"/>
                  <a:pt x="3931" y="7396"/>
                  <a:pt x="3824" y="7396"/>
                </a:cubicBezTo>
                <a:cubicBezTo>
                  <a:pt x="3718" y="7396"/>
                  <a:pt x="3608" y="7356"/>
                  <a:pt x="3529" y="7278"/>
                </a:cubicBezTo>
                <a:cubicBezTo>
                  <a:pt x="3372" y="7120"/>
                  <a:pt x="3372" y="6868"/>
                  <a:pt x="3529" y="6711"/>
                </a:cubicBezTo>
                <a:lnTo>
                  <a:pt x="5167" y="5041"/>
                </a:lnTo>
                <a:cubicBezTo>
                  <a:pt x="5246" y="4962"/>
                  <a:pt x="5356" y="4923"/>
                  <a:pt x="5467" y="4923"/>
                </a:cubicBezTo>
                <a:cubicBezTo>
                  <a:pt x="5577" y="4923"/>
                  <a:pt x="5687" y="4962"/>
                  <a:pt x="5766" y="5041"/>
                </a:cubicBezTo>
                <a:lnTo>
                  <a:pt x="6302" y="5608"/>
                </a:lnTo>
                <a:lnTo>
                  <a:pt x="7814" y="4096"/>
                </a:lnTo>
                <a:lnTo>
                  <a:pt x="7152" y="4096"/>
                </a:lnTo>
                <a:cubicBezTo>
                  <a:pt x="6900" y="4096"/>
                  <a:pt x="6743" y="3907"/>
                  <a:pt x="6743" y="3655"/>
                </a:cubicBezTo>
                <a:cubicBezTo>
                  <a:pt x="6743" y="3434"/>
                  <a:pt x="6932" y="3277"/>
                  <a:pt x="7152" y="3277"/>
                </a:cubicBezTo>
                <a:close/>
                <a:moveTo>
                  <a:pt x="6302" y="11058"/>
                </a:moveTo>
                <a:cubicBezTo>
                  <a:pt x="6554" y="11058"/>
                  <a:pt x="6743" y="11279"/>
                  <a:pt x="6743" y="11468"/>
                </a:cubicBezTo>
                <a:cubicBezTo>
                  <a:pt x="6743" y="11657"/>
                  <a:pt x="6554" y="11846"/>
                  <a:pt x="6302" y="11846"/>
                </a:cubicBezTo>
                <a:cubicBezTo>
                  <a:pt x="6081" y="11846"/>
                  <a:pt x="5924" y="11657"/>
                  <a:pt x="5924" y="11468"/>
                </a:cubicBezTo>
                <a:cubicBezTo>
                  <a:pt x="5924" y="11279"/>
                  <a:pt x="6113" y="11058"/>
                  <a:pt x="6302" y="11058"/>
                </a:cubicBezTo>
                <a:close/>
                <a:moveTo>
                  <a:pt x="1229" y="0"/>
                </a:moveTo>
                <a:cubicBezTo>
                  <a:pt x="568" y="0"/>
                  <a:pt x="1" y="536"/>
                  <a:pt x="1" y="1229"/>
                </a:cubicBezTo>
                <a:cubicBezTo>
                  <a:pt x="1" y="1764"/>
                  <a:pt x="379" y="2205"/>
                  <a:pt x="851" y="2394"/>
                </a:cubicBezTo>
                <a:lnTo>
                  <a:pt x="851" y="8254"/>
                </a:lnTo>
                <a:lnTo>
                  <a:pt x="442" y="8254"/>
                </a:lnTo>
                <a:cubicBezTo>
                  <a:pt x="221" y="8254"/>
                  <a:pt x="64" y="8475"/>
                  <a:pt x="64" y="8664"/>
                </a:cubicBezTo>
                <a:cubicBezTo>
                  <a:pt x="64" y="8916"/>
                  <a:pt x="253" y="9042"/>
                  <a:pt x="442" y="9042"/>
                </a:cubicBezTo>
                <a:lnTo>
                  <a:pt x="5955" y="9042"/>
                </a:lnTo>
                <a:lnTo>
                  <a:pt x="5955" y="10239"/>
                </a:lnTo>
                <a:cubicBezTo>
                  <a:pt x="5482" y="10397"/>
                  <a:pt x="5136" y="10869"/>
                  <a:pt x="5136" y="11405"/>
                </a:cubicBezTo>
                <a:cubicBezTo>
                  <a:pt x="5136" y="12098"/>
                  <a:pt x="5671" y="12633"/>
                  <a:pt x="6365" y="12633"/>
                </a:cubicBezTo>
                <a:cubicBezTo>
                  <a:pt x="7026" y="12633"/>
                  <a:pt x="7625" y="12098"/>
                  <a:pt x="7625" y="11405"/>
                </a:cubicBezTo>
                <a:cubicBezTo>
                  <a:pt x="7625" y="10869"/>
                  <a:pt x="7247" y="10428"/>
                  <a:pt x="6774" y="10239"/>
                </a:cubicBezTo>
                <a:lnTo>
                  <a:pt x="6774" y="9042"/>
                </a:lnTo>
                <a:lnTo>
                  <a:pt x="12288" y="9042"/>
                </a:lnTo>
                <a:cubicBezTo>
                  <a:pt x="12540" y="9042"/>
                  <a:pt x="12697" y="8853"/>
                  <a:pt x="12697" y="8664"/>
                </a:cubicBezTo>
                <a:cubicBezTo>
                  <a:pt x="12666" y="8443"/>
                  <a:pt x="12508" y="8254"/>
                  <a:pt x="12256" y="8254"/>
                </a:cubicBezTo>
                <a:lnTo>
                  <a:pt x="11815" y="8254"/>
                </a:lnTo>
                <a:lnTo>
                  <a:pt x="11815" y="2394"/>
                </a:lnTo>
                <a:cubicBezTo>
                  <a:pt x="12288" y="2237"/>
                  <a:pt x="12666" y="1764"/>
                  <a:pt x="12666" y="1229"/>
                </a:cubicBezTo>
                <a:cubicBezTo>
                  <a:pt x="12666" y="567"/>
                  <a:pt x="12098" y="0"/>
                  <a:pt x="11437" y="0"/>
                </a:cubicBezTo>
                <a:close/>
              </a:path>
            </a:pathLst>
          </a:custGeom>
          <a:solidFill>
            <a:schemeClr val="bg1"/>
          </a:solid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212529"/>
              </a:solidFill>
              <a:effectLst/>
              <a:uLnTx/>
              <a:uFillTx/>
              <a:ea typeface="+mn-ea"/>
              <a:cs typeface="+mn-cs"/>
            </a:endParaRPr>
          </a:p>
        </p:txBody>
      </p:sp>
      <p:grpSp>
        <p:nvGrpSpPr>
          <p:cNvPr id="24" name="Google Shape;11682;p77">
            <a:extLst>
              <a:ext uri="{FF2B5EF4-FFF2-40B4-BE49-F238E27FC236}">
                <a16:creationId xmlns:a16="http://schemas.microsoft.com/office/drawing/2014/main" id="{B4FB20A5-3F43-282B-BCFD-5EFEC3D8946D}"/>
              </a:ext>
            </a:extLst>
          </p:cNvPr>
          <p:cNvGrpSpPr/>
          <p:nvPr/>
        </p:nvGrpSpPr>
        <p:grpSpPr>
          <a:xfrm>
            <a:off x="8746158" y="3263412"/>
            <a:ext cx="844964" cy="836002"/>
            <a:chOff x="946175" y="3619500"/>
            <a:chExt cx="296975" cy="293825"/>
          </a:xfrm>
          <a:solidFill>
            <a:schemeClr val="bg1"/>
          </a:solidFill>
        </p:grpSpPr>
        <p:sp>
          <p:nvSpPr>
            <p:cNvPr id="25" name="Google Shape;11683;p77">
              <a:extLst>
                <a:ext uri="{FF2B5EF4-FFF2-40B4-BE49-F238E27FC236}">
                  <a16:creationId xmlns:a16="http://schemas.microsoft.com/office/drawing/2014/main" id="{5414CAD1-4307-D639-5134-68EA8F87E1C1}"/>
                </a:ext>
              </a:extLst>
            </p:cNvPr>
            <p:cNvSpPr/>
            <p:nvPr/>
          </p:nvSpPr>
          <p:spPr>
            <a:xfrm>
              <a:off x="963525" y="3619500"/>
              <a:ext cx="207950" cy="293825"/>
            </a:xfrm>
            <a:custGeom>
              <a:avLst/>
              <a:gdLst/>
              <a:ahLst/>
              <a:cxnLst/>
              <a:rect l="l" t="t" r="r" b="b"/>
              <a:pathLst>
                <a:path w="8318" h="11753" extrusionOk="0">
                  <a:moveTo>
                    <a:pt x="3828" y="2742"/>
                  </a:moveTo>
                  <a:cubicBezTo>
                    <a:pt x="3915" y="2742"/>
                    <a:pt x="4001" y="2773"/>
                    <a:pt x="4064" y="2836"/>
                  </a:cubicBezTo>
                  <a:cubicBezTo>
                    <a:pt x="4253" y="2994"/>
                    <a:pt x="4253" y="3183"/>
                    <a:pt x="4096" y="3340"/>
                  </a:cubicBezTo>
                  <a:lnTo>
                    <a:pt x="2678" y="4695"/>
                  </a:lnTo>
                  <a:cubicBezTo>
                    <a:pt x="2615" y="4790"/>
                    <a:pt x="2520" y="4821"/>
                    <a:pt x="2457" y="4821"/>
                  </a:cubicBezTo>
                  <a:cubicBezTo>
                    <a:pt x="2363" y="4821"/>
                    <a:pt x="2268" y="4790"/>
                    <a:pt x="2205" y="4695"/>
                  </a:cubicBezTo>
                  <a:lnTo>
                    <a:pt x="1512" y="4002"/>
                  </a:lnTo>
                  <a:cubicBezTo>
                    <a:pt x="1386" y="3876"/>
                    <a:pt x="1386" y="3655"/>
                    <a:pt x="1512" y="3529"/>
                  </a:cubicBezTo>
                  <a:cubicBezTo>
                    <a:pt x="1575" y="3466"/>
                    <a:pt x="1662" y="3435"/>
                    <a:pt x="1749" y="3435"/>
                  </a:cubicBezTo>
                  <a:cubicBezTo>
                    <a:pt x="1835" y="3435"/>
                    <a:pt x="1922" y="3466"/>
                    <a:pt x="1985" y="3529"/>
                  </a:cubicBezTo>
                  <a:lnTo>
                    <a:pt x="2426" y="3971"/>
                  </a:lnTo>
                  <a:lnTo>
                    <a:pt x="3592" y="2836"/>
                  </a:lnTo>
                  <a:cubicBezTo>
                    <a:pt x="3655" y="2773"/>
                    <a:pt x="3741" y="2742"/>
                    <a:pt x="3828" y="2742"/>
                  </a:cubicBezTo>
                  <a:close/>
                  <a:moveTo>
                    <a:pt x="3828" y="4790"/>
                  </a:moveTo>
                  <a:cubicBezTo>
                    <a:pt x="3915" y="4790"/>
                    <a:pt x="4001" y="4821"/>
                    <a:pt x="4064" y="4884"/>
                  </a:cubicBezTo>
                  <a:cubicBezTo>
                    <a:pt x="4253" y="5042"/>
                    <a:pt x="4253" y="5262"/>
                    <a:pt x="4096" y="5388"/>
                  </a:cubicBezTo>
                  <a:lnTo>
                    <a:pt x="2678" y="6774"/>
                  </a:lnTo>
                  <a:cubicBezTo>
                    <a:pt x="2615" y="6837"/>
                    <a:pt x="2520" y="6869"/>
                    <a:pt x="2457" y="6869"/>
                  </a:cubicBezTo>
                  <a:cubicBezTo>
                    <a:pt x="2363" y="6869"/>
                    <a:pt x="2268" y="6837"/>
                    <a:pt x="2205" y="6774"/>
                  </a:cubicBezTo>
                  <a:lnTo>
                    <a:pt x="1512" y="6050"/>
                  </a:lnTo>
                  <a:cubicBezTo>
                    <a:pt x="1386" y="5924"/>
                    <a:pt x="1386" y="5703"/>
                    <a:pt x="1512" y="5577"/>
                  </a:cubicBezTo>
                  <a:cubicBezTo>
                    <a:pt x="1575" y="5514"/>
                    <a:pt x="1662" y="5483"/>
                    <a:pt x="1749" y="5483"/>
                  </a:cubicBezTo>
                  <a:cubicBezTo>
                    <a:pt x="1835" y="5483"/>
                    <a:pt x="1922" y="5514"/>
                    <a:pt x="1985" y="5577"/>
                  </a:cubicBezTo>
                  <a:lnTo>
                    <a:pt x="2426" y="6018"/>
                  </a:lnTo>
                  <a:lnTo>
                    <a:pt x="3592" y="4884"/>
                  </a:lnTo>
                  <a:cubicBezTo>
                    <a:pt x="3655" y="4821"/>
                    <a:pt x="3741" y="4790"/>
                    <a:pt x="3828" y="4790"/>
                  </a:cubicBezTo>
                  <a:close/>
                  <a:moveTo>
                    <a:pt x="3828" y="6869"/>
                  </a:moveTo>
                  <a:cubicBezTo>
                    <a:pt x="3915" y="6869"/>
                    <a:pt x="4001" y="6900"/>
                    <a:pt x="4064" y="6963"/>
                  </a:cubicBezTo>
                  <a:cubicBezTo>
                    <a:pt x="4253" y="7121"/>
                    <a:pt x="4253" y="7342"/>
                    <a:pt x="4096" y="7468"/>
                  </a:cubicBezTo>
                  <a:lnTo>
                    <a:pt x="2678" y="8854"/>
                  </a:lnTo>
                  <a:cubicBezTo>
                    <a:pt x="2615" y="8917"/>
                    <a:pt x="2520" y="8980"/>
                    <a:pt x="2457" y="8980"/>
                  </a:cubicBezTo>
                  <a:cubicBezTo>
                    <a:pt x="2363" y="8980"/>
                    <a:pt x="2268" y="8917"/>
                    <a:pt x="2205" y="8854"/>
                  </a:cubicBezTo>
                  <a:lnTo>
                    <a:pt x="1512" y="8129"/>
                  </a:lnTo>
                  <a:cubicBezTo>
                    <a:pt x="1386" y="8003"/>
                    <a:pt x="1386" y="7783"/>
                    <a:pt x="1512" y="7657"/>
                  </a:cubicBezTo>
                  <a:cubicBezTo>
                    <a:pt x="1575" y="7594"/>
                    <a:pt x="1662" y="7562"/>
                    <a:pt x="1749" y="7562"/>
                  </a:cubicBezTo>
                  <a:cubicBezTo>
                    <a:pt x="1835" y="7562"/>
                    <a:pt x="1922" y="7594"/>
                    <a:pt x="1985" y="7657"/>
                  </a:cubicBezTo>
                  <a:lnTo>
                    <a:pt x="2426" y="8098"/>
                  </a:lnTo>
                  <a:lnTo>
                    <a:pt x="3592" y="6963"/>
                  </a:lnTo>
                  <a:cubicBezTo>
                    <a:pt x="3655" y="6900"/>
                    <a:pt x="3741" y="6869"/>
                    <a:pt x="3828" y="6869"/>
                  </a:cubicBezTo>
                  <a:close/>
                  <a:moveTo>
                    <a:pt x="347" y="1"/>
                  </a:moveTo>
                  <a:cubicBezTo>
                    <a:pt x="158" y="1"/>
                    <a:pt x="0" y="158"/>
                    <a:pt x="0" y="347"/>
                  </a:cubicBezTo>
                  <a:lnTo>
                    <a:pt x="0" y="9673"/>
                  </a:lnTo>
                  <a:lnTo>
                    <a:pt x="6301" y="9673"/>
                  </a:lnTo>
                  <a:lnTo>
                    <a:pt x="6301" y="10397"/>
                  </a:lnTo>
                  <a:lnTo>
                    <a:pt x="6301" y="10744"/>
                  </a:lnTo>
                  <a:lnTo>
                    <a:pt x="6270" y="10744"/>
                  </a:lnTo>
                  <a:cubicBezTo>
                    <a:pt x="6270" y="11343"/>
                    <a:pt x="6742" y="11752"/>
                    <a:pt x="7278" y="11752"/>
                  </a:cubicBezTo>
                  <a:cubicBezTo>
                    <a:pt x="7876" y="11752"/>
                    <a:pt x="8317" y="11280"/>
                    <a:pt x="8317" y="10744"/>
                  </a:cubicBezTo>
                  <a:lnTo>
                    <a:pt x="8317" y="7972"/>
                  </a:lnTo>
                  <a:lnTo>
                    <a:pt x="7498" y="8822"/>
                  </a:lnTo>
                  <a:lnTo>
                    <a:pt x="5608" y="9547"/>
                  </a:lnTo>
                  <a:cubicBezTo>
                    <a:pt x="5497" y="9576"/>
                    <a:pt x="5390" y="9590"/>
                    <a:pt x="5288" y="9590"/>
                  </a:cubicBezTo>
                  <a:cubicBezTo>
                    <a:pt x="4954" y="9590"/>
                    <a:pt x="4674" y="9441"/>
                    <a:pt x="4505" y="9200"/>
                  </a:cubicBezTo>
                  <a:cubicBezTo>
                    <a:pt x="4316" y="8980"/>
                    <a:pt x="4222" y="8665"/>
                    <a:pt x="4316" y="8255"/>
                  </a:cubicBezTo>
                  <a:lnTo>
                    <a:pt x="5041" y="6365"/>
                  </a:lnTo>
                  <a:lnTo>
                    <a:pt x="8317" y="3088"/>
                  </a:lnTo>
                  <a:lnTo>
                    <a:pt x="8317" y="2773"/>
                  </a:lnTo>
                  <a:lnTo>
                    <a:pt x="5891" y="2773"/>
                  </a:lnTo>
                  <a:cubicBezTo>
                    <a:pt x="5671" y="2773"/>
                    <a:pt x="5513" y="2616"/>
                    <a:pt x="5513" y="2427"/>
                  </a:cubicBezTo>
                  <a:lnTo>
                    <a:pt x="5513"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212529"/>
                </a:solidFill>
                <a:effectLst/>
                <a:uLnTx/>
                <a:uFillTx/>
                <a:ea typeface="+mn-ea"/>
                <a:cs typeface="+mn-cs"/>
              </a:endParaRPr>
            </a:p>
          </p:txBody>
        </p:sp>
        <p:sp>
          <p:nvSpPr>
            <p:cNvPr id="26" name="Google Shape;11684;p77">
              <a:extLst>
                <a:ext uri="{FF2B5EF4-FFF2-40B4-BE49-F238E27FC236}">
                  <a16:creationId xmlns:a16="http://schemas.microsoft.com/office/drawing/2014/main" id="{609895D7-AC87-883F-83DB-87DCD609B870}"/>
                </a:ext>
              </a:extLst>
            </p:cNvPr>
            <p:cNvSpPr/>
            <p:nvPr/>
          </p:nvSpPr>
          <p:spPr>
            <a:xfrm>
              <a:off x="1185625" y="3688025"/>
              <a:ext cx="57525" cy="55950"/>
            </a:xfrm>
            <a:custGeom>
              <a:avLst/>
              <a:gdLst/>
              <a:ahLst/>
              <a:cxnLst/>
              <a:rect l="l" t="t" r="r" b="b"/>
              <a:pathLst>
                <a:path w="2301" h="2238" extrusionOk="0">
                  <a:moveTo>
                    <a:pt x="1072" y="1"/>
                  </a:moveTo>
                  <a:cubicBezTo>
                    <a:pt x="890" y="1"/>
                    <a:pt x="709" y="64"/>
                    <a:pt x="568" y="190"/>
                  </a:cubicBezTo>
                  <a:lnTo>
                    <a:pt x="0" y="788"/>
                  </a:lnTo>
                  <a:lnTo>
                    <a:pt x="1450" y="2238"/>
                  </a:lnTo>
                  <a:lnTo>
                    <a:pt x="2048" y="1639"/>
                  </a:lnTo>
                  <a:cubicBezTo>
                    <a:pt x="2300" y="1387"/>
                    <a:pt x="2300" y="946"/>
                    <a:pt x="2048" y="662"/>
                  </a:cubicBezTo>
                  <a:lnTo>
                    <a:pt x="1576" y="190"/>
                  </a:lnTo>
                  <a:cubicBezTo>
                    <a:pt x="1434" y="64"/>
                    <a:pt x="1253" y="1"/>
                    <a:pt x="1072" y="1"/>
                  </a:cubicBez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212529"/>
                </a:solidFill>
                <a:effectLst/>
                <a:uLnTx/>
                <a:uFillTx/>
                <a:ea typeface="+mn-ea"/>
                <a:cs typeface="+mn-cs"/>
              </a:endParaRPr>
            </a:p>
          </p:txBody>
        </p:sp>
        <p:sp>
          <p:nvSpPr>
            <p:cNvPr id="27" name="Google Shape;11685;p77">
              <a:extLst>
                <a:ext uri="{FF2B5EF4-FFF2-40B4-BE49-F238E27FC236}">
                  <a16:creationId xmlns:a16="http://schemas.microsoft.com/office/drawing/2014/main" id="{DED07AC5-B34A-5810-6968-05980E2D7BFA}"/>
                </a:ext>
              </a:extLst>
            </p:cNvPr>
            <p:cNvSpPr/>
            <p:nvPr/>
          </p:nvSpPr>
          <p:spPr>
            <a:xfrm>
              <a:off x="1088075" y="3795925"/>
              <a:ext cx="46375" cy="45025"/>
            </a:xfrm>
            <a:custGeom>
              <a:avLst/>
              <a:gdLst/>
              <a:ahLst/>
              <a:cxnLst/>
              <a:rect l="l" t="t" r="r" b="b"/>
              <a:pathLst>
                <a:path w="1855" h="1801" extrusionOk="0">
                  <a:moveTo>
                    <a:pt x="594" y="1"/>
                  </a:moveTo>
                  <a:lnTo>
                    <a:pt x="59" y="1387"/>
                  </a:lnTo>
                  <a:cubicBezTo>
                    <a:pt x="0" y="1621"/>
                    <a:pt x="186" y="1800"/>
                    <a:pt x="414" y="1800"/>
                  </a:cubicBezTo>
                  <a:cubicBezTo>
                    <a:pt x="432" y="1800"/>
                    <a:pt x="450" y="1799"/>
                    <a:pt x="468" y="1797"/>
                  </a:cubicBezTo>
                  <a:lnTo>
                    <a:pt x="1855" y="1261"/>
                  </a:lnTo>
                  <a:lnTo>
                    <a:pt x="594"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212529"/>
                </a:solidFill>
                <a:effectLst/>
                <a:uLnTx/>
                <a:uFillTx/>
                <a:ea typeface="+mn-ea"/>
                <a:cs typeface="+mn-cs"/>
              </a:endParaRPr>
            </a:p>
          </p:txBody>
        </p:sp>
        <p:sp>
          <p:nvSpPr>
            <p:cNvPr id="28" name="Google Shape;11686;p77">
              <a:extLst>
                <a:ext uri="{FF2B5EF4-FFF2-40B4-BE49-F238E27FC236}">
                  <a16:creationId xmlns:a16="http://schemas.microsoft.com/office/drawing/2014/main" id="{8B8B4A30-AACA-091F-FEB8-184C3D55B7F7}"/>
                </a:ext>
              </a:extLst>
            </p:cNvPr>
            <p:cNvSpPr/>
            <p:nvPr/>
          </p:nvSpPr>
          <p:spPr>
            <a:xfrm>
              <a:off x="1112375" y="3720325"/>
              <a:ext cx="97700" cy="97700"/>
            </a:xfrm>
            <a:custGeom>
              <a:avLst/>
              <a:gdLst/>
              <a:ahLst/>
              <a:cxnLst/>
              <a:rect l="l" t="t" r="r" b="b"/>
              <a:pathLst>
                <a:path w="3908" h="3908" extrusionOk="0">
                  <a:moveTo>
                    <a:pt x="2426" y="1"/>
                  </a:moveTo>
                  <a:lnTo>
                    <a:pt x="1" y="2458"/>
                  </a:lnTo>
                  <a:lnTo>
                    <a:pt x="1450" y="3907"/>
                  </a:lnTo>
                  <a:lnTo>
                    <a:pt x="3907" y="1481"/>
                  </a:lnTo>
                  <a:lnTo>
                    <a:pt x="2426" y="1"/>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212529"/>
                </a:solidFill>
                <a:effectLst/>
                <a:uLnTx/>
                <a:uFillTx/>
                <a:ea typeface="+mn-ea"/>
                <a:cs typeface="+mn-cs"/>
              </a:endParaRPr>
            </a:p>
          </p:txBody>
        </p:sp>
        <p:sp>
          <p:nvSpPr>
            <p:cNvPr id="29" name="Google Shape;11687;p77">
              <a:extLst>
                <a:ext uri="{FF2B5EF4-FFF2-40B4-BE49-F238E27FC236}">
                  <a16:creationId xmlns:a16="http://schemas.microsoft.com/office/drawing/2014/main" id="{E0C7E12F-2262-2E15-91ED-5E892C654644}"/>
                </a:ext>
              </a:extLst>
            </p:cNvPr>
            <p:cNvSpPr/>
            <p:nvPr/>
          </p:nvSpPr>
          <p:spPr>
            <a:xfrm>
              <a:off x="1120250" y="3623450"/>
              <a:ext cx="47275" cy="47275"/>
            </a:xfrm>
            <a:custGeom>
              <a:avLst/>
              <a:gdLst/>
              <a:ahLst/>
              <a:cxnLst/>
              <a:rect l="l" t="t" r="r" b="b"/>
              <a:pathLst>
                <a:path w="1891" h="1891" extrusionOk="0">
                  <a:moveTo>
                    <a:pt x="1" y="0"/>
                  </a:moveTo>
                  <a:lnTo>
                    <a:pt x="1" y="1891"/>
                  </a:lnTo>
                  <a:lnTo>
                    <a:pt x="1891" y="1891"/>
                  </a:lnTo>
                  <a:lnTo>
                    <a:pt x="1" y="0"/>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212529"/>
                </a:solidFill>
                <a:effectLst/>
                <a:uLnTx/>
                <a:uFillTx/>
                <a:ea typeface="+mn-ea"/>
                <a:cs typeface="+mn-cs"/>
              </a:endParaRPr>
            </a:p>
          </p:txBody>
        </p:sp>
        <p:sp>
          <p:nvSpPr>
            <p:cNvPr id="30" name="Google Shape;11688;p77">
              <a:extLst>
                <a:ext uri="{FF2B5EF4-FFF2-40B4-BE49-F238E27FC236}">
                  <a16:creationId xmlns:a16="http://schemas.microsoft.com/office/drawing/2014/main" id="{1FBB912D-F6DE-C5D6-7DE5-7DECB7C98216}"/>
                </a:ext>
              </a:extLst>
            </p:cNvPr>
            <p:cNvSpPr/>
            <p:nvPr/>
          </p:nvSpPr>
          <p:spPr>
            <a:xfrm>
              <a:off x="946175" y="3879425"/>
              <a:ext cx="166225" cy="33900"/>
            </a:xfrm>
            <a:custGeom>
              <a:avLst/>
              <a:gdLst/>
              <a:ahLst/>
              <a:cxnLst/>
              <a:rect l="l" t="t" r="r" b="b"/>
              <a:pathLst>
                <a:path w="6649" h="1356" extrusionOk="0">
                  <a:moveTo>
                    <a:pt x="348" y="0"/>
                  </a:moveTo>
                  <a:cubicBezTo>
                    <a:pt x="158" y="0"/>
                    <a:pt x="1" y="190"/>
                    <a:pt x="1" y="347"/>
                  </a:cubicBezTo>
                  <a:lnTo>
                    <a:pt x="1" y="694"/>
                  </a:lnTo>
                  <a:cubicBezTo>
                    <a:pt x="1" y="1040"/>
                    <a:pt x="316" y="1355"/>
                    <a:pt x="694" y="1355"/>
                  </a:cubicBezTo>
                  <a:lnTo>
                    <a:pt x="6649" y="1355"/>
                  </a:lnTo>
                  <a:cubicBezTo>
                    <a:pt x="6428" y="1103"/>
                    <a:pt x="6302" y="725"/>
                    <a:pt x="6302" y="347"/>
                  </a:cubicBezTo>
                  <a:lnTo>
                    <a:pt x="6302" y="0"/>
                  </a:lnTo>
                  <a:close/>
                </a:path>
              </a:pathLst>
            </a:custGeom>
            <a:grpFill/>
            <a:ln>
              <a:noFill/>
            </a:ln>
          </p:spPr>
          <p:txBody>
            <a:bodyPr spcFirstLastPara="1" wrap="square" lIns="121900" tIns="121900" rIns="121900" bIns="12190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srgbClr val="212529"/>
                </a:solidFill>
                <a:effectLst/>
                <a:uLnTx/>
                <a:uFillTx/>
                <a:ea typeface="+mn-ea"/>
                <a:cs typeface="+mn-cs"/>
              </a:endParaRPr>
            </a:p>
          </p:txBody>
        </p:sp>
      </p:grpSp>
      <p:sp>
        <p:nvSpPr>
          <p:cNvPr id="6" name="Espace réservé du numéro de diapositive 5">
            <a:extLst>
              <a:ext uri="{FF2B5EF4-FFF2-40B4-BE49-F238E27FC236}">
                <a16:creationId xmlns:a16="http://schemas.microsoft.com/office/drawing/2014/main" id="{2A565BB8-88D1-C97A-4E27-488BBD8D0E04}"/>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smtClean="0"/>
              <a:pPr defTabSz="914400">
                <a:defRPr/>
              </a:pPr>
              <a:t>16</a:t>
            </a:fld>
            <a:endParaRPr lang="fr-FR"/>
          </a:p>
        </p:txBody>
      </p:sp>
    </p:spTree>
    <p:extLst>
      <p:ext uri="{BB962C8B-B14F-4D97-AF65-F5344CB8AC3E}">
        <p14:creationId xmlns:p14="http://schemas.microsoft.com/office/powerpoint/2010/main" val="31657235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EFFEF-178A-A546-85D1-C95055DF31C6}"/>
            </a:ext>
          </a:extLst>
        </p:cNvPr>
        <p:cNvGrpSpPr/>
        <p:nvPr/>
      </p:nvGrpSpPr>
      <p:grpSpPr>
        <a:xfrm>
          <a:off x="0" y="0"/>
          <a:ext cx="0" cy="0"/>
          <a:chOff x="0" y="0"/>
          <a:chExt cx="0" cy="0"/>
        </a:xfrm>
      </p:grpSpPr>
      <p:sp>
        <p:nvSpPr>
          <p:cNvPr id="6" name="Espace réservé du texte 5">
            <a:extLst>
              <a:ext uri="{FF2B5EF4-FFF2-40B4-BE49-F238E27FC236}">
                <a16:creationId xmlns:a16="http://schemas.microsoft.com/office/drawing/2014/main" id="{D200BB97-C15E-5B43-7978-E8D88BF4DA48}"/>
              </a:ext>
            </a:extLst>
          </p:cNvPr>
          <p:cNvSpPr>
            <a:spLocks noGrp="1"/>
          </p:cNvSpPr>
          <p:nvPr>
            <p:ph type="body" sz="quarter" idx="10"/>
          </p:nvPr>
        </p:nvSpPr>
        <p:spPr/>
        <p:txBody>
          <a:bodyPr>
            <a:normAutofit/>
          </a:bodyPr>
          <a:lstStyle/>
          <a:p>
            <a:r>
              <a:rPr lang="fr-FR" sz="8000">
                <a:latin typeface="+mn-lt"/>
              </a:rPr>
              <a:t>1</a:t>
            </a:r>
            <a:endParaRPr lang="en-US" sz="8000">
              <a:latin typeface="+mn-lt"/>
            </a:endParaRPr>
          </a:p>
        </p:txBody>
      </p:sp>
      <p:sp>
        <p:nvSpPr>
          <p:cNvPr id="7" name="Espace réservé du texte 6">
            <a:extLst>
              <a:ext uri="{FF2B5EF4-FFF2-40B4-BE49-F238E27FC236}">
                <a16:creationId xmlns:a16="http://schemas.microsoft.com/office/drawing/2014/main" id="{CF6005BF-9980-5CE7-346C-B622CB191C97}"/>
              </a:ext>
            </a:extLst>
          </p:cNvPr>
          <p:cNvSpPr>
            <a:spLocks noGrp="1"/>
          </p:cNvSpPr>
          <p:nvPr>
            <p:ph type="body" sz="quarter" idx="11"/>
          </p:nvPr>
        </p:nvSpPr>
        <p:spPr/>
        <p:txBody>
          <a:bodyPr>
            <a:normAutofit/>
          </a:bodyPr>
          <a:lstStyle/>
          <a:p>
            <a:r>
              <a:rPr lang="fr-FR" sz="8000">
                <a:latin typeface="+mn-lt"/>
              </a:rPr>
              <a:t>2</a:t>
            </a:r>
            <a:endParaRPr lang="en-US" sz="8000">
              <a:latin typeface="+mn-lt"/>
            </a:endParaRPr>
          </a:p>
        </p:txBody>
      </p:sp>
      <p:sp>
        <p:nvSpPr>
          <p:cNvPr id="8" name="Espace réservé du texte 7">
            <a:extLst>
              <a:ext uri="{FF2B5EF4-FFF2-40B4-BE49-F238E27FC236}">
                <a16:creationId xmlns:a16="http://schemas.microsoft.com/office/drawing/2014/main" id="{51EFA4A6-8E82-530E-E51E-DDE6D0010C81}"/>
              </a:ext>
            </a:extLst>
          </p:cNvPr>
          <p:cNvSpPr>
            <a:spLocks noGrp="1"/>
          </p:cNvSpPr>
          <p:nvPr>
            <p:ph type="body" sz="quarter" idx="12"/>
          </p:nvPr>
        </p:nvSpPr>
        <p:spPr/>
        <p:txBody>
          <a:bodyPr>
            <a:normAutofit/>
          </a:bodyPr>
          <a:lstStyle/>
          <a:p>
            <a:r>
              <a:rPr lang="fr-FR" sz="8000">
                <a:latin typeface="+mn-lt"/>
              </a:rPr>
              <a:t>3</a:t>
            </a:r>
            <a:endParaRPr lang="en-US" sz="8000">
              <a:latin typeface="+mn-lt"/>
            </a:endParaRPr>
          </a:p>
        </p:txBody>
      </p:sp>
      <p:sp>
        <p:nvSpPr>
          <p:cNvPr id="9" name="Espace réservé du texte 8">
            <a:extLst>
              <a:ext uri="{FF2B5EF4-FFF2-40B4-BE49-F238E27FC236}">
                <a16:creationId xmlns:a16="http://schemas.microsoft.com/office/drawing/2014/main" id="{248FB7CB-46F3-5682-CD71-E464A8BF4B19}"/>
              </a:ext>
            </a:extLst>
          </p:cNvPr>
          <p:cNvSpPr>
            <a:spLocks noGrp="1"/>
          </p:cNvSpPr>
          <p:nvPr>
            <p:ph type="body" sz="quarter" idx="13"/>
          </p:nvPr>
        </p:nvSpPr>
        <p:spPr>
          <a:xfrm>
            <a:off x="1824212" y="4613046"/>
            <a:ext cx="2472755" cy="707922"/>
          </a:xfrm>
        </p:spPr>
        <p:txBody>
          <a:bodyPr anchor="ctr">
            <a:noAutofit/>
          </a:bodyPr>
          <a:lstStyle/>
          <a:p>
            <a:r>
              <a:rPr lang="en-US" sz="1800" b="1">
                <a:latin typeface="+mn-lt"/>
              </a:rPr>
              <a:t>PÉRIMÈTRE FONCTIONNEL</a:t>
            </a:r>
            <a:endParaRPr lang="en-MG" sz="1800" b="1">
              <a:latin typeface="+mn-lt"/>
            </a:endParaRPr>
          </a:p>
        </p:txBody>
      </p:sp>
      <p:sp>
        <p:nvSpPr>
          <p:cNvPr id="10" name="Espace réservé du texte 9">
            <a:extLst>
              <a:ext uri="{FF2B5EF4-FFF2-40B4-BE49-F238E27FC236}">
                <a16:creationId xmlns:a16="http://schemas.microsoft.com/office/drawing/2014/main" id="{F6F69617-A480-59F1-AF07-BBD628F99188}"/>
              </a:ext>
            </a:extLst>
          </p:cNvPr>
          <p:cNvSpPr>
            <a:spLocks noGrp="1"/>
          </p:cNvSpPr>
          <p:nvPr>
            <p:ph type="body" sz="quarter" idx="14"/>
          </p:nvPr>
        </p:nvSpPr>
        <p:spPr>
          <a:xfrm>
            <a:off x="4870796" y="4609569"/>
            <a:ext cx="2472756" cy="707922"/>
          </a:xfrm>
        </p:spPr>
        <p:txBody>
          <a:bodyPr anchor="ctr">
            <a:normAutofit/>
          </a:bodyPr>
          <a:lstStyle/>
          <a:p>
            <a:r>
              <a:rPr lang="en-US" sz="1800" b="1">
                <a:latin typeface="+mn-lt"/>
              </a:rPr>
              <a:t>TIMELINE</a:t>
            </a:r>
            <a:endParaRPr lang="en-MG" sz="1600" b="1">
              <a:latin typeface="+mn-lt"/>
            </a:endParaRPr>
          </a:p>
        </p:txBody>
      </p:sp>
      <p:sp>
        <p:nvSpPr>
          <p:cNvPr id="11" name="Espace réservé du texte 10">
            <a:extLst>
              <a:ext uri="{FF2B5EF4-FFF2-40B4-BE49-F238E27FC236}">
                <a16:creationId xmlns:a16="http://schemas.microsoft.com/office/drawing/2014/main" id="{FF09642B-A1FF-498D-01C2-743E4BC6F9ED}"/>
              </a:ext>
            </a:extLst>
          </p:cNvPr>
          <p:cNvSpPr>
            <a:spLocks noGrp="1"/>
          </p:cNvSpPr>
          <p:nvPr>
            <p:ph type="body" sz="quarter" idx="15"/>
          </p:nvPr>
        </p:nvSpPr>
        <p:spPr>
          <a:xfrm>
            <a:off x="7917381" y="4609569"/>
            <a:ext cx="2453237" cy="707922"/>
          </a:xfrm>
        </p:spPr>
        <p:txBody>
          <a:bodyPr anchor="ctr">
            <a:noAutofit/>
          </a:bodyPr>
          <a:lstStyle/>
          <a:p>
            <a:r>
              <a:rPr lang="en-US" sz="1800" b="1">
                <a:latin typeface="+mn-lt"/>
              </a:rPr>
              <a:t>NIVEAU DE SERVICE</a:t>
            </a:r>
            <a:endParaRPr lang="en-MG" sz="1800" b="1">
              <a:latin typeface="+mn-lt"/>
            </a:endParaRPr>
          </a:p>
        </p:txBody>
      </p:sp>
      <p:sp>
        <p:nvSpPr>
          <p:cNvPr id="5" name="Titre 4">
            <a:extLst>
              <a:ext uri="{FF2B5EF4-FFF2-40B4-BE49-F238E27FC236}">
                <a16:creationId xmlns:a16="http://schemas.microsoft.com/office/drawing/2014/main" id="{A0ED87F6-74D2-756D-E434-40A59489490E}"/>
              </a:ext>
            </a:extLst>
          </p:cNvPr>
          <p:cNvSpPr>
            <a:spLocks noGrp="1"/>
          </p:cNvSpPr>
          <p:nvPr>
            <p:ph type="title"/>
          </p:nvPr>
        </p:nvSpPr>
        <p:spPr/>
        <p:txBody>
          <a:bodyPr>
            <a:normAutofit/>
          </a:bodyPr>
          <a:lstStyle/>
          <a:p>
            <a:r>
              <a:rPr lang="fr-FR" sz="4000">
                <a:latin typeface="+mj-lt"/>
              </a:rPr>
              <a:t>SOYEZ LIBRES DE CHANGER D’AVIS </a:t>
            </a:r>
            <a:br>
              <a:rPr lang="fr-FR" sz="4000">
                <a:latin typeface="+mj-lt"/>
              </a:rPr>
            </a:br>
            <a:r>
              <a:rPr lang="fr-FR" sz="4000">
                <a:latin typeface="+mj-lt"/>
              </a:rPr>
              <a:t>EN TOUTE TRANSPARENCE !</a:t>
            </a:r>
            <a:endParaRPr lang="en-US" sz="4000">
              <a:latin typeface="+mj-lt"/>
            </a:endParaRPr>
          </a:p>
        </p:txBody>
      </p:sp>
      <p:sp>
        <p:nvSpPr>
          <p:cNvPr id="2" name="Espace réservé du numéro de diapositive 1">
            <a:extLst>
              <a:ext uri="{FF2B5EF4-FFF2-40B4-BE49-F238E27FC236}">
                <a16:creationId xmlns:a16="http://schemas.microsoft.com/office/drawing/2014/main" id="{AB0588E4-9210-2A62-A26D-CC5B361C02B1}"/>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smtClean="0"/>
              <a:pPr defTabSz="914400">
                <a:defRPr/>
              </a:pPr>
              <a:t>17</a:t>
            </a:fld>
            <a:endParaRPr lang="fr-FR"/>
          </a:p>
        </p:txBody>
      </p:sp>
    </p:spTree>
    <p:extLst>
      <p:ext uri="{BB962C8B-B14F-4D97-AF65-F5344CB8AC3E}">
        <p14:creationId xmlns:p14="http://schemas.microsoft.com/office/powerpoint/2010/main" val="2072722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re 9">
            <a:extLst>
              <a:ext uri="{FF2B5EF4-FFF2-40B4-BE49-F238E27FC236}">
                <a16:creationId xmlns:a16="http://schemas.microsoft.com/office/drawing/2014/main" id="{E83AEAD1-569F-6853-3A3B-53E4BA22CC6D}"/>
              </a:ext>
            </a:extLst>
          </p:cNvPr>
          <p:cNvSpPr>
            <a:spLocks noGrp="1"/>
          </p:cNvSpPr>
          <p:nvPr>
            <p:ph type="title"/>
          </p:nvPr>
        </p:nvSpPr>
        <p:spPr/>
        <p:txBody>
          <a:bodyPr/>
          <a:lstStyle/>
          <a:p>
            <a:r>
              <a:rPr lang="fr-FR"/>
              <a:t>BÉNÉFICIEZ DE </a:t>
            </a:r>
            <a:br>
              <a:rPr lang="fr-FR"/>
            </a:br>
            <a:r>
              <a:rPr lang="fr-FR"/>
              <a:t>TOUTE NOTRE EXPERTISE</a:t>
            </a:r>
          </a:p>
        </p:txBody>
      </p:sp>
      <p:sp>
        <p:nvSpPr>
          <p:cNvPr id="9" name="Espace réservé du numéro de diapositive 8">
            <a:extLst>
              <a:ext uri="{FF2B5EF4-FFF2-40B4-BE49-F238E27FC236}">
                <a16:creationId xmlns:a16="http://schemas.microsoft.com/office/drawing/2014/main" id="{7A7ECD07-1D5A-21E2-ED02-A83BF44513C8}"/>
              </a:ext>
            </a:extLst>
          </p:cNvPr>
          <p:cNvSpPr>
            <a:spLocks noGrp="1"/>
          </p:cNvSpPr>
          <p:nvPr>
            <p:ph type="sldNum" sz="quarter" idx="10"/>
          </p:nvPr>
        </p:nvSpPr>
        <p:spPr/>
        <p:txBody>
          <a:bodyPr/>
          <a:lstStyle/>
          <a:p>
            <a:fld id="{0C34F99C-3C47-4582-9518-8D365E9692AE}" type="slidenum">
              <a:rPr lang="en-US" smtClean="0"/>
              <a:pPr/>
              <a:t>18</a:t>
            </a:fld>
            <a:endParaRPr lang="en-US"/>
          </a:p>
        </p:txBody>
      </p:sp>
      <p:cxnSp>
        <p:nvCxnSpPr>
          <p:cNvPr id="95" name="Straight Connector 67">
            <a:extLst>
              <a:ext uri="{FF2B5EF4-FFF2-40B4-BE49-F238E27FC236}">
                <a16:creationId xmlns:a16="http://schemas.microsoft.com/office/drawing/2014/main" id="{9D05EE43-B2E0-E596-86E1-8CAA69374683}"/>
              </a:ext>
            </a:extLst>
          </p:cNvPr>
          <p:cNvCxnSpPr>
            <a:cxnSpLocks/>
          </p:cNvCxnSpPr>
          <p:nvPr/>
        </p:nvCxnSpPr>
        <p:spPr>
          <a:xfrm>
            <a:off x="1378049"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96" name="Straight Connector 75">
            <a:extLst>
              <a:ext uri="{FF2B5EF4-FFF2-40B4-BE49-F238E27FC236}">
                <a16:creationId xmlns:a16="http://schemas.microsoft.com/office/drawing/2014/main" id="{B0D6CEA4-9945-A050-0BDB-74948FFAB9AA}"/>
              </a:ext>
            </a:extLst>
          </p:cNvPr>
          <p:cNvCxnSpPr>
            <a:cxnSpLocks/>
          </p:cNvCxnSpPr>
          <p:nvPr/>
        </p:nvCxnSpPr>
        <p:spPr>
          <a:xfrm>
            <a:off x="2740412"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97" name="Straight Connector 80">
            <a:extLst>
              <a:ext uri="{FF2B5EF4-FFF2-40B4-BE49-F238E27FC236}">
                <a16:creationId xmlns:a16="http://schemas.microsoft.com/office/drawing/2014/main" id="{E2F25A19-7772-A8DF-DE0C-517EAF4BCEF9}"/>
              </a:ext>
            </a:extLst>
          </p:cNvPr>
          <p:cNvCxnSpPr>
            <a:cxnSpLocks/>
          </p:cNvCxnSpPr>
          <p:nvPr/>
        </p:nvCxnSpPr>
        <p:spPr>
          <a:xfrm>
            <a:off x="4019649"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98" name="Straight Connector 82">
            <a:extLst>
              <a:ext uri="{FF2B5EF4-FFF2-40B4-BE49-F238E27FC236}">
                <a16:creationId xmlns:a16="http://schemas.microsoft.com/office/drawing/2014/main" id="{08FE910C-1BDF-8624-3B3E-D61D21076612}"/>
              </a:ext>
            </a:extLst>
          </p:cNvPr>
          <p:cNvCxnSpPr>
            <a:cxnSpLocks/>
          </p:cNvCxnSpPr>
          <p:nvPr/>
        </p:nvCxnSpPr>
        <p:spPr>
          <a:xfrm>
            <a:off x="9409068"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99" name="Straight Connector 84">
            <a:extLst>
              <a:ext uri="{FF2B5EF4-FFF2-40B4-BE49-F238E27FC236}">
                <a16:creationId xmlns:a16="http://schemas.microsoft.com/office/drawing/2014/main" id="{6DFBA882-785B-B7D0-971B-AE55EDB1E1BD}"/>
              </a:ext>
            </a:extLst>
          </p:cNvPr>
          <p:cNvCxnSpPr>
            <a:cxnSpLocks/>
          </p:cNvCxnSpPr>
          <p:nvPr/>
        </p:nvCxnSpPr>
        <p:spPr>
          <a:xfrm>
            <a:off x="5363540"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100" name="Straight Connector 85">
            <a:extLst>
              <a:ext uri="{FF2B5EF4-FFF2-40B4-BE49-F238E27FC236}">
                <a16:creationId xmlns:a16="http://schemas.microsoft.com/office/drawing/2014/main" id="{93889338-A12E-5C30-C2EC-77C3DBCB0F89}"/>
              </a:ext>
            </a:extLst>
          </p:cNvPr>
          <p:cNvCxnSpPr>
            <a:cxnSpLocks/>
          </p:cNvCxnSpPr>
          <p:nvPr/>
        </p:nvCxnSpPr>
        <p:spPr>
          <a:xfrm>
            <a:off x="6755386"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101" name="Straight Connector 86">
            <a:extLst>
              <a:ext uri="{FF2B5EF4-FFF2-40B4-BE49-F238E27FC236}">
                <a16:creationId xmlns:a16="http://schemas.microsoft.com/office/drawing/2014/main" id="{41B222E7-CE30-2EAA-AB02-4AD0EE67C41D}"/>
              </a:ext>
            </a:extLst>
          </p:cNvPr>
          <p:cNvCxnSpPr>
            <a:cxnSpLocks/>
          </p:cNvCxnSpPr>
          <p:nvPr/>
        </p:nvCxnSpPr>
        <p:spPr>
          <a:xfrm>
            <a:off x="8088267"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cxnSp>
        <p:nvCxnSpPr>
          <p:cNvPr id="102" name="Straight Connector 87">
            <a:extLst>
              <a:ext uri="{FF2B5EF4-FFF2-40B4-BE49-F238E27FC236}">
                <a16:creationId xmlns:a16="http://schemas.microsoft.com/office/drawing/2014/main" id="{A904DAF3-F154-FA55-C015-48E6C253D3B5}"/>
              </a:ext>
            </a:extLst>
          </p:cNvPr>
          <p:cNvCxnSpPr>
            <a:cxnSpLocks/>
          </p:cNvCxnSpPr>
          <p:nvPr/>
        </p:nvCxnSpPr>
        <p:spPr>
          <a:xfrm>
            <a:off x="10771431" y="2879392"/>
            <a:ext cx="0" cy="2251364"/>
          </a:xfrm>
          <a:prstGeom prst="line">
            <a:avLst/>
          </a:prstGeom>
          <a:ln w="15875">
            <a:solidFill>
              <a:srgbClr val="714B67"/>
            </a:solidFill>
            <a:prstDash val="sysDash"/>
          </a:ln>
        </p:spPr>
        <p:style>
          <a:lnRef idx="1">
            <a:schemeClr val="accent1"/>
          </a:lnRef>
          <a:fillRef idx="0">
            <a:schemeClr val="accent1"/>
          </a:fillRef>
          <a:effectRef idx="0">
            <a:schemeClr val="accent1"/>
          </a:effectRef>
          <a:fontRef idx="minor">
            <a:schemeClr val="tx1"/>
          </a:fontRef>
        </p:style>
      </p:cxnSp>
      <p:sp>
        <p:nvSpPr>
          <p:cNvPr id="103" name="TextBox 1">
            <a:extLst>
              <a:ext uri="{FF2B5EF4-FFF2-40B4-BE49-F238E27FC236}">
                <a16:creationId xmlns:a16="http://schemas.microsoft.com/office/drawing/2014/main" id="{4D3AA5B2-4B43-897A-17B6-9B042A27CFBC}"/>
              </a:ext>
            </a:extLst>
          </p:cNvPr>
          <p:cNvSpPr txBox="1"/>
          <p:nvPr/>
        </p:nvSpPr>
        <p:spPr>
          <a:xfrm flipH="1">
            <a:off x="2773503" y="4303035"/>
            <a:ext cx="1189749"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err="1">
                <a:ln>
                  <a:noFill/>
                </a:ln>
                <a:solidFill>
                  <a:srgbClr val="223843"/>
                </a:solidFill>
                <a:effectLst/>
                <a:uLnTx/>
                <a:uFillTx/>
                <a:ea typeface="+mn-ea"/>
                <a:cs typeface="+mn-cs"/>
              </a:rPr>
              <a:t>Spécialiste</a:t>
            </a:r>
            <a:endParaRPr kumimoji="0" lang="en-US" sz="1400" b="0" i="0" u="none" strike="noStrike" kern="1200" cap="none" spc="0" normalizeH="0" baseline="0" noProof="0">
              <a:ln>
                <a:noFill/>
              </a:ln>
              <a:solidFill>
                <a:srgbClr val="223843"/>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err="1">
                <a:ln>
                  <a:noFill/>
                </a:ln>
                <a:solidFill>
                  <a:srgbClr val="223843"/>
                </a:solidFill>
                <a:effectLst/>
                <a:uLnTx/>
                <a:uFillTx/>
                <a:ea typeface="+mn-ea"/>
                <a:cs typeface="+mn-cs"/>
              </a:rPr>
              <a:t>en</a:t>
            </a:r>
            <a:r>
              <a:rPr kumimoji="0" lang="en-US" sz="1400" b="0" i="0" u="none" strike="noStrike" kern="1200" cap="none" spc="0" normalizeH="0" baseline="0" noProof="0">
                <a:ln>
                  <a:noFill/>
                </a:ln>
                <a:solidFill>
                  <a:srgbClr val="223843"/>
                </a:solidFill>
                <a:effectLst/>
                <a:uLnTx/>
                <a:uFillTx/>
                <a:ea typeface="+mn-ea"/>
                <a:cs typeface="+mn-cs"/>
              </a:rPr>
              <a:t> </a:t>
            </a:r>
            <a:r>
              <a:rPr kumimoji="0" lang="en-US" sz="1400" b="0" i="0" u="none" strike="noStrike" kern="1200" cap="none" spc="0" normalizeH="0" baseline="0" noProof="0" err="1">
                <a:ln>
                  <a:noFill/>
                </a:ln>
                <a:solidFill>
                  <a:srgbClr val="223843"/>
                </a:solidFill>
                <a:effectLst/>
                <a:uLnTx/>
                <a:uFillTx/>
                <a:ea typeface="+mn-ea"/>
                <a:cs typeface="+mn-cs"/>
              </a:rPr>
              <a:t>logistique</a:t>
            </a:r>
            <a:endParaRPr kumimoji="0" lang="en-US" sz="1400" b="0" i="0" u="none" strike="noStrike" kern="1200" cap="none" spc="0" normalizeH="0" baseline="0" noProof="0">
              <a:ln>
                <a:noFill/>
              </a:ln>
              <a:solidFill>
                <a:srgbClr val="223843"/>
              </a:solidFill>
              <a:effectLst/>
              <a:uLnTx/>
              <a:uFillTx/>
              <a:ea typeface="+mn-ea"/>
              <a:cs typeface="+mn-cs"/>
            </a:endParaRPr>
          </a:p>
        </p:txBody>
      </p:sp>
      <p:sp>
        <p:nvSpPr>
          <p:cNvPr id="104" name="TextBox 3">
            <a:extLst>
              <a:ext uri="{FF2B5EF4-FFF2-40B4-BE49-F238E27FC236}">
                <a16:creationId xmlns:a16="http://schemas.microsoft.com/office/drawing/2014/main" id="{5DE60A0C-6130-DB91-0619-0054E14D1A9A}"/>
              </a:ext>
            </a:extLst>
          </p:cNvPr>
          <p:cNvSpPr txBox="1"/>
          <p:nvPr/>
        </p:nvSpPr>
        <p:spPr>
          <a:xfrm flipH="1">
            <a:off x="1340405" y="4303035"/>
            <a:ext cx="1399715"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err="1">
                <a:ln>
                  <a:noFill/>
                </a:ln>
                <a:solidFill>
                  <a:srgbClr val="223843"/>
                </a:solidFill>
                <a:effectLst/>
                <a:uLnTx/>
                <a:uFillTx/>
                <a:ea typeface="+mn-ea"/>
                <a:cs typeface="+mn-cs"/>
              </a:rPr>
              <a:t>Spécialiste</a:t>
            </a:r>
            <a:endParaRPr kumimoji="0" lang="en-US" sz="1400" b="0" i="0" u="none" strike="noStrike" kern="1200" cap="none" spc="0" normalizeH="0" baseline="0" noProof="0">
              <a:ln>
                <a:noFill/>
              </a:ln>
              <a:solidFill>
                <a:srgbClr val="223843"/>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err="1">
                <a:ln>
                  <a:noFill/>
                </a:ln>
                <a:solidFill>
                  <a:srgbClr val="223843"/>
                </a:solidFill>
                <a:effectLst/>
                <a:uLnTx/>
                <a:uFillTx/>
                <a:ea typeface="+mn-ea"/>
                <a:cs typeface="+mn-cs"/>
              </a:rPr>
              <a:t>en</a:t>
            </a:r>
            <a:r>
              <a:rPr kumimoji="0" lang="en-US" sz="1400" b="0" i="0" u="none" strike="noStrike" kern="1200" cap="none" spc="0" normalizeH="0" baseline="0" noProof="0">
                <a:ln>
                  <a:noFill/>
                </a:ln>
                <a:solidFill>
                  <a:srgbClr val="223843"/>
                </a:solidFill>
                <a:effectLst/>
                <a:uLnTx/>
                <a:uFillTx/>
                <a:ea typeface="+mn-ea"/>
                <a:cs typeface="+mn-cs"/>
              </a:rPr>
              <a:t> </a:t>
            </a:r>
            <a:r>
              <a:rPr kumimoji="0" lang="en-US" sz="1400" b="0" i="0" u="none" strike="noStrike" kern="1200" cap="none" spc="0" normalizeH="0" baseline="0" noProof="0" err="1">
                <a:ln>
                  <a:noFill/>
                </a:ln>
                <a:solidFill>
                  <a:srgbClr val="223843"/>
                </a:solidFill>
                <a:effectLst/>
                <a:uLnTx/>
                <a:uFillTx/>
                <a:ea typeface="+mn-ea"/>
                <a:cs typeface="+mn-cs"/>
              </a:rPr>
              <a:t>comptabilité</a:t>
            </a:r>
            <a:endParaRPr kumimoji="0" lang="en-US" sz="1400" b="0" i="0" u="none" strike="noStrike" kern="1200" cap="none" spc="0" normalizeH="0" baseline="0" noProof="0">
              <a:ln>
                <a:noFill/>
              </a:ln>
              <a:solidFill>
                <a:srgbClr val="223843"/>
              </a:solidFill>
              <a:effectLst/>
              <a:uLnTx/>
              <a:uFillTx/>
              <a:ea typeface="+mn-ea"/>
              <a:cs typeface="+mn-cs"/>
            </a:endParaRPr>
          </a:p>
        </p:txBody>
      </p:sp>
      <p:sp>
        <p:nvSpPr>
          <p:cNvPr id="105" name="TextBox 8">
            <a:extLst>
              <a:ext uri="{FF2B5EF4-FFF2-40B4-BE49-F238E27FC236}">
                <a16:creationId xmlns:a16="http://schemas.microsoft.com/office/drawing/2014/main" id="{2EC073C3-C302-C6A0-973D-BD2F6F14CC91}"/>
              </a:ext>
            </a:extLst>
          </p:cNvPr>
          <p:cNvSpPr txBox="1"/>
          <p:nvPr/>
        </p:nvSpPr>
        <p:spPr>
          <a:xfrm flipH="1">
            <a:off x="206417"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err="1">
                <a:ln>
                  <a:noFill/>
                </a:ln>
                <a:solidFill>
                  <a:srgbClr val="223843"/>
                </a:solidFill>
                <a:effectLst/>
                <a:uLnTx/>
                <a:uFillTx/>
                <a:ea typeface="+mn-ea"/>
                <a:cs typeface="Arial" panose="020B0604020202020204" pitchFamily="34" charset="0"/>
              </a:rPr>
              <a:t>Spécialiste</a:t>
            </a:r>
            <a:endParaRPr kumimoji="0" lang="en-US" sz="1400" b="0" i="0" u="none" strike="noStrike" kern="1200" cap="none" spc="0" normalizeH="0" baseline="0" noProof="0">
              <a:ln>
                <a:noFill/>
              </a:ln>
              <a:solidFill>
                <a:srgbClr val="223843"/>
              </a:solidFill>
              <a:effectLst/>
              <a:uLnTx/>
              <a:uFillTx/>
              <a:ea typeface="+mn-ea"/>
              <a:cs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3843"/>
                </a:solidFill>
                <a:effectLst/>
                <a:uLnTx/>
                <a:uFillTx/>
                <a:ea typeface="+mn-ea"/>
                <a:cs typeface="Arial" panose="020B0604020202020204" pitchFamily="34" charset="0"/>
              </a:rPr>
              <a:t>technique</a:t>
            </a:r>
          </a:p>
        </p:txBody>
      </p:sp>
      <p:sp>
        <p:nvSpPr>
          <p:cNvPr id="106" name="TextBox 10">
            <a:extLst>
              <a:ext uri="{FF2B5EF4-FFF2-40B4-BE49-F238E27FC236}">
                <a16:creationId xmlns:a16="http://schemas.microsoft.com/office/drawing/2014/main" id="{4D31C0D9-AAF3-794C-3DBB-413921F4276F}"/>
              </a:ext>
            </a:extLst>
          </p:cNvPr>
          <p:cNvSpPr txBox="1"/>
          <p:nvPr/>
        </p:nvSpPr>
        <p:spPr>
          <a:xfrm>
            <a:off x="4192031"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err="1">
                <a:ln>
                  <a:noFill/>
                </a:ln>
                <a:solidFill>
                  <a:srgbClr val="223843"/>
                </a:solidFill>
                <a:effectLst/>
                <a:uLnTx/>
                <a:uFillTx/>
                <a:ea typeface="+mn-ea"/>
                <a:cs typeface="+mn-cs"/>
              </a:rPr>
              <a:t>Spécialiste</a:t>
            </a:r>
            <a:endParaRPr kumimoji="0" lang="en-US" sz="1400" b="0" i="0" u="none" strike="noStrike" kern="1200" cap="none" spc="0" normalizeH="0" baseline="0" noProof="0">
              <a:ln>
                <a:noFill/>
              </a:ln>
              <a:solidFill>
                <a:srgbClr val="223843"/>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3843"/>
                </a:solidFill>
                <a:effectLst/>
                <a:uLnTx/>
                <a:uFillTx/>
                <a:ea typeface="+mn-ea"/>
                <a:cs typeface="+mn-cs"/>
              </a:rPr>
              <a:t>des </a:t>
            </a:r>
            <a:r>
              <a:rPr kumimoji="0" lang="en-US" sz="1400" b="0" i="0" u="none" strike="noStrike" kern="1200" cap="none" spc="0" normalizeH="0" baseline="0" noProof="0" err="1">
                <a:ln>
                  <a:noFill/>
                </a:ln>
                <a:solidFill>
                  <a:srgbClr val="223843"/>
                </a:solidFill>
                <a:effectLst/>
                <a:uLnTx/>
                <a:uFillTx/>
                <a:ea typeface="+mn-ea"/>
                <a:cs typeface="+mn-cs"/>
              </a:rPr>
              <a:t>achats</a:t>
            </a:r>
            <a:endParaRPr kumimoji="0" lang="en-US" sz="1400" b="0" i="0" u="none" strike="noStrike" kern="1200" cap="none" spc="0" normalizeH="0" baseline="0" noProof="0">
              <a:ln>
                <a:noFill/>
              </a:ln>
              <a:solidFill>
                <a:srgbClr val="223843"/>
              </a:solidFill>
              <a:effectLst/>
              <a:uLnTx/>
              <a:uFillTx/>
              <a:ea typeface="+mn-ea"/>
              <a:cs typeface="+mn-cs"/>
            </a:endParaRPr>
          </a:p>
        </p:txBody>
      </p:sp>
      <p:sp>
        <p:nvSpPr>
          <p:cNvPr id="107" name="TextBox 11">
            <a:extLst>
              <a:ext uri="{FF2B5EF4-FFF2-40B4-BE49-F238E27FC236}">
                <a16:creationId xmlns:a16="http://schemas.microsoft.com/office/drawing/2014/main" id="{F3927B64-BA54-3642-C441-DA4EB3E3CB7F}"/>
              </a:ext>
            </a:extLst>
          </p:cNvPr>
          <p:cNvSpPr txBox="1"/>
          <p:nvPr/>
        </p:nvSpPr>
        <p:spPr>
          <a:xfrm>
            <a:off x="6840560" y="4303035"/>
            <a:ext cx="1184941"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err="1">
                <a:ln>
                  <a:noFill/>
                </a:ln>
                <a:solidFill>
                  <a:srgbClr val="223843"/>
                </a:solidFill>
                <a:effectLst/>
                <a:uLnTx/>
                <a:uFillTx/>
                <a:ea typeface="+mn-ea"/>
                <a:cs typeface="+mn-cs"/>
              </a:rPr>
              <a:t>Spécialiste</a:t>
            </a:r>
            <a:endParaRPr kumimoji="0" lang="en-US" sz="1400" b="0" i="0" u="none" strike="noStrike" kern="1200" cap="none" spc="0" normalizeH="0" baseline="0" noProof="0">
              <a:ln>
                <a:noFill/>
              </a:ln>
              <a:solidFill>
                <a:srgbClr val="223843"/>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223843"/>
                </a:solidFill>
                <a:effectLst/>
                <a:uLnTx/>
                <a:uFillTx/>
                <a:ea typeface="+mn-ea"/>
                <a:cs typeface="+mn-cs"/>
              </a:rPr>
              <a:t>e-commerce</a:t>
            </a:r>
          </a:p>
        </p:txBody>
      </p:sp>
      <p:sp>
        <p:nvSpPr>
          <p:cNvPr id="108" name="TextBox 12">
            <a:extLst>
              <a:ext uri="{FF2B5EF4-FFF2-40B4-BE49-F238E27FC236}">
                <a16:creationId xmlns:a16="http://schemas.microsoft.com/office/drawing/2014/main" id="{6C310A20-4849-09C5-F773-CED450163EF4}"/>
              </a:ext>
            </a:extLst>
          </p:cNvPr>
          <p:cNvSpPr txBox="1"/>
          <p:nvPr/>
        </p:nvSpPr>
        <p:spPr>
          <a:xfrm>
            <a:off x="8102099" y="4303035"/>
            <a:ext cx="1297150" cy="7386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223843"/>
                </a:solidFill>
                <a:effectLst/>
                <a:uLnTx/>
                <a:uFillTx/>
                <a:ea typeface="+mn-ea"/>
                <a:cs typeface="+mn-cs"/>
              </a:rPr>
              <a:t>Spécialiste en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223843"/>
                </a:solidFill>
                <a:effectLst/>
                <a:uLnTx/>
                <a:uFillTx/>
                <a:ea typeface="+mn-ea"/>
                <a:cs typeface="+mn-cs"/>
              </a:rPr>
              <a:t>ressources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223843"/>
                </a:solidFill>
                <a:effectLst/>
                <a:uLnTx/>
                <a:uFillTx/>
                <a:ea typeface="+mn-ea"/>
                <a:cs typeface="+mn-cs"/>
              </a:rPr>
              <a:t>humaines</a:t>
            </a:r>
            <a:endParaRPr kumimoji="0" lang="en-US" sz="1400" b="0" i="0" u="none" strike="noStrike" kern="1200" cap="none" spc="0" normalizeH="0" baseline="0" noProof="0">
              <a:ln>
                <a:noFill/>
              </a:ln>
              <a:solidFill>
                <a:srgbClr val="223843"/>
              </a:solidFill>
              <a:effectLst/>
              <a:uLnTx/>
              <a:uFillTx/>
              <a:ea typeface="+mn-ea"/>
              <a:cs typeface="+mn-cs"/>
            </a:endParaRPr>
          </a:p>
        </p:txBody>
      </p:sp>
      <p:sp>
        <p:nvSpPr>
          <p:cNvPr id="109" name="TextBox 15">
            <a:extLst>
              <a:ext uri="{FF2B5EF4-FFF2-40B4-BE49-F238E27FC236}">
                <a16:creationId xmlns:a16="http://schemas.microsoft.com/office/drawing/2014/main" id="{9E2D75E8-E124-6B42-66EC-498E873540F4}"/>
              </a:ext>
            </a:extLst>
          </p:cNvPr>
          <p:cNvSpPr txBox="1"/>
          <p:nvPr/>
        </p:nvSpPr>
        <p:spPr>
          <a:xfrm>
            <a:off x="5431554" y="4303035"/>
            <a:ext cx="1314784"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err="1">
                <a:ln>
                  <a:noFill/>
                </a:ln>
                <a:solidFill>
                  <a:srgbClr val="223843"/>
                </a:solidFill>
                <a:effectLst/>
                <a:uLnTx/>
                <a:uFillTx/>
                <a:ea typeface="+mn-ea"/>
                <a:cs typeface="+mn-cs"/>
              </a:rPr>
              <a:t>Spécialiste</a:t>
            </a:r>
            <a:endParaRPr kumimoji="0" lang="en-US" sz="1400" b="0" i="0" u="none" strike="noStrike" kern="1200" cap="none" spc="0" normalizeH="0" baseline="0" noProof="0">
              <a:ln>
                <a:noFill/>
              </a:ln>
              <a:solidFill>
                <a:srgbClr val="223843"/>
              </a:solidFill>
              <a:effectLst/>
              <a:uLnTx/>
              <a:uFillTx/>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err="1">
                <a:ln>
                  <a:noFill/>
                </a:ln>
                <a:solidFill>
                  <a:srgbClr val="223843"/>
                </a:solidFill>
                <a:effectLst/>
                <a:uLnTx/>
                <a:uFillTx/>
                <a:ea typeface="+mn-ea"/>
                <a:cs typeface="+mn-cs"/>
              </a:rPr>
              <a:t>en</a:t>
            </a:r>
            <a:r>
              <a:rPr kumimoji="0" lang="en-US" sz="1400" b="0" i="0" u="none" strike="noStrike" kern="1200" cap="none" spc="0" normalizeH="0" baseline="0" noProof="0">
                <a:ln>
                  <a:noFill/>
                </a:ln>
                <a:solidFill>
                  <a:srgbClr val="223843"/>
                </a:solidFill>
                <a:effectLst/>
                <a:uLnTx/>
                <a:uFillTx/>
                <a:ea typeface="+mn-ea"/>
                <a:cs typeface="+mn-cs"/>
              </a:rPr>
              <a:t> fabrication</a:t>
            </a:r>
          </a:p>
        </p:txBody>
      </p:sp>
      <p:sp>
        <p:nvSpPr>
          <p:cNvPr id="110" name="TextBox 16">
            <a:extLst>
              <a:ext uri="{FF2B5EF4-FFF2-40B4-BE49-F238E27FC236}">
                <a16:creationId xmlns:a16="http://schemas.microsoft.com/office/drawing/2014/main" id="{31166A37-5DC6-5257-276E-FD261D4B752B}"/>
              </a:ext>
            </a:extLst>
          </p:cNvPr>
          <p:cNvSpPr txBox="1"/>
          <p:nvPr/>
        </p:nvSpPr>
        <p:spPr>
          <a:xfrm>
            <a:off x="10907428" y="4303035"/>
            <a:ext cx="1047083" cy="73866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223843"/>
                </a:solidFill>
                <a:effectLst/>
                <a:uLnTx/>
                <a:uFillTx/>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223843"/>
                </a:solidFill>
                <a:effectLst/>
                <a:uLnTx/>
                <a:uFillTx/>
                <a:ea typeface="+mn-ea"/>
                <a:cs typeface="+mn-cs"/>
              </a:rPr>
              <a:t>des points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223843"/>
                </a:solidFill>
                <a:effectLst/>
                <a:uLnTx/>
                <a:uFillTx/>
                <a:ea typeface="+mn-ea"/>
                <a:cs typeface="+mn-cs"/>
              </a:rPr>
              <a:t>de vente</a:t>
            </a:r>
            <a:endParaRPr kumimoji="0" lang="en-US" sz="1400" b="0" i="0" u="none" strike="noStrike" kern="1200" cap="none" spc="0" normalizeH="0" baseline="0" noProof="0">
              <a:ln>
                <a:noFill/>
              </a:ln>
              <a:solidFill>
                <a:srgbClr val="223843"/>
              </a:solidFill>
              <a:effectLst/>
              <a:uLnTx/>
              <a:uFillTx/>
              <a:ea typeface="+mn-ea"/>
              <a:cs typeface="+mn-cs"/>
            </a:endParaRPr>
          </a:p>
        </p:txBody>
      </p:sp>
      <p:sp>
        <p:nvSpPr>
          <p:cNvPr id="111" name="TextBox 18">
            <a:extLst>
              <a:ext uri="{FF2B5EF4-FFF2-40B4-BE49-F238E27FC236}">
                <a16:creationId xmlns:a16="http://schemas.microsoft.com/office/drawing/2014/main" id="{917EA391-1799-8D44-4373-7CE97FE28C1E}"/>
              </a:ext>
            </a:extLst>
          </p:cNvPr>
          <p:cNvSpPr txBox="1"/>
          <p:nvPr/>
        </p:nvSpPr>
        <p:spPr>
          <a:xfrm>
            <a:off x="9558634" y="4303035"/>
            <a:ext cx="1047083" cy="523220"/>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223843"/>
                </a:solidFill>
                <a:effectLst/>
                <a:uLnTx/>
                <a:uFillTx/>
                <a:ea typeface="+mn-ea"/>
                <a:cs typeface="+mn-cs"/>
              </a:rPr>
              <a:t>Spécialiste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400" b="0" i="0" u="none" strike="noStrike" kern="1200" cap="none" spc="0" normalizeH="0" baseline="0" noProof="0">
                <a:ln>
                  <a:noFill/>
                </a:ln>
                <a:solidFill>
                  <a:srgbClr val="223843"/>
                </a:solidFill>
                <a:effectLst/>
                <a:uLnTx/>
                <a:uFillTx/>
                <a:ea typeface="+mn-ea"/>
                <a:cs typeface="+mn-cs"/>
              </a:rPr>
              <a:t>CRM</a:t>
            </a:r>
            <a:endParaRPr kumimoji="0" lang="en-US" sz="1400" b="0" i="0" u="none" strike="noStrike" kern="1200" cap="none" spc="0" normalizeH="0" baseline="0" noProof="0">
              <a:ln>
                <a:noFill/>
              </a:ln>
              <a:solidFill>
                <a:srgbClr val="223843"/>
              </a:solidFill>
              <a:effectLst/>
              <a:uLnTx/>
              <a:uFillTx/>
              <a:ea typeface="+mn-ea"/>
              <a:cs typeface="+mn-cs"/>
            </a:endParaRPr>
          </a:p>
        </p:txBody>
      </p:sp>
      <p:grpSp>
        <p:nvGrpSpPr>
          <p:cNvPr id="112" name="Groupe 111">
            <a:extLst>
              <a:ext uri="{FF2B5EF4-FFF2-40B4-BE49-F238E27FC236}">
                <a16:creationId xmlns:a16="http://schemas.microsoft.com/office/drawing/2014/main" id="{F30F67DF-C0C9-7C16-C118-49F083CF9608}"/>
              </a:ext>
            </a:extLst>
          </p:cNvPr>
          <p:cNvGrpSpPr/>
          <p:nvPr/>
        </p:nvGrpSpPr>
        <p:grpSpPr>
          <a:xfrm>
            <a:off x="359728" y="3372962"/>
            <a:ext cx="743808" cy="828863"/>
            <a:chOff x="359728" y="3372962"/>
            <a:chExt cx="743808" cy="828863"/>
          </a:xfrm>
        </p:grpSpPr>
        <p:sp>
          <p:nvSpPr>
            <p:cNvPr id="113" name="Forme libre : forme 112">
              <a:extLst>
                <a:ext uri="{FF2B5EF4-FFF2-40B4-BE49-F238E27FC236}">
                  <a16:creationId xmlns:a16="http://schemas.microsoft.com/office/drawing/2014/main" id="{BE4985B9-E173-A7FB-525C-BE730EE306BE}"/>
                </a:ext>
              </a:extLst>
            </p:cNvPr>
            <p:cNvSpPr/>
            <p:nvPr/>
          </p:nvSpPr>
          <p:spPr>
            <a:xfrm flipV="1">
              <a:off x="359728" y="3372962"/>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Arial" panose="020B0604020202020204" pitchFamily="34" charset="0"/>
              </a:endParaRPr>
            </a:p>
          </p:txBody>
        </p:sp>
        <p:pic>
          <p:nvPicPr>
            <p:cNvPr id="114" name="Graphic 2">
              <a:extLst>
                <a:ext uri="{FF2B5EF4-FFF2-40B4-BE49-F238E27FC236}">
                  <a16:creationId xmlns:a16="http://schemas.microsoft.com/office/drawing/2014/main" id="{92D7312A-CF20-63A0-816C-6666E3BA782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40718" y="3576518"/>
              <a:ext cx="360000" cy="360000"/>
            </a:xfrm>
            <a:prstGeom prst="rect">
              <a:avLst/>
            </a:prstGeom>
          </p:spPr>
        </p:pic>
      </p:grpSp>
      <p:grpSp>
        <p:nvGrpSpPr>
          <p:cNvPr id="115" name="Groupe 114">
            <a:extLst>
              <a:ext uri="{FF2B5EF4-FFF2-40B4-BE49-F238E27FC236}">
                <a16:creationId xmlns:a16="http://schemas.microsoft.com/office/drawing/2014/main" id="{697C954F-39F7-0373-5A38-8AD8A3D5C255}"/>
              </a:ext>
            </a:extLst>
          </p:cNvPr>
          <p:cNvGrpSpPr/>
          <p:nvPr/>
        </p:nvGrpSpPr>
        <p:grpSpPr>
          <a:xfrm>
            <a:off x="1697982" y="3370484"/>
            <a:ext cx="743808" cy="828863"/>
            <a:chOff x="1703562" y="3370484"/>
            <a:chExt cx="743808" cy="828863"/>
          </a:xfrm>
        </p:grpSpPr>
        <p:sp>
          <p:nvSpPr>
            <p:cNvPr id="116" name="Forme libre : forme 115">
              <a:extLst>
                <a:ext uri="{FF2B5EF4-FFF2-40B4-BE49-F238E27FC236}">
                  <a16:creationId xmlns:a16="http://schemas.microsoft.com/office/drawing/2014/main" id="{86D43291-7F36-5EEB-BC37-14EE377B621D}"/>
                </a:ext>
              </a:extLst>
            </p:cNvPr>
            <p:cNvSpPr/>
            <p:nvPr/>
          </p:nvSpPr>
          <p:spPr>
            <a:xfrm flipV="1">
              <a:off x="1703562" y="3370484"/>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Arial" panose="020B0604020202020204" pitchFamily="34" charset="0"/>
              </a:endParaRPr>
            </a:p>
          </p:txBody>
        </p:sp>
        <p:pic>
          <p:nvPicPr>
            <p:cNvPr id="117" name="Graphic 6">
              <a:extLst>
                <a:ext uri="{FF2B5EF4-FFF2-40B4-BE49-F238E27FC236}">
                  <a16:creationId xmlns:a16="http://schemas.microsoft.com/office/drawing/2014/main" id="{BB1CD80B-54EC-2D3B-0B78-909880395BE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895466" y="3576518"/>
              <a:ext cx="360000" cy="360000"/>
            </a:xfrm>
            <a:prstGeom prst="rect">
              <a:avLst/>
            </a:prstGeom>
          </p:spPr>
        </p:pic>
      </p:grpSp>
      <p:grpSp>
        <p:nvGrpSpPr>
          <p:cNvPr id="118" name="Groupe 117">
            <a:extLst>
              <a:ext uri="{FF2B5EF4-FFF2-40B4-BE49-F238E27FC236}">
                <a16:creationId xmlns:a16="http://schemas.microsoft.com/office/drawing/2014/main" id="{46E8715D-3BBC-FACD-801B-A491F8C56D35}"/>
              </a:ext>
            </a:extLst>
          </p:cNvPr>
          <p:cNvGrpSpPr/>
          <p:nvPr/>
        </p:nvGrpSpPr>
        <p:grpSpPr>
          <a:xfrm>
            <a:off x="2996473" y="3370485"/>
            <a:ext cx="743808" cy="828863"/>
            <a:chOff x="3043740" y="3370485"/>
            <a:chExt cx="743808" cy="828863"/>
          </a:xfrm>
        </p:grpSpPr>
        <p:sp>
          <p:nvSpPr>
            <p:cNvPr id="119" name="Forme libre : forme 118">
              <a:extLst>
                <a:ext uri="{FF2B5EF4-FFF2-40B4-BE49-F238E27FC236}">
                  <a16:creationId xmlns:a16="http://schemas.microsoft.com/office/drawing/2014/main" id="{D4E0230C-B0F5-E0D9-EA8F-63A7D9D5946D}"/>
                </a:ext>
              </a:extLst>
            </p:cNvPr>
            <p:cNvSpPr/>
            <p:nvPr/>
          </p:nvSpPr>
          <p:spPr>
            <a:xfrm flipV="1">
              <a:off x="3043740" y="3370485"/>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Arial" panose="020B0604020202020204" pitchFamily="34" charset="0"/>
              </a:endParaRPr>
            </a:p>
          </p:txBody>
        </p:sp>
        <p:pic>
          <p:nvPicPr>
            <p:cNvPr id="120" name="Graphic 25">
              <a:extLst>
                <a:ext uri="{FF2B5EF4-FFF2-40B4-BE49-F238E27FC236}">
                  <a16:creationId xmlns:a16="http://schemas.microsoft.com/office/drawing/2014/main" id="{A6B4204C-5915-6F4E-D0B5-E1BD82046D9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3235644" y="3576518"/>
              <a:ext cx="360000" cy="360000"/>
            </a:xfrm>
            <a:prstGeom prst="rect">
              <a:avLst/>
            </a:prstGeom>
          </p:spPr>
        </p:pic>
      </p:grpSp>
      <p:grpSp>
        <p:nvGrpSpPr>
          <p:cNvPr id="121" name="Groupe 120">
            <a:extLst>
              <a:ext uri="{FF2B5EF4-FFF2-40B4-BE49-F238E27FC236}">
                <a16:creationId xmlns:a16="http://schemas.microsoft.com/office/drawing/2014/main" id="{DE2663B5-8A9F-19BF-51F3-6C642B0ED9B6}"/>
              </a:ext>
            </a:extLst>
          </p:cNvPr>
          <p:cNvGrpSpPr/>
          <p:nvPr/>
        </p:nvGrpSpPr>
        <p:grpSpPr>
          <a:xfrm>
            <a:off x="4343668" y="3370483"/>
            <a:ext cx="743808" cy="828863"/>
            <a:chOff x="4383918" y="3370483"/>
            <a:chExt cx="743808" cy="828863"/>
          </a:xfrm>
        </p:grpSpPr>
        <p:sp>
          <p:nvSpPr>
            <p:cNvPr id="122" name="Forme libre : forme 121">
              <a:extLst>
                <a:ext uri="{FF2B5EF4-FFF2-40B4-BE49-F238E27FC236}">
                  <a16:creationId xmlns:a16="http://schemas.microsoft.com/office/drawing/2014/main" id="{858200C4-713A-3F6D-B949-C27616994A8E}"/>
                </a:ext>
              </a:extLst>
            </p:cNvPr>
            <p:cNvSpPr/>
            <p:nvPr/>
          </p:nvSpPr>
          <p:spPr>
            <a:xfrm flipV="1">
              <a:off x="4383918" y="3370483"/>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Arial" panose="020B0604020202020204" pitchFamily="34" charset="0"/>
              </a:endParaRPr>
            </a:p>
          </p:txBody>
        </p:sp>
        <p:pic>
          <p:nvPicPr>
            <p:cNvPr id="123" name="Graphic 14">
              <a:extLst>
                <a:ext uri="{FF2B5EF4-FFF2-40B4-BE49-F238E27FC236}">
                  <a16:creationId xmlns:a16="http://schemas.microsoft.com/office/drawing/2014/main" id="{5B9313EF-B5EB-1DA0-6545-F3AF97957D8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575822" y="3576518"/>
              <a:ext cx="360000" cy="360000"/>
            </a:xfrm>
            <a:prstGeom prst="rect">
              <a:avLst/>
            </a:prstGeom>
          </p:spPr>
        </p:pic>
      </p:grpSp>
      <p:grpSp>
        <p:nvGrpSpPr>
          <p:cNvPr id="124" name="Groupe 123">
            <a:extLst>
              <a:ext uri="{FF2B5EF4-FFF2-40B4-BE49-F238E27FC236}">
                <a16:creationId xmlns:a16="http://schemas.microsoft.com/office/drawing/2014/main" id="{FE9372CE-D6F5-4B2B-B7E4-066CAC666909}"/>
              </a:ext>
            </a:extLst>
          </p:cNvPr>
          <p:cNvGrpSpPr/>
          <p:nvPr/>
        </p:nvGrpSpPr>
        <p:grpSpPr>
          <a:xfrm>
            <a:off x="7061126" y="3387936"/>
            <a:ext cx="743808" cy="828863"/>
            <a:chOff x="7055203" y="3387936"/>
            <a:chExt cx="743808" cy="828863"/>
          </a:xfrm>
        </p:grpSpPr>
        <p:sp>
          <p:nvSpPr>
            <p:cNvPr id="125" name="Forme libre : forme 124">
              <a:extLst>
                <a:ext uri="{FF2B5EF4-FFF2-40B4-BE49-F238E27FC236}">
                  <a16:creationId xmlns:a16="http://schemas.microsoft.com/office/drawing/2014/main" id="{BB94CFA8-C80F-C7B3-1916-E348FA098FD6}"/>
                </a:ext>
              </a:extLst>
            </p:cNvPr>
            <p:cNvSpPr/>
            <p:nvPr/>
          </p:nvSpPr>
          <p:spPr>
            <a:xfrm flipV="1">
              <a:off x="7055203" y="3387936"/>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Arial" panose="020B0604020202020204" pitchFamily="34" charset="0"/>
              </a:endParaRPr>
            </a:p>
          </p:txBody>
        </p:sp>
        <p:pic>
          <p:nvPicPr>
            <p:cNvPr id="126" name="Graphic 27">
              <a:extLst>
                <a:ext uri="{FF2B5EF4-FFF2-40B4-BE49-F238E27FC236}">
                  <a16:creationId xmlns:a16="http://schemas.microsoft.com/office/drawing/2014/main" id="{95B3AE36-F664-37DE-9B6A-49717F34C5BF}"/>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247107" y="3576518"/>
              <a:ext cx="360000" cy="360000"/>
            </a:xfrm>
            <a:prstGeom prst="rect">
              <a:avLst/>
            </a:prstGeom>
          </p:spPr>
        </p:pic>
      </p:grpSp>
      <p:grpSp>
        <p:nvGrpSpPr>
          <p:cNvPr id="127" name="Groupe 126">
            <a:extLst>
              <a:ext uri="{FF2B5EF4-FFF2-40B4-BE49-F238E27FC236}">
                <a16:creationId xmlns:a16="http://schemas.microsoft.com/office/drawing/2014/main" id="{2A3102BD-5592-9880-B573-901498E18F13}"/>
              </a:ext>
            </a:extLst>
          </p:cNvPr>
          <p:cNvGrpSpPr/>
          <p:nvPr/>
        </p:nvGrpSpPr>
        <p:grpSpPr>
          <a:xfrm>
            <a:off x="5717042" y="3370484"/>
            <a:ext cx="743808" cy="828863"/>
            <a:chOff x="5724096" y="3370484"/>
            <a:chExt cx="743808" cy="828863"/>
          </a:xfrm>
        </p:grpSpPr>
        <p:sp>
          <p:nvSpPr>
            <p:cNvPr id="128" name="Forme libre : forme 127">
              <a:extLst>
                <a:ext uri="{FF2B5EF4-FFF2-40B4-BE49-F238E27FC236}">
                  <a16:creationId xmlns:a16="http://schemas.microsoft.com/office/drawing/2014/main" id="{FAA44E60-A0E6-8EBC-4A5F-7ECA9F283A79}"/>
                </a:ext>
              </a:extLst>
            </p:cNvPr>
            <p:cNvSpPr/>
            <p:nvPr/>
          </p:nvSpPr>
          <p:spPr>
            <a:xfrm flipV="1">
              <a:off x="5724096" y="3370484"/>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Arial" panose="020B0604020202020204" pitchFamily="34" charset="0"/>
              </a:endParaRPr>
            </a:p>
          </p:txBody>
        </p:sp>
        <p:pic>
          <p:nvPicPr>
            <p:cNvPr id="129" name="Graphic 26">
              <a:extLst>
                <a:ext uri="{FF2B5EF4-FFF2-40B4-BE49-F238E27FC236}">
                  <a16:creationId xmlns:a16="http://schemas.microsoft.com/office/drawing/2014/main" id="{B4261C47-F071-8D62-2246-22F2F411DBF9}"/>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916000" y="3576518"/>
              <a:ext cx="360000" cy="360000"/>
            </a:xfrm>
            <a:prstGeom prst="rect">
              <a:avLst/>
            </a:prstGeom>
          </p:spPr>
        </p:pic>
      </p:grpSp>
      <p:grpSp>
        <p:nvGrpSpPr>
          <p:cNvPr id="130" name="Groupe 129">
            <a:extLst>
              <a:ext uri="{FF2B5EF4-FFF2-40B4-BE49-F238E27FC236}">
                <a16:creationId xmlns:a16="http://schemas.microsoft.com/office/drawing/2014/main" id="{E572A961-2BB5-760E-0F1F-E054334E0899}"/>
              </a:ext>
            </a:extLst>
          </p:cNvPr>
          <p:cNvGrpSpPr/>
          <p:nvPr/>
        </p:nvGrpSpPr>
        <p:grpSpPr>
          <a:xfrm>
            <a:off x="8378770" y="3387937"/>
            <a:ext cx="743808" cy="828863"/>
            <a:chOff x="8395381" y="3387937"/>
            <a:chExt cx="743808" cy="828863"/>
          </a:xfrm>
        </p:grpSpPr>
        <p:sp>
          <p:nvSpPr>
            <p:cNvPr id="131" name="Forme libre : forme 130">
              <a:extLst>
                <a:ext uri="{FF2B5EF4-FFF2-40B4-BE49-F238E27FC236}">
                  <a16:creationId xmlns:a16="http://schemas.microsoft.com/office/drawing/2014/main" id="{A0C3175B-6CAF-641D-6E46-D24DE52DC127}"/>
                </a:ext>
              </a:extLst>
            </p:cNvPr>
            <p:cNvSpPr/>
            <p:nvPr/>
          </p:nvSpPr>
          <p:spPr>
            <a:xfrm flipV="1">
              <a:off x="8395381" y="3387937"/>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Arial" panose="020B0604020202020204" pitchFamily="34" charset="0"/>
              </a:endParaRPr>
            </a:p>
          </p:txBody>
        </p:sp>
        <p:pic>
          <p:nvPicPr>
            <p:cNvPr id="132" name="Graphic 20">
              <a:extLst>
                <a:ext uri="{FF2B5EF4-FFF2-40B4-BE49-F238E27FC236}">
                  <a16:creationId xmlns:a16="http://schemas.microsoft.com/office/drawing/2014/main" id="{D7843DD2-B76E-2B7E-DF68-8993B70DFC46}"/>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8587285" y="3576518"/>
              <a:ext cx="360000" cy="360000"/>
            </a:xfrm>
            <a:prstGeom prst="rect">
              <a:avLst/>
            </a:prstGeom>
          </p:spPr>
        </p:pic>
      </p:grpSp>
      <p:grpSp>
        <p:nvGrpSpPr>
          <p:cNvPr id="133" name="Groupe 132">
            <a:extLst>
              <a:ext uri="{FF2B5EF4-FFF2-40B4-BE49-F238E27FC236}">
                <a16:creationId xmlns:a16="http://schemas.microsoft.com/office/drawing/2014/main" id="{709EB46F-57D6-962D-59F5-CFE429E75A1A}"/>
              </a:ext>
            </a:extLst>
          </p:cNvPr>
          <p:cNvGrpSpPr/>
          <p:nvPr/>
        </p:nvGrpSpPr>
        <p:grpSpPr>
          <a:xfrm>
            <a:off x="11059065" y="3387936"/>
            <a:ext cx="743808" cy="828863"/>
            <a:chOff x="11075737" y="3387936"/>
            <a:chExt cx="743808" cy="828863"/>
          </a:xfrm>
        </p:grpSpPr>
        <p:sp>
          <p:nvSpPr>
            <p:cNvPr id="134" name="Forme libre : forme 133">
              <a:extLst>
                <a:ext uri="{FF2B5EF4-FFF2-40B4-BE49-F238E27FC236}">
                  <a16:creationId xmlns:a16="http://schemas.microsoft.com/office/drawing/2014/main" id="{8848AFA1-4E70-780D-8A25-33B32DE6FE5F}"/>
                </a:ext>
              </a:extLst>
            </p:cNvPr>
            <p:cNvSpPr/>
            <p:nvPr/>
          </p:nvSpPr>
          <p:spPr>
            <a:xfrm flipV="1">
              <a:off x="11075737" y="3387936"/>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Arial" panose="020B0604020202020204" pitchFamily="34" charset="0"/>
              </a:endParaRPr>
            </a:p>
          </p:txBody>
        </p:sp>
        <p:pic>
          <p:nvPicPr>
            <p:cNvPr id="135" name="Graphic 22">
              <a:extLst>
                <a:ext uri="{FF2B5EF4-FFF2-40B4-BE49-F238E27FC236}">
                  <a16:creationId xmlns:a16="http://schemas.microsoft.com/office/drawing/2014/main" id="{4A6DAD39-A98C-34E2-D20C-2DB6455D58F8}"/>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267641" y="3576518"/>
              <a:ext cx="360000" cy="360000"/>
            </a:xfrm>
            <a:prstGeom prst="rect">
              <a:avLst/>
            </a:prstGeom>
          </p:spPr>
        </p:pic>
      </p:grpSp>
      <p:grpSp>
        <p:nvGrpSpPr>
          <p:cNvPr id="136" name="Groupe 135">
            <a:extLst>
              <a:ext uri="{FF2B5EF4-FFF2-40B4-BE49-F238E27FC236}">
                <a16:creationId xmlns:a16="http://schemas.microsoft.com/office/drawing/2014/main" id="{DA5B1E41-648B-F71A-3936-23CEF094074D}"/>
              </a:ext>
            </a:extLst>
          </p:cNvPr>
          <p:cNvGrpSpPr/>
          <p:nvPr/>
        </p:nvGrpSpPr>
        <p:grpSpPr>
          <a:xfrm>
            <a:off x="9710271" y="3387935"/>
            <a:ext cx="743808" cy="828863"/>
            <a:chOff x="9735559" y="3387935"/>
            <a:chExt cx="743808" cy="828863"/>
          </a:xfrm>
        </p:grpSpPr>
        <p:sp>
          <p:nvSpPr>
            <p:cNvPr id="137" name="Forme libre : forme 136">
              <a:extLst>
                <a:ext uri="{FF2B5EF4-FFF2-40B4-BE49-F238E27FC236}">
                  <a16:creationId xmlns:a16="http://schemas.microsoft.com/office/drawing/2014/main" id="{9721974C-C749-AB4D-9FF0-2F82EF34AF2D}"/>
                </a:ext>
              </a:extLst>
            </p:cNvPr>
            <p:cNvSpPr/>
            <p:nvPr/>
          </p:nvSpPr>
          <p:spPr>
            <a:xfrm flipV="1">
              <a:off x="9735559" y="3387935"/>
              <a:ext cx="743808" cy="828863"/>
            </a:xfrm>
            <a:custGeom>
              <a:avLst/>
              <a:gdLst>
                <a:gd name="connsiteX0" fmla="*/ 371904 w 743808"/>
                <a:gd name="connsiteY0" fmla="*/ 828863 h 828863"/>
                <a:gd name="connsiteX1" fmla="*/ 743808 w 743808"/>
                <a:gd name="connsiteY1" fmla="*/ 456959 h 828863"/>
                <a:gd name="connsiteX2" fmla="*/ 516666 w 743808"/>
                <a:gd name="connsiteY2" fmla="*/ 114281 h 828863"/>
                <a:gd name="connsiteX3" fmla="*/ 456835 w 743808"/>
                <a:gd name="connsiteY3" fmla="*/ 95709 h 828863"/>
                <a:gd name="connsiteX4" fmla="*/ 372437 w 743808"/>
                <a:gd name="connsiteY4" fmla="*/ 0 h 828863"/>
                <a:gd name="connsiteX5" fmla="*/ 288441 w 743808"/>
                <a:gd name="connsiteY5" fmla="*/ 95253 h 828863"/>
                <a:gd name="connsiteX6" fmla="*/ 227142 w 743808"/>
                <a:gd name="connsiteY6" fmla="*/ 114281 h 828863"/>
                <a:gd name="connsiteX7" fmla="*/ 0 w 743808"/>
                <a:gd name="connsiteY7" fmla="*/ 456959 h 828863"/>
                <a:gd name="connsiteX8" fmla="*/ 371904 w 743808"/>
                <a:gd name="connsiteY8" fmla="*/ 828863 h 8288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43808" h="828863">
                  <a:moveTo>
                    <a:pt x="371904" y="828863"/>
                  </a:moveTo>
                  <a:cubicBezTo>
                    <a:pt x="577301" y="828863"/>
                    <a:pt x="743808" y="662356"/>
                    <a:pt x="743808" y="456959"/>
                  </a:cubicBezTo>
                  <a:cubicBezTo>
                    <a:pt x="743808" y="302911"/>
                    <a:pt x="650148" y="170739"/>
                    <a:pt x="516666" y="114281"/>
                  </a:cubicBezTo>
                  <a:lnTo>
                    <a:pt x="456835" y="95709"/>
                  </a:lnTo>
                  <a:lnTo>
                    <a:pt x="372437" y="0"/>
                  </a:lnTo>
                  <a:lnTo>
                    <a:pt x="288441" y="95253"/>
                  </a:lnTo>
                  <a:lnTo>
                    <a:pt x="227142" y="114281"/>
                  </a:lnTo>
                  <a:cubicBezTo>
                    <a:pt x="93660" y="170739"/>
                    <a:pt x="0" y="302911"/>
                    <a:pt x="0" y="456959"/>
                  </a:cubicBezTo>
                  <a:cubicBezTo>
                    <a:pt x="0" y="662356"/>
                    <a:pt x="166507" y="828863"/>
                    <a:pt x="371904" y="828863"/>
                  </a:cubicBezTo>
                  <a:close/>
                </a:path>
              </a:pathLst>
            </a:custGeom>
            <a:gradFill flip="none" rotWithShape="1">
              <a:gsLst>
                <a:gs pos="25000">
                  <a:srgbClr val="714B67"/>
                </a:gs>
                <a:gs pos="0">
                  <a:srgbClr val="714B67"/>
                </a:gs>
                <a:gs pos="100000">
                  <a:srgbClr val="BA131A"/>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ea typeface="+mn-ea"/>
                <a:cs typeface="Arial" panose="020B0604020202020204" pitchFamily="34" charset="0"/>
              </a:endParaRPr>
            </a:p>
          </p:txBody>
        </p:sp>
        <p:pic>
          <p:nvPicPr>
            <p:cNvPr id="138" name="Graphic 53">
              <a:extLst>
                <a:ext uri="{FF2B5EF4-FFF2-40B4-BE49-F238E27FC236}">
                  <a16:creationId xmlns:a16="http://schemas.microsoft.com/office/drawing/2014/main" id="{96CF3EDE-BA51-FEB1-D99C-1786D417F63D}"/>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927463" y="3576518"/>
              <a:ext cx="360000" cy="360000"/>
            </a:xfrm>
            <a:prstGeom prst="rect">
              <a:avLst/>
            </a:prstGeom>
          </p:spPr>
        </p:pic>
      </p:grpSp>
    </p:spTree>
    <p:extLst>
      <p:ext uri="{BB962C8B-B14F-4D97-AF65-F5344CB8AC3E}">
        <p14:creationId xmlns:p14="http://schemas.microsoft.com/office/powerpoint/2010/main" val="707463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9126D-2649-B027-8459-CA46F6DD8892}"/>
            </a:ext>
          </a:extLst>
        </p:cNvPr>
        <p:cNvGrpSpPr/>
        <p:nvPr/>
      </p:nvGrpSpPr>
      <p:grpSpPr>
        <a:xfrm>
          <a:off x="0" y="0"/>
          <a:ext cx="0" cy="0"/>
          <a:chOff x="0" y="0"/>
          <a:chExt cx="0" cy="0"/>
        </a:xfrm>
      </p:grpSpPr>
      <p:sp>
        <p:nvSpPr>
          <p:cNvPr id="9" name="Titre 8">
            <a:extLst>
              <a:ext uri="{FF2B5EF4-FFF2-40B4-BE49-F238E27FC236}">
                <a16:creationId xmlns:a16="http://schemas.microsoft.com/office/drawing/2014/main" id="{848BF16C-A521-82B8-D7D6-CA697BE4D909}"/>
              </a:ext>
            </a:extLst>
          </p:cNvPr>
          <p:cNvSpPr>
            <a:spLocks noGrp="1"/>
          </p:cNvSpPr>
          <p:nvPr>
            <p:ph type="title"/>
          </p:nvPr>
        </p:nvSpPr>
        <p:spPr/>
        <p:txBody>
          <a:bodyPr/>
          <a:lstStyle/>
          <a:p>
            <a:r>
              <a:rPr lang="fr-FR">
                <a:latin typeface="+mj-lt"/>
              </a:rPr>
              <a:t>LES ÉTAPES VERS UN PROJET RÉUSSI</a:t>
            </a:r>
            <a:endParaRPr lang="en-US">
              <a:latin typeface="+mj-lt"/>
            </a:endParaRPr>
          </a:p>
        </p:txBody>
      </p:sp>
      <p:sp>
        <p:nvSpPr>
          <p:cNvPr id="2" name="Rectangle 1">
            <a:extLst>
              <a:ext uri="{FF2B5EF4-FFF2-40B4-BE49-F238E27FC236}">
                <a16:creationId xmlns:a16="http://schemas.microsoft.com/office/drawing/2014/main" id="{59604C8E-B52D-983C-BCF1-B349FB287D8F}"/>
              </a:ext>
            </a:extLst>
          </p:cNvPr>
          <p:cNvSpPr/>
          <p:nvPr/>
        </p:nvSpPr>
        <p:spPr>
          <a:xfrm rot="17945011">
            <a:off x="4182021" y="2433979"/>
            <a:ext cx="939294" cy="506761"/>
          </a:xfrm>
          <a:prstGeom prst="rect">
            <a:avLst/>
          </a:prstGeom>
          <a:solidFill>
            <a:schemeClr val="accent1">
              <a:lumMod val="40000"/>
              <a:lumOff val="6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3" name="Hexagon 18">
            <a:extLst>
              <a:ext uri="{FF2B5EF4-FFF2-40B4-BE49-F238E27FC236}">
                <a16:creationId xmlns:a16="http://schemas.microsoft.com/office/drawing/2014/main" id="{BC208CF0-4DCB-3BAA-57C9-7D50B84B57B2}"/>
              </a:ext>
            </a:extLst>
          </p:cNvPr>
          <p:cNvSpPr/>
          <p:nvPr/>
        </p:nvSpPr>
        <p:spPr>
          <a:xfrm rot="5400000">
            <a:off x="5684897" y="4698663"/>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600" i="0" u="none" strike="noStrike" kern="0" cap="none" spc="0" normalizeH="0" baseline="0" noProof="0">
                <a:ln>
                  <a:noFill/>
                </a:ln>
                <a:solidFill>
                  <a:srgbClr val="212529"/>
                </a:solidFill>
                <a:effectLst/>
                <a:uLnTx/>
                <a:uFillTx/>
                <a:ea typeface="+mn-ea"/>
                <a:cs typeface="+mn-cs"/>
              </a:rPr>
              <a:t>Formations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600" i="0" u="none" strike="noStrike" kern="0" cap="none" spc="0" normalizeH="0" baseline="0" noProof="0">
                <a:ln>
                  <a:noFill/>
                </a:ln>
                <a:solidFill>
                  <a:srgbClr val="212529"/>
                </a:solidFill>
                <a:effectLst/>
                <a:uLnTx/>
                <a:uFillTx/>
                <a:ea typeface="+mn-ea"/>
                <a:cs typeface="+mn-cs"/>
              </a:rPr>
              <a:t>démarrage</a:t>
            </a:r>
          </a:p>
        </p:txBody>
      </p:sp>
      <p:sp>
        <p:nvSpPr>
          <p:cNvPr id="4" name="Trapezoid 31">
            <a:extLst>
              <a:ext uri="{FF2B5EF4-FFF2-40B4-BE49-F238E27FC236}">
                <a16:creationId xmlns:a16="http://schemas.microsoft.com/office/drawing/2014/main" id="{21833DB2-CB61-B9A7-E308-956169F6FA1D}"/>
              </a:ext>
            </a:extLst>
          </p:cNvPr>
          <p:cNvSpPr/>
          <p:nvPr/>
        </p:nvSpPr>
        <p:spPr>
          <a:xfrm rot="19800000">
            <a:off x="5702586" y="4820492"/>
            <a:ext cx="1260200" cy="164941"/>
          </a:xfrm>
          <a:prstGeom prst="trapezoid">
            <a:avLst>
              <a:gd name="adj" fmla="val 58035"/>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3200" b="0" i="0" u="none" strike="noStrike" kern="0" cap="none" spc="0" normalizeH="0" baseline="0" noProof="0">
              <a:ln>
                <a:noFill/>
              </a:ln>
              <a:solidFill>
                <a:sysClr val="windowText" lastClr="000000"/>
              </a:solidFill>
              <a:effectLst/>
              <a:uLnTx/>
              <a:uFillTx/>
              <a:ea typeface="+mn-ea"/>
              <a:cs typeface="+mn-cs"/>
            </a:endParaRPr>
          </a:p>
        </p:txBody>
      </p:sp>
      <p:sp>
        <p:nvSpPr>
          <p:cNvPr id="5" name="Hexagon 33">
            <a:extLst>
              <a:ext uri="{FF2B5EF4-FFF2-40B4-BE49-F238E27FC236}">
                <a16:creationId xmlns:a16="http://schemas.microsoft.com/office/drawing/2014/main" id="{44DDFC9B-1038-106C-5666-B56B0737430F}"/>
              </a:ext>
            </a:extLst>
          </p:cNvPr>
          <p:cNvSpPr/>
          <p:nvPr/>
        </p:nvSpPr>
        <p:spPr>
          <a:xfrm rot="5400000">
            <a:off x="3790435" y="4698663"/>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600" i="0" u="none" strike="noStrike" kern="0" cap="none" spc="0" normalizeH="0" baseline="0" noProof="0">
                <a:ln>
                  <a:noFill/>
                </a:ln>
                <a:solidFill>
                  <a:srgbClr val="212529"/>
                </a:solidFill>
                <a:effectLst/>
                <a:uLnTx/>
                <a:uFillTx/>
                <a:ea typeface="+mn-ea"/>
                <a:cs typeface="+mn-cs"/>
              </a:rPr>
              <a:t>Lancement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600" i="0" u="none" strike="noStrike" kern="0" cap="none" spc="0" normalizeH="0" baseline="0" noProof="0">
                <a:ln>
                  <a:noFill/>
                </a:ln>
                <a:solidFill>
                  <a:srgbClr val="212529"/>
                </a:solidFill>
                <a:effectLst/>
                <a:uLnTx/>
                <a:uFillTx/>
                <a:ea typeface="+mn-ea"/>
                <a:cs typeface="+mn-cs"/>
              </a:rPr>
              <a:t>support</a:t>
            </a:r>
          </a:p>
        </p:txBody>
      </p:sp>
      <p:sp>
        <p:nvSpPr>
          <p:cNvPr id="6" name="Trapezoid 32">
            <a:extLst>
              <a:ext uri="{FF2B5EF4-FFF2-40B4-BE49-F238E27FC236}">
                <a16:creationId xmlns:a16="http://schemas.microsoft.com/office/drawing/2014/main" id="{789923A5-11A9-39A6-60DF-BF9E3EC680B9}"/>
              </a:ext>
            </a:extLst>
          </p:cNvPr>
          <p:cNvSpPr/>
          <p:nvPr/>
        </p:nvSpPr>
        <p:spPr>
          <a:xfrm rot="1800000">
            <a:off x="4649205" y="4818601"/>
            <a:ext cx="1260200" cy="164941"/>
          </a:xfrm>
          <a:prstGeom prst="trapezoid">
            <a:avLst>
              <a:gd name="adj" fmla="val 58035"/>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3200" b="0" i="0" u="none" strike="noStrike" kern="0" cap="none" spc="0" normalizeH="0" baseline="0" noProof="0">
              <a:ln>
                <a:noFill/>
              </a:ln>
              <a:solidFill>
                <a:sysClr val="windowText" lastClr="000000"/>
              </a:solidFill>
              <a:effectLst/>
              <a:uLnTx/>
              <a:uFillTx/>
              <a:ea typeface="+mn-ea"/>
              <a:cs typeface="+mn-cs"/>
            </a:endParaRPr>
          </a:p>
        </p:txBody>
      </p:sp>
      <p:sp>
        <p:nvSpPr>
          <p:cNvPr id="7" name="Hexagon 34">
            <a:extLst>
              <a:ext uri="{FF2B5EF4-FFF2-40B4-BE49-F238E27FC236}">
                <a16:creationId xmlns:a16="http://schemas.microsoft.com/office/drawing/2014/main" id="{BE857D43-9805-22AD-DF78-1C9B634A515B}"/>
              </a:ext>
            </a:extLst>
          </p:cNvPr>
          <p:cNvSpPr/>
          <p:nvPr/>
        </p:nvSpPr>
        <p:spPr>
          <a:xfrm rot="5400000">
            <a:off x="5896942" y="1586174"/>
            <a:ext cx="1732971" cy="1884953"/>
          </a:xfrm>
          <a:custGeom>
            <a:avLst/>
            <a:gdLst>
              <a:gd name="connsiteX0" fmla="*/ 0 w 2135508"/>
              <a:gd name="connsiteY0" fmla="*/ 928622 h 1857244"/>
              <a:gd name="connsiteX1" fmla="*/ 534923 w 2135508"/>
              <a:gd name="connsiteY1" fmla="*/ 0 h 1857244"/>
              <a:gd name="connsiteX2" fmla="*/ 1600585 w 2135508"/>
              <a:gd name="connsiteY2" fmla="*/ 0 h 1857244"/>
              <a:gd name="connsiteX3" fmla="*/ 2135508 w 2135508"/>
              <a:gd name="connsiteY3" fmla="*/ 928622 h 1857244"/>
              <a:gd name="connsiteX4" fmla="*/ 1600585 w 2135508"/>
              <a:gd name="connsiteY4" fmla="*/ 1857244 h 1857244"/>
              <a:gd name="connsiteX5" fmla="*/ 534923 w 2135508"/>
              <a:gd name="connsiteY5" fmla="*/ 1857244 h 1857244"/>
              <a:gd name="connsiteX6" fmla="*/ 0 w 2135508"/>
              <a:gd name="connsiteY6" fmla="*/ 928622 h 1857244"/>
              <a:gd name="connsiteX0" fmla="*/ 0 w 1726029"/>
              <a:gd name="connsiteY0" fmla="*/ 959410 h 1857244"/>
              <a:gd name="connsiteX1" fmla="*/ 125444 w 1726029"/>
              <a:gd name="connsiteY1" fmla="*/ 0 h 1857244"/>
              <a:gd name="connsiteX2" fmla="*/ 1191106 w 1726029"/>
              <a:gd name="connsiteY2" fmla="*/ 0 h 1857244"/>
              <a:gd name="connsiteX3" fmla="*/ 1726029 w 1726029"/>
              <a:gd name="connsiteY3" fmla="*/ 928622 h 1857244"/>
              <a:gd name="connsiteX4" fmla="*/ 1191106 w 1726029"/>
              <a:gd name="connsiteY4" fmla="*/ 1857244 h 1857244"/>
              <a:gd name="connsiteX5" fmla="*/ 125444 w 1726029"/>
              <a:gd name="connsiteY5" fmla="*/ 1857244 h 1857244"/>
              <a:gd name="connsiteX6" fmla="*/ 0 w 1726029"/>
              <a:gd name="connsiteY6" fmla="*/ 959410 h 1857244"/>
              <a:gd name="connsiteX0" fmla="*/ 0 w 1726029"/>
              <a:gd name="connsiteY0" fmla="*/ 959410 h 1860322"/>
              <a:gd name="connsiteX1" fmla="*/ 125444 w 1726029"/>
              <a:gd name="connsiteY1" fmla="*/ 0 h 1860322"/>
              <a:gd name="connsiteX2" fmla="*/ 1191106 w 1726029"/>
              <a:gd name="connsiteY2" fmla="*/ 0 h 1860322"/>
              <a:gd name="connsiteX3" fmla="*/ 1726029 w 1726029"/>
              <a:gd name="connsiteY3" fmla="*/ 928622 h 1860322"/>
              <a:gd name="connsiteX4" fmla="*/ 1191106 w 1726029"/>
              <a:gd name="connsiteY4" fmla="*/ 1857244 h 1860322"/>
              <a:gd name="connsiteX5" fmla="*/ 14610 w 1726029"/>
              <a:gd name="connsiteY5" fmla="*/ 1860322 h 1860322"/>
              <a:gd name="connsiteX6" fmla="*/ 0 w 1726029"/>
              <a:gd name="connsiteY6" fmla="*/ 959410 h 1860322"/>
              <a:gd name="connsiteX0" fmla="*/ 6942 w 1732971"/>
              <a:gd name="connsiteY0" fmla="*/ 984041 h 1884953"/>
              <a:gd name="connsiteX1" fmla="*/ 0 w 1732971"/>
              <a:gd name="connsiteY1" fmla="*/ 0 h 1884953"/>
              <a:gd name="connsiteX2" fmla="*/ 1198048 w 1732971"/>
              <a:gd name="connsiteY2" fmla="*/ 24631 h 1884953"/>
              <a:gd name="connsiteX3" fmla="*/ 1732971 w 1732971"/>
              <a:gd name="connsiteY3" fmla="*/ 953253 h 1884953"/>
              <a:gd name="connsiteX4" fmla="*/ 1198048 w 1732971"/>
              <a:gd name="connsiteY4" fmla="*/ 1881875 h 1884953"/>
              <a:gd name="connsiteX5" fmla="*/ 21552 w 1732971"/>
              <a:gd name="connsiteY5" fmla="*/ 1884953 h 1884953"/>
              <a:gd name="connsiteX6" fmla="*/ 6942 w 1732971"/>
              <a:gd name="connsiteY6" fmla="*/ 984041 h 18849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32971" h="1884953">
                <a:moveTo>
                  <a:pt x="6942" y="984041"/>
                </a:moveTo>
                <a:lnTo>
                  <a:pt x="0" y="0"/>
                </a:lnTo>
                <a:lnTo>
                  <a:pt x="1198048" y="24631"/>
                </a:lnTo>
                <a:lnTo>
                  <a:pt x="1732971" y="953253"/>
                </a:lnTo>
                <a:lnTo>
                  <a:pt x="1198048" y="1881875"/>
                </a:lnTo>
                <a:lnTo>
                  <a:pt x="21552" y="1884953"/>
                </a:lnTo>
                <a:lnTo>
                  <a:pt x="6942" y="984041"/>
                </a:lnTo>
                <a:close/>
              </a:path>
            </a:pathLst>
          </a:cu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600" i="0" u="none" strike="noStrike" kern="0" cap="none" spc="0" normalizeH="0" baseline="0" noProof="0">
                <a:ln>
                  <a:noFill/>
                </a:ln>
                <a:solidFill>
                  <a:srgbClr val="212529"/>
                </a:solidFill>
                <a:effectLst/>
                <a:uLnTx/>
                <a:uFillTx/>
                <a:ea typeface="+mn-ea"/>
                <a:cs typeface="+mn-cs"/>
              </a:rPr>
              <a:t>Analyses</a:t>
            </a:r>
            <a:endParaRPr kumimoji="0" lang="fr-FR" sz="1200" i="0" u="none" strike="noStrike" kern="0" cap="none" spc="0" normalizeH="0" baseline="0" noProof="0">
              <a:ln>
                <a:noFill/>
              </a:ln>
              <a:solidFill>
                <a:srgbClr val="212529"/>
              </a:solidFill>
              <a:effectLst/>
              <a:uLnTx/>
              <a:uFillTx/>
              <a:ea typeface="+mn-ea"/>
              <a:cs typeface="+mn-cs"/>
            </a:endParaRPr>
          </a:p>
        </p:txBody>
      </p:sp>
      <p:sp>
        <p:nvSpPr>
          <p:cNvPr id="8" name="Trapezoid 35">
            <a:extLst>
              <a:ext uri="{FF2B5EF4-FFF2-40B4-BE49-F238E27FC236}">
                <a16:creationId xmlns:a16="http://schemas.microsoft.com/office/drawing/2014/main" id="{085DCED8-6D29-BED7-194C-387AA10C0D1F}"/>
              </a:ext>
            </a:extLst>
          </p:cNvPr>
          <p:cNvSpPr/>
          <p:nvPr/>
        </p:nvSpPr>
        <p:spPr>
          <a:xfrm rot="12600000" flipH="1">
            <a:off x="5702586" y="2979776"/>
            <a:ext cx="1260200" cy="164941"/>
          </a:xfrm>
          <a:prstGeom prst="trapezoid">
            <a:avLst>
              <a:gd name="adj" fmla="val 58035"/>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3200" b="0" i="0" u="none" strike="noStrike" kern="0" cap="none" spc="0" normalizeH="0" baseline="0" noProof="0">
              <a:ln>
                <a:noFill/>
              </a:ln>
              <a:solidFill>
                <a:sysClr val="windowText" lastClr="000000"/>
              </a:solidFill>
              <a:effectLst/>
              <a:uLnTx/>
              <a:uFillTx/>
              <a:ea typeface="+mn-ea"/>
              <a:cs typeface="+mn-cs"/>
            </a:endParaRPr>
          </a:p>
        </p:txBody>
      </p:sp>
      <p:sp>
        <p:nvSpPr>
          <p:cNvPr id="56" name="Hexagon 39">
            <a:extLst>
              <a:ext uri="{FF2B5EF4-FFF2-40B4-BE49-F238E27FC236}">
                <a16:creationId xmlns:a16="http://schemas.microsoft.com/office/drawing/2014/main" id="{1E0E4317-9EA0-8DB2-DF6D-CD7CA1E5503F}"/>
              </a:ext>
            </a:extLst>
          </p:cNvPr>
          <p:cNvSpPr/>
          <p:nvPr/>
        </p:nvSpPr>
        <p:spPr>
          <a:xfrm rot="5400000">
            <a:off x="6617538" y="3044711"/>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600" i="0" u="none" strike="noStrike" kern="0" cap="none" spc="0" normalizeH="0" baseline="0" noProof="0">
                <a:ln>
                  <a:noFill/>
                </a:ln>
                <a:solidFill>
                  <a:srgbClr val="212529"/>
                </a:solidFill>
                <a:effectLst/>
                <a:uLnTx/>
                <a:uFillTx/>
                <a:ea typeface="+mn-ea"/>
                <a:cs typeface="+mn-cs"/>
              </a:rPr>
              <a:t>Implémentation</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600" i="0" u="none" strike="noStrike" kern="0" cap="none" spc="0" normalizeH="0" baseline="0" noProof="0">
                <a:ln>
                  <a:noFill/>
                </a:ln>
                <a:solidFill>
                  <a:srgbClr val="212529"/>
                </a:solidFill>
                <a:effectLst/>
                <a:uLnTx/>
                <a:uFillTx/>
                <a:ea typeface="+mn-ea"/>
                <a:cs typeface="+mn-cs"/>
              </a:rPr>
              <a:t>&amp;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600" i="0" u="none" strike="noStrike" kern="0" cap="none" spc="0" normalizeH="0" baseline="0" noProof="0">
                <a:ln>
                  <a:noFill/>
                </a:ln>
                <a:solidFill>
                  <a:srgbClr val="212529"/>
                </a:solidFill>
                <a:effectLst/>
                <a:uLnTx/>
                <a:uFillTx/>
                <a:ea typeface="+mn-ea"/>
                <a:cs typeface="+mn-cs"/>
              </a:rPr>
              <a:t>Déploiement</a:t>
            </a:r>
          </a:p>
        </p:txBody>
      </p:sp>
      <p:sp>
        <p:nvSpPr>
          <p:cNvPr id="57" name="Trapezoid 40">
            <a:extLst>
              <a:ext uri="{FF2B5EF4-FFF2-40B4-BE49-F238E27FC236}">
                <a16:creationId xmlns:a16="http://schemas.microsoft.com/office/drawing/2014/main" id="{82E7286E-4F0C-64DF-72ED-809959B24180}"/>
              </a:ext>
            </a:extLst>
          </p:cNvPr>
          <p:cNvSpPr/>
          <p:nvPr/>
        </p:nvSpPr>
        <p:spPr>
          <a:xfrm rot="16200000" flipH="1">
            <a:off x="6212641" y="3894861"/>
            <a:ext cx="1260200" cy="164941"/>
          </a:xfrm>
          <a:prstGeom prst="trapezoid">
            <a:avLst>
              <a:gd name="adj" fmla="val 58035"/>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3200" b="0" i="0" u="none" strike="noStrike" kern="0" cap="none" spc="0" normalizeH="0" baseline="0" noProof="0">
              <a:ln>
                <a:noFill/>
              </a:ln>
              <a:solidFill>
                <a:sysClr val="windowText" lastClr="000000"/>
              </a:solidFill>
              <a:effectLst/>
              <a:uLnTx/>
              <a:uFillTx/>
              <a:ea typeface="+mn-ea"/>
              <a:cs typeface="+mn-cs"/>
            </a:endParaRPr>
          </a:p>
        </p:txBody>
      </p:sp>
      <p:sp>
        <p:nvSpPr>
          <p:cNvPr id="58" name="Hexagon 41">
            <a:extLst>
              <a:ext uri="{FF2B5EF4-FFF2-40B4-BE49-F238E27FC236}">
                <a16:creationId xmlns:a16="http://schemas.microsoft.com/office/drawing/2014/main" id="{8979ADCF-FDDE-7AC3-A93B-9F37234EE3B4}"/>
              </a:ext>
            </a:extLst>
          </p:cNvPr>
          <p:cNvSpPr/>
          <p:nvPr/>
        </p:nvSpPr>
        <p:spPr>
          <a:xfrm rot="5400000">
            <a:off x="2856644" y="3048711"/>
            <a:ext cx="2135508" cy="1857244"/>
          </a:xfrm>
          <a:prstGeom prst="hexagon">
            <a:avLst>
              <a:gd name="adj" fmla="val 28802"/>
              <a:gd name="vf" fmla="val 115470"/>
            </a:avLst>
          </a:prstGeom>
          <a:solidFill>
            <a:schemeClr val="tx1">
              <a:alpha val="15000"/>
            </a:schemeClr>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487663" tIns="0" rIns="0" bIns="0" numCol="1" spcCol="1270" anchor="t" anchorCtr="0">
            <a:noAutofit/>
          </a:bodyPr>
          <a:lstStyle/>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600" i="0" u="none" strike="noStrike" kern="0" cap="none" spc="0" normalizeH="0" baseline="0" noProof="0">
                <a:ln>
                  <a:noFill/>
                </a:ln>
                <a:solidFill>
                  <a:srgbClr val="212529"/>
                </a:solidFill>
                <a:effectLst/>
                <a:uLnTx/>
                <a:uFillTx/>
                <a:ea typeface="+mn-ea"/>
                <a:cs typeface="+mn-cs"/>
              </a:rPr>
              <a:t>Mesures &amp;</a:t>
            </a:r>
          </a:p>
          <a:p>
            <a:pPr marL="0" marR="0" lvl="0" indent="0" algn="ctr" defTabSz="888917" rtl="0" eaLnBrk="1" fontAlgn="auto" latinLnBrk="0" hangingPunct="1">
              <a:lnSpc>
                <a:spcPct val="90000"/>
              </a:lnSpc>
              <a:spcBef>
                <a:spcPct val="0"/>
              </a:spcBef>
              <a:spcAft>
                <a:spcPts val="267"/>
              </a:spcAft>
              <a:buClrTx/>
              <a:buSzTx/>
              <a:buFontTx/>
              <a:buNone/>
              <a:tabLst/>
              <a:defRPr/>
            </a:pPr>
            <a:r>
              <a:rPr kumimoji="0" lang="fr-FR" sz="1600" i="0" u="none" strike="noStrike" kern="0" cap="none" spc="0" normalizeH="0" baseline="0" noProof="0">
                <a:ln>
                  <a:noFill/>
                </a:ln>
                <a:solidFill>
                  <a:srgbClr val="212529"/>
                </a:solidFill>
                <a:effectLst/>
                <a:uLnTx/>
                <a:uFillTx/>
                <a:ea typeface="+mn-ea"/>
                <a:cs typeface="+mn-cs"/>
              </a:rPr>
              <a:t>adaptations</a:t>
            </a:r>
          </a:p>
        </p:txBody>
      </p:sp>
      <p:sp>
        <p:nvSpPr>
          <p:cNvPr id="59" name="Trapezoid 42">
            <a:extLst>
              <a:ext uri="{FF2B5EF4-FFF2-40B4-BE49-F238E27FC236}">
                <a16:creationId xmlns:a16="http://schemas.microsoft.com/office/drawing/2014/main" id="{25BAFA5C-7E92-7D91-1DE8-5DA171D3A707}"/>
              </a:ext>
            </a:extLst>
          </p:cNvPr>
          <p:cNvSpPr/>
          <p:nvPr/>
        </p:nvSpPr>
        <p:spPr>
          <a:xfrm rot="5400000" flipH="1">
            <a:off x="4140449" y="3894861"/>
            <a:ext cx="1260200" cy="164941"/>
          </a:xfrm>
          <a:prstGeom prst="trapezoid">
            <a:avLst>
              <a:gd name="adj" fmla="val 58035"/>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3200" b="0" i="0" u="none" strike="noStrike" kern="0" cap="none" spc="0" normalizeH="0" baseline="0" noProof="0">
              <a:ln>
                <a:noFill/>
              </a:ln>
              <a:solidFill>
                <a:sysClr val="windowText" lastClr="000000"/>
              </a:solidFill>
              <a:effectLst/>
              <a:uLnTx/>
              <a:uFillTx/>
              <a:ea typeface="+mn-ea"/>
              <a:cs typeface="+mn-cs"/>
            </a:endParaRPr>
          </a:p>
        </p:txBody>
      </p:sp>
      <p:sp>
        <p:nvSpPr>
          <p:cNvPr id="60" name="Hexagon 58">
            <a:extLst>
              <a:ext uri="{FF2B5EF4-FFF2-40B4-BE49-F238E27FC236}">
                <a16:creationId xmlns:a16="http://schemas.microsoft.com/office/drawing/2014/main" id="{BDC5FC3B-9123-7124-5EAB-E23038768FB1}"/>
              </a:ext>
            </a:extLst>
          </p:cNvPr>
          <p:cNvSpPr/>
          <p:nvPr/>
        </p:nvSpPr>
        <p:spPr>
          <a:xfrm rot="5400000">
            <a:off x="7290769" y="1460309"/>
            <a:ext cx="765522" cy="665772"/>
          </a:xfrm>
          <a:prstGeom prst="hexagon">
            <a:avLst>
              <a:gd name="adj" fmla="val 28802"/>
              <a:gd name="vf" fmla="val 115470"/>
            </a:avLst>
          </a:prstGeom>
          <a:solidFill>
            <a:schemeClr val="accent1"/>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667" b="0" i="0" u="none" strike="noStrike" kern="0" cap="none" spc="0" normalizeH="0" baseline="0" noProof="0">
                <a:ln>
                  <a:noFill/>
                </a:ln>
                <a:solidFill>
                  <a:srgbClr val="FFFFFF"/>
                </a:solidFill>
                <a:effectLst/>
                <a:uLnTx/>
                <a:uFillTx/>
                <a:ea typeface="+mn-ea"/>
                <a:cs typeface="+mn-cs"/>
              </a:rPr>
              <a:t>01</a:t>
            </a:r>
          </a:p>
        </p:txBody>
      </p:sp>
      <p:sp>
        <p:nvSpPr>
          <p:cNvPr id="61" name="Hexagon 59">
            <a:extLst>
              <a:ext uri="{FF2B5EF4-FFF2-40B4-BE49-F238E27FC236}">
                <a16:creationId xmlns:a16="http://schemas.microsoft.com/office/drawing/2014/main" id="{E2A50C2A-24D3-8C58-DD17-E05C1C03DA63}"/>
              </a:ext>
            </a:extLst>
          </p:cNvPr>
          <p:cNvSpPr/>
          <p:nvPr/>
        </p:nvSpPr>
        <p:spPr>
          <a:xfrm rot="5400000">
            <a:off x="8228162" y="3106446"/>
            <a:ext cx="765522" cy="665772"/>
          </a:xfrm>
          <a:prstGeom prst="hexagon">
            <a:avLst>
              <a:gd name="adj" fmla="val 28802"/>
              <a:gd name="vf" fmla="val 115470"/>
            </a:avLst>
          </a:prstGeom>
          <a:solidFill>
            <a:schemeClr val="accent3"/>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667" b="0" i="0" u="none" strike="noStrike" kern="0" cap="none" spc="0" normalizeH="0" baseline="0" noProof="0">
                <a:ln>
                  <a:noFill/>
                </a:ln>
                <a:solidFill>
                  <a:srgbClr val="FFFFFF"/>
                </a:solidFill>
                <a:effectLst/>
                <a:uLnTx/>
                <a:uFillTx/>
                <a:ea typeface="+mn-ea"/>
                <a:cs typeface="+mn-cs"/>
              </a:rPr>
              <a:t>02</a:t>
            </a:r>
          </a:p>
        </p:txBody>
      </p:sp>
      <p:sp>
        <p:nvSpPr>
          <p:cNvPr id="62" name="Hexagon 60">
            <a:extLst>
              <a:ext uri="{FF2B5EF4-FFF2-40B4-BE49-F238E27FC236}">
                <a16:creationId xmlns:a16="http://schemas.microsoft.com/office/drawing/2014/main" id="{585C0C27-FAEC-DAD3-F494-BD68E897BD80}"/>
              </a:ext>
            </a:extLst>
          </p:cNvPr>
          <p:cNvSpPr/>
          <p:nvPr/>
        </p:nvSpPr>
        <p:spPr>
          <a:xfrm rot="5400000">
            <a:off x="7296494" y="5830037"/>
            <a:ext cx="765522" cy="665772"/>
          </a:xfrm>
          <a:prstGeom prst="hexagon">
            <a:avLst>
              <a:gd name="adj" fmla="val 28802"/>
              <a:gd name="vf" fmla="val 115470"/>
            </a:avLst>
          </a:prstGeom>
          <a:solidFill>
            <a:schemeClr val="accent2"/>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667" b="0" i="0" u="none" strike="noStrike" kern="0" cap="none" spc="0" normalizeH="0" baseline="0" noProof="0">
                <a:ln>
                  <a:noFill/>
                </a:ln>
                <a:solidFill>
                  <a:srgbClr val="FFFFFF"/>
                </a:solidFill>
                <a:effectLst/>
                <a:uLnTx/>
                <a:uFillTx/>
                <a:ea typeface="+mn-ea"/>
                <a:cs typeface="+mn-cs"/>
              </a:rPr>
              <a:t>03</a:t>
            </a:r>
          </a:p>
        </p:txBody>
      </p:sp>
      <p:sp>
        <p:nvSpPr>
          <p:cNvPr id="63" name="Hexagon 61">
            <a:extLst>
              <a:ext uri="{FF2B5EF4-FFF2-40B4-BE49-F238E27FC236}">
                <a16:creationId xmlns:a16="http://schemas.microsoft.com/office/drawing/2014/main" id="{BF166BFE-F3C9-C2C3-B75A-49C6E0557D5D}"/>
              </a:ext>
            </a:extLst>
          </p:cNvPr>
          <p:cNvSpPr/>
          <p:nvPr/>
        </p:nvSpPr>
        <p:spPr>
          <a:xfrm rot="5400000">
            <a:off x="3550119" y="5830037"/>
            <a:ext cx="765522" cy="665772"/>
          </a:xfrm>
          <a:prstGeom prst="hexagon">
            <a:avLst>
              <a:gd name="adj" fmla="val 28802"/>
              <a:gd name="vf" fmla="val 115470"/>
            </a:avLst>
          </a:prstGeom>
          <a:solidFill>
            <a:schemeClr val="accent2"/>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667" b="0" i="0" u="none" strike="noStrike" kern="0" cap="none" spc="0" normalizeH="0" baseline="0" noProof="0">
                <a:ln>
                  <a:noFill/>
                </a:ln>
                <a:solidFill>
                  <a:srgbClr val="FFFFFF"/>
                </a:solidFill>
                <a:effectLst/>
                <a:uLnTx/>
                <a:uFillTx/>
                <a:ea typeface="+mn-ea"/>
                <a:cs typeface="+mn-cs"/>
              </a:rPr>
              <a:t>04</a:t>
            </a:r>
          </a:p>
        </p:txBody>
      </p:sp>
      <p:sp>
        <p:nvSpPr>
          <p:cNvPr id="64" name="Hexagon 62">
            <a:extLst>
              <a:ext uri="{FF2B5EF4-FFF2-40B4-BE49-F238E27FC236}">
                <a16:creationId xmlns:a16="http://schemas.microsoft.com/office/drawing/2014/main" id="{1F9BE843-260D-CD62-C520-E587BB80960D}"/>
              </a:ext>
            </a:extLst>
          </p:cNvPr>
          <p:cNvSpPr/>
          <p:nvPr/>
        </p:nvSpPr>
        <p:spPr>
          <a:xfrm rot="5400000">
            <a:off x="2616621" y="3106448"/>
            <a:ext cx="765522" cy="665772"/>
          </a:xfrm>
          <a:prstGeom prst="hexagon">
            <a:avLst>
              <a:gd name="adj" fmla="val 28802"/>
              <a:gd name="vf" fmla="val 115470"/>
            </a:avLst>
          </a:prstGeom>
          <a:solidFill>
            <a:schemeClr val="accent3"/>
          </a:solidFill>
          <a:ln>
            <a:noFill/>
          </a:ln>
          <a:effectLst/>
        </p:spPr>
        <p:style>
          <a:lnRef idx="2">
            <a:schemeClr val="accent1">
              <a:hueOff val="0"/>
              <a:satOff val="0"/>
              <a:lumOff val="0"/>
              <a:alphaOff val="0"/>
            </a:schemeClr>
          </a:lnRef>
          <a:fillRef idx="1">
            <a:schemeClr val="accent1">
              <a:hueOff val="0"/>
              <a:satOff val="0"/>
              <a:lumOff val="0"/>
              <a:alphaOff val="0"/>
            </a:schemeClr>
          </a:fillRef>
          <a:effectRef idx="1">
            <a:schemeClr val="accent1">
              <a:hueOff val="0"/>
              <a:satOff val="0"/>
              <a:lumOff val="0"/>
              <a:alphaOff val="0"/>
            </a:schemeClr>
          </a:effectRef>
          <a:fontRef idx="minor">
            <a:schemeClr val="lt1"/>
          </a:fontRef>
        </p:style>
        <p:txBody>
          <a:bodyPr spcFirstLastPara="0" vert="vert270" wrap="square" lIns="0" tIns="0" rIns="0" bIns="0" numCol="1" spcCol="1270" anchor="ctr" anchorCtr="0">
            <a:noAutofit/>
          </a:bodyPr>
          <a:lstStyle/>
          <a:p>
            <a:pPr marL="0" marR="0" lvl="0" indent="0" algn="ctr" defTabSz="888917" rtl="0" eaLnBrk="1" fontAlgn="auto" latinLnBrk="0" hangingPunct="1">
              <a:lnSpc>
                <a:spcPct val="90000"/>
              </a:lnSpc>
              <a:spcBef>
                <a:spcPct val="0"/>
              </a:spcBef>
              <a:spcAft>
                <a:spcPct val="35000"/>
              </a:spcAft>
              <a:buClrTx/>
              <a:buSzTx/>
              <a:buFontTx/>
              <a:buNone/>
              <a:tabLst/>
              <a:defRPr/>
            </a:pPr>
            <a:r>
              <a:rPr kumimoji="0" lang="fr-FR" sz="2667" b="0" i="0" u="none" strike="noStrike" kern="0" cap="none" spc="0" normalizeH="0" baseline="0" noProof="0">
                <a:ln>
                  <a:noFill/>
                </a:ln>
                <a:solidFill>
                  <a:srgbClr val="FFFFFF"/>
                </a:solidFill>
                <a:effectLst/>
                <a:uLnTx/>
                <a:uFillTx/>
                <a:ea typeface="+mn-ea"/>
                <a:cs typeface="+mn-cs"/>
              </a:rPr>
              <a:t>05</a:t>
            </a:r>
          </a:p>
        </p:txBody>
      </p:sp>
      <p:grpSp>
        <p:nvGrpSpPr>
          <p:cNvPr id="65" name="Groupe 64">
            <a:extLst>
              <a:ext uri="{FF2B5EF4-FFF2-40B4-BE49-F238E27FC236}">
                <a16:creationId xmlns:a16="http://schemas.microsoft.com/office/drawing/2014/main" id="{5F766060-5925-4C4D-E837-B4D681DC19E7}"/>
              </a:ext>
            </a:extLst>
          </p:cNvPr>
          <p:cNvGrpSpPr/>
          <p:nvPr/>
        </p:nvGrpSpPr>
        <p:grpSpPr>
          <a:xfrm>
            <a:off x="3607131" y="1814653"/>
            <a:ext cx="2133525" cy="968590"/>
            <a:chOff x="5790659" y="1232379"/>
            <a:chExt cx="2133600" cy="968624"/>
          </a:xfrm>
        </p:grpSpPr>
        <p:sp>
          <p:nvSpPr>
            <p:cNvPr id="66" name="Flèche droite 30">
              <a:extLst>
                <a:ext uri="{FF2B5EF4-FFF2-40B4-BE49-F238E27FC236}">
                  <a16:creationId xmlns:a16="http://schemas.microsoft.com/office/drawing/2014/main" id="{AC4F357E-9697-7A6A-F303-FFB0CD780540}"/>
                </a:ext>
              </a:extLst>
            </p:cNvPr>
            <p:cNvSpPr/>
            <p:nvPr/>
          </p:nvSpPr>
          <p:spPr>
            <a:xfrm>
              <a:off x="5790659" y="1232379"/>
              <a:ext cx="2133600" cy="968624"/>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67" name="ZoneTexte 66">
              <a:extLst>
                <a:ext uri="{FF2B5EF4-FFF2-40B4-BE49-F238E27FC236}">
                  <a16:creationId xmlns:a16="http://schemas.microsoft.com/office/drawing/2014/main" id="{261C4605-5F7A-F1BF-68AB-767D05A7EAAD}"/>
                </a:ext>
              </a:extLst>
            </p:cNvPr>
            <p:cNvSpPr txBox="1"/>
            <p:nvPr/>
          </p:nvSpPr>
          <p:spPr>
            <a:xfrm>
              <a:off x="5812047" y="1531651"/>
              <a:ext cx="1741278" cy="3693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800" b="0" i="0" u="none" strike="noStrike" kern="1200" cap="none" spc="0" normalizeH="0" baseline="0" noProof="0">
                  <a:ln>
                    <a:noFill/>
                  </a:ln>
                  <a:solidFill>
                    <a:prstClr val="white"/>
                  </a:solidFill>
                  <a:effectLst/>
                  <a:uLnTx/>
                  <a:uFillTx/>
                  <a:ea typeface="+mn-ea"/>
                  <a:cs typeface="+mn-cs"/>
                </a:rPr>
                <a:t>DEMARRAGE</a:t>
              </a:r>
            </a:p>
          </p:txBody>
        </p:sp>
      </p:grpSp>
      <p:grpSp>
        <p:nvGrpSpPr>
          <p:cNvPr id="68" name="Groupe 67">
            <a:extLst>
              <a:ext uri="{FF2B5EF4-FFF2-40B4-BE49-F238E27FC236}">
                <a16:creationId xmlns:a16="http://schemas.microsoft.com/office/drawing/2014/main" id="{F06AD109-6B15-DAB7-064A-A2D59031E29F}"/>
              </a:ext>
            </a:extLst>
          </p:cNvPr>
          <p:cNvGrpSpPr/>
          <p:nvPr/>
        </p:nvGrpSpPr>
        <p:grpSpPr>
          <a:xfrm>
            <a:off x="7827182" y="2488187"/>
            <a:ext cx="2036544" cy="298763"/>
            <a:chOff x="7827242" y="2488155"/>
            <a:chExt cx="2036615" cy="298774"/>
          </a:xfrm>
        </p:grpSpPr>
        <p:sp>
          <p:nvSpPr>
            <p:cNvPr id="69" name="ZoneTexte 68">
              <a:extLst>
                <a:ext uri="{FF2B5EF4-FFF2-40B4-BE49-F238E27FC236}">
                  <a16:creationId xmlns:a16="http://schemas.microsoft.com/office/drawing/2014/main" id="{4391BB6D-6883-6955-8A7B-1DA24A67FC8B}"/>
                </a:ext>
              </a:extLst>
            </p:cNvPr>
            <p:cNvSpPr txBox="1"/>
            <p:nvPr/>
          </p:nvSpPr>
          <p:spPr>
            <a:xfrm>
              <a:off x="8006482" y="2492806"/>
              <a:ext cx="1857375" cy="2770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8F8F8F"/>
                  </a:solidFill>
                  <a:effectLst/>
                  <a:uLnTx/>
                  <a:uFillTx/>
                  <a:ea typeface="+mn-ea"/>
                  <a:cs typeface="+mn-cs"/>
                </a:rPr>
                <a:t>Liste des exigences</a:t>
              </a:r>
            </a:p>
          </p:txBody>
        </p:sp>
        <p:sp>
          <p:nvSpPr>
            <p:cNvPr id="70" name="Freeform 145">
              <a:extLst>
                <a:ext uri="{FF2B5EF4-FFF2-40B4-BE49-F238E27FC236}">
                  <a16:creationId xmlns:a16="http://schemas.microsoft.com/office/drawing/2014/main" id="{7351980A-51A8-C3D0-19A9-1ABD2D418AF3}"/>
                </a:ext>
              </a:extLst>
            </p:cNvPr>
            <p:cNvSpPr>
              <a:spLocks noEditPoints="1"/>
            </p:cNvSpPr>
            <p:nvPr/>
          </p:nvSpPr>
          <p:spPr bwMode="auto">
            <a:xfrm>
              <a:off x="7827242" y="2488155"/>
              <a:ext cx="223065" cy="298774"/>
            </a:xfrm>
            <a:custGeom>
              <a:avLst/>
              <a:gdLst>
                <a:gd name="T0" fmla="*/ 472 w 479"/>
                <a:gd name="T1" fmla="*/ 641 h 641"/>
                <a:gd name="T2" fmla="*/ 0 w 479"/>
                <a:gd name="T3" fmla="*/ 36 h 641"/>
                <a:gd name="T4" fmla="*/ 57 w 479"/>
                <a:gd name="T5" fmla="*/ 36 h 641"/>
                <a:gd name="T6" fmla="*/ 14 w 479"/>
                <a:gd name="T7" fmla="*/ 627 h 641"/>
                <a:gd name="T8" fmla="*/ 406 w 479"/>
                <a:gd name="T9" fmla="*/ 43 h 641"/>
                <a:gd name="T10" fmla="*/ 392 w 479"/>
                <a:gd name="T11" fmla="*/ 65 h 641"/>
                <a:gd name="T12" fmla="*/ 406 w 479"/>
                <a:gd name="T13" fmla="*/ 7 h 641"/>
                <a:gd name="T14" fmla="*/ 479 w 479"/>
                <a:gd name="T15" fmla="*/ 36 h 641"/>
                <a:gd name="T16" fmla="*/ 244 w 479"/>
                <a:gd name="T17" fmla="*/ 43 h 641"/>
                <a:gd name="T18" fmla="*/ 266 w 479"/>
                <a:gd name="T19" fmla="*/ 29 h 641"/>
                <a:gd name="T20" fmla="*/ 237 w 479"/>
                <a:gd name="T21" fmla="*/ 0 h 641"/>
                <a:gd name="T22" fmla="*/ 237 w 479"/>
                <a:gd name="T23" fmla="*/ 72 h 641"/>
                <a:gd name="T24" fmla="*/ 190 w 479"/>
                <a:gd name="T25" fmla="*/ 43 h 641"/>
                <a:gd name="T26" fmla="*/ 212 w 479"/>
                <a:gd name="T27" fmla="*/ 29 h 641"/>
                <a:gd name="T28" fmla="*/ 183 w 479"/>
                <a:gd name="T29" fmla="*/ 0 h 641"/>
                <a:gd name="T30" fmla="*/ 183 w 479"/>
                <a:gd name="T31" fmla="*/ 72 h 641"/>
                <a:gd name="T32" fmla="*/ 135 w 479"/>
                <a:gd name="T33" fmla="*/ 43 h 641"/>
                <a:gd name="T34" fmla="*/ 157 w 479"/>
                <a:gd name="T35" fmla="*/ 29 h 641"/>
                <a:gd name="T36" fmla="*/ 128 w 479"/>
                <a:gd name="T37" fmla="*/ 0 h 641"/>
                <a:gd name="T38" fmla="*/ 128 w 479"/>
                <a:gd name="T39" fmla="*/ 72 h 641"/>
                <a:gd name="T40" fmla="*/ 81 w 479"/>
                <a:gd name="T41" fmla="*/ 43 h 641"/>
                <a:gd name="T42" fmla="*/ 103 w 479"/>
                <a:gd name="T43" fmla="*/ 29 h 641"/>
                <a:gd name="T44" fmla="*/ 74 w 479"/>
                <a:gd name="T45" fmla="*/ 0 h 641"/>
                <a:gd name="T46" fmla="*/ 74 w 479"/>
                <a:gd name="T47" fmla="*/ 72 h 641"/>
                <a:gd name="T48" fmla="*/ 352 w 479"/>
                <a:gd name="T49" fmla="*/ 43 h 641"/>
                <a:gd name="T50" fmla="*/ 374 w 479"/>
                <a:gd name="T51" fmla="*/ 29 h 641"/>
                <a:gd name="T52" fmla="*/ 345 w 479"/>
                <a:gd name="T53" fmla="*/ 0 h 641"/>
                <a:gd name="T54" fmla="*/ 345 w 479"/>
                <a:gd name="T55" fmla="*/ 72 h 641"/>
                <a:gd name="T56" fmla="*/ 298 w 479"/>
                <a:gd name="T57" fmla="*/ 43 h 641"/>
                <a:gd name="T58" fmla="*/ 320 w 479"/>
                <a:gd name="T59" fmla="*/ 29 h 641"/>
                <a:gd name="T60" fmla="*/ 291 w 479"/>
                <a:gd name="T61" fmla="*/ 0 h 641"/>
                <a:gd name="T62" fmla="*/ 291 w 479"/>
                <a:gd name="T63" fmla="*/ 72 h 641"/>
                <a:gd name="T64" fmla="*/ 73 w 479"/>
                <a:gd name="T65" fmla="*/ 554 h 641"/>
                <a:gd name="T66" fmla="*/ 406 w 479"/>
                <a:gd name="T67" fmla="*/ 554 h 641"/>
                <a:gd name="T68" fmla="*/ 80 w 479"/>
                <a:gd name="T69" fmla="*/ 488 h 641"/>
                <a:gd name="T70" fmla="*/ 399 w 479"/>
                <a:gd name="T71" fmla="*/ 502 h 641"/>
                <a:gd name="T72" fmla="*/ 399 w 479"/>
                <a:gd name="T73" fmla="*/ 428 h 641"/>
                <a:gd name="T74" fmla="*/ 80 w 479"/>
                <a:gd name="T75" fmla="*/ 442 h 641"/>
                <a:gd name="T76" fmla="*/ 399 w 479"/>
                <a:gd name="T77" fmla="*/ 428 h 641"/>
                <a:gd name="T78" fmla="*/ 73 w 479"/>
                <a:gd name="T79" fmla="*/ 376 h 641"/>
                <a:gd name="T80" fmla="*/ 406 w 479"/>
                <a:gd name="T81" fmla="*/ 376 h 641"/>
                <a:gd name="T82" fmla="*/ 80 w 479"/>
                <a:gd name="T83" fmla="*/ 310 h 641"/>
                <a:gd name="T84" fmla="*/ 399 w 479"/>
                <a:gd name="T85" fmla="*/ 324 h 641"/>
                <a:gd name="T86" fmla="*/ 399 w 479"/>
                <a:gd name="T87" fmla="*/ 250 h 641"/>
                <a:gd name="T88" fmla="*/ 80 w 479"/>
                <a:gd name="T89" fmla="*/ 264 h 641"/>
                <a:gd name="T90" fmla="*/ 399 w 479"/>
                <a:gd name="T91" fmla="*/ 250 h 641"/>
                <a:gd name="T92" fmla="*/ 73 w 479"/>
                <a:gd name="T93" fmla="*/ 198 h 641"/>
                <a:gd name="T94" fmla="*/ 406 w 479"/>
                <a:gd name="T95" fmla="*/ 198 h 641"/>
                <a:gd name="T96" fmla="*/ 80 w 479"/>
                <a:gd name="T97" fmla="*/ 131 h 641"/>
                <a:gd name="T98" fmla="*/ 399 w 479"/>
                <a:gd name="T99" fmla="*/ 145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9" h="641">
                  <a:moveTo>
                    <a:pt x="479" y="36"/>
                  </a:moveTo>
                  <a:cubicBezTo>
                    <a:pt x="479" y="634"/>
                    <a:pt x="479" y="634"/>
                    <a:pt x="479" y="634"/>
                  </a:cubicBezTo>
                  <a:cubicBezTo>
                    <a:pt x="479" y="638"/>
                    <a:pt x="476" y="641"/>
                    <a:pt x="472" y="641"/>
                  </a:cubicBezTo>
                  <a:cubicBezTo>
                    <a:pt x="7" y="641"/>
                    <a:pt x="7" y="641"/>
                    <a:pt x="7" y="641"/>
                  </a:cubicBezTo>
                  <a:cubicBezTo>
                    <a:pt x="3" y="641"/>
                    <a:pt x="0" y="638"/>
                    <a:pt x="0" y="634"/>
                  </a:cubicBezTo>
                  <a:cubicBezTo>
                    <a:pt x="0" y="36"/>
                    <a:pt x="0" y="36"/>
                    <a:pt x="0" y="36"/>
                  </a:cubicBezTo>
                  <a:cubicBezTo>
                    <a:pt x="0" y="32"/>
                    <a:pt x="3" y="29"/>
                    <a:pt x="7" y="29"/>
                  </a:cubicBezTo>
                  <a:cubicBezTo>
                    <a:pt x="50" y="29"/>
                    <a:pt x="50" y="29"/>
                    <a:pt x="50" y="29"/>
                  </a:cubicBezTo>
                  <a:cubicBezTo>
                    <a:pt x="54" y="29"/>
                    <a:pt x="57" y="32"/>
                    <a:pt x="57" y="36"/>
                  </a:cubicBezTo>
                  <a:cubicBezTo>
                    <a:pt x="57" y="40"/>
                    <a:pt x="54" y="43"/>
                    <a:pt x="50" y="43"/>
                  </a:cubicBezTo>
                  <a:cubicBezTo>
                    <a:pt x="14" y="43"/>
                    <a:pt x="14" y="43"/>
                    <a:pt x="14" y="43"/>
                  </a:cubicBezTo>
                  <a:cubicBezTo>
                    <a:pt x="14" y="627"/>
                    <a:pt x="14" y="627"/>
                    <a:pt x="14" y="627"/>
                  </a:cubicBezTo>
                  <a:cubicBezTo>
                    <a:pt x="465" y="627"/>
                    <a:pt x="465" y="627"/>
                    <a:pt x="465" y="627"/>
                  </a:cubicBezTo>
                  <a:cubicBezTo>
                    <a:pt x="465" y="43"/>
                    <a:pt x="465" y="43"/>
                    <a:pt x="465" y="43"/>
                  </a:cubicBezTo>
                  <a:cubicBezTo>
                    <a:pt x="406" y="43"/>
                    <a:pt x="406" y="43"/>
                    <a:pt x="406" y="43"/>
                  </a:cubicBezTo>
                  <a:cubicBezTo>
                    <a:pt x="406" y="65"/>
                    <a:pt x="406" y="65"/>
                    <a:pt x="406" y="65"/>
                  </a:cubicBezTo>
                  <a:cubicBezTo>
                    <a:pt x="406" y="69"/>
                    <a:pt x="403" y="72"/>
                    <a:pt x="399" y="72"/>
                  </a:cubicBezTo>
                  <a:cubicBezTo>
                    <a:pt x="395" y="72"/>
                    <a:pt x="392" y="69"/>
                    <a:pt x="392" y="65"/>
                  </a:cubicBezTo>
                  <a:cubicBezTo>
                    <a:pt x="392" y="7"/>
                    <a:pt x="392" y="7"/>
                    <a:pt x="392" y="7"/>
                  </a:cubicBezTo>
                  <a:cubicBezTo>
                    <a:pt x="392" y="3"/>
                    <a:pt x="395" y="0"/>
                    <a:pt x="399" y="0"/>
                  </a:cubicBezTo>
                  <a:cubicBezTo>
                    <a:pt x="403" y="0"/>
                    <a:pt x="406" y="3"/>
                    <a:pt x="406" y="7"/>
                  </a:cubicBezTo>
                  <a:cubicBezTo>
                    <a:pt x="406" y="29"/>
                    <a:pt x="406" y="29"/>
                    <a:pt x="406" y="29"/>
                  </a:cubicBezTo>
                  <a:cubicBezTo>
                    <a:pt x="472" y="29"/>
                    <a:pt x="472" y="29"/>
                    <a:pt x="472" y="29"/>
                  </a:cubicBezTo>
                  <a:cubicBezTo>
                    <a:pt x="476" y="29"/>
                    <a:pt x="479" y="32"/>
                    <a:pt x="479" y="36"/>
                  </a:cubicBezTo>
                  <a:close/>
                  <a:moveTo>
                    <a:pt x="237" y="72"/>
                  </a:moveTo>
                  <a:cubicBezTo>
                    <a:pt x="241" y="72"/>
                    <a:pt x="244" y="69"/>
                    <a:pt x="244" y="65"/>
                  </a:cubicBezTo>
                  <a:cubicBezTo>
                    <a:pt x="244" y="43"/>
                    <a:pt x="244" y="43"/>
                    <a:pt x="244" y="43"/>
                  </a:cubicBezTo>
                  <a:cubicBezTo>
                    <a:pt x="266" y="43"/>
                    <a:pt x="266" y="43"/>
                    <a:pt x="266" y="43"/>
                  </a:cubicBezTo>
                  <a:cubicBezTo>
                    <a:pt x="269" y="43"/>
                    <a:pt x="273" y="40"/>
                    <a:pt x="273" y="36"/>
                  </a:cubicBezTo>
                  <a:cubicBezTo>
                    <a:pt x="273" y="32"/>
                    <a:pt x="269" y="29"/>
                    <a:pt x="266" y="29"/>
                  </a:cubicBezTo>
                  <a:cubicBezTo>
                    <a:pt x="244" y="29"/>
                    <a:pt x="244" y="29"/>
                    <a:pt x="244" y="29"/>
                  </a:cubicBezTo>
                  <a:cubicBezTo>
                    <a:pt x="244" y="7"/>
                    <a:pt x="244" y="7"/>
                    <a:pt x="244" y="7"/>
                  </a:cubicBezTo>
                  <a:cubicBezTo>
                    <a:pt x="244" y="3"/>
                    <a:pt x="241" y="0"/>
                    <a:pt x="237" y="0"/>
                  </a:cubicBezTo>
                  <a:cubicBezTo>
                    <a:pt x="233" y="0"/>
                    <a:pt x="230" y="3"/>
                    <a:pt x="230" y="7"/>
                  </a:cubicBezTo>
                  <a:cubicBezTo>
                    <a:pt x="230" y="65"/>
                    <a:pt x="230" y="65"/>
                    <a:pt x="230" y="65"/>
                  </a:cubicBezTo>
                  <a:cubicBezTo>
                    <a:pt x="230" y="69"/>
                    <a:pt x="233" y="72"/>
                    <a:pt x="237" y="72"/>
                  </a:cubicBezTo>
                  <a:close/>
                  <a:moveTo>
                    <a:pt x="183" y="72"/>
                  </a:moveTo>
                  <a:cubicBezTo>
                    <a:pt x="186" y="72"/>
                    <a:pt x="190" y="69"/>
                    <a:pt x="190" y="65"/>
                  </a:cubicBezTo>
                  <a:cubicBezTo>
                    <a:pt x="190" y="43"/>
                    <a:pt x="190" y="43"/>
                    <a:pt x="190" y="43"/>
                  </a:cubicBezTo>
                  <a:cubicBezTo>
                    <a:pt x="212" y="43"/>
                    <a:pt x="212" y="43"/>
                    <a:pt x="212" y="43"/>
                  </a:cubicBezTo>
                  <a:cubicBezTo>
                    <a:pt x="215" y="43"/>
                    <a:pt x="219" y="40"/>
                    <a:pt x="219" y="36"/>
                  </a:cubicBezTo>
                  <a:cubicBezTo>
                    <a:pt x="219" y="32"/>
                    <a:pt x="215" y="29"/>
                    <a:pt x="212" y="29"/>
                  </a:cubicBezTo>
                  <a:cubicBezTo>
                    <a:pt x="190" y="29"/>
                    <a:pt x="190" y="29"/>
                    <a:pt x="190" y="29"/>
                  </a:cubicBezTo>
                  <a:cubicBezTo>
                    <a:pt x="190" y="7"/>
                    <a:pt x="190" y="7"/>
                    <a:pt x="190" y="7"/>
                  </a:cubicBezTo>
                  <a:cubicBezTo>
                    <a:pt x="190" y="3"/>
                    <a:pt x="186" y="0"/>
                    <a:pt x="183" y="0"/>
                  </a:cubicBezTo>
                  <a:cubicBezTo>
                    <a:pt x="179" y="0"/>
                    <a:pt x="176" y="3"/>
                    <a:pt x="176" y="7"/>
                  </a:cubicBezTo>
                  <a:cubicBezTo>
                    <a:pt x="176" y="65"/>
                    <a:pt x="176" y="65"/>
                    <a:pt x="176" y="65"/>
                  </a:cubicBezTo>
                  <a:cubicBezTo>
                    <a:pt x="176" y="69"/>
                    <a:pt x="179" y="72"/>
                    <a:pt x="183" y="72"/>
                  </a:cubicBezTo>
                  <a:close/>
                  <a:moveTo>
                    <a:pt x="128" y="72"/>
                  </a:moveTo>
                  <a:cubicBezTo>
                    <a:pt x="132" y="72"/>
                    <a:pt x="135" y="69"/>
                    <a:pt x="135" y="65"/>
                  </a:cubicBezTo>
                  <a:cubicBezTo>
                    <a:pt x="135" y="43"/>
                    <a:pt x="135" y="43"/>
                    <a:pt x="135" y="43"/>
                  </a:cubicBezTo>
                  <a:cubicBezTo>
                    <a:pt x="157" y="43"/>
                    <a:pt x="157" y="43"/>
                    <a:pt x="157" y="43"/>
                  </a:cubicBezTo>
                  <a:cubicBezTo>
                    <a:pt x="161" y="43"/>
                    <a:pt x="164" y="40"/>
                    <a:pt x="164" y="36"/>
                  </a:cubicBezTo>
                  <a:cubicBezTo>
                    <a:pt x="164" y="32"/>
                    <a:pt x="161" y="29"/>
                    <a:pt x="157" y="29"/>
                  </a:cubicBezTo>
                  <a:cubicBezTo>
                    <a:pt x="135" y="29"/>
                    <a:pt x="135" y="29"/>
                    <a:pt x="135" y="29"/>
                  </a:cubicBezTo>
                  <a:cubicBezTo>
                    <a:pt x="135" y="7"/>
                    <a:pt x="135" y="7"/>
                    <a:pt x="135" y="7"/>
                  </a:cubicBezTo>
                  <a:cubicBezTo>
                    <a:pt x="135" y="3"/>
                    <a:pt x="132" y="0"/>
                    <a:pt x="128" y="0"/>
                  </a:cubicBezTo>
                  <a:cubicBezTo>
                    <a:pt x="125" y="0"/>
                    <a:pt x="121" y="3"/>
                    <a:pt x="121" y="7"/>
                  </a:cubicBezTo>
                  <a:cubicBezTo>
                    <a:pt x="121" y="65"/>
                    <a:pt x="121" y="65"/>
                    <a:pt x="121" y="65"/>
                  </a:cubicBezTo>
                  <a:cubicBezTo>
                    <a:pt x="121" y="69"/>
                    <a:pt x="125" y="72"/>
                    <a:pt x="128" y="72"/>
                  </a:cubicBezTo>
                  <a:close/>
                  <a:moveTo>
                    <a:pt x="74" y="72"/>
                  </a:moveTo>
                  <a:cubicBezTo>
                    <a:pt x="78" y="72"/>
                    <a:pt x="81" y="69"/>
                    <a:pt x="81" y="65"/>
                  </a:cubicBezTo>
                  <a:cubicBezTo>
                    <a:pt x="81" y="43"/>
                    <a:pt x="81" y="43"/>
                    <a:pt x="81" y="43"/>
                  </a:cubicBezTo>
                  <a:cubicBezTo>
                    <a:pt x="103" y="43"/>
                    <a:pt x="103" y="43"/>
                    <a:pt x="103" y="43"/>
                  </a:cubicBezTo>
                  <a:cubicBezTo>
                    <a:pt x="107" y="43"/>
                    <a:pt x="110" y="40"/>
                    <a:pt x="110" y="36"/>
                  </a:cubicBezTo>
                  <a:cubicBezTo>
                    <a:pt x="110" y="32"/>
                    <a:pt x="107" y="29"/>
                    <a:pt x="103" y="29"/>
                  </a:cubicBezTo>
                  <a:cubicBezTo>
                    <a:pt x="81" y="29"/>
                    <a:pt x="81" y="29"/>
                    <a:pt x="81" y="29"/>
                  </a:cubicBezTo>
                  <a:cubicBezTo>
                    <a:pt x="81" y="7"/>
                    <a:pt x="81" y="7"/>
                    <a:pt x="81" y="7"/>
                  </a:cubicBezTo>
                  <a:cubicBezTo>
                    <a:pt x="81" y="3"/>
                    <a:pt x="78" y="0"/>
                    <a:pt x="74" y="0"/>
                  </a:cubicBezTo>
                  <a:cubicBezTo>
                    <a:pt x="71" y="0"/>
                    <a:pt x="67" y="3"/>
                    <a:pt x="67" y="7"/>
                  </a:cubicBezTo>
                  <a:cubicBezTo>
                    <a:pt x="67" y="65"/>
                    <a:pt x="67" y="65"/>
                    <a:pt x="67" y="65"/>
                  </a:cubicBezTo>
                  <a:cubicBezTo>
                    <a:pt x="67" y="69"/>
                    <a:pt x="71" y="72"/>
                    <a:pt x="74" y="72"/>
                  </a:cubicBezTo>
                  <a:close/>
                  <a:moveTo>
                    <a:pt x="345" y="72"/>
                  </a:moveTo>
                  <a:cubicBezTo>
                    <a:pt x="349" y="72"/>
                    <a:pt x="352" y="69"/>
                    <a:pt x="352" y="65"/>
                  </a:cubicBezTo>
                  <a:cubicBezTo>
                    <a:pt x="352" y="43"/>
                    <a:pt x="352" y="43"/>
                    <a:pt x="352" y="43"/>
                  </a:cubicBezTo>
                  <a:cubicBezTo>
                    <a:pt x="374" y="43"/>
                    <a:pt x="374" y="43"/>
                    <a:pt x="374" y="43"/>
                  </a:cubicBezTo>
                  <a:cubicBezTo>
                    <a:pt x="378" y="43"/>
                    <a:pt x="381" y="40"/>
                    <a:pt x="381" y="36"/>
                  </a:cubicBezTo>
                  <a:cubicBezTo>
                    <a:pt x="381" y="32"/>
                    <a:pt x="378" y="29"/>
                    <a:pt x="374" y="29"/>
                  </a:cubicBezTo>
                  <a:cubicBezTo>
                    <a:pt x="352" y="29"/>
                    <a:pt x="352" y="29"/>
                    <a:pt x="352" y="29"/>
                  </a:cubicBezTo>
                  <a:cubicBezTo>
                    <a:pt x="352" y="7"/>
                    <a:pt x="352" y="7"/>
                    <a:pt x="352" y="7"/>
                  </a:cubicBezTo>
                  <a:cubicBezTo>
                    <a:pt x="352" y="3"/>
                    <a:pt x="349" y="0"/>
                    <a:pt x="345" y="0"/>
                  </a:cubicBezTo>
                  <a:cubicBezTo>
                    <a:pt x="341" y="0"/>
                    <a:pt x="338" y="3"/>
                    <a:pt x="338" y="7"/>
                  </a:cubicBezTo>
                  <a:cubicBezTo>
                    <a:pt x="338" y="65"/>
                    <a:pt x="338" y="65"/>
                    <a:pt x="338" y="65"/>
                  </a:cubicBezTo>
                  <a:cubicBezTo>
                    <a:pt x="338" y="69"/>
                    <a:pt x="341" y="72"/>
                    <a:pt x="345" y="72"/>
                  </a:cubicBezTo>
                  <a:close/>
                  <a:moveTo>
                    <a:pt x="291" y="72"/>
                  </a:moveTo>
                  <a:cubicBezTo>
                    <a:pt x="295" y="72"/>
                    <a:pt x="298" y="69"/>
                    <a:pt x="298" y="65"/>
                  </a:cubicBezTo>
                  <a:cubicBezTo>
                    <a:pt x="298" y="43"/>
                    <a:pt x="298" y="43"/>
                    <a:pt x="298" y="43"/>
                  </a:cubicBezTo>
                  <a:cubicBezTo>
                    <a:pt x="320" y="43"/>
                    <a:pt x="320" y="43"/>
                    <a:pt x="320" y="43"/>
                  </a:cubicBezTo>
                  <a:cubicBezTo>
                    <a:pt x="324" y="43"/>
                    <a:pt x="327" y="40"/>
                    <a:pt x="327" y="36"/>
                  </a:cubicBezTo>
                  <a:cubicBezTo>
                    <a:pt x="327" y="32"/>
                    <a:pt x="324" y="29"/>
                    <a:pt x="320" y="29"/>
                  </a:cubicBezTo>
                  <a:cubicBezTo>
                    <a:pt x="298" y="29"/>
                    <a:pt x="298" y="29"/>
                    <a:pt x="298" y="29"/>
                  </a:cubicBezTo>
                  <a:cubicBezTo>
                    <a:pt x="298" y="7"/>
                    <a:pt x="298" y="7"/>
                    <a:pt x="298" y="7"/>
                  </a:cubicBezTo>
                  <a:cubicBezTo>
                    <a:pt x="298" y="3"/>
                    <a:pt x="295" y="0"/>
                    <a:pt x="291" y="0"/>
                  </a:cubicBezTo>
                  <a:cubicBezTo>
                    <a:pt x="287" y="0"/>
                    <a:pt x="284" y="3"/>
                    <a:pt x="284" y="7"/>
                  </a:cubicBezTo>
                  <a:cubicBezTo>
                    <a:pt x="284" y="65"/>
                    <a:pt x="284" y="65"/>
                    <a:pt x="284" y="65"/>
                  </a:cubicBezTo>
                  <a:cubicBezTo>
                    <a:pt x="284" y="69"/>
                    <a:pt x="287" y="72"/>
                    <a:pt x="291" y="72"/>
                  </a:cubicBezTo>
                  <a:close/>
                  <a:moveTo>
                    <a:pt x="399" y="547"/>
                  </a:moveTo>
                  <a:cubicBezTo>
                    <a:pt x="80" y="547"/>
                    <a:pt x="80" y="547"/>
                    <a:pt x="80" y="547"/>
                  </a:cubicBezTo>
                  <a:cubicBezTo>
                    <a:pt x="76" y="547"/>
                    <a:pt x="73" y="550"/>
                    <a:pt x="73" y="554"/>
                  </a:cubicBezTo>
                  <a:cubicBezTo>
                    <a:pt x="73" y="558"/>
                    <a:pt x="76" y="561"/>
                    <a:pt x="80" y="561"/>
                  </a:cubicBezTo>
                  <a:cubicBezTo>
                    <a:pt x="399" y="561"/>
                    <a:pt x="399" y="561"/>
                    <a:pt x="399" y="561"/>
                  </a:cubicBezTo>
                  <a:cubicBezTo>
                    <a:pt x="403" y="561"/>
                    <a:pt x="406" y="558"/>
                    <a:pt x="406" y="554"/>
                  </a:cubicBezTo>
                  <a:cubicBezTo>
                    <a:pt x="406" y="550"/>
                    <a:pt x="403" y="547"/>
                    <a:pt x="399" y="547"/>
                  </a:cubicBezTo>
                  <a:close/>
                  <a:moveTo>
                    <a:pt x="399" y="488"/>
                  </a:moveTo>
                  <a:cubicBezTo>
                    <a:pt x="80" y="488"/>
                    <a:pt x="80" y="488"/>
                    <a:pt x="80" y="488"/>
                  </a:cubicBezTo>
                  <a:cubicBezTo>
                    <a:pt x="76" y="488"/>
                    <a:pt x="73" y="491"/>
                    <a:pt x="73" y="495"/>
                  </a:cubicBezTo>
                  <a:cubicBezTo>
                    <a:pt x="73" y="499"/>
                    <a:pt x="76" y="502"/>
                    <a:pt x="80" y="502"/>
                  </a:cubicBezTo>
                  <a:cubicBezTo>
                    <a:pt x="399" y="502"/>
                    <a:pt x="399" y="502"/>
                    <a:pt x="399" y="502"/>
                  </a:cubicBezTo>
                  <a:cubicBezTo>
                    <a:pt x="403" y="502"/>
                    <a:pt x="406" y="499"/>
                    <a:pt x="406" y="495"/>
                  </a:cubicBezTo>
                  <a:cubicBezTo>
                    <a:pt x="406" y="491"/>
                    <a:pt x="403" y="488"/>
                    <a:pt x="399" y="488"/>
                  </a:cubicBezTo>
                  <a:close/>
                  <a:moveTo>
                    <a:pt x="399" y="428"/>
                  </a:moveTo>
                  <a:cubicBezTo>
                    <a:pt x="80" y="428"/>
                    <a:pt x="80" y="428"/>
                    <a:pt x="80" y="428"/>
                  </a:cubicBezTo>
                  <a:cubicBezTo>
                    <a:pt x="76" y="428"/>
                    <a:pt x="73" y="431"/>
                    <a:pt x="73" y="435"/>
                  </a:cubicBezTo>
                  <a:cubicBezTo>
                    <a:pt x="73" y="439"/>
                    <a:pt x="76" y="442"/>
                    <a:pt x="80" y="442"/>
                  </a:cubicBezTo>
                  <a:cubicBezTo>
                    <a:pt x="399" y="442"/>
                    <a:pt x="399" y="442"/>
                    <a:pt x="399" y="442"/>
                  </a:cubicBezTo>
                  <a:cubicBezTo>
                    <a:pt x="403" y="442"/>
                    <a:pt x="406" y="439"/>
                    <a:pt x="406" y="435"/>
                  </a:cubicBezTo>
                  <a:cubicBezTo>
                    <a:pt x="406" y="431"/>
                    <a:pt x="403" y="428"/>
                    <a:pt x="399" y="428"/>
                  </a:cubicBezTo>
                  <a:close/>
                  <a:moveTo>
                    <a:pt x="399" y="369"/>
                  </a:moveTo>
                  <a:cubicBezTo>
                    <a:pt x="80" y="369"/>
                    <a:pt x="80" y="369"/>
                    <a:pt x="80" y="369"/>
                  </a:cubicBezTo>
                  <a:cubicBezTo>
                    <a:pt x="76" y="369"/>
                    <a:pt x="73" y="372"/>
                    <a:pt x="73" y="376"/>
                  </a:cubicBezTo>
                  <a:cubicBezTo>
                    <a:pt x="73" y="380"/>
                    <a:pt x="76" y="383"/>
                    <a:pt x="80" y="383"/>
                  </a:cubicBezTo>
                  <a:cubicBezTo>
                    <a:pt x="399" y="383"/>
                    <a:pt x="399" y="383"/>
                    <a:pt x="399" y="383"/>
                  </a:cubicBezTo>
                  <a:cubicBezTo>
                    <a:pt x="403" y="383"/>
                    <a:pt x="406" y="380"/>
                    <a:pt x="406" y="376"/>
                  </a:cubicBezTo>
                  <a:cubicBezTo>
                    <a:pt x="406" y="372"/>
                    <a:pt x="403" y="369"/>
                    <a:pt x="399" y="369"/>
                  </a:cubicBezTo>
                  <a:close/>
                  <a:moveTo>
                    <a:pt x="399" y="310"/>
                  </a:moveTo>
                  <a:cubicBezTo>
                    <a:pt x="80" y="310"/>
                    <a:pt x="80" y="310"/>
                    <a:pt x="80" y="310"/>
                  </a:cubicBezTo>
                  <a:cubicBezTo>
                    <a:pt x="76" y="310"/>
                    <a:pt x="73" y="313"/>
                    <a:pt x="73" y="317"/>
                  </a:cubicBezTo>
                  <a:cubicBezTo>
                    <a:pt x="73" y="320"/>
                    <a:pt x="76" y="324"/>
                    <a:pt x="80" y="324"/>
                  </a:cubicBezTo>
                  <a:cubicBezTo>
                    <a:pt x="399" y="324"/>
                    <a:pt x="399" y="324"/>
                    <a:pt x="399" y="324"/>
                  </a:cubicBezTo>
                  <a:cubicBezTo>
                    <a:pt x="403" y="324"/>
                    <a:pt x="406" y="320"/>
                    <a:pt x="406" y="317"/>
                  </a:cubicBezTo>
                  <a:cubicBezTo>
                    <a:pt x="406" y="313"/>
                    <a:pt x="403" y="310"/>
                    <a:pt x="399" y="310"/>
                  </a:cubicBezTo>
                  <a:close/>
                  <a:moveTo>
                    <a:pt x="399" y="250"/>
                  </a:moveTo>
                  <a:cubicBezTo>
                    <a:pt x="80" y="250"/>
                    <a:pt x="80" y="250"/>
                    <a:pt x="80" y="250"/>
                  </a:cubicBezTo>
                  <a:cubicBezTo>
                    <a:pt x="76" y="250"/>
                    <a:pt x="73" y="253"/>
                    <a:pt x="73" y="257"/>
                  </a:cubicBezTo>
                  <a:cubicBezTo>
                    <a:pt x="73" y="261"/>
                    <a:pt x="76" y="264"/>
                    <a:pt x="80" y="264"/>
                  </a:cubicBezTo>
                  <a:cubicBezTo>
                    <a:pt x="399" y="264"/>
                    <a:pt x="399" y="264"/>
                    <a:pt x="399" y="264"/>
                  </a:cubicBezTo>
                  <a:cubicBezTo>
                    <a:pt x="403" y="264"/>
                    <a:pt x="406" y="261"/>
                    <a:pt x="406" y="257"/>
                  </a:cubicBezTo>
                  <a:cubicBezTo>
                    <a:pt x="406" y="253"/>
                    <a:pt x="403" y="250"/>
                    <a:pt x="399" y="250"/>
                  </a:cubicBezTo>
                  <a:close/>
                  <a:moveTo>
                    <a:pt x="399" y="191"/>
                  </a:moveTo>
                  <a:cubicBezTo>
                    <a:pt x="80" y="191"/>
                    <a:pt x="80" y="191"/>
                    <a:pt x="80" y="191"/>
                  </a:cubicBezTo>
                  <a:cubicBezTo>
                    <a:pt x="76" y="191"/>
                    <a:pt x="73" y="194"/>
                    <a:pt x="73" y="198"/>
                  </a:cubicBezTo>
                  <a:cubicBezTo>
                    <a:pt x="73" y="202"/>
                    <a:pt x="76" y="205"/>
                    <a:pt x="80" y="205"/>
                  </a:cubicBezTo>
                  <a:cubicBezTo>
                    <a:pt x="399" y="205"/>
                    <a:pt x="399" y="205"/>
                    <a:pt x="399" y="205"/>
                  </a:cubicBezTo>
                  <a:cubicBezTo>
                    <a:pt x="403" y="205"/>
                    <a:pt x="406" y="202"/>
                    <a:pt x="406" y="198"/>
                  </a:cubicBezTo>
                  <a:cubicBezTo>
                    <a:pt x="406" y="194"/>
                    <a:pt x="403" y="191"/>
                    <a:pt x="399" y="191"/>
                  </a:cubicBezTo>
                  <a:close/>
                  <a:moveTo>
                    <a:pt x="399" y="131"/>
                  </a:moveTo>
                  <a:cubicBezTo>
                    <a:pt x="80" y="131"/>
                    <a:pt x="80" y="131"/>
                    <a:pt x="80" y="131"/>
                  </a:cubicBezTo>
                  <a:cubicBezTo>
                    <a:pt x="76" y="131"/>
                    <a:pt x="73" y="134"/>
                    <a:pt x="73" y="138"/>
                  </a:cubicBezTo>
                  <a:cubicBezTo>
                    <a:pt x="73" y="142"/>
                    <a:pt x="76" y="145"/>
                    <a:pt x="80" y="145"/>
                  </a:cubicBezTo>
                  <a:cubicBezTo>
                    <a:pt x="399" y="145"/>
                    <a:pt x="399" y="145"/>
                    <a:pt x="399" y="145"/>
                  </a:cubicBezTo>
                  <a:cubicBezTo>
                    <a:pt x="403" y="145"/>
                    <a:pt x="406" y="142"/>
                    <a:pt x="406" y="138"/>
                  </a:cubicBezTo>
                  <a:cubicBezTo>
                    <a:pt x="406" y="134"/>
                    <a:pt x="403" y="131"/>
                    <a:pt x="399" y="131"/>
                  </a:cubicBezTo>
                  <a:close/>
                </a:path>
              </a:pathLst>
            </a:custGeom>
            <a:solidFill>
              <a:schemeClr val="accent5"/>
            </a:solidFill>
            <a:ln>
              <a:noFill/>
            </a:ln>
          </p:spPr>
          <p:txBody>
            <a:bodyPr vert="horz" wrap="square" lIns="91437" tIns="45718" rIns="91437"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57565A"/>
                </a:solidFill>
                <a:effectLst/>
                <a:uLnTx/>
                <a:uFillTx/>
                <a:ea typeface="+mn-ea"/>
                <a:cs typeface="+mn-cs"/>
              </a:endParaRPr>
            </a:p>
          </p:txBody>
        </p:sp>
      </p:grpSp>
      <p:grpSp>
        <p:nvGrpSpPr>
          <p:cNvPr id="71" name="Groupe 70">
            <a:extLst>
              <a:ext uri="{FF2B5EF4-FFF2-40B4-BE49-F238E27FC236}">
                <a16:creationId xmlns:a16="http://schemas.microsoft.com/office/drawing/2014/main" id="{C712369D-443D-9D57-E6A4-DAF7A0364077}"/>
              </a:ext>
            </a:extLst>
          </p:cNvPr>
          <p:cNvGrpSpPr/>
          <p:nvPr/>
        </p:nvGrpSpPr>
        <p:grpSpPr>
          <a:xfrm>
            <a:off x="8696000" y="4535616"/>
            <a:ext cx="2036544" cy="298763"/>
            <a:chOff x="7827242" y="2488155"/>
            <a:chExt cx="2036615" cy="298774"/>
          </a:xfrm>
        </p:grpSpPr>
        <p:sp>
          <p:nvSpPr>
            <p:cNvPr id="72" name="ZoneTexte 71">
              <a:extLst>
                <a:ext uri="{FF2B5EF4-FFF2-40B4-BE49-F238E27FC236}">
                  <a16:creationId xmlns:a16="http://schemas.microsoft.com/office/drawing/2014/main" id="{639B5C5F-245F-4855-2DEF-134D8D66E15C}"/>
                </a:ext>
              </a:extLst>
            </p:cNvPr>
            <p:cNvSpPr txBox="1"/>
            <p:nvPr/>
          </p:nvSpPr>
          <p:spPr>
            <a:xfrm>
              <a:off x="8006482" y="2509920"/>
              <a:ext cx="1857375" cy="27700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srgbClr val="8F8F8F"/>
                  </a:solidFill>
                  <a:effectLst/>
                  <a:uLnTx/>
                  <a:uFillTx/>
                  <a:ea typeface="+mn-ea"/>
                  <a:cs typeface="+mn-cs"/>
                </a:rPr>
                <a:t>Validation du domaine</a:t>
              </a:r>
            </a:p>
          </p:txBody>
        </p:sp>
        <p:sp>
          <p:nvSpPr>
            <p:cNvPr id="73" name="Freeform 145">
              <a:extLst>
                <a:ext uri="{FF2B5EF4-FFF2-40B4-BE49-F238E27FC236}">
                  <a16:creationId xmlns:a16="http://schemas.microsoft.com/office/drawing/2014/main" id="{230DC208-B3EB-0120-C528-F2C2E00A9430}"/>
                </a:ext>
              </a:extLst>
            </p:cNvPr>
            <p:cNvSpPr>
              <a:spLocks noEditPoints="1"/>
            </p:cNvSpPr>
            <p:nvPr/>
          </p:nvSpPr>
          <p:spPr bwMode="auto">
            <a:xfrm>
              <a:off x="7827242" y="2488155"/>
              <a:ext cx="223065" cy="298774"/>
            </a:xfrm>
            <a:custGeom>
              <a:avLst/>
              <a:gdLst>
                <a:gd name="T0" fmla="*/ 472 w 479"/>
                <a:gd name="T1" fmla="*/ 641 h 641"/>
                <a:gd name="T2" fmla="*/ 0 w 479"/>
                <a:gd name="T3" fmla="*/ 36 h 641"/>
                <a:gd name="T4" fmla="*/ 57 w 479"/>
                <a:gd name="T5" fmla="*/ 36 h 641"/>
                <a:gd name="T6" fmla="*/ 14 w 479"/>
                <a:gd name="T7" fmla="*/ 627 h 641"/>
                <a:gd name="T8" fmla="*/ 406 w 479"/>
                <a:gd name="T9" fmla="*/ 43 h 641"/>
                <a:gd name="T10" fmla="*/ 392 w 479"/>
                <a:gd name="T11" fmla="*/ 65 h 641"/>
                <a:gd name="T12" fmla="*/ 406 w 479"/>
                <a:gd name="T13" fmla="*/ 7 h 641"/>
                <a:gd name="T14" fmla="*/ 479 w 479"/>
                <a:gd name="T15" fmla="*/ 36 h 641"/>
                <a:gd name="T16" fmla="*/ 244 w 479"/>
                <a:gd name="T17" fmla="*/ 43 h 641"/>
                <a:gd name="T18" fmla="*/ 266 w 479"/>
                <a:gd name="T19" fmla="*/ 29 h 641"/>
                <a:gd name="T20" fmla="*/ 237 w 479"/>
                <a:gd name="T21" fmla="*/ 0 h 641"/>
                <a:gd name="T22" fmla="*/ 237 w 479"/>
                <a:gd name="T23" fmla="*/ 72 h 641"/>
                <a:gd name="T24" fmla="*/ 190 w 479"/>
                <a:gd name="T25" fmla="*/ 43 h 641"/>
                <a:gd name="T26" fmla="*/ 212 w 479"/>
                <a:gd name="T27" fmla="*/ 29 h 641"/>
                <a:gd name="T28" fmla="*/ 183 w 479"/>
                <a:gd name="T29" fmla="*/ 0 h 641"/>
                <a:gd name="T30" fmla="*/ 183 w 479"/>
                <a:gd name="T31" fmla="*/ 72 h 641"/>
                <a:gd name="T32" fmla="*/ 135 w 479"/>
                <a:gd name="T33" fmla="*/ 43 h 641"/>
                <a:gd name="T34" fmla="*/ 157 w 479"/>
                <a:gd name="T35" fmla="*/ 29 h 641"/>
                <a:gd name="T36" fmla="*/ 128 w 479"/>
                <a:gd name="T37" fmla="*/ 0 h 641"/>
                <a:gd name="T38" fmla="*/ 128 w 479"/>
                <a:gd name="T39" fmla="*/ 72 h 641"/>
                <a:gd name="T40" fmla="*/ 81 w 479"/>
                <a:gd name="T41" fmla="*/ 43 h 641"/>
                <a:gd name="T42" fmla="*/ 103 w 479"/>
                <a:gd name="T43" fmla="*/ 29 h 641"/>
                <a:gd name="T44" fmla="*/ 74 w 479"/>
                <a:gd name="T45" fmla="*/ 0 h 641"/>
                <a:gd name="T46" fmla="*/ 74 w 479"/>
                <a:gd name="T47" fmla="*/ 72 h 641"/>
                <a:gd name="T48" fmla="*/ 352 w 479"/>
                <a:gd name="T49" fmla="*/ 43 h 641"/>
                <a:gd name="T50" fmla="*/ 374 w 479"/>
                <a:gd name="T51" fmla="*/ 29 h 641"/>
                <a:gd name="T52" fmla="*/ 345 w 479"/>
                <a:gd name="T53" fmla="*/ 0 h 641"/>
                <a:gd name="T54" fmla="*/ 345 w 479"/>
                <a:gd name="T55" fmla="*/ 72 h 641"/>
                <a:gd name="T56" fmla="*/ 298 w 479"/>
                <a:gd name="T57" fmla="*/ 43 h 641"/>
                <a:gd name="T58" fmla="*/ 320 w 479"/>
                <a:gd name="T59" fmla="*/ 29 h 641"/>
                <a:gd name="T60" fmla="*/ 291 w 479"/>
                <a:gd name="T61" fmla="*/ 0 h 641"/>
                <a:gd name="T62" fmla="*/ 291 w 479"/>
                <a:gd name="T63" fmla="*/ 72 h 641"/>
                <a:gd name="T64" fmla="*/ 73 w 479"/>
                <a:gd name="T65" fmla="*/ 554 h 641"/>
                <a:gd name="T66" fmla="*/ 406 w 479"/>
                <a:gd name="T67" fmla="*/ 554 h 641"/>
                <a:gd name="T68" fmla="*/ 80 w 479"/>
                <a:gd name="T69" fmla="*/ 488 h 641"/>
                <a:gd name="T70" fmla="*/ 399 w 479"/>
                <a:gd name="T71" fmla="*/ 502 h 641"/>
                <a:gd name="T72" fmla="*/ 399 w 479"/>
                <a:gd name="T73" fmla="*/ 428 h 641"/>
                <a:gd name="T74" fmla="*/ 80 w 479"/>
                <a:gd name="T75" fmla="*/ 442 h 641"/>
                <a:gd name="T76" fmla="*/ 399 w 479"/>
                <a:gd name="T77" fmla="*/ 428 h 641"/>
                <a:gd name="T78" fmla="*/ 73 w 479"/>
                <a:gd name="T79" fmla="*/ 376 h 641"/>
                <a:gd name="T80" fmla="*/ 406 w 479"/>
                <a:gd name="T81" fmla="*/ 376 h 641"/>
                <a:gd name="T82" fmla="*/ 80 w 479"/>
                <a:gd name="T83" fmla="*/ 310 h 641"/>
                <a:gd name="T84" fmla="*/ 399 w 479"/>
                <a:gd name="T85" fmla="*/ 324 h 641"/>
                <a:gd name="T86" fmla="*/ 399 w 479"/>
                <a:gd name="T87" fmla="*/ 250 h 641"/>
                <a:gd name="T88" fmla="*/ 80 w 479"/>
                <a:gd name="T89" fmla="*/ 264 h 641"/>
                <a:gd name="T90" fmla="*/ 399 w 479"/>
                <a:gd name="T91" fmla="*/ 250 h 641"/>
                <a:gd name="T92" fmla="*/ 73 w 479"/>
                <a:gd name="T93" fmla="*/ 198 h 641"/>
                <a:gd name="T94" fmla="*/ 406 w 479"/>
                <a:gd name="T95" fmla="*/ 198 h 641"/>
                <a:gd name="T96" fmla="*/ 80 w 479"/>
                <a:gd name="T97" fmla="*/ 131 h 641"/>
                <a:gd name="T98" fmla="*/ 399 w 479"/>
                <a:gd name="T99" fmla="*/ 145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79" h="641">
                  <a:moveTo>
                    <a:pt x="479" y="36"/>
                  </a:moveTo>
                  <a:cubicBezTo>
                    <a:pt x="479" y="634"/>
                    <a:pt x="479" y="634"/>
                    <a:pt x="479" y="634"/>
                  </a:cubicBezTo>
                  <a:cubicBezTo>
                    <a:pt x="479" y="638"/>
                    <a:pt x="476" y="641"/>
                    <a:pt x="472" y="641"/>
                  </a:cubicBezTo>
                  <a:cubicBezTo>
                    <a:pt x="7" y="641"/>
                    <a:pt x="7" y="641"/>
                    <a:pt x="7" y="641"/>
                  </a:cubicBezTo>
                  <a:cubicBezTo>
                    <a:pt x="3" y="641"/>
                    <a:pt x="0" y="638"/>
                    <a:pt x="0" y="634"/>
                  </a:cubicBezTo>
                  <a:cubicBezTo>
                    <a:pt x="0" y="36"/>
                    <a:pt x="0" y="36"/>
                    <a:pt x="0" y="36"/>
                  </a:cubicBezTo>
                  <a:cubicBezTo>
                    <a:pt x="0" y="32"/>
                    <a:pt x="3" y="29"/>
                    <a:pt x="7" y="29"/>
                  </a:cubicBezTo>
                  <a:cubicBezTo>
                    <a:pt x="50" y="29"/>
                    <a:pt x="50" y="29"/>
                    <a:pt x="50" y="29"/>
                  </a:cubicBezTo>
                  <a:cubicBezTo>
                    <a:pt x="54" y="29"/>
                    <a:pt x="57" y="32"/>
                    <a:pt x="57" y="36"/>
                  </a:cubicBezTo>
                  <a:cubicBezTo>
                    <a:pt x="57" y="40"/>
                    <a:pt x="54" y="43"/>
                    <a:pt x="50" y="43"/>
                  </a:cubicBezTo>
                  <a:cubicBezTo>
                    <a:pt x="14" y="43"/>
                    <a:pt x="14" y="43"/>
                    <a:pt x="14" y="43"/>
                  </a:cubicBezTo>
                  <a:cubicBezTo>
                    <a:pt x="14" y="627"/>
                    <a:pt x="14" y="627"/>
                    <a:pt x="14" y="627"/>
                  </a:cubicBezTo>
                  <a:cubicBezTo>
                    <a:pt x="465" y="627"/>
                    <a:pt x="465" y="627"/>
                    <a:pt x="465" y="627"/>
                  </a:cubicBezTo>
                  <a:cubicBezTo>
                    <a:pt x="465" y="43"/>
                    <a:pt x="465" y="43"/>
                    <a:pt x="465" y="43"/>
                  </a:cubicBezTo>
                  <a:cubicBezTo>
                    <a:pt x="406" y="43"/>
                    <a:pt x="406" y="43"/>
                    <a:pt x="406" y="43"/>
                  </a:cubicBezTo>
                  <a:cubicBezTo>
                    <a:pt x="406" y="65"/>
                    <a:pt x="406" y="65"/>
                    <a:pt x="406" y="65"/>
                  </a:cubicBezTo>
                  <a:cubicBezTo>
                    <a:pt x="406" y="69"/>
                    <a:pt x="403" y="72"/>
                    <a:pt x="399" y="72"/>
                  </a:cubicBezTo>
                  <a:cubicBezTo>
                    <a:pt x="395" y="72"/>
                    <a:pt x="392" y="69"/>
                    <a:pt x="392" y="65"/>
                  </a:cubicBezTo>
                  <a:cubicBezTo>
                    <a:pt x="392" y="7"/>
                    <a:pt x="392" y="7"/>
                    <a:pt x="392" y="7"/>
                  </a:cubicBezTo>
                  <a:cubicBezTo>
                    <a:pt x="392" y="3"/>
                    <a:pt x="395" y="0"/>
                    <a:pt x="399" y="0"/>
                  </a:cubicBezTo>
                  <a:cubicBezTo>
                    <a:pt x="403" y="0"/>
                    <a:pt x="406" y="3"/>
                    <a:pt x="406" y="7"/>
                  </a:cubicBezTo>
                  <a:cubicBezTo>
                    <a:pt x="406" y="29"/>
                    <a:pt x="406" y="29"/>
                    <a:pt x="406" y="29"/>
                  </a:cubicBezTo>
                  <a:cubicBezTo>
                    <a:pt x="472" y="29"/>
                    <a:pt x="472" y="29"/>
                    <a:pt x="472" y="29"/>
                  </a:cubicBezTo>
                  <a:cubicBezTo>
                    <a:pt x="476" y="29"/>
                    <a:pt x="479" y="32"/>
                    <a:pt x="479" y="36"/>
                  </a:cubicBezTo>
                  <a:close/>
                  <a:moveTo>
                    <a:pt x="237" y="72"/>
                  </a:moveTo>
                  <a:cubicBezTo>
                    <a:pt x="241" y="72"/>
                    <a:pt x="244" y="69"/>
                    <a:pt x="244" y="65"/>
                  </a:cubicBezTo>
                  <a:cubicBezTo>
                    <a:pt x="244" y="43"/>
                    <a:pt x="244" y="43"/>
                    <a:pt x="244" y="43"/>
                  </a:cubicBezTo>
                  <a:cubicBezTo>
                    <a:pt x="266" y="43"/>
                    <a:pt x="266" y="43"/>
                    <a:pt x="266" y="43"/>
                  </a:cubicBezTo>
                  <a:cubicBezTo>
                    <a:pt x="269" y="43"/>
                    <a:pt x="273" y="40"/>
                    <a:pt x="273" y="36"/>
                  </a:cubicBezTo>
                  <a:cubicBezTo>
                    <a:pt x="273" y="32"/>
                    <a:pt x="269" y="29"/>
                    <a:pt x="266" y="29"/>
                  </a:cubicBezTo>
                  <a:cubicBezTo>
                    <a:pt x="244" y="29"/>
                    <a:pt x="244" y="29"/>
                    <a:pt x="244" y="29"/>
                  </a:cubicBezTo>
                  <a:cubicBezTo>
                    <a:pt x="244" y="7"/>
                    <a:pt x="244" y="7"/>
                    <a:pt x="244" y="7"/>
                  </a:cubicBezTo>
                  <a:cubicBezTo>
                    <a:pt x="244" y="3"/>
                    <a:pt x="241" y="0"/>
                    <a:pt x="237" y="0"/>
                  </a:cubicBezTo>
                  <a:cubicBezTo>
                    <a:pt x="233" y="0"/>
                    <a:pt x="230" y="3"/>
                    <a:pt x="230" y="7"/>
                  </a:cubicBezTo>
                  <a:cubicBezTo>
                    <a:pt x="230" y="65"/>
                    <a:pt x="230" y="65"/>
                    <a:pt x="230" y="65"/>
                  </a:cubicBezTo>
                  <a:cubicBezTo>
                    <a:pt x="230" y="69"/>
                    <a:pt x="233" y="72"/>
                    <a:pt x="237" y="72"/>
                  </a:cubicBezTo>
                  <a:close/>
                  <a:moveTo>
                    <a:pt x="183" y="72"/>
                  </a:moveTo>
                  <a:cubicBezTo>
                    <a:pt x="186" y="72"/>
                    <a:pt x="190" y="69"/>
                    <a:pt x="190" y="65"/>
                  </a:cubicBezTo>
                  <a:cubicBezTo>
                    <a:pt x="190" y="43"/>
                    <a:pt x="190" y="43"/>
                    <a:pt x="190" y="43"/>
                  </a:cubicBezTo>
                  <a:cubicBezTo>
                    <a:pt x="212" y="43"/>
                    <a:pt x="212" y="43"/>
                    <a:pt x="212" y="43"/>
                  </a:cubicBezTo>
                  <a:cubicBezTo>
                    <a:pt x="215" y="43"/>
                    <a:pt x="219" y="40"/>
                    <a:pt x="219" y="36"/>
                  </a:cubicBezTo>
                  <a:cubicBezTo>
                    <a:pt x="219" y="32"/>
                    <a:pt x="215" y="29"/>
                    <a:pt x="212" y="29"/>
                  </a:cubicBezTo>
                  <a:cubicBezTo>
                    <a:pt x="190" y="29"/>
                    <a:pt x="190" y="29"/>
                    <a:pt x="190" y="29"/>
                  </a:cubicBezTo>
                  <a:cubicBezTo>
                    <a:pt x="190" y="7"/>
                    <a:pt x="190" y="7"/>
                    <a:pt x="190" y="7"/>
                  </a:cubicBezTo>
                  <a:cubicBezTo>
                    <a:pt x="190" y="3"/>
                    <a:pt x="186" y="0"/>
                    <a:pt x="183" y="0"/>
                  </a:cubicBezTo>
                  <a:cubicBezTo>
                    <a:pt x="179" y="0"/>
                    <a:pt x="176" y="3"/>
                    <a:pt x="176" y="7"/>
                  </a:cubicBezTo>
                  <a:cubicBezTo>
                    <a:pt x="176" y="65"/>
                    <a:pt x="176" y="65"/>
                    <a:pt x="176" y="65"/>
                  </a:cubicBezTo>
                  <a:cubicBezTo>
                    <a:pt x="176" y="69"/>
                    <a:pt x="179" y="72"/>
                    <a:pt x="183" y="72"/>
                  </a:cubicBezTo>
                  <a:close/>
                  <a:moveTo>
                    <a:pt x="128" y="72"/>
                  </a:moveTo>
                  <a:cubicBezTo>
                    <a:pt x="132" y="72"/>
                    <a:pt x="135" y="69"/>
                    <a:pt x="135" y="65"/>
                  </a:cubicBezTo>
                  <a:cubicBezTo>
                    <a:pt x="135" y="43"/>
                    <a:pt x="135" y="43"/>
                    <a:pt x="135" y="43"/>
                  </a:cubicBezTo>
                  <a:cubicBezTo>
                    <a:pt x="157" y="43"/>
                    <a:pt x="157" y="43"/>
                    <a:pt x="157" y="43"/>
                  </a:cubicBezTo>
                  <a:cubicBezTo>
                    <a:pt x="161" y="43"/>
                    <a:pt x="164" y="40"/>
                    <a:pt x="164" y="36"/>
                  </a:cubicBezTo>
                  <a:cubicBezTo>
                    <a:pt x="164" y="32"/>
                    <a:pt x="161" y="29"/>
                    <a:pt x="157" y="29"/>
                  </a:cubicBezTo>
                  <a:cubicBezTo>
                    <a:pt x="135" y="29"/>
                    <a:pt x="135" y="29"/>
                    <a:pt x="135" y="29"/>
                  </a:cubicBezTo>
                  <a:cubicBezTo>
                    <a:pt x="135" y="7"/>
                    <a:pt x="135" y="7"/>
                    <a:pt x="135" y="7"/>
                  </a:cubicBezTo>
                  <a:cubicBezTo>
                    <a:pt x="135" y="3"/>
                    <a:pt x="132" y="0"/>
                    <a:pt x="128" y="0"/>
                  </a:cubicBezTo>
                  <a:cubicBezTo>
                    <a:pt x="125" y="0"/>
                    <a:pt x="121" y="3"/>
                    <a:pt x="121" y="7"/>
                  </a:cubicBezTo>
                  <a:cubicBezTo>
                    <a:pt x="121" y="65"/>
                    <a:pt x="121" y="65"/>
                    <a:pt x="121" y="65"/>
                  </a:cubicBezTo>
                  <a:cubicBezTo>
                    <a:pt x="121" y="69"/>
                    <a:pt x="125" y="72"/>
                    <a:pt x="128" y="72"/>
                  </a:cubicBezTo>
                  <a:close/>
                  <a:moveTo>
                    <a:pt x="74" y="72"/>
                  </a:moveTo>
                  <a:cubicBezTo>
                    <a:pt x="78" y="72"/>
                    <a:pt x="81" y="69"/>
                    <a:pt x="81" y="65"/>
                  </a:cubicBezTo>
                  <a:cubicBezTo>
                    <a:pt x="81" y="43"/>
                    <a:pt x="81" y="43"/>
                    <a:pt x="81" y="43"/>
                  </a:cubicBezTo>
                  <a:cubicBezTo>
                    <a:pt x="103" y="43"/>
                    <a:pt x="103" y="43"/>
                    <a:pt x="103" y="43"/>
                  </a:cubicBezTo>
                  <a:cubicBezTo>
                    <a:pt x="107" y="43"/>
                    <a:pt x="110" y="40"/>
                    <a:pt x="110" y="36"/>
                  </a:cubicBezTo>
                  <a:cubicBezTo>
                    <a:pt x="110" y="32"/>
                    <a:pt x="107" y="29"/>
                    <a:pt x="103" y="29"/>
                  </a:cubicBezTo>
                  <a:cubicBezTo>
                    <a:pt x="81" y="29"/>
                    <a:pt x="81" y="29"/>
                    <a:pt x="81" y="29"/>
                  </a:cubicBezTo>
                  <a:cubicBezTo>
                    <a:pt x="81" y="7"/>
                    <a:pt x="81" y="7"/>
                    <a:pt x="81" y="7"/>
                  </a:cubicBezTo>
                  <a:cubicBezTo>
                    <a:pt x="81" y="3"/>
                    <a:pt x="78" y="0"/>
                    <a:pt x="74" y="0"/>
                  </a:cubicBezTo>
                  <a:cubicBezTo>
                    <a:pt x="71" y="0"/>
                    <a:pt x="67" y="3"/>
                    <a:pt x="67" y="7"/>
                  </a:cubicBezTo>
                  <a:cubicBezTo>
                    <a:pt x="67" y="65"/>
                    <a:pt x="67" y="65"/>
                    <a:pt x="67" y="65"/>
                  </a:cubicBezTo>
                  <a:cubicBezTo>
                    <a:pt x="67" y="69"/>
                    <a:pt x="71" y="72"/>
                    <a:pt x="74" y="72"/>
                  </a:cubicBezTo>
                  <a:close/>
                  <a:moveTo>
                    <a:pt x="345" y="72"/>
                  </a:moveTo>
                  <a:cubicBezTo>
                    <a:pt x="349" y="72"/>
                    <a:pt x="352" y="69"/>
                    <a:pt x="352" y="65"/>
                  </a:cubicBezTo>
                  <a:cubicBezTo>
                    <a:pt x="352" y="43"/>
                    <a:pt x="352" y="43"/>
                    <a:pt x="352" y="43"/>
                  </a:cubicBezTo>
                  <a:cubicBezTo>
                    <a:pt x="374" y="43"/>
                    <a:pt x="374" y="43"/>
                    <a:pt x="374" y="43"/>
                  </a:cubicBezTo>
                  <a:cubicBezTo>
                    <a:pt x="378" y="43"/>
                    <a:pt x="381" y="40"/>
                    <a:pt x="381" y="36"/>
                  </a:cubicBezTo>
                  <a:cubicBezTo>
                    <a:pt x="381" y="32"/>
                    <a:pt x="378" y="29"/>
                    <a:pt x="374" y="29"/>
                  </a:cubicBezTo>
                  <a:cubicBezTo>
                    <a:pt x="352" y="29"/>
                    <a:pt x="352" y="29"/>
                    <a:pt x="352" y="29"/>
                  </a:cubicBezTo>
                  <a:cubicBezTo>
                    <a:pt x="352" y="7"/>
                    <a:pt x="352" y="7"/>
                    <a:pt x="352" y="7"/>
                  </a:cubicBezTo>
                  <a:cubicBezTo>
                    <a:pt x="352" y="3"/>
                    <a:pt x="349" y="0"/>
                    <a:pt x="345" y="0"/>
                  </a:cubicBezTo>
                  <a:cubicBezTo>
                    <a:pt x="341" y="0"/>
                    <a:pt x="338" y="3"/>
                    <a:pt x="338" y="7"/>
                  </a:cubicBezTo>
                  <a:cubicBezTo>
                    <a:pt x="338" y="65"/>
                    <a:pt x="338" y="65"/>
                    <a:pt x="338" y="65"/>
                  </a:cubicBezTo>
                  <a:cubicBezTo>
                    <a:pt x="338" y="69"/>
                    <a:pt x="341" y="72"/>
                    <a:pt x="345" y="72"/>
                  </a:cubicBezTo>
                  <a:close/>
                  <a:moveTo>
                    <a:pt x="291" y="72"/>
                  </a:moveTo>
                  <a:cubicBezTo>
                    <a:pt x="295" y="72"/>
                    <a:pt x="298" y="69"/>
                    <a:pt x="298" y="65"/>
                  </a:cubicBezTo>
                  <a:cubicBezTo>
                    <a:pt x="298" y="43"/>
                    <a:pt x="298" y="43"/>
                    <a:pt x="298" y="43"/>
                  </a:cubicBezTo>
                  <a:cubicBezTo>
                    <a:pt x="320" y="43"/>
                    <a:pt x="320" y="43"/>
                    <a:pt x="320" y="43"/>
                  </a:cubicBezTo>
                  <a:cubicBezTo>
                    <a:pt x="324" y="43"/>
                    <a:pt x="327" y="40"/>
                    <a:pt x="327" y="36"/>
                  </a:cubicBezTo>
                  <a:cubicBezTo>
                    <a:pt x="327" y="32"/>
                    <a:pt x="324" y="29"/>
                    <a:pt x="320" y="29"/>
                  </a:cubicBezTo>
                  <a:cubicBezTo>
                    <a:pt x="298" y="29"/>
                    <a:pt x="298" y="29"/>
                    <a:pt x="298" y="29"/>
                  </a:cubicBezTo>
                  <a:cubicBezTo>
                    <a:pt x="298" y="7"/>
                    <a:pt x="298" y="7"/>
                    <a:pt x="298" y="7"/>
                  </a:cubicBezTo>
                  <a:cubicBezTo>
                    <a:pt x="298" y="3"/>
                    <a:pt x="295" y="0"/>
                    <a:pt x="291" y="0"/>
                  </a:cubicBezTo>
                  <a:cubicBezTo>
                    <a:pt x="287" y="0"/>
                    <a:pt x="284" y="3"/>
                    <a:pt x="284" y="7"/>
                  </a:cubicBezTo>
                  <a:cubicBezTo>
                    <a:pt x="284" y="65"/>
                    <a:pt x="284" y="65"/>
                    <a:pt x="284" y="65"/>
                  </a:cubicBezTo>
                  <a:cubicBezTo>
                    <a:pt x="284" y="69"/>
                    <a:pt x="287" y="72"/>
                    <a:pt x="291" y="72"/>
                  </a:cubicBezTo>
                  <a:close/>
                  <a:moveTo>
                    <a:pt x="399" y="547"/>
                  </a:moveTo>
                  <a:cubicBezTo>
                    <a:pt x="80" y="547"/>
                    <a:pt x="80" y="547"/>
                    <a:pt x="80" y="547"/>
                  </a:cubicBezTo>
                  <a:cubicBezTo>
                    <a:pt x="76" y="547"/>
                    <a:pt x="73" y="550"/>
                    <a:pt x="73" y="554"/>
                  </a:cubicBezTo>
                  <a:cubicBezTo>
                    <a:pt x="73" y="558"/>
                    <a:pt x="76" y="561"/>
                    <a:pt x="80" y="561"/>
                  </a:cubicBezTo>
                  <a:cubicBezTo>
                    <a:pt x="399" y="561"/>
                    <a:pt x="399" y="561"/>
                    <a:pt x="399" y="561"/>
                  </a:cubicBezTo>
                  <a:cubicBezTo>
                    <a:pt x="403" y="561"/>
                    <a:pt x="406" y="558"/>
                    <a:pt x="406" y="554"/>
                  </a:cubicBezTo>
                  <a:cubicBezTo>
                    <a:pt x="406" y="550"/>
                    <a:pt x="403" y="547"/>
                    <a:pt x="399" y="547"/>
                  </a:cubicBezTo>
                  <a:close/>
                  <a:moveTo>
                    <a:pt x="399" y="488"/>
                  </a:moveTo>
                  <a:cubicBezTo>
                    <a:pt x="80" y="488"/>
                    <a:pt x="80" y="488"/>
                    <a:pt x="80" y="488"/>
                  </a:cubicBezTo>
                  <a:cubicBezTo>
                    <a:pt x="76" y="488"/>
                    <a:pt x="73" y="491"/>
                    <a:pt x="73" y="495"/>
                  </a:cubicBezTo>
                  <a:cubicBezTo>
                    <a:pt x="73" y="499"/>
                    <a:pt x="76" y="502"/>
                    <a:pt x="80" y="502"/>
                  </a:cubicBezTo>
                  <a:cubicBezTo>
                    <a:pt x="399" y="502"/>
                    <a:pt x="399" y="502"/>
                    <a:pt x="399" y="502"/>
                  </a:cubicBezTo>
                  <a:cubicBezTo>
                    <a:pt x="403" y="502"/>
                    <a:pt x="406" y="499"/>
                    <a:pt x="406" y="495"/>
                  </a:cubicBezTo>
                  <a:cubicBezTo>
                    <a:pt x="406" y="491"/>
                    <a:pt x="403" y="488"/>
                    <a:pt x="399" y="488"/>
                  </a:cubicBezTo>
                  <a:close/>
                  <a:moveTo>
                    <a:pt x="399" y="428"/>
                  </a:moveTo>
                  <a:cubicBezTo>
                    <a:pt x="80" y="428"/>
                    <a:pt x="80" y="428"/>
                    <a:pt x="80" y="428"/>
                  </a:cubicBezTo>
                  <a:cubicBezTo>
                    <a:pt x="76" y="428"/>
                    <a:pt x="73" y="431"/>
                    <a:pt x="73" y="435"/>
                  </a:cubicBezTo>
                  <a:cubicBezTo>
                    <a:pt x="73" y="439"/>
                    <a:pt x="76" y="442"/>
                    <a:pt x="80" y="442"/>
                  </a:cubicBezTo>
                  <a:cubicBezTo>
                    <a:pt x="399" y="442"/>
                    <a:pt x="399" y="442"/>
                    <a:pt x="399" y="442"/>
                  </a:cubicBezTo>
                  <a:cubicBezTo>
                    <a:pt x="403" y="442"/>
                    <a:pt x="406" y="439"/>
                    <a:pt x="406" y="435"/>
                  </a:cubicBezTo>
                  <a:cubicBezTo>
                    <a:pt x="406" y="431"/>
                    <a:pt x="403" y="428"/>
                    <a:pt x="399" y="428"/>
                  </a:cubicBezTo>
                  <a:close/>
                  <a:moveTo>
                    <a:pt x="399" y="369"/>
                  </a:moveTo>
                  <a:cubicBezTo>
                    <a:pt x="80" y="369"/>
                    <a:pt x="80" y="369"/>
                    <a:pt x="80" y="369"/>
                  </a:cubicBezTo>
                  <a:cubicBezTo>
                    <a:pt x="76" y="369"/>
                    <a:pt x="73" y="372"/>
                    <a:pt x="73" y="376"/>
                  </a:cubicBezTo>
                  <a:cubicBezTo>
                    <a:pt x="73" y="380"/>
                    <a:pt x="76" y="383"/>
                    <a:pt x="80" y="383"/>
                  </a:cubicBezTo>
                  <a:cubicBezTo>
                    <a:pt x="399" y="383"/>
                    <a:pt x="399" y="383"/>
                    <a:pt x="399" y="383"/>
                  </a:cubicBezTo>
                  <a:cubicBezTo>
                    <a:pt x="403" y="383"/>
                    <a:pt x="406" y="380"/>
                    <a:pt x="406" y="376"/>
                  </a:cubicBezTo>
                  <a:cubicBezTo>
                    <a:pt x="406" y="372"/>
                    <a:pt x="403" y="369"/>
                    <a:pt x="399" y="369"/>
                  </a:cubicBezTo>
                  <a:close/>
                  <a:moveTo>
                    <a:pt x="399" y="310"/>
                  </a:moveTo>
                  <a:cubicBezTo>
                    <a:pt x="80" y="310"/>
                    <a:pt x="80" y="310"/>
                    <a:pt x="80" y="310"/>
                  </a:cubicBezTo>
                  <a:cubicBezTo>
                    <a:pt x="76" y="310"/>
                    <a:pt x="73" y="313"/>
                    <a:pt x="73" y="317"/>
                  </a:cubicBezTo>
                  <a:cubicBezTo>
                    <a:pt x="73" y="320"/>
                    <a:pt x="76" y="324"/>
                    <a:pt x="80" y="324"/>
                  </a:cubicBezTo>
                  <a:cubicBezTo>
                    <a:pt x="399" y="324"/>
                    <a:pt x="399" y="324"/>
                    <a:pt x="399" y="324"/>
                  </a:cubicBezTo>
                  <a:cubicBezTo>
                    <a:pt x="403" y="324"/>
                    <a:pt x="406" y="320"/>
                    <a:pt x="406" y="317"/>
                  </a:cubicBezTo>
                  <a:cubicBezTo>
                    <a:pt x="406" y="313"/>
                    <a:pt x="403" y="310"/>
                    <a:pt x="399" y="310"/>
                  </a:cubicBezTo>
                  <a:close/>
                  <a:moveTo>
                    <a:pt x="399" y="250"/>
                  </a:moveTo>
                  <a:cubicBezTo>
                    <a:pt x="80" y="250"/>
                    <a:pt x="80" y="250"/>
                    <a:pt x="80" y="250"/>
                  </a:cubicBezTo>
                  <a:cubicBezTo>
                    <a:pt x="76" y="250"/>
                    <a:pt x="73" y="253"/>
                    <a:pt x="73" y="257"/>
                  </a:cubicBezTo>
                  <a:cubicBezTo>
                    <a:pt x="73" y="261"/>
                    <a:pt x="76" y="264"/>
                    <a:pt x="80" y="264"/>
                  </a:cubicBezTo>
                  <a:cubicBezTo>
                    <a:pt x="399" y="264"/>
                    <a:pt x="399" y="264"/>
                    <a:pt x="399" y="264"/>
                  </a:cubicBezTo>
                  <a:cubicBezTo>
                    <a:pt x="403" y="264"/>
                    <a:pt x="406" y="261"/>
                    <a:pt x="406" y="257"/>
                  </a:cubicBezTo>
                  <a:cubicBezTo>
                    <a:pt x="406" y="253"/>
                    <a:pt x="403" y="250"/>
                    <a:pt x="399" y="250"/>
                  </a:cubicBezTo>
                  <a:close/>
                  <a:moveTo>
                    <a:pt x="399" y="191"/>
                  </a:moveTo>
                  <a:cubicBezTo>
                    <a:pt x="80" y="191"/>
                    <a:pt x="80" y="191"/>
                    <a:pt x="80" y="191"/>
                  </a:cubicBezTo>
                  <a:cubicBezTo>
                    <a:pt x="76" y="191"/>
                    <a:pt x="73" y="194"/>
                    <a:pt x="73" y="198"/>
                  </a:cubicBezTo>
                  <a:cubicBezTo>
                    <a:pt x="73" y="202"/>
                    <a:pt x="76" y="205"/>
                    <a:pt x="80" y="205"/>
                  </a:cubicBezTo>
                  <a:cubicBezTo>
                    <a:pt x="399" y="205"/>
                    <a:pt x="399" y="205"/>
                    <a:pt x="399" y="205"/>
                  </a:cubicBezTo>
                  <a:cubicBezTo>
                    <a:pt x="403" y="205"/>
                    <a:pt x="406" y="202"/>
                    <a:pt x="406" y="198"/>
                  </a:cubicBezTo>
                  <a:cubicBezTo>
                    <a:pt x="406" y="194"/>
                    <a:pt x="403" y="191"/>
                    <a:pt x="399" y="191"/>
                  </a:cubicBezTo>
                  <a:close/>
                  <a:moveTo>
                    <a:pt x="399" y="131"/>
                  </a:moveTo>
                  <a:cubicBezTo>
                    <a:pt x="80" y="131"/>
                    <a:pt x="80" y="131"/>
                    <a:pt x="80" y="131"/>
                  </a:cubicBezTo>
                  <a:cubicBezTo>
                    <a:pt x="76" y="131"/>
                    <a:pt x="73" y="134"/>
                    <a:pt x="73" y="138"/>
                  </a:cubicBezTo>
                  <a:cubicBezTo>
                    <a:pt x="73" y="142"/>
                    <a:pt x="76" y="145"/>
                    <a:pt x="80" y="145"/>
                  </a:cubicBezTo>
                  <a:cubicBezTo>
                    <a:pt x="399" y="145"/>
                    <a:pt x="399" y="145"/>
                    <a:pt x="399" y="145"/>
                  </a:cubicBezTo>
                  <a:cubicBezTo>
                    <a:pt x="403" y="145"/>
                    <a:pt x="406" y="142"/>
                    <a:pt x="406" y="138"/>
                  </a:cubicBezTo>
                  <a:cubicBezTo>
                    <a:pt x="406" y="134"/>
                    <a:pt x="403" y="131"/>
                    <a:pt x="399" y="131"/>
                  </a:cubicBezTo>
                  <a:close/>
                </a:path>
              </a:pathLst>
            </a:custGeom>
            <a:solidFill>
              <a:schemeClr val="accent5"/>
            </a:solidFill>
            <a:ln>
              <a:noFill/>
            </a:ln>
          </p:spPr>
          <p:txBody>
            <a:bodyPr vert="horz" wrap="square" lIns="91437" tIns="45718" rIns="91437" bIns="4571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srgbClr val="57565A"/>
                </a:solidFill>
                <a:effectLst/>
                <a:uLnTx/>
                <a:uFillTx/>
                <a:ea typeface="+mn-ea"/>
                <a:cs typeface="+mn-cs"/>
              </a:endParaRPr>
            </a:p>
          </p:txBody>
        </p:sp>
      </p:grpSp>
      <p:sp>
        <p:nvSpPr>
          <p:cNvPr id="74" name="ZoneTexte 73">
            <a:extLst>
              <a:ext uri="{FF2B5EF4-FFF2-40B4-BE49-F238E27FC236}">
                <a16:creationId xmlns:a16="http://schemas.microsoft.com/office/drawing/2014/main" id="{D815558E-3785-DEEB-0B46-2C706D3182E9}"/>
              </a:ext>
            </a:extLst>
          </p:cNvPr>
          <p:cNvSpPr txBox="1"/>
          <p:nvPr/>
        </p:nvSpPr>
        <p:spPr>
          <a:xfrm>
            <a:off x="8163144" y="1594355"/>
            <a:ext cx="2491174" cy="414003"/>
          </a:xfrm>
          <a:prstGeom prst="rect">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ea typeface="+mn-ea"/>
                <a:cs typeface="+mn-cs"/>
              </a:rPr>
              <a:t>BESOINS &amp; EXIGENCES</a:t>
            </a:r>
          </a:p>
        </p:txBody>
      </p:sp>
      <p:sp>
        <p:nvSpPr>
          <p:cNvPr id="75" name="ZoneTexte 74">
            <a:extLst>
              <a:ext uri="{FF2B5EF4-FFF2-40B4-BE49-F238E27FC236}">
                <a16:creationId xmlns:a16="http://schemas.microsoft.com/office/drawing/2014/main" id="{3565F6AA-40F6-EE7D-5D51-2EB6A2747A05}"/>
              </a:ext>
            </a:extLst>
          </p:cNvPr>
          <p:cNvSpPr txBox="1"/>
          <p:nvPr/>
        </p:nvSpPr>
        <p:spPr>
          <a:xfrm>
            <a:off x="9099300" y="3012827"/>
            <a:ext cx="2947408" cy="832126"/>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ea typeface="+mn-ea"/>
                <a:cs typeface="+mn-cs"/>
              </a:rPr>
              <a:t>PERSONNALISATION DE L’ERP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ea typeface="+mn-ea"/>
                <a:cs typeface="+mn-cs"/>
              </a:rPr>
              <a:t>TEST</a:t>
            </a:r>
          </a:p>
        </p:txBody>
      </p:sp>
      <p:sp>
        <p:nvSpPr>
          <p:cNvPr id="76" name="ZoneTexte 75">
            <a:extLst>
              <a:ext uri="{FF2B5EF4-FFF2-40B4-BE49-F238E27FC236}">
                <a16:creationId xmlns:a16="http://schemas.microsoft.com/office/drawing/2014/main" id="{BE6F69E3-5CB8-C2E6-05CB-4B5477A3D41F}"/>
              </a:ext>
            </a:extLst>
          </p:cNvPr>
          <p:cNvSpPr txBox="1"/>
          <p:nvPr/>
        </p:nvSpPr>
        <p:spPr>
          <a:xfrm>
            <a:off x="8155414" y="5868625"/>
            <a:ext cx="2947408" cy="588596"/>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ea typeface="+mn-ea"/>
                <a:cs typeface="+mn-cs"/>
              </a:rPr>
              <a:t>FORMATION DES UTILISATEURS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ea typeface="+mn-ea"/>
                <a:cs typeface="+mn-cs"/>
              </a:rPr>
              <a:t>MIGRATION DES DONNEES</a:t>
            </a:r>
          </a:p>
        </p:txBody>
      </p:sp>
      <p:sp>
        <p:nvSpPr>
          <p:cNvPr id="77" name="ZoneTexte 76">
            <a:extLst>
              <a:ext uri="{FF2B5EF4-FFF2-40B4-BE49-F238E27FC236}">
                <a16:creationId xmlns:a16="http://schemas.microsoft.com/office/drawing/2014/main" id="{58326DC0-7E56-E9BD-F348-1C773FA941CE}"/>
              </a:ext>
            </a:extLst>
          </p:cNvPr>
          <p:cNvSpPr txBox="1"/>
          <p:nvPr/>
        </p:nvSpPr>
        <p:spPr>
          <a:xfrm>
            <a:off x="143084" y="5710933"/>
            <a:ext cx="3310239" cy="923147"/>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ea typeface="+mn-ea"/>
                <a:cs typeface="+mn-cs"/>
              </a:rPr>
              <a:t>HAUTE DISPONIBILITÉ PENDANT LES PREMIÈRES SEMAINES D’UTILISATION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ea typeface="+mn-ea"/>
                <a:cs typeface="+mn-cs"/>
              </a:rPr>
              <a:t>RÉACTIVITÉ</a:t>
            </a:r>
          </a:p>
        </p:txBody>
      </p:sp>
      <p:sp>
        <p:nvSpPr>
          <p:cNvPr id="78" name="ZoneTexte 77">
            <a:extLst>
              <a:ext uri="{FF2B5EF4-FFF2-40B4-BE49-F238E27FC236}">
                <a16:creationId xmlns:a16="http://schemas.microsoft.com/office/drawing/2014/main" id="{58C117E6-2ED6-2FEA-4D59-29114C985ADD}"/>
              </a:ext>
            </a:extLst>
          </p:cNvPr>
          <p:cNvSpPr txBox="1"/>
          <p:nvPr/>
        </p:nvSpPr>
        <p:spPr>
          <a:xfrm>
            <a:off x="127251" y="2979525"/>
            <a:ext cx="2400503" cy="923147"/>
          </a:xfrm>
          <a:prstGeom prst="rect">
            <a:avLst/>
          </a:prstGeom>
          <a:solidFill>
            <a:schemeClr val="accent3"/>
          </a:solidFill>
          <a:ln>
            <a:noFill/>
          </a:ln>
        </p:spPr>
        <p:style>
          <a:lnRef idx="0">
            <a:scrgbClr r="0" g="0" b="0"/>
          </a:lnRef>
          <a:fillRef idx="0">
            <a:scrgbClr r="0" g="0" b="0"/>
          </a:fillRef>
          <a:effectRef idx="0">
            <a:scrgbClr r="0" g="0" b="0"/>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ea typeface="+mn-ea"/>
                <a:cs typeface="+mn-cs"/>
              </a:rPr>
              <a:t>DEFINIR LES EVOLUTIONS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200" b="0" i="0" u="none" strike="noStrike" kern="1200" cap="none" spc="0" normalizeH="0" baseline="0" noProof="0">
                <a:ln>
                  <a:noFill/>
                </a:ln>
                <a:solidFill>
                  <a:prstClr val="white"/>
                </a:solidFill>
                <a:effectLst/>
                <a:uLnTx/>
                <a:uFillTx/>
                <a:ea typeface="+mn-ea"/>
                <a:cs typeface="+mn-cs"/>
              </a:rPr>
              <a:t>PREPARER LA PROCHAINE ÉTAPE</a:t>
            </a:r>
          </a:p>
        </p:txBody>
      </p:sp>
      <p:pic>
        <p:nvPicPr>
          <p:cNvPr id="79" name="Graphic 1">
            <a:extLst>
              <a:ext uri="{FF2B5EF4-FFF2-40B4-BE49-F238E27FC236}">
                <a16:creationId xmlns:a16="http://schemas.microsoft.com/office/drawing/2014/main" id="{CB88C1E8-3548-8E94-5041-971645332E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153696" y="3144403"/>
            <a:ext cx="1290983" cy="1485891"/>
          </a:xfrm>
          <a:prstGeom prst="rect">
            <a:avLst/>
          </a:prstGeom>
        </p:spPr>
      </p:pic>
      <p:sp>
        <p:nvSpPr>
          <p:cNvPr id="10" name="Espace réservé du numéro de diapositive 9">
            <a:extLst>
              <a:ext uri="{FF2B5EF4-FFF2-40B4-BE49-F238E27FC236}">
                <a16:creationId xmlns:a16="http://schemas.microsoft.com/office/drawing/2014/main" id="{AFB62DB9-1596-7DAC-0F8C-8340DBD837AE}"/>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smtClean="0"/>
              <a:pPr defTabSz="914400">
                <a:defRPr/>
              </a:pPr>
              <a:t>19</a:t>
            </a:fld>
            <a:endParaRPr lang="fr-FR"/>
          </a:p>
        </p:txBody>
      </p:sp>
    </p:spTree>
    <p:extLst>
      <p:ext uri="{BB962C8B-B14F-4D97-AF65-F5344CB8AC3E}">
        <p14:creationId xmlns:p14="http://schemas.microsoft.com/office/powerpoint/2010/main" val="37339662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fade">
                                      <p:cBhvr>
                                        <p:cTn id="7" dur="100"/>
                                        <p:tgtEl>
                                          <p:spTgt spid="6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1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0"/>
                                        </p:tgtEl>
                                        <p:attrNameLst>
                                          <p:attrName>style.visibility</p:attrName>
                                        </p:attrNameLst>
                                      </p:cBhvr>
                                      <p:to>
                                        <p:strVal val="visible"/>
                                      </p:to>
                                    </p:set>
                                    <p:animEffect transition="in" filter="fade">
                                      <p:cBhvr>
                                        <p:cTn id="16" dur="100"/>
                                        <p:tgtEl>
                                          <p:spTgt spid="60"/>
                                        </p:tgtEl>
                                      </p:cBhvr>
                                    </p:animEffect>
                                  </p:childTnLst>
                                </p:cTn>
                              </p:par>
                            </p:childTnLst>
                          </p:cTn>
                        </p:par>
                        <p:par>
                          <p:cTn id="17" fill="hold">
                            <p:stCondLst>
                              <p:cond delay="100"/>
                            </p:stCondLst>
                            <p:childTnLst>
                              <p:par>
                                <p:cTn id="18" presetID="10" presetClass="entr" presetSubtype="0" fill="hold" grpId="0" nodeType="afterEffect">
                                  <p:stCondLst>
                                    <p:cond delay="0"/>
                                  </p:stCondLst>
                                  <p:childTnLst>
                                    <p:set>
                                      <p:cBhvr>
                                        <p:cTn id="19" dur="1" fill="hold">
                                          <p:stCondLst>
                                            <p:cond delay="0"/>
                                          </p:stCondLst>
                                        </p:cTn>
                                        <p:tgtEl>
                                          <p:spTgt spid="56"/>
                                        </p:tgtEl>
                                        <p:attrNameLst>
                                          <p:attrName>style.visibility</p:attrName>
                                        </p:attrNameLst>
                                      </p:cBhvr>
                                      <p:to>
                                        <p:strVal val="visible"/>
                                      </p:to>
                                    </p:set>
                                    <p:animEffect transition="in" filter="fade">
                                      <p:cBhvr>
                                        <p:cTn id="20" dur="100"/>
                                        <p:tgtEl>
                                          <p:spTgt spid="5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fade">
                                      <p:cBhvr>
                                        <p:cTn id="23" dur="100"/>
                                        <p:tgtEl>
                                          <p:spTgt spid="5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1"/>
                                        </p:tgtEl>
                                        <p:attrNameLst>
                                          <p:attrName>style.visibility</p:attrName>
                                        </p:attrNameLst>
                                      </p:cBhvr>
                                      <p:to>
                                        <p:strVal val="visible"/>
                                      </p:to>
                                    </p:set>
                                    <p:animEffect transition="in" filter="fade">
                                      <p:cBhvr>
                                        <p:cTn id="26" dur="100"/>
                                        <p:tgtEl>
                                          <p:spTgt spid="61"/>
                                        </p:tgtEl>
                                      </p:cBhvr>
                                    </p:animEffect>
                                  </p:childTnLst>
                                </p:cTn>
                              </p:par>
                            </p:childTnLst>
                          </p:cTn>
                        </p:par>
                        <p:par>
                          <p:cTn id="27" fill="hold">
                            <p:stCondLst>
                              <p:cond delay="200"/>
                            </p:stCondLst>
                            <p:childTnLst>
                              <p:par>
                                <p:cTn id="28" presetID="10" presetClass="entr" presetSubtype="0" fill="hold" grpId="0" nodeType="after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100"/>
                                        <p:tgtEl>
                                          <p:spTgt spid="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fade">
                                      <p:cBhvr>
                                        <p:cTn id="33" dur="100"/>
                                        <p:tgtEl>
                                          <p:spTgt spid="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62"/>
                                        </p:tgtEl>
                                        <p:attrNameLst>
                                          <p:attrName>style.visibility</p:attrName>
                                        </p:attrNameLst>
                                      </p:cBhvr>
                                      <p:to>
                                        <p:strVal val="visible"/>
                                      </p:to>
                                    </p:set>
                                    <p:animEffect transition="in" filter="fade">
                                      <p:cBhvr>
                                        <p:cTn id="36" dur="100"/>
                                        <p:tgtEl>
                                          <p:spTgt spid="62"/>
                                        </p:tgtEl>
                                      </p:cBhvr>
                                    </p:animEffect>
                                  </p:childTnLst>
                                </p:cTn>
                              </p:par>
                            </p:childTnLst>
                          </p:cTn>
                        </p:par>
                        <p:par>
                          <p:cTn id="37" fill="hold">
                            <p:stCondLst>
                              <p:cond delay="300"/>
                            </p:stCondLst>
                            <p:childTnLst>
                              <p:par>
                                <p:cTn id="38" presetID="10" presetClass="entr" presetSubtype="0" fill="hold" grpId="0" nodeType="after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fade">
                                      <p:cBhvr>
                                        <p:cTn id="40" dur="100"/>
                                        <p:tgtEl>
                                          <p:spTgt spid="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fade">
                                      <p:cBhvr>
                                        <p:cTn id="43" dur="100"/>
                                        <p:tgtEl>
                                          <p:spTgt spid="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63"/>
                                        </p:tgtEl>
                                        <p:attrNameLst>
                                          <p:attrName>style.visibility</p:attrName>
                                        </p:attrNameLst>
                                      </p:cBhvr>
                                      <p:to>
                                        <p:strVal val="visible"/>
                                      </p:to>
                                    </p:set>
                                    <p:animEffect transition="in" filter="fade">
                                      <p:cBhvr>
                                        <p:cTn id="46" dur="100"/>
                                        <p:tgtEl>
                                          <p:spTgt spid="63"/>
                                        </p:tgtEl>
                                      </p:cBhvr>
                                    </p:animEffect>
                                  </p:childTnLst>
                                </p:cTn>
                              </p:par>
                            </p:childTnLst>
                          </p:cTn>
                        </p:par>
                        <p:par>
                          <p:cTn id="47" fill="hold">
                            <p:stCondLst>
                              <p:cond delay="400"/>
                            </p:stCondLst>
                            <p:childTnLst>
                              <p:par>
                                <p:cTn id="48" presetID="10" presetClass="entr" presetSubtype="0" fill="hold" grpId="0" nodeType="afterEffect">
                                  <p:stCondLst>
                                    <p:cond delay="0"/>
                                  </p:stCondLst>
                                  <p:childTnLst>
                                    <p:set>
                                      <p:cBhvr>
                                        <p:cTn id="49" dur="1" fill="hold">
                                          <p:stCondLst>
                                            <p:cond delay="0"/>
                                          </p:stCondLst>
                                        </p:cTn>
                                        <p:tgtEl>
                                          <p:spTgt spid="58"/>
                                        </p:tgtEl>
                                        <p:attrNameLst>
                                          <p:attrName>style.visibility</p:attrName>
                                        </p:attrNameLst>
                                      </p:cBhvr>
                                      <p:to>
                                        <p:strVal val="visible"/>
                                      </p:to>
                                    </p:set>
                                    <p:animEffect transition="in" filter="fade">
                                      <p:cBhvr>
                                        <p:cTn id="50" dur="100"/>
                                        <p:tgtEl>
                                          <p:spTgt spid="5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59"/>
                                        </p:tgtEl>
                                        <p:attrNameLst>
                                          <p:attrName>style.visibility</p:attrName>
                                        </p:attrNameLst>
                                      </p:cBhvr>
                                      <p:to>
                                        <p:strVal val="visible"/>
                                      </p:to>
                                    </p:set>
                                    <p:animEffect transition="in" filter="fade">
                                      <p:cBhvr>
                                        <p:cTn id="53" dur="100"/>
                                        <p:tgtEl>
                                          <p:spTgt spid="5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64"/>
                                        </p:tgtEl>
                                        <p:attrNameLst>
                                          <p:attrName>style.visibility</p:attrName>
                                        </p:attrNameLst>
                                      </p:cBhvr>
                                      <p:to>
                                        <p:strVal val="visible"/>
                                      </p:to>
                                    </p:set>
                                    <p:animEffect transition="in" filter="fade">
                                      <p:cBhvr>
                                        <p:cTn id="56" dur="100"/>
                                        <p:tgtEl>
                                          <p:spTgt spid="64"/>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
                                        </p:tgtEl>
                                        <p:attrNameLst>
                                          <p:attrName>style.visibility</p:attrName>
                                        </p:attrNameLst>
                                      </p:cBhvr>
                                      <p:to>
                                        <p:strVal val="visible"/>
                                      </p:to>
                                    </p:set>
                                    <p:animEffect transition="in" filter="fade">
                                      <p:cBhvr>
                                        <p:cTn id="59" dur="1000"/>
                                        <p:tgtEl>
                                          <p:spTgt spid="2"/>
                                        </p:tgtEl>
                                      </p:cBhvr>
                                    </p:animEffect>
                                  </p:childTnLst>
                                </p:cTn>
                              </p:par>
                            </p:childTnLst>
                          </p:cTn>
                        </p:par>
                        <p:par>
                          <p:cTn id="60" fill="hold">
                            <p:stCondLst>
                              <p:cond delay="1400"/>
                            </p:stCondLst>
                            <p:childTnLst>
                              <p:par>
                                <p:cTn id="61" presetID="10" presetClass="entr" presetSubtype="0" fill="hold" grpId="0" nodeType="afterEffect">
                                  <p:stCondLst>
                                    <p:cond delay="0"/>
                                  </p:stCondLst>
                                  <p:childTnLst>
                                    <p:set>
                                      <p:cBhvr>
                                        <p:cTn id="62" dur="1" fill="hold">
                                          <p:stCondLst>
                                            <p:cond delay="0"/>
                                          </p:stCondLst>
                                        </p:cTn>
                                        <p:tgtEl>
                                          <p:spTgt spid="74"/>
                                        </p:tgtEl>
                                        <p:attrNameLst>
                                          <p:attrName>style.visibility</p:attrName>
                                        </p:attrNameLst>
                                      </p:cBhvr>
                                      <p:to>
                                        <p:strVal val="visible"/>
                                      </p:to>
                                    </p:set>
                                    <p:animEffect transition="in" filter="fade">
                                      <p:cBhvr>
                                        <p:cTn id="63" dur="100"/>
                                        <p:tgtEl>
                                          <p:spTgt spid="74"/>
                                        </p:tgtEl>
                                      </p:cBhvr>
                                    </p:animEffect>
                                  </p:childTnLst>
                                </p:cTn>
                              </p:par>
                            </p:childTnLst>
                          </p:cTn>
                        </p:par>
                        <p:par>
                          <p:cTn id="64" fill="hold">
                            <p:stCondLst>
                              <p:cond delay="1500"/>
                            </p:stCondLst>
                            <p:childTnLst>
                              <p:par>
                                <p:cTn id="65" presetID="10" presetClass="entr" presetSubtype="0" fill="hold" grpId="0" nodeType="afterEffect">
                                  <p:stCondLst>
                                    <p:cond delay="0"/>
                                  </p:stCondLst>
                                  <p:childTnLst>
                                    <p:set>
                                      <p:cBhvr>
                                        <p:cTn id="66" dur="1" fill="hold">
                                          <p:stCondLst>
                                            <p:cond delay="0"/>
                                          </p:stCondLst>
                                        </p:cTn>
                                        <p:tgtEl>
                                          <p:spTgt spid="75"/>
                                        </p:tgtEl>
                                        <p:attrNameLst>
                                          <p:attrName>style.visibility</p:attrName>
                                        </p:attrNameLst>
                                      </p:cBhvr>
                                      <p:to>
                                        <p:strVal val="visible"/>
                                      </p:to>
                                    </p:set>
                                    <p:animEffect transition="in" filter="fade">
                                      <p:cBhvr>
                                        <p:cTn id="67" dur="100"/>
                                        <p:tgtEl>
                                          <p:spTgt spid="75"/>
                                        </p:tgtEl>
                                      </p:cBhvr>
                                    </p:animEffect>
                                  </p:childTnLst>
                                </p:cTn>
                              </p:par>
                            </p:childTnLst>
                          </p:cTn>
                        </p:par>
                        <p:par>
                          <p:cTn id="68" fill="hold">
                            <p:stCondLst>
                              <p:cond delay="1600"/>
                            </p:stCondLst>
                            <p:childTnLst>
                              <p:par>
                                <p:cTn id="69" presetID="10" presetClass="entr" presetSubtype="0" fill="hold" grpId="0" nodeType="afterEffect">
                                  <p:stCondLst>
                                    <p:cond delay="0"/>
                                  </p:stCondLst>
                                  <p:childTnLst>
                                    <p:set>
                                      <p:cBhvr>
                                        <p:cTn id="70" dur="1" fill="hold">
                                          <p:stCondLst>
                                            <p:cond delay="0"/>
                                          </p:stCondLst>
                                        </p:cTn>
                                        <p:tgtEl>
                                          <p:spTgt spid="76"/>
                                        </p:tgtEl>
                                        <p:attrNameLst>
                                          <p:attrName>style.visibility</p:attrName>
                                        </p:attrNameLst>
                                      </p:cBhvr>
                                      <p:to>
                                        <p:strVal val="visible"/>
                                      </p:to>
                                    </p:set>
                                    <p:animEffect transition="in" filter="fade">
                                      <p:cBhvr>
                                        <p:cTn id="71" dur="100"/>
                                        <p:tgtEl>
                                          <p:spTgt spid="76"/>
                                        </p:tgtEl>
                                      </p:cBhvr>
                                    </p:animEffect>
                                  </p:childTnLst>
                                </p:cTn>
                              </p:par>
                            </p:childTnLst>
                          </p:cTn>
                        </p:par>
                        <p:par>
                          <p:cTn id="72" fill="hold">
                            <p:stCondLst>
                              <p:cond delay="1700"/>
                            </p:stCondLst>
                            <p:childTnLst>
                              <p:par>
                                <p:cTn id="73" presetID="10" presetClass="entr" presetSubtype="0" fill="hold" grpId="0" nodeType="afterEffect">
                                  <p:stCondLst>
                                    <p:cond delay="0"/>
                                  </p:stCondLst>
                                  <p:childTnLst>
                                    <p:set>
                                      <p:cBhvr>
                                        <p:cTn id="74" dur="1" fill="hold">
                                          <p:stCondLst>
                                            <p:cond delay="0"/>
                                          </p:stCondLst>
                                        </p:cTn>
                                        <p:tgtEl>
                                          <p:spTgt spid="77"/>
                                        </p:tgtEl>
                                        <p:attrNameLst>
                                          <p:attrName>style.visibility</p:attrName>
                                        </p:attrNameLst>
                                      </p:cBhvr>
                                      <p:to>
                                        <p:strVal val="visible"/>
                                      </p:to>
                                    </p:set>
                                    <p:animEffect transition="in" filter="fade">
                                      <p:cBhvr>
                                        <p:cTn id="75" dur="100"/>
                                        <p:tgtEl>
                                          <p:spTgt spid="77"/>
                                        </p:tgtEl>
                                      </p:cBhvr>
                                    </p:animEffect>
                                  </p:childTnLst>
                                </p:cTn>
                              </p:par>
                            </p:childTnLst>
                          </p:cTn>
                        </p:par>
                        <p:par>
                          <p:cTn id="76" fill="hold">
                            <p:stCondLst>
                              <p:cond delay="1800"/>
                            </p:stCondLst>
                            <p:childTnLst>
                              <p:par>
                                <p:cTn id="77" presetID="10" presetClass="entr" presetSubtype="0" fill="hold" grpId="0" nodeType="afterEffect">
                                  <p:stCondLst>
                                    <p:cond delay="0"/>
                                  </p:stCondLst>
                                  <p:childTnLst>
                                    <p:set>
                                      <p:cBhvr>
                                        <p:cTn id="78" dur="1" fill="hold">
                                          <p:stCondLst>
                                            <p:cond delay="0"/>
                                          </p:stCondLst>
                                        </p:cTn>
                                        <p:tgtEl>
                                          <p:spTgt spid="78"/>
                                        </p:tgtEl>
                                        <p:attrNameLst>
                                          <p:attrName>style.visibility</p:attrName>
                                        </p:attrNameLst>
                                      </p:cBhvr>
                                      <p:to>
                                        <p:strVal val="visible"/>
                                      </p:to>
                                    </p:set>
                                    <p:animEffect transition="in" filter="fade">
                                      <p:cBhvr>
                                        <p:cTn id="79" dur="100"/>
                                        <p:tgtEl>
                                          <p:spTgt spid="78"/>
                                        </p:tgtEl>
                                      </p:cBhvr>
                                    </p:animEffect>
                                  </p:childTnLst>
                                </p:cTn>
                              </p:par>
                            </p:childTnLst>
                          </p:cTn>
                        </p:par>
                        <p:par>
                          <p:cTn id="80" fill="hold">
                            <p:stCondLst>
                              <p:cond delay="1900"/>
                            </p:stCondLst>
                            <p:childTnLst>
                              <p:par>
                                <p:cTn id="81" presetID="10" presetClass="entr" presetSubtype="0" fill="hold" nodeType="afterEffect">
                                  <p:stCondLst>
                                    <p:cond delay="0"/>
                                  </p:stCondLst>
                                  <p:childTnLst>
                                    <p:set>
                                      <p:cBhvr>
                                        <p:cTn id="82" dur="1" fill="hold">
                                          <p:stCondLst>
                                            <p:cond delay="0"/>
                                          </p:stCondLst>
                                        </p:cTn>
                                        <p:tgtEl>
                                          <p:spTgt spid="68"/>
                                        </p:tgtEl>
                                        <p:attrNameLst>
                                          <p:attrName>style.visibility</p:attrName>
                                        </p:attrNameLst>
                                      </p:cBhvr>
                                      <p:to>
                                        <p:strVal val="visible"/>
                                      </p:to>
                                    </p:set>
                                    <p:animEffect transition="in" filter="fade">
                                      <p:cBhvr>
                                        <p:cTn id="83" dur="100"/>
                                        <p:tgtEl>
                                          <p:spTgt spid="68"/>
                                        </p:tgtEl>
                                      </p:cBhvr>
                                    </p:animEffect>
                                  </p:childTnLst>
                                </p:cTn>
                              </p:par>
                            </p:childTnLst>
                          </p:cTn>
                        </p:par>
                        <p:par>
                          <p:cTn id="84" fill="hold">
                            <p:stCondLst>
                              <p:cond delay="2000"/>
                            </p:stCondLst>
                            <p:childTnLst>
                              <p:par>
                                <p:cTn id="85" presetID="10" presetClass="entr" presetSubtype="0" fill="hold" nodeType="afterEffect">
                                  <p:stCondLst>
                                    <p:cond delay="0"/>
                                  </p:stCondLst>
                                  <p:childTnLst>
                                    <p:set>
                                      <p:cBhvr>
                                        <p:cTn id="86" dur="1" fill="hold">
                                          <p:stCondLst>
                                            <p:cond delay="0"/>
                                          </p:stCondLst>
                                        </p:cTn>
                                        <p:tgtEl>
                                          <p:spTgt spid="71"/>
                                        </p:tgtEl>
                                        <p:attrNameLst>
                                          <p:attrName>style.visibility</p:attrName>
                                        </p:attrNameLst>
                                      </p:cBhvr>
                                      <p:to>
                                        <p:strVal val="visible"/>
                                      </p:to>
                                    </p:set>
                                    <p:animEffect transition="in" filter="fade">
                                      <p:cBhvr>
                                        <p:cTn id="87" dur="1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4" grpId="0" animBg="1"/>
      <p:bldP spid="5" grpId="0" animBg="1"/>
      <p:bldP spid="6" grpId="0" animBg="1"/>
      <p:bldP spid="7" grpId="0" animBg="1"/>
      <p:bldP spid="8" grpId="0" animBg="1"/>
      <p:bldP spid="56" grpId="0" animBg="1"/>
      <p:bldP spid="57" grpId="0" animBg="1"/>
      <p:bldP spid="58" grpId="0" animBg="1"/>
      <p:bldP spid="59" grpId="0" animBg="1"/>
      <p:bldP spid="60" grpId="0" animBg="1"/>
      <p:bldP spid="61" grpId="0" animBg="1"/>
      <p:bldP spid="62" grpId="0" animBg="1"/>
      <p:bldP spid="63" grpId="0" animBg="1"/>
      <p:bldP spid="64" grpId="0" animBg="1"/>
      <p:bldP spid="74" grpId="0" animBg="1"/>
      <p:bldP spid="75" grpId="0" animBg="1"/>
      <p:bldP spid="76" grpId="0" animBg="1"/>
      <p:bldP spid="77" grpId="0" animBg="1"/>
      <p:bldP spid="7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671DA0-7E53-B9D6-D6DC-70B8E4333104}"/>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2A54BAFF-B771-05F2-2AC9-3E42020C2881}"/>
              </a:ext>
            </a:extLst>
          </p:cNvPr>
          <p:cNvSpPr>
            <a:spLocks noGrp="1"/>
          </p:cNvSpPr>
          <p:nvPr>
            <p:ph type="ctrTitle"/>
          </p:nvPr>
        </p:nvSpPr>
        <p:spPr>
          <a:xfrm>
            <a:off x="215900" y="1897856"/>
            <a:ext cx="5880100" cy="3060700"/>
          </a:xfrm>
        </p:spPr>
        <p:txBody>
          <a:bodyPr anchor="ctr">
            <a:normAutofit/>
          </a:bodyPr>
          <a:lstStyle/>
          <a:p>
            <a:r>
              <a:rPr lang="fr-FR" sz="6000">
                <a:latin typeface="+mj-lt"/>
              </a:rPr>
              <a:t>PHASE D’ANALYSE</a:t>
            </a:r>
            <a:endParaRPr lang="en-US" sz="6000">
              <a:latin typeface="+mj-lt"/>
            </a:endParaRPr>
          </a:p>
        </p:txBody>
      </p:sp>
      <p:pic>
        <p:nvPicPr>
          <p:cNvPr id="7" name="Espace réservé du contenu 6">
            <a:extLst>
              <a:ext uri="{FF2B5EF4-FFF2-40B4-BE49-F238E27FC236}">
                <a16:creationId xmlns:a16="http://schemas.microsoft.com/office/drawing/2014/main" id="{E1A69FE8-A522-12AF-EB2E-5157172CD340}"/>
              </a:ext>
            </a:extLst>
          </p:cNvPr>
          <p:cNvPicPr>
            <a:picLocks noGrp="1" noChangeAspect="1"/>
          </p:cNvPicPr>
          <p:nvPr>
            <p:ph sz="quarter" idx="11"/>
          </p:nvPr>
        </p:nvPicPr>
        <p:blipFill>
          <a:blip r:embed="rId3">
            <a:extLst>
              <a:ext uri="{96DAC541-7B7A-43D3-8B79-37D633B846F1}">
                <asvg:svgBlip xmlns:asvg="http://schemas.microsoft.com/office/drawing/2016/SVG/main" r:embed="rId4"/>
              </a:ext>
            </a:extLst>
          </a:blip>
          <a:stretch/>
        </p:blipFill>
        <p:spPr>
          <a:xfrm>
            <a:off x="6144987" y="1347787"/>
            <a:ext cx="4160838" cy="4160838"/>
          </a:xfrm>
          <a:prstGeom prst="rect">
            <a:avLst/>
          </a:prstGeom>
        </p:spPr>
      </p:pic>
      <p:sp>
        <p:nvSpPr>
          <p:cNvPr id="2" name="Espace réservé du numéro de diapositive 1">
            <a:extLst>
              <a:ext uri="{FF2B5EF4-FFF2-40B4-BE49-F238E27FC236}">
                <a16:creationId xmlns:a16="http://schemas.microsoft.com/office/drawing/2014/main" id="{82183004-9FB3-7871-9330-236BE7AE07D9}"/>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bg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smtClean="0"/>
              <a:pPr defTabSz="914400">
                <a:defRPr/>
              </a:pPr>
              <a:t>20</a:t>
            </a:fld>
            <a:endParaRPr lang="fr-FR"/>
          </a:p>
        </p:txBody>
      </p:sp>
    </p:spTree>
    <p:extLst>
      <p:ext uri="{BB962C8B-B14F-4D97-AF65-F5344CB8AC3E}">
        <p14:creationId xmlns:p14="http://schemas.microsoft.com/office/powerpoint/2010/main" val="2563307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7816363B-8BDE-FB4D-8B78-7308AABFFED5}"/>
              </a:ext>
            </a:extLst>
          </p:cNvPr>
          <p:cNvSpPr>
            <a:spLocks noGrp="1"/>
          </p:cNvSpPr>
          <p:nvPr>
            <p:ph type="title"/>
          </p:nvPr>
        </p:nvSpPr>
        <p:spPr/>
        <p:txBody>
          <a:bodyPr/>
          <a:lstStyle/>
          <a:p>
            <a:r>
              <a:rPr lang="fr-FR">
                <a:latin typeface="+mj-lt"/>
              </a:rPr>
              <a:t>PHASE D’ANALYSE</a:t>
            </a:r>
            <a:br>
              <a:rPr lang="fr-FR">
                <a:latin typeface="+mj-lt"/>
              </a:rPr>
            </a:br>
            <a:r>
              <a:rPr lang="fr-FR" b="0">
                <a:latin typeface="+mj-lt"/>
              </a:rPr>
              <a:t>PROGRESSION DE L’ANALYSE</a:t>
            </a:r>
            <a:endParaRPr lang="en-US" b="0">
              <a:latin typeface="+mj-lt"/>
            </a:endParaRPr>
          </a:p>
        </p:txBody>
      </p:sp>
      <p:sp>
        <p:nvSpPr>
          <p:cNvPr id="6" name="Rectangle : coins arrondis 5">
            <a:extLst>
              <a:ext uri="{FF2B5EF4-FFF2-40B4-BE49-F238E27FC236}">
                <a16:creationId xmlns:a16="http://schemas.microsoft.com/office/drawing/2014/main" id="{B7369BE3-679C-2C0C-B283-E2B3FAEA3236}"/>
              </a:ext>
            </a:extLst>
          </p:cNvPr>
          <p:cNvSpPr/>
          <p:nvPr/>
        </p:nvSpPr>
        <p:spPr>
          <a:xfrm>
            <a:off x="998318" y="5120551"/>
            <a:ext cx="3750659" cy="1401438"/>
          </a:xfrm>
          <a:prstGeom prst="roundRect">
            <a:avLst>
              <a:gd name="adj" fmla="val 20877"/>
            </a:avLst>
          </a:prstGeom>
          <a:gradFill>
            <a:gsLst>
              <a:gs pos="0">
                <a:srgbClr val="714B67"/>
              </a:gs>
              <a:gs pos="100000">
                <a:srgbClr val="BA131A"/>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7" name="Rectangle : coins arrondis 6">
            <a:extLst>
              <a:ext uri="{FF2B5EF4-FFF2-40B4-BE49-F238E27FC236}">
                <a16:creationId xmlns:a16="http://schemas.microsoft.com/office/drawing/2014/main" id="{6927A68B-599F-214C-1D09-F9FD3157DFF8}"/>
              </a:ext>
            </a:extLst>
          </p:cNvPr>
          <p:cNvSpPr/>
          <p:nvPr/>
        </p:nvSpPr>
        <p:spPr>
          <a:xfrm>
            <a:off x="988589" y="2064485"/>
            <a:ext cx="3762074" cy="2777723"/>
          </a:xfrm>
          <a:prstGeom prst="roundRect">
            <a:avLst>
              <a:gd name="adj" fmla="val 10296"/>
            </a:avLst>
          </a:prstGeom>
          <a:gradFill>
            <a:gsLst>
              <a:gs pos="0">
                <a:srgbClr val="714B67"/>
              </a:gs>
              <a:gs pos="100000">
                <a:srgbClr val="BA131A"/>
              </a:gs>
            </a:gsLst>
            <a:lin ang="81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8" name="ZoneTexte 7">
            <a:extLst>
              <a:ext uri="{FF2B5EF4-FFF2-40B4-BE49-F238E27FC236}">
                <a16:creationId xmlns:a16="http://schemas.microsoft.com/office/drawing/2014/main" id="{EB957278-7555-363E-499E-F117BCD5B15B}"/>
              </a:ext>
            </a:extLst>
          </p:cNvPr>
          <p:cNvSpPr txBox="1"/>
          <p:nvPr/>
        </p:nvSpPr>
        <p:spPr>
          <a:xfrm>
            <a:off x="1067040" y="2991681"/>
            <a:ext cx="3403176" cy="738664"/>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fr-FR" sz="1800" b="1">
                <a:solidFill>
                  <a:schemeClr val="bg1"/>
                </a:solidFill>
              </a:rPr>
              <a:t>ANALYSE</a:t>
            </a:r>
            <a:br>
              <a:rPr lang="fr-FR">
                <a:solidFill>
                  <a:schemeClr val="bg1"/>
                </a:solidFill>
              </a:rPr>
            </a:br>
            <a:r>
              <a:rPr lang="fr-FR" sz="1200">
                <a:solidFill>
                  <a:schemeClr val="bg1"/>
                </a:solidFill>
              </a:rPr>
              <a:t>Nous définissons et concevons le périmètre de votre projet en collaboration avec vous.</a:t>
            </a:r>
            <a:endParaRPr kumimoji="0" lang="fr-FR" altLang="fr-FR" sz="1200" b="0" i="0" u="none" strike="noStrike" cap="none" normalizeH="0" baseline="0">
              <a:ln>
                <a:noFill/>
              </a:ln>
              <a:solidFill>
                <a:schemeClr val="bg1"/>
              </a:solidFill>
              <a:effectLst/>
            </a:endParaRPr>
          </a:p>
        </p:txBody>
      </p:sp>
      <p:sp>
        <p:nvSpPr>
          <p:cNvPr id="9" name="ZoneTexte 8">
            <a:extLst>
              <a:ext uri="{FF2B5EF4-FFF2-40B4-BE49-F238E27FC236}">
                <a16:creationId xmlns:a16="http://schemas.microsoft.com/office/drawing/2014/main" id="{E09938BD-3B1A-CD1D-996A-42E8C0FC46BC}"/>
              </a:ext>
            </a:extLst>
          </p:cNvPr>
          <p:cNvSpPr txBox="1"/>
          <p:nvPr/>
        </p:nvSpPr>
        <p:spPr>
          <a:xfrm>
            <a:off x="1076768" y="5374994"/>
            <a:ext cx="3444555" cy="89255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lang="fr-FR" sz="1600" b="1">
                <a:solidFill>
                  <a:schemeClr val="bg1"/>
                </a:solidFill>
              </a:rPr>
              <a:t>ESTIMATION &amp; PLANIFICATION</a:t>
            </a:r>
            <a:br>
              <a:rPr lang="fr-FR">
                <a:solidFill>
                  <a:schemeClr val="bg1"/>
                </a:solidFill>
              </a:rPr>
            </a:br>
            <a:r>
              <a:rPr lang="fr-FR" sz="1200">
                <a:solidFill>
                  <a:schemeClr val="bg1"/>
                </a:solidFill>
              </a:rPr>
              <a:t>Vous recevez une estimation détaillée et un calendrier à approuver avant le début du projet.</a:t>
            </a:r>
            <a:endParaRPr kumimoji="0" lang="fr-FR" altLang="fr-FR" sz="1200" b="0" i="0" u="none" strike="noStrike" cap="none" normalizeH="0" baseline="0">
              <a:ln>
                <a:noFill/>
              </a:ln>
              <a:solidFill>
                <a:schemeClr val="bg1"/>
              </a:solidFill>
              <a:effectLst/>
            </a:endParaRPr>
          </a:p>
        </p:txBody>
      </p:sp>
      <p:grpSp>
        <p:nvGrpSpPr>
          <p:cNvPr id="10" name="Groupe 9">
            <a:extLst>
              <a:ext uri="{FF2B5EF4-FFF2-40B4-BE49-F238E27FC236}">
                <a16:creationId xmlns:a16="http://schemas.microsoft.com/office/drawing/2014/main" id="{44E1BDCE-93B6-A193-3D59-82912730BFF5}"/>
              </a:ext>
            </a:extLst>
          </p:cNvPr>
          <p:cNvGrpSpPr/>
          <p:nvPr/>
        </p:nvGrpSpPr>
        <p:grpSpPr>
          <a:xfrm>
            <a:off x="247583" y="3207965"/>
            <a:ext cx="490762" cy="490762"/>
            <a:chOff x="4244205" y="82346"/>
            <a:chExt cx="696119" cy="696119"/>
          </a:xfrm>
        </p:grpSpPr>
        <p:sp>
          <p:nvSpPr>
            <p:cNvPr id="11" name="Ellipse 10">
              <a:extLst>
                <a:ext uri="{FF2B5EF4-FFF2-40B4-BE49-F238E27FC236}">
                  <a16:creationId xmlns:a16="http://schemas.microsoft.com/office/drawing/2014/main" id="{5A30DD96-808D-D98E-2E79-96131C4D607B}"/>
                </a:ext>
              </a:extLst>
            </p:cNvPr>
            <p:cNvSpPr/>
            <p:nvPr/>
          </p:nvSpPr>
          <p:spPr>
            <a:xfrm>
              <a:off x="4244205" y="82346"/>
              <a:ext cx="696119" cy="69611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2" name="Google Shape;10712;p75">
              <a:extLst>
                <a:ext uri="{FF2B5EF4-FFF2-40B4-BE49-F238E27FC236}">
                  <a16:creationId xmlns:a16="http://schemas.microsoft.com/office/drawing/2014/main" id="{4FFFF51B-9AD0-F75D-EC7D-08A35EC3B8A9}"/>
                </a:ext>
              </a:extLst>
            </p:cNvPr>
            <p:cNvGrpSpPr/>
            <p:nvPr/>
          </p:nvGrpSpPr>
          <p:grpSpPr>
            <a:xfrm>
              <a:off x="4392941" y="239794"/>
              <a:ext cx="398646" cy="381222"/>
              <a:chOff x="5045500" y="842250"/>
              <a:chExt cx="503875" cy="481850"/>
            </a:xfrm>
            <a:solidFill>
              <a:schemeClr val="bg1"/>
            </a:solidFill>
          </p:grpSpPr>
          <p:sp>
            <p:nvSpPr>
              <p:cNvPr id="13" name="Google Shape;10713;p75">
                <a:extLst>
                  <a:ext uri="{FF2B5EF4-FFF2-40B4-BE49-F238E27FC236}">
                    <a16:creationId xmlns:a16="http://schemas.microsoft.com/office/drawing/2014/main" id="{CD8D57EC-3318-467E-4236-3055F0A3556E}"/>
                  </a:ext>
                </a:extLst>
              </p:cNvPr>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14" name="Google Shape;10714;p75">
                <a:extLst>
                  <a:ext uri="{FF2B5EF4-FFF2-40B4-BE49-F238E27FC236}">
                    <a16:creationId xmlns:a16="http://schemas.microsoft.com/office/drawing/2014/main" id="{4B34A569-3AC0-0CC5-7C8F-28E015BDF2AB}"/>
                  </a:ext>
                </a:extLst>
              </p:cNvPr>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grpSp>
      </p:grpSp>
      <p:grpSp>
        <p:nvGrpSpPr>
          <p:cNvPr id="15" name="Groupe 14">
            <a:extLst>
              <a:ext uri="{FF2B5EF4-FFF2-40B4-BE49-F238E27FC236}">
                <a16:creationId xmlns:a16="http://schemas.microsoft.com/office/drawing/2014/main" id="{AB637B0A-4D26-F15C-DEB1-37263A9B54BF}"/>
              </a:ext>
            </a:extLst>
          </p:cNvPr>
          <p:cNvGrpSpPr/>
          <p:nvPr/>
        </p:nvGrpSpPr>
        <p:grpSpPr>
          <a:xfrm>
            <a:off x="247583" y="5575889"/>
            <a:ext cx="490762" cy="490762"/>
            <a:chOff x="26565" y="2889250"/>
            <a:chExt cx="696119" cy="696119"/>
          </a:xfrm>
        </p:grpSpPr>
        <p:sp>
          <p:nvSpPr>
            <p:cNvPr id="16" name="Ellipse 15">
              <a:extLst>
                <a:ext uri="{FF2B5EF4-FFF2-40B4-BE49-F238E27FC236}">
                  <a16:creationId xmlns:a16="http://schemas.microsoft.com/office/drawing/2014/main" id="{E027FB88-94BE-F2B9-D4D2-C644B1D3CA9D}"/>
                </a:ext>
              </a:extLst>
            </p:cNvPr>
            <p:cNvSpPr/>
            <p:nvPr/>
          </p:nvSpPr>
          <p:spPr>
            <a:xfrm>
              <a:off x="26565" y="2889250"/>
              <a:ext cx="696119" cy="696119"/>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nvGrpSpPr>
            <p:cNvPr id="17" name="Google Shape;10680;p75">
              <a:extLst>
                <a:ext uri="{FF2B5EF4-FFF2-40B4-BE49-F238E27FC236}">
                  <a16:creationId xmlns:a16="http://schemas.microsoft.com/office/drawing/2014/main" id="{06749636-656B-8102-A144-9D3C6C0980E9}"/>
                </a:ext>
              </a:extLst>
            </p:cNvPr>
            <p:cNvGrpSpPr/>
            <p:nvPr/>
          </p:nvGrpSpPr>
          <p:grpSpPr>
            <a:xfrm>
              <a:off x="220886" y="3083571"/>
              <a:ext cx="307476" cy="307476"/>
              <a:chOff x="5660400" y="238125"/>
              <a:chExt cx="481825" cy="481825"/>
            </a:xfrm>
            <a:solidFill>
              <a:schemeClr val="bg1"/>
            </a:solidFill>
          </p:grpSpPr>
          <p:sp>
            <p:nvSpPr>
              <p:cNvPr id="18" name="Google Shape;10681;p75">
                <a:extLst>
                  <a:ext uri="{FF2B5EF4-FFF2-40B4-BE49-F238E27FC236}">
                    <a16:creationId xmlns:a16="http://schemas.microsoft.com/office/drawing/2014/main" id="{BA6AC71F-D363-BDFA-CDDB-07405A771C15}"/>
                  </a:ext>
                </a:extLst>
              </p:cNvPr>
              <p:cNvSpPr/>
              <p:nvPr/>
            </p:nvSpPr>
            <p:spPr>
              <a:xfrm>
                <a:off x="5660400" y="436700"/>
                <a:ext cx="481825" cy="283250"/>
              </a:xfrm>
              <a:custGeom>
                <a:avLst/>
                <a:gdLst/>
                <a:ahLst/>
                <a:cxnLst/>
                <a:rect l="l" t="t" r="r" b="b"/>
                <a:pathLst>
                  <a:path w="19273" h="11330" extrusionOk="0">
                    <a:moveTo>
                      <a:pt x="5120" y="1130"/>
                    </a:moveTo>
                    <a:cubicBezTo>
                      <a:pt x="5433" y="1130"/>
                      <a:pt x="5683" y="1380"/>
                      <a:pt x="5683" y="1693"/>
                    </a:cubicBezTo>
                    <a:cubicBezTo>
                      <a:pt x="5683" y="2006"/>
                      <a:pt x="5433" y="2259"/>
                      <a:pt x="5120" y="2259"/>
                    </a:cubicBezTo>
                    <a:lnTo>
                      <a:pt x="2861" y="2259"/>
                    </a:lnTo>
                    <a:cubicBezTo>
                      <a:pt x="2548" y="2259"/>
                      <a:pt x="2298" y="2006"/>
                      <a:pt x="2298" y="1693"/>
                    </a:cubicBezTo>
                    <a:cubicBezTo>
                      <a:pt x="2298" y="1380"/>
                      <a:pt x="2548" y="1130"/>
                      <a:pt x="2861" y="1130"/>
                    </a:cubicBezTo>
                    <a:close/>
                    <a:moveTo>
                      <a:pt x="10766" y="1130"/>
                    </a:moveTo>
                    <a:cubicBezTo>
                      <a:pt x="11079" y="1130"/>
                      <a:pt x="11329" y="1380"/>
                      <a:pt x="11329" y="1693"/>
                    </a:cubicBezTo>
                    <a:cubicBezTo>
                      <a:pt x="11329" y="2006"/>
                      <a:pt x="11079" y="2259"/>
                      <a:pt x="10766" y="2259"/>
                    </a:cubicBezTo>
                    <a:lnTo>
                      <a:pt x="8507" y="2259"/>
                    </a:lnTo>
                    <a:cubicBezTo>
                      <a:pt x="8194" y="2259"/>
                      <a:pt x="7944" y="2006"/>
                      <a:pt x="7944" y="1693"/>
                    </a:cubicBezTo>
                    <a:cubicBezTo>
                      <a:pt x="7944" y="1380"/>
                      <a:pt x="8194" y="1130"/>
                      <a:pt x="8507" y="1130"/>
                    </a:cubicBezTo>
                    <a:close/>
                    <a:moveTo>
                      <a:pt x="16412" y="1130"/>
                    </a:moveTo>
                    <a:cubicBezTo>
                      <a:pt x="16725" y="1130"/>
                      <a:pt x="16975" y="1380"/>
                      <a:pt x="16975" y="1693"/>
                    </a:cubicBezTo>
                    <a:cubicBezTo>
                      <a:pt x="16975" y="2006"/>
                      <a:pt x="16725" y="2259"/>
                      <a:pt x="16412" y="2259"/>
                    </a:cubicBezTo>
                    <a:lnTo>
                      <a:pt x="14153" y="2259"/>
                    </a:lnTo>
                    <a:cubicBezTo>
                      <a:pt x="13840" y="2259"/>
                      <a:pt x="13590" y="2006"/>
                      <a:pt x="13590" y="1693"/>
                    </a:cubicBezTo>
                    <a:cubicBezTo>
                      <a:pt x="13590" y="1380"/>
                      <a:pt x="13840" y="1130"/>
                      <a:pt x="14153" y="1130"/>
                    </a:cubicBezTo>
                    <a:close/>
                    <a:moveTo>
                      <a:pt x="5120" y="4518"/>
                    </a:moveTo>
                    <a:cubicBezTo>
                      <a:pt x="5433" y="4518"/>
                      <a:pt x="5683" y="4767"/>
                      <a:pt x="5683" y="5081"/>
                    </a:cubicBezTo>
                    <a:cubicBezTo>
                      <a:pt x="5683" y="5394"/>
                      <a:pt x="5433" y="5647"/>
                      <a:pt x="5120" y="5647"/>
                    </a:cubicBezTo>
                    <a:lnTo>
                      <a:pt x="2861" y="5647"/>
                    </a:lnTo>
                    <a:cubicBezTo>
                      <a:pt x="2548" y="5647"/>
                      <a:pt x="2298" y="5394"/>
                      <a:pt x="2298" y="5081"/>
                    </a:cubicBezTo>
                    <a:cubicBezTo>
                      <a:pt x="2298" y="4767"/>
                      <a:pt x="2548" y="4518"/>
                      <a:pt x="2861" y="4518"/>
                    </a:cubicBezTo>
                    <a:close/>
                    <a:moveTo>
                      <a:pt x="10766" y="4518"/>
                    </a:moveTo>
                    <a:cubicBezTo>
                      <a:pt x="11079" y="4518"/>
                      <a:pt x="11329" y="4767"/>
                      <a:pt x="11329" y="5081"/>
                    </a:cubicBezTo>
                    <a:cubicBezTo>
                      <a:pt x="11329" y="5394"/>
                      <a:pt x="11079" y="5647"/>
                      <a:pt x="10766" y="5647"/>
                    </a:cubicBezTo>
                    <a:lnTo>
                      <a:pt x="8507" y="5647"/>
                    </a:lnTo>
                    <a:cubicBezTo>
                      <a:pt x="8194" y="5647"/>
                      <a:pt x="7944" y="5394"/>
                      <a:pt x="7944" y="5081"/>
                    </a:cubicBezTo>
                    <a:cubicBezTo>
                      <a:pt x="7944" y="4767"/>
                      <a:pt x="8194" y="4518"/>
                      <a:pt x="8507" y="4518"/>
                    </a:cubicBezTo>
                    <a:close/>
                    <a:moveTo>
                      <a:pt x="16412" y="4518"/>
                    </a:moveTo>
                    <a:cubicBezTo>
                      <a:pt x="16725" y="4518"/>
                      <a:pt x="16975" y="4767"/>
                      <a:pt x="16975" y="5081"/>
                    </a:cubicBezTo>
                    <a:cubicBezTo>
                      <a:pt x="16975" y="5394"/>
                      <a:pt x="16725" y="5647"/>
                      <a:pt x="16412" y="5647"/>
                    </a:cubicBezTo>
                    <a:lnTo>
                      <a:pt x="14153" y="5647"/>
                    </a:lnTo>
                    <a:cubicBezTo>
                      <a:pt x="13840" y="5647"/>
                      <a:pt x="13590" y="5394"/>
                      <a:pt x="13590" y="5081"/>
                    </a:cubicBezTo>
                    <a:cubicBezTo>
                      <a:pt x="13590" y="4767"/>
                      <a:pt x="13840" y="4518"/>
                      <a:pt x="14153" y="4518"/>
                    </a:cubicBezTo>
                    <a:close/>
                    <a:moveTo>
                      <a:pt x="5120" y="7941"/>
                    </a:moveTo>
                    <a:cubicBezTo>
                      <a:pt x="5433" y="7941"/>
                      <a:pt x="5683" y="8194"/>
                      <a:pt x="5683" y="8507"/>
                    </a:cubicBezTo>
                    <a:cubicBezTo>
                      <a:pt x="5683" y="8818"/>
                      <a:pt x="5433" y="9071"/>
                      <a:pt x="5120" y="9071"/>
                    </a:cubicBezTo>
                    <a:lnTo>
                      <a:pt x="2861" y="9071"/>
                    </a:lnTo>
                    <a:cubicBezTo>
                      <a:pt x="2548" y="9071"/>
                      <a:pt x="2298" y="8818"/>
                      <a:pt x="2298" y="8507"/>
                    </a:cubicBezTo>
                    <a:cubicBezTo>
                      <a:pt x="2298" y="8194"/>
                      <a:pt x="2548" y="7941"/>
                      <a:pt x="2861" y="7941"/>
                    </a:cubicBezTo>
                    <a:close/>
                    <a:moveTo>
                      <a:pt x="10766" y="7941"/>
                    </a:moveTo>
                    <a:cubicBezTo>
                      <a:pt x="11079" y="7941"/>
                      <a:pt x="11329" y="8194"/>
                      <a:pt x="11329" y="8507"/>
                    </a:cubicBezTo>
                    <a:cubicBezTo>
                      <a:pt x="11329" y="8818"/>
                      <a:pt x="11079" y="9071"/>
                      <a:pt x="10766" y="9071"/>
                    </a:cubicBezTo>
                    <a:lnTo>
                      <a:pt x="8507" y="9071"/>
                    </a:lnTo>
                    <a:cubicBezTo>
                      <a:pt x="8194" y="9071"/>
                      <a:pt x="7944" y="8818"/>
                      <a:pt x="7944" y="8507"/>
                    </a:cubicBezTo>
                    <a:cubicBezTo>
                      <a:pt x="7944" y="8194"/>
                      <a:pt x="8194" y="7941"/>
                      <a:pt x="8507" y="7941"/>
                    </a:cubicBezTo>
                    <a:close/>
                    <a:moveTo>
                      <a:pt x="16412" y="7941"/>
                    </a:moveTo>
                    <a:cubicBezTo>
                      <a:pt x="16725" y="7941"/>
                      <a:pt x="16975" y="8194"/>
                      <a:pt x="16975" y="8507"/>
                    </a:cubicBezTo>
                    <a:cubicBezTo>
                      <a:pt x="16975" y="8818"/>
                      <a:pt x="16725" y="9071"/>
                      <a:pt x="16412" y="9071"/>
                    </a:cubicBezTo>
                    <a:lnTo>
                      <a:pt x="14153" y="9071"/>
                    </a:lnTo>
                    <a:cubicBezTo>
                      <a:pt x="13840" y="9071"/>
                      <a:pt x="13590" y="8818"/>
                      <a:pt x="13590" y="8507"/>
                    </a:cubicBezTo>
                    <a:cubicBezTo>
                      <a:pt x="13590" y="8194"/>
                      <a:pt x="13840" y="7941"/>
                      <a:pt x="14153" y="7941"/>
                    </a:cubicBezTo>
                    <a:close/>
                    <a:moveTo>
                      <a:pt x="1" y="1"/>
                    </a:moveTo>
                    <a:lnTo>
                      <a:pt x="1" y="9637"/>
                    </a:lnTo>
                    <a:cubicBezTo>
                      <a:pt x="1" y="10570"/>
                      <a:pt x="759" y="11329"/>
                      <a:pt x="1696" y="11329"/>
                    </a:cubicBezTo>
                    <a:lnTo>
                      <a:pt x="17580" y="11329"/>
                    </a:lnTo>
                    <a:cubicBezTo>
                      <a:pt x="18514" y="11329"/>
                      <a:pt x="19273" y="10570"/>
                      <a:pt x="19273" y="9637"/>
                    </a:cubicBezTo>
                    <a:lnTo>
                      <a:pt x="19273" y="1"/>
                    </a:ln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19" name="Google Shape;10682;p75">
                <a:extLst>
                  <a:ext uri="{FF2B5EF4-FFF2-40B4-BE49-F238E27FC236}">
                    <a16:creationId xmlns:a16="http://schemas.microsoft.com/office/drawing/2014/main" id="{26E3090E-A5FD-18EB-2709-9E6E9F0456D2}"/>
                  </a:ext>
                </a:extLst>
              </p:cNvPr>
              <p:cNvSpPr/>
              <p:nvPr/>
            </p:nvSpPr>
            <p:spPr>
              <a:xfrm>
                <a:off x="5660400" y="238125"/>
                <a:ext cx="481825" cy="170375"/>
              </a:xfrm>
              <a:custGeom>
                <a:avLst/>
                <a:gdLst/>
                <a:ahLst/>
                <a:cxnLst/>
                <a:rect l="l" t="t" r="r" b="b"/>
                <a:pathLst>
                  <a:path w="19273" h="6815" extrusionOk="0">
                    <a:moveTo>
                      <a:pt x="3990" y="1129"/>
                    </a:moveTo>
                    <a:cubicBezTo>
                      <a:pt x="4304" y="1129"/>
                      <a:pt x="4557" y="1382"/>
                      <a:pt x="4557" y="1695"/>
                    </a:cubicBezTo>
                    <a:lnTo>
                      <a:pt x="4557" y="3954"/>
                    </a:lnTo>
                    <a:cubicBezTo>
                      <a:pt x="4557" y="4264"/>
                      <a:pt x="4304" y="4517"/>
                      <a:pt x="3990" y="4517"/>
                    </a:cubicBezTo>
                    <a:cubicBezTo>
                      <a:pt x="3677" y="4517"/>
                      <a:pt x="3427" y="4264"/>
                      <a:pt x="3427" y="3954"/>
                    </a:cubicBezTo>
                    <a:lnTo>
                      <a:pt x="3427" y="1695"/>
                    </a:lnTo>
                    <a:cubicBezTo>
                      <a:pt x="3427" y="1382"/>
                      <a:pt x="3677" y="1129"/>
                      <a:pt x="3990" y="1129"/>
                    </a:cubicBezTo>
                    <a:close/>
                    <a:moveTo>
                      <a:pt x="9637" y="1129"/>
                    </a:moveTo>
                    <a:cubicBezTo>
                      <a:pt x="9950" y="1129"/>
                      <a:pt x="10203" y="1382"/>
                      <a:pt x="10203" y="1695"/>
                    </a:cubicBezTo>
                    <a:lnTo>
                      <a:pt x="10203" y="3954"/>
                    </a:lnTo>
                    <a:cubicBezTo>
                      <a:pt x="10203" y="4264"/>
                      <a:pt x="9950" y="4517"/>
                      <a:pt x="9637" y="4517"/>
                    </a:cubicBezTo>
                    <a:cubicBezTo>
                      <a:pt x="9323" y="4517"/>
                      <a:pt x="9073" y="4264"/>
                      <a:pt x="9073" y="3954"/>
                    </a:cubicBezTo>
                    <a:lnTo>
                      <a:pt x="9073" y="1695"/>
                    </a:lnTo>
                    <a:cubicBezTo>
                      <a:pt x="9073" y="1382"/>
                      <a:pt x="9323" y="1129"/>
                      <a:pt x="9637" y="1129"/>
                    </a:cubicBezTo>
                    <a:close/>
                    <a:moveTo>
                      <a:pt x="15283" y="1129"/>
                    </a:moveTo>
                    <a:cubicBezTo>
                      <a:pt x="15596" y="1129"/>
                      <a:pt x="15849" y="1382"/>
                      <a:pt x="15849" y="1695"/>
                    </a:cubicBezTo>
                    <a:lnTo>
                      <a:pt x="15849" y="3954"/>
                    </a:lnTo>
                    <a:cubicBezTo>
                      <a:pt x="15849" y="4264"/>
                      <a:pt x="15596" y="4517"/>
                      <a:pt x="15283" y="4517"/>
                    </a:cubicBezTo>
                    <a:cubicBezTo>
                      <a:pt x="14969" y="4517"/>
                      <a:pt x="14719" y="4264"/>
                      <a:pt x="14719" y="3954"/>
                    </a:cubicBezTo>
                    <a:lnTo>
                      <a:pt x="14719" y="1695"/>
                    </a:lnTo>
                    <a:cubicBezTo>
                      <a:pt x="14719" y="1382"/>
                      <a:pt x="14969" y="1129"/>
                      <a:pt x="15283" y="1129"/>
                    </a:cubicBezTo>
                    <a:close/>
                    <a:moveTo>
                      <a:pt x="3990" y="0"/>
                    </a:moveTo>
                    <a:cubicBezTo>
                      <a:pt x="3054" y="0"/>
                      <a:pt x="2298" y="759"/>
                      <a:pt x="2298" y="1695"/>
                    </a:cubicBezTo>
                    <a:lnTo>
                      <a:pt x="2298" y="2258"/>
                    </a:lnTo>
                    <a:lnTo>
                      <a:pt x="1696" y="2258"/>
                    </a:lnTo>
                    <a:cubicBezTo>
                      <a:pt x="759" y="2258"/>
                      <a:pt x="1" y="3017"/>
                      <a:pt x="1" y="3954"/>
                    </a:cubicBezTo>
                    <a:lnTo>
                      <a:pt x="1" y="6814"/>
                    </a:lnTo>
                    <a:lnTo>
                      <a:pt x="19273" y="6814"/>
                    </a:lnTo>
                    <a:lnTo>
                      <a:pt x="19273" y="3954"/>
                    </a:lnTo>
                    <a:cubicBezTo>
                      <a:pt x="19273" y="3017"/>
                      <a:pt x="18514" y="2258"/>
                      <a:pt x="17580" y="2258"/>
                    </a:cubicBezTo>
                    <a:lnTo>
                      <a:pt x="16978" y="2258"/>
                    </a:lnTo>
                    <a:lnTo>
                      <a:pt x="16978" y="1695"/>
                    </a:lnTo>
                    <a:cubicBezTo>
                      <a:pt x="16978" y="759"/>
                      <a:pt x="16219" y="0"/>
                      <a:pt x="15283" y="0"/>
                    </a:cubicBezTo>
                    <a:cubicBezTo>
                      <a:pt x="14346" y="0"/>
                      <a:pt x="13590" y="759"/>
                      <a:pt x="13590" y="1695"/>
                    </a:cubicBezTo>
                    <a:lnTo>
                      <a:pt x="13590" y="2258"/>
                    </a:lnTo>
                    <a:lnTo>
                      <a:pt x="11332" y="2258"/>
                    </a:lnTo>
                    <a:lnTo>
                      <a:pt x="11332" y="1695"/>
                    </a:lnTo>
                    <a:cubicBezTo>
                      <a:pt x="11332" y="759"/>
                      <a:pt x="10573" y="0"/>
                      <a:pt x="9637" y="0"/>
                    </a:cubicBezTo>
                    <a:cubicBezTo>
                      <a:pt x="8700" y="0"/>
                      <a:pt x="7944" y="759"/>
                      <a:pt x="7944" y="1695"/>
                    </a:cubicBezTo>
                    <a:lnTo>
                      <a:pt x="7944" y="2258"/>
                    </a:lnTo>
                    <a:lnTo>
                      <a:pt x="5686" y="2258"/>
                    </a:lnTo>
                    <a:lnTo>
                      <a:pt x="5686" y="1695"/>
                    </a:lnTo>
                    <a:cubicBezTo>
                      <a:pt x="5686" y="759"/>
                      <a:pt x="4927" y="0"/>
                      <a:pt x="3990" y="0"/>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grpSp>
      </p:grpSp>
      <p:cxnSp>
        <p:nvCxnSpPr>
          <p:cNvPr id="51" name="Connecteur droit 50">
            <a:extLst>
              <a:ext uri="{FF2B5EF4-FFF2-40B4-BE49-F238E27FC236}">
                <a16:creationId xmlns:a16="http://schemas.microsoft.com/office/drawing/2014/main" id="{07F0A52B-3A8A-AC69-0EF7-7EF920C63479}"/>
              </a:ext>
            </a:extLst>
          </p:cNvPr>
          <p:cNvCxnSpPr>
            <a:stCxn id="11" idx="4"/>
            <a:endCxn id="16" idx="0"/>
          </p:cNvCxnSpPr>
          <p:nvPr/>
        </p:nvCxnSpPr>
        <p:spPr>
          <a:xfrm>
            <a:off x="492964" y="3698727"/>
            <a:ext cx="0" cy="1877162"/>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52" name="Connecteur droit 51">
            <a:extLst>
              <a:ext uri="{FF2B5EF4-FFF2-40B4-BE49-F238E27FC236}">
                <a16:creationId xmlns:a16="http://schemas.microsoft.com/office/drawing/2014/main" id="{58C6ACA2-097A-7C87-D9BD-1F2CAEFFB766}"/>
              </a:ext>
            </a:extLst>
          </p:cNvPr>
          <p:cNvCxnSpPr>
            <a:cxnSpLocks/>
            <a:stCxn id="11" idx="6"/>
            <a:endCxn id="7" idx="1"/>
          </p:cNvCxnSpPr>
          <p:nvPr/>
        </p:nvCxnSpPr>
        <p:spPr>
          <a:xfrm>
            <a:off x="738345" y="3453346"/>
            <a:ext cx="250244" cy="1"/>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53" name="Connecteur droit 52">
            <a:extLst>
              <a:ext uri="{FF2B5EF4-FFF2-40B4-BE49-F238E27FC236}">
                <a16:creationId xmlns:a16="http://schemas.microsoft.com/office/drawing/2014/main" id="{18C88893-8DD2-F857-20DB-F85A00724C8B}"/>
              </a:ext>
            </a:extLst>
          </p:cNvPr>
          <p:cNvCxnSpPr>
            <a:cxnSpLocks/>
            <a:stCxn id="16" idx="6"/>
            <a:endCxn id="6" idx="1"/>
          </p:cNvCxnSpPr>
          <p:nvPr/>
        </p:nvCxnSpPr>
        <p:spPr>
          <a:xfrm>
            <a:off x="738345" y="5821270"/>
            <a:ext cx="259973" cy="0"/>
          </a:xfrm>
          <a:prstGeom prst="line">
            <a:avLst/>
          </a:prstGeom>
          <a:ln w="28575"/>
        </p:spPr>
        <p:style>
          <a:lnRef idx="2">
            <a:schemeClr val="accent1"/>
          </a:lnRef>
          <a:fillRef idx="0">
            <a:schemeClr val="accent1"/>
          </a:fillRef>
          <a:effectRef idx="1">
            <a:schemeClr val="accent1"/>
          </a:effectRef>
          <a:fontRef idx="minor">
            <a:schemeClr val="tx1"/>
          </a:fontRef>
        </p:style>
      </p:cxnSp>
      <p:grpSp>
        <p:nvGrpSpPr>
          <p:cNvPr id="80" name="Groupe 79">
            <a:extLst>
              <a:ext uri="{FF2B5EF4-FFF2-40B4-BE49-F238E27FC236}">
                <a16:creationId xmlns:a16="http://schemas.microsoft.com/office/drawing/2014/main" id="{A2BB90B9-1AD4-6181-74C9-5A040FA7FFE8}"/>
              </a:ext>
            </a:extLst>
          </p:cNvPr>
          <p:cNvGrpSpPr/>
          <p:nvPr/>
        </p:nvGrpSpPr>
        <p:grpSpPr>
          <a:xfrm>
            <a:off x="4937412" y="2064486"/>
            <a:ext cx="6262975" cy="413296"/>
            <a:chOff x="4286691" y="1916539"/>
            <a:chExt cx="6262975" cy="413296"/>
          </a:xfrm>
        </p:grpSpPr>
        <p:sp>
          <p:nvSpPr>
            <p:cNvPr id="20" name="Rectangle : coins arrondis 19">
              <a:extLst>
                <a:ext uri="{FF2B5EF4-FFF2-40B4-BE49-F238E27FC236}">
                  <a16:creationId xmlns:a16="http://schemas.microsoft.com/office/drawing/2014/main" id="{D469D682-47F2-12E5-21E2-2CE47544A610}"/>
                </a:ext>
              </a:extLst>
            </p:cNvPr>
            <p:cNvSpPr/>
            <p:nvPr/>
          </p:nvSpPr>
          <p:spPr>
            <a:xfrm>
              <a:off x="4286692" y="1916539"/>
              <a:ext cx="1273757" cy="413296"/>
            </a:xfrm>
            <a:prstGeom prst="roundRect">
              <a:avLst/>
            </a:prstGeom>
            <a:noFill/>
            <a:ln>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4" name="ZoneTexte 23">
              <a:extLst>
                <a:ext uri="{FF2B5EF4-FFF2-40B4-BE49-F238E27FC236}">
                  <a16:creationId xmlns:a16="http://schemas.microsoft.com/office/drawing/2014/main" id="{669F652C-5F57-5D47-A694-84A260FDC90E}"/>
                </a:ext>
              </a:extLst>
            </p:cNvPr>
            <p:cNvSpPr txBox="1"/>
            <p:nvPr/>
          </p:nvSpPr>
          <p:spPr>
            <a:xfrm>
              <a:off x="4286691" y="1984688"/>
              <a:ext cx="1269097" cy="276999"/>
            </a:xfrm>
            <a:prstGeom prst="rect">
              <a:avLst/>
            </a:prstGeom>
            <a:noFill/>
          </p:spPr>
          <p:txBody>
            <a:bodyPr wrap="square" rtlCol="0">
              <a:spAutoFit/>
            </a:bodyPr>
            <a:lstStyle/>
            <a:p>
              <a:pPr algn="ctr"/>
              <a:r>
                <a:rPr lang="fr-FR" altLang="fr-FR" sz="1200" b="1">
                  <a:solidFill>
                    <a:srgbClr val="7B435D"/>
                  </a:solidFill>
                </a:rPr>
                <a:t>Kick - Off</a:t>
              </a:r>
            </a:p>
          </p:txBody>
        </p:sp>
        <p:sp>
          <p:nvSpPr>
            <p:cNvPr id="36" name="Organigramme : Délai 35">
              <a:extLst>
                <a:ext uri="{FF2B5EF4-FFF2-40B4-BE49-F238E27FC236}">
                  <a16:creationId xmlns:a16="http://schemas.microsoft.com/office/drawing/2014/main" id="{9986144D-8DE2-2F12-6F20-473D463725EB}"/>
                </a:ext>
              </a:extLst>
            </p:cNvPr>
            <p:cNvSpPr/>
            <p:nvPr/>
          </p:nvSpPr>
          <p:spPr>
            <a:xfrm>
              <a:off x="5835438" y="1916539"/>
              <a:ext cx="74574"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1" name="Organigramme : Délai 40">
              <a:extLst>
                <a:ext uri="{FF2B5EF4-FFF2-40B4-BE49-F238E27FC236}">
                  <a16:creationId xmlns:a16="http://schemas.microsoft.com/office/drawing/2014/main" id="{636370F5-46FA-9608-2AA9-D375F48B1618}"/>
                </a:ext>
              </a:extLst>
            </p:cNvPr>
            <p:cNvSpPr/>
            <p:nvPr/>
          </p:nvSpPr>
          <p:spPr>
            <a:xfrm>
              <a:off x="7456713" y="1916539"/>
              <a:ext cx="74574"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6" name="Organigramme : Délai 45">
              <a:extLst>
                <a:ext uri="{FF2B5EF4-FFF2-40B4-BE49-F238E27FC236}">
                  <a16:creationId xmlns:a16="http://schemas.microsoft.com/office/drawing/2014/main" id="{5CB16456-7ED9-52AF-C364-726BBC890360}"/>
                </a:ext>
              </a:extLst>
            </p:cNvPr>
            <p:cNvSpPr/>
            <p:nvPr/>
          </p:nvSpPr>
          <p:spPr>
            <a:xfrm>
              <a:off x="9002716" y="1916539"/>
              <a:ext cx="75272"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4" name="ZoneTexte 53">
              <a:extLst>
                <a:ext uri="{FF2B5EF4-FFF2-40B4-BE49-F238E27FC236}">
                  <a16:creationId xmlns:a16="http://schemas.microsoft.com/office/drawing/2014/main" id="{11E6287F-CBE9-0F01-CA6E-2FEB982FE259}"/>
                </a:ext>
              </a:extLst>
            </p:cNvPr>
            <p:cNvSpPr txBox="1"/>
            <p:nvPr/>
          </p:nvSpPr>
          <p:spPr>
            <a:xfrm>
              <a:off x="5894983" y="1938521"/>
              <a:ext cx="1497095"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fr-FR" altLang="fr-FR" sz="900" b="1" i="0" u="none" strike="noStrike" cap="none" normalizeH="0" baseline="0">
                  <a:ln>
                    <a:noFill/>
                  </a:ln>
                  <a:solidFill>
                    <a:schemeClr val="tx1"/>
                  </a:solidFill>
                  <a:effectLst/>
                </a:rPr>
                <a:t>Délimitation du projet et définition de l'équipe</a:t>
              </a:r>
            </a:p>
          </p:txBody>
        </p:sp>
        <p:sp>
          <p:nvSpPr>
            <p:cNvPr id="59" name="ZoneTexte 58">
              <a:extLst>
                <a:ext uri="{FF2B5EF4-FFF2-40B4-BE49-F238E27FC236}">
                  <a16:creationId xmlns:a16="http://schemas.microsoft.com/office/drawing/2014/main" id="{2C81D468-9B39-7727-A437-E74EF32FC65D}"/>
                </a:ext>
              </a:extLst>
            </p:cNvPr>
            <p:cNvSpPr txBox="1"/>
            <p:nvPr/>
          </p:nvSpPr>
          <p:spPr>
            <a:xfrm>
              <a:off x="7508921" y="1938521"/>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Définition des canaux de communication</a:t>
              </a:r>
            </a:p>
          </p:txBody>
        </p:sp>
        <p:sp>
          <p:nvSpPr>
            <p:cNvPr id="64" name="ZoneTexte 63">
              <a:extLst>
                <a:ext uri="{FF2B5EF4-FFF2-40B4-BE49-F238E27FC236}">
                  <a16:creationId xmlns:a16="http://schemas.microsoft.com/office/drawing/2014/main" id="{3B5D8E08-1D95-00DC-2A8D-0849402396DD}"/>
                </a:ext>
              </a:extLst>
            </p:cNvPr>
            <p:cNvSpPr txBox="1"/>
            <p:nvPr/>
          </p:nvSpPr>
          <p:spPr>
            <a:xfrm>
              <a:off x="9052571" y="2007771"/>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Définition du workflow</a:t>
              </a:r>
            </a:p>
          </p:txBody>
        </p:sp>
      </p:grpSp>
      <p:grpSp>
        <p:nvGrpSpPr>
          <p:cNvPr id="79" name="Groupe 78">
            <a:extLst>
              <a:ext uri="{FF2B5EF4-FFF2-40B4-BE49-F238E27FC236}">
                <a16:creationId xmlns:a16="http://schemas.microsoft.com/office/drawing/2014/main" id="{76DB7221-10E0-5267-0BDC-680D107B32D4}"/>
              </a:ext>
            </a:extLst>
          </p:cNvPr>
          <p:cNvGrpSpPr/>
          <p:nvPr/>
        </p:nvGrpSpPr>
        <p:grpSpPr>
          <a:xfrm>
            <a:off x="4928320" y="2570064"/>
            <a:ext cx="6275091" cy="495822"/>
            <a:chOff x="4286691" y="2537928"/>
            <a:chExt cx="6275091" cy="495822"/>
          </a:xfrm>
        </p:grpSpPr>
        <p:sp>
          <p:nvSpPr>
            <p:cNvPr id="21" name="Rectangle : coins arrondis 20">
              <a:extLst>
                <a:ext uri="{FF2B5EF4-FFF2-40B4-BE49-F238E27FC236}">
                  <a16:creationId xmlns:a16="http://schemas.microsoft.com/office/drawing/2014/main" id="{AF8C1318-C92E-5B81-CA34-656850EAB836}"/>
                </a:ext>
              </a:extLst>
            </p:cNvPr>
            <p:cNvSpPr/>
            <p:nvPr/>
          </p:nvSpPr>
          <p:spPr>
            <a:xfrm>
              <a:off x="4286692" y="2537928"/>
              <a:ext cx="1273757" cy="495822"/>
            </a:xfrm>
            <a:prstGeom prst="roundRect">
              <a:avLst/>
            </a:prstGeom>
            <a:noFill/>
            <a:ln>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ZoneTexte 24">
              <a:extLst>
                <a:ext uri="{FF2B5EF4-FFF2-40B4-BE49-F238E27FC236}">
                  <a16:creationId xmlns:a16="http://schemas.microsoft.com/office/drawing/2014/main" id="{703FAC7B-131E-592E-97DA-9F52B387BD01}"/>
                </a:ext>
              </a:extLst>
            </p:cNvPr>
            <p:cNvSpPr txBox="1"/>
            <p:nvPr/>
          </p:nvSpPr>
          <p:spPr>
            <a:xfrm>
              <a:off x="4286691" y="2555007"/>
              <a:ext cx="1275487" cy="461665"/>
            </a:xfrm>
            <a:prstGeom prst="rect">
              <a:avLst/>
            </a:prstGeom>
            <a:noFill/>
          </p:spPr>
          <p:txBody>
            <a:bodyPr wrap="square" rtlCol="0">
              <a:spAutoFit/>
            </a:bodyPr>
            <a:lstStyle/>
            <a:p>
              <a:pPr algn="ctr"/>
              <a:r>
                <a:rPr kumimoji="0" lang="fr-FR" altLang="fr-FR" sz="1200" b="1" i="0" u="none" strike="noStrike" cap="none" normalizeH="0" baseline="0">
                  <a:ln>
                    <a:noFill/>
                  </a:ln>
                  <a:solidFill>
                    <a:srgbClr val="7B435D"/>
                  </a:solidFill>
                  <a:effectLst/>
                </a:rPr>
                <a:t>Découverte métier</a:t>
              </a:r>
              <a:endParaRPr lang="fr-FR" sz="1200"/>
            </a:p>
          </p:txBody>
        </p:sp>
        <p:sp>
          <p:nvSpPr>
            <p:cNvPr id="37" name="Organigramme : Délai 36">
              <a:extLst>
                <a:ext uri="{FF2B5EF4-FFF2-40B4-BE49-F238E27FC236}">
                  <a16:creationId xmlns:a16="http://schemas.microsoft.com/office/drawing/2014/main" id="{393DD8EA-C9EE-0FE2-3B38-116FCD9A12E1}"/>
                </a:ext>
              </a:extLst>
            </p:cNvPr>
            <p:cNvSpPr/>
            <p:nvPr/>
          </p:nvSpPr>
          <p:spPr>
            <a:xfrm>
              <a:off x="5845477" y="2579191"/>
              <a:ext cx="74574"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2" name="Organigramme : Délai 41">
              <a:extLst>
                <a:ext uri="{FF2B5EF4-FFF2-40B4-BE49-F238E27FC236}">
                  <a16:creationId xmlns:a16="http://schemas.microsoft.com/office/drawing/2014/main" id="{FE93F589-37D4-DF26-DB1D-132B3C8180D7}"/>
                </a:ext>
              </a:extLst>
            </p:cNvPr>
            <p:cNvSpPr/>
            <p:nvPr/>
          </p:nvSpPr>
          <p:spPr>
            <a:xfrm>
              <a:off x="7466752" y="2579191"/>
              <a:ext cx="73627"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7" name="Organigramme : Délai 46">
              <a:extLst>
                <a:ext uri="{FF2B5EF4-FFF2-40B4-BE49-F238E27FC236}">
                  <a16:creationId xmlns:a16="http://schemas.microsoft.com/office/drawing/2014/main" id="{082682BB-74E6-CF44-3AF0-9D2B893CCE14}"/>
                </a:ext>
              </a:extLst>
            </p:cNvPr>
            <p:cNvSpPr/>
            <p:nvPr/>
          </p:nvSpPr>
          <p:spPr>
            <a:xfrm>
              <a:off x="9012755" y="2579191"/>
              <a:ext cx="73627"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5" name="ZoneTexte 54">
              <a:extLst>
                <a:ext uri="{FF2B5EF4-FFF2-40B4-BE49-F238E27FC236}">
                  <a16:creationId xmlns:a16="http://schemas.microsoft.com/office/drawing/2014/main" id="{351D0E3A-F028-8621-CF4F-643F48327BFD}"/>
                </a:ext>
              </a:extLst>
            </p:cNvPr>
            <p:cNvSpPr txBox="1"/>
            <p:nvPr/>
          </p:nvSpPr>
          <p:spPr>
            <a:xfrm>
              <a:off x="5905022" y="260117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Analyse des objectifs du projet</a:t>
              </a:r>
            </a:p>
          </p:txBody>
        </p:sp>
        <p:sp>
          <p:nvSpPr>
            <p:cNvPr id="60" name="ZoneTexte 59">
              <a:extLst>
                <a:ext uri="{FF2B5EF4-FFF2-40B4-BE49-F238E27FC236}">
                  <a16:creationId xmlns:a16="http://schemas.microsoft.com/office/drawing/2014/main" id="{322F3A6F-853F-E9A1-D05B-19D29B767DAC}"/>
                </a:ext>
              </a:extLst>
            </p:cNvPr>
            <p:cNvSpPr txBox="1"/>
            <p:nvPr/>
          </p:nvSpPr>
          <p:spPr>
            <a:xfrm>
              <a:off x="7513582" y="260117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Audit des systèmes existants</a:t>
              </a:r>
            </a:p>
          </p:txBody>
        </p:sp>
        <p:sp>
          <p:nvSpPr>
            <p:cNvPr id="65" name="ZoneTexte 64">
              <a:extLst>
                <a:ext uri="{FF2B5EF4-FFF2-40B4-BE49-F238E27FC236}">
                  <a16:creationId xmlns:a16="http://schemas.microsoft.com/office/drawing/2014/main" id="{5566E599-C982-0787-03AC-52A1CF255EC8}"/>
                </a:ext>
              </a:extLst>
            </p:cNvPr>
            <p:cNvSpPr txBox="1"/>
            <p:nvPr/>
          </p:nvSpPr>
          <p:spPr>
            <a:xfrm>
              <a:off x="9064687" y="260117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Définition des besoins en personnalisation</a:t>
              </a:r>
            </a:p>
          </p:txBody>
        </p:sp>
      </p:grpSp>
      <p:grpSp>
        <p:nvGrpSpPr>
          <p:cNvPr id="78" name="Groupe 77">
            <a:extLst>
              <a:ext uri="{FF2B5EF4-FFF2-40B4-BE49-F238E27FC236}">
                <a16:creationId xmlns:a16="http://schemas.microsoft.com/office/drawing/2014/main" id="{5590BD75-1A26-166C-5C68-A665C86BA5FC}"/>
              </a:ext>
            </a:extLst>
          </p:cNvPr>
          <p:cNvGrpSpPr/>
          <p:nvPr/>
        </p:nvGrpSpPr>
        <p:grpSpPr>
          <a:xfrm>
            <a:off x="4885748" y="3158168"/>
            <a:ext cx="6315237" cy="507831"/>
            <a:chOff x="4244119" y="3236259"/>
            <a:chExt cx="6315237" cy="507831"/>
          </a:xfrm>
        </p:grpSpPr>
        <p:sp>
          <p:nvSpPr>
            <p:cNvPr id="26" name="ZoneTexte 25">
              <a:extLst>
                <a:ext uri="{FF2B5EF4-FFF2-40B4-BE49-F238E27FC236}">
                  <a16:creationId xmlns:a16="http://schemas.microsoft.com/office/drawing/2014/main" id="{2E530CE5-2198-7A8B-7849-7381608DF4D8}"/>
                </a:ext>
              </a:extLst>
            </p:cNvPr>
            <p:cNvSpPr txBox="1"/>
            <p:nvPr/>
          </p:nvSpPr>
          <p:spPr>
            <a:xfrm>
              <a:off x="4244119" y="3259342"/>
              <a:ext cx="1273757" cy="461665"/>
            </a:xfrm>
            <a:prstGeom prst="rect">
              <a:avLst/>
            </a:prstGeom>
            <a:noFill/>
          </p:spPr>
          <p:txBody>
            <a:bodyPr wrap="square" rtlCol="0">
              <a:spAutoFit/>
            </a:bodyPr>
            <a:lstStyle/>
            <a:p>
              <a:pPr marL="0" marR="0" lvl="0" indent="0" algn="ctr" defTabSz="914400" rtl="0" eaLnBrk="0" fontAlgn="base" latinLnBrk="0" hangingPunct="0">
                <a:lnSpc>
                  <a:spcPct val="100000"/>
                </a:lnSpc>
                <a:spcAft>
                  <a:spcPct val="0"/>
                </a:spcAft>
                <a:buClrTx/>
                <a:buSzTx/>
                <a:tabLst/>
              </a:pPr>
              <a:r>
                <a:rPr kumimoji="0" lang="fr-FR" altLang="fr-FR" sz="1200" b="1" i="0" u="none" strike="noStrike" cap="none" normalizeH="0" baseline="0">
                  <a:ln>
                    <a:noFill/>
                  </a:ln>
                  <a:solidFill>
                    <a:srgbClr val="7B435D"/>
                  </a:solidFill>
                  <a:effectLst/>
                </a:rPr>
                <a:t>Ateliers</a:t>
              </a:r>
            </a:p>
            <a:p>
              <a:pPr marL="0" marR="0" lvl="0" indent="0" algn="ctr" defTabSz="914400" rtl="0" eaLnBrk="0" fontAlgn="base" latinLnBrk="0" hangingPunct="0">
                <a:lnSpc>
                  <a:spcPct val="100000"/>
                </a:lnSpc>
                <a:spcAft>
                  <a:spcPct val="0"/>
                </a:spcAft>
                <a:buClrTx/>
                <a:buSzTx/>
                <a:tabLst/>
              </a:pPr>
              <a:r>
                <a:rPr kumimoji="0" lang="fr-FR" altLang="fr-FR" sz="1200" b="1" i="0" u="none" strike="noStrike" cap="none" normalizeH="0" baseline="0">
                  <a:ln>
                    <a:noFill/>
                  </a:ln>
                  <a:solidFill>
                    <a:srgbClr val="7B435D"/>
                  </a:solidFill>
                  <a:effectLst/>
                </a:rPr>
                <a:t> 1, 2, n</a:t>
              </a:r>
            </a:p>
          </p:txBody>
        </p:sp>
        <p:grpSp>
          <p:nvGrpSpPr>
            <p:cNvPr id="29" name="Groupe 28">
              <a:extLst>
                <a:ext uri="{FF2B5EF4-FFF2-40B4-BE49-F238E27FC236}">
                  <a16:creationId xmlns:a16="http://schemas.microsoft.com/office/drawing/2014/main" id="{BE5F094B-BE9F-52D1-DE17-351E2E945FC0}"/>
                </a:ext>
              </a:extLst>
            </p:cNvPr>
            <p:cNvGrpSpPr/>
            <p:nvPr/>
          </p:nvGrpSpPr>
          <p:grpSpPr>
            <a:xfrm>
              <a:off x="4286691" y="3242263"/>
              <a:ext cx="1363325" cy="495822"/>
              <a:chOff x="3123241" y="2224058"/>
              <a:chExt cx="1358902" cy="495822"/>
            </a:xfrm>
          </p:grpSpPr>
          <p:grpSp>
            <p:nvGrpSpPr>
              <p:cNvPr id="30" name="Groupe 29">
                <a:extLst>
                  <a:ext uri="{FF2B5EF4-FFF2-40B4-BE49-F238E27FC236}">
                    <a16:creationId xmlns:a16="http://schemas.microsoft.com/office/drawing/2014/main" id="{034D7093-E93B-7618-CD3D-06C056C814F0}"/>
                  </a:ext>
                </a:extLst>
              </p:cNvPr>
              <p:cNvGrpSpPr/>
              <p:nvPr/>
            </p:nvGrpSpPr>
            <p:grpSpPr>
              <a:xfrm>
                <a:off x="3123241" y="2224058"/>
                <a:ext cx="1358902" cy="495822"/>
                <a:chOff x="3820905" y="5399804"/>
                <a:chExt cx="1358902" cy="495822"/>
              </a:xfrm>
            </p:grpSpPr>
            <p:sp>
              <p:nvSpPr>
                <p:cNvPr id="33" name="Rectangle : coins arrondis 32">
                  <a:extLst>
                    <a:ext uri="{FF2B5EF4-FFF2-40B4-BE49-F238E27FC236}">
                      <a16:creationId xmlns:a16="http://schemas.microsoft.com/office/drawing/2014/main" id="{A507F797-C76B-BBC0-9D62-8CEC23F8BE3D}"/>
                    </a:ext>
                  </a:extLst>
                </p:cNvPr>
                <p:cNvSpPr/>
                <p:nvPr/>
              </p:nvSpPr>
              <p:spPr>
                <a:xfrm>
                  <a:off x="3820905" y="5399804"/>
                  <a:ext cx="1273757" cy="495822"/>
                </a:xfrm>
                <a:prstGeom prst="roundRect">
                  <a:avLst/>
                </a:prstGeom>
                <a:noFill/>
                <a:ln w="38100">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p>
              </p:txBody>
            </p:sp>
            <p:sp>
              <p:nvSpPr>
                <p:cNvPr id="34" name="Rectangle 33">
                  <a:extLst>
                    <a:ext uri="{FF2B5EF4-FFF2-40B4-BE49-F238E27FC236}">
                      <a16:creationId xmlns:a16="http://schemas.microsoft.com/office/drawing/2014/main" id="{FA7AB397-BB5B-C9AE-A8C0-A587ABC1DED5}"/>
                    </a:ext>
                  </a:extLst>
                </p:cNvPr>
                <p:cNvSpPr/>
                <p:nvPr/>
              </p:nvSpPr>
              <p:spPr>
                <a:xfrm>
                  <a:off x="5002306" y="5579217"/>
                  <a:ext cx="177501" cy="13699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b="1"/>
                </a:p>
              </p:txBody>
            </p:sp>
          </p:grpSp>
          <p:sp>
            <p:nvSpPr>
              <p:cNvPr id="31" name="Ellipse 30">
                <a:extLst>
                  <a:ext uri="{FF2B5EF4-FFF2-40B4-BE49-F238E27FC236}">
                    <a16:creationId xmlns:a16="http://schemas.microsoft.com/office/drawing/2014/main" id="{3E76CFE1-A290-0862-5195-59BAF07285C2}"/>
                  </a:ext>
                </a:extLst>
              </p:cNvPr>
              <p:cNvSpPr/>
              <p:nvPr/>
            </p:nvSpPr>
            <p:spPr>
              <a:xfrm>
                <a:off x="4354251" y="2361421"/>
                <a:ext cx="80659" cy="80659"/>
              </a:xfrm>
              <a:prstGeom prst="ellipse">
                <a:avLst/>
              </a:prstGeom>
              <a:solidFill>
                <a:srgbClr val="7B435D"/>
              </a:solidFill>
              <a:ln>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2" name="Triangle isocèle 31">
                <a:extLst>
                  <a:ext uri="{FF2B5EF4-FFF2-40B4-BE49-F238E27FC236}">
                    <a16:creationId xmlns:a16="http://schemas.microsoft.com/office/drawing/2014/main" id="{0573B375-BAD6-4DAD-941B-7921245CCF51}"/>
                  </a:ext>
                </a:extLst>
              </p:cNvPr>
              <p:cNvSpPr/>
              <p:nvPr/>
            </p:nvSpPr>
            <p:spPr>
              <a:xfrm>
                <a:off x="4336780" y="2479787"/>
                <a:ext cx="115600" cy="99656"/>
              </a:xfrm>
              <a:prstGeom prst="triangle">
                <a:avLst/>
              </a:prstGeom>
              <a:solidFill>
                <a:srgbClr val="7B435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grpSp>
        <p:sp>
          <p:nvSpPr>
            <p:cNvPr id="38" name="Organigramme : Délai 37">
              <a:extLst>
                <a:ext uri="{FF2B5EF4-FFF2-40B4-BE49-F238E27FC236}">
                  <a16:creationId xmlns:a16="http://schemas.microsoft.com/office/drawing/2014/main" id="{1103CA8E-611A-2933-157B-500B986F987A}"/>
                </a:ext>
              </a:extLst>
            </p:cNvPr>
            <p:cNvSpPr/>
            <p:nvPr/>
          </p:nvSpPr>
          <p:spPr>
            <a:xfrm>
              <a:off x="5845477" y="3283526"/>
              <a:ext cx="74574"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3" name="Organigramme : Délai 42">
              <a:extLst>
                <a:ext uri="{FF2B5EF4-FFF2-40B4-BE49-F238E27FC236}">
                  <a16:creationId xmlns:a16="http://schemas.microsoft.com/office/drawing/2014/main" id="{BD1BBB60-8045-9587-4D65-2322E70E12E6}"/>
                </a:ext>
              </a:extLst>
            </p:cNvPr>
            <p:cNvSpPr/>
            <p:nvPr/>
          </p:nvSpPr>
          <p:spPr>
            <a:xfrm>
              <a:off x="7466752" y="3283526"/>
              <a:ext cx="73627" cy="413296"/>
            </a:xfrm>
            <a:prstGeom prst="flowChartDelay">
              <a:avLst/>
            </a:prstGeom>
            <a:gradFill>
              <a:gsLst>
                <a:gs pos="35000">
                  <a:schemeClr val="accent1"/>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8" name="Organigramme : Délai 47">
              <a:extLst>
                <a:ext uri="{FF2B5EF4-FFF2-40B4-BE49-F238E27FC236}">
                  <a16:creationId xmlns:a16="http://schemas.microsoft.com/office/drawing/2014/main" id="{772DF98E-2513-1595-5254-59C1D5B623F2}"/>
                </a:ext>
              </a:extLst>
            </p:cNvPr>
            <p:cNvSpPr/>
            <p:nvPr/>
          </p:nvSpPr>
          <p:spPr>
            <a:xfrm>
              <a:off x="9012755" y="3283526"/>
              <a:ext cx="73627" cy="413296"/>
            </a:xfrm>
            <a:prstGeom prst="flowChartDelay">
              <a:avLst/>
            </a:prstGeom>
            <a:gradFill>
              <a:gsLst>
                <a:gs pos="35000">
                  <a:schemeClr val="accent1"/>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6" name="ZoneTexte 55">
              <a:extLst>
                <a:ext uri="{FF2B5EF4-FFF2-40B4-BE49-F238E27FC236}">
                  <a16:creationId xmlns:a16="http://schemas.microsoft.com/office/drawing/2014/main" id="{070F1B92-2D35-AF10-A170-561E3D0C0660}"/>
                </a:ext>
              </a:extLst>
            </p:cNvPr>
            <p:cNvSpPr txBox="1"/>
            <p:nvPr/>
          </p:nvSpPr>
          <p:spPr>
            <a:xfrm>
              <a:off x="5905021" y="3305508"/>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Analyse des besoins par domaine vs standard</a:t>
              </a:r>
            </a:p>
          </p:txBody>
        </p:sp>
        <p:sp>
          <p:nvSpPr>
            <p:cNvPr id="61" name="ZoneTexte 60">
              <a:extLst>
                <a:ext uri="{FF2B5EF4-FFF2-40B4-BE49-F238E27FC236}">
                  <a16:creationId xmlns:a16="http://schemas.microsoft.com/office/drawing/2014/main" id="{9246A88E-1965-35F1-469C-BDBD5178D3E8}"/>
                </a:ext>
              </a:extLst>
            </p:cNvPr>
            <p:cNvSpPr txBox="1"/>
            <p:nvPr/>
          </p:nvSpPr>
          <p:spPr>
            <a:xfrm>
              <a:off x="7513582" y="3236259"/>
              <a:ext cx="1497095" cy="507831"/>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Création et développement de la structure du projet</a:t>
              </a:r>
            </a:p>
          </p:txBody>
        </p:sp>
        <p:sp>
          <p:nvSpPr>
            <p:cNvPr id="66" name="ZoneTexte 65">
              <a:extLst>
                <a:ext uri="{FF2B5EF4-FFF2-40B4-BE49-F238E27FC236}">
                  <a16:creationId xmlns:a16="http://schemas.microsoft.com/office/drawing/2014/main" id="{8681D9BF-0845-3248-F92F-1F0A25279474}"/>
                </a:ext>
              </a:extLst>
            </p:cNvPr>
            <p:cNvSpPr txBox="1"/>
            <p:nvPr/>
          </p:nvSpPr>
          <p:spPr>
            <a:xfrm>
              <a:off x="9062261" y="3374758"/>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Création des livrables</a:t>
              </a:r>
            </a:p>
          </p:txBody>
        </p:sp>
      </p:grpSp>
      <p:grpSp>
        <p:nvGrpSpPr>
          <p:cNvPr id="77" name="Groupe 76">
            <a:extLst>
              <a:ext uri="{FF2B5EF4-FFF2-40B4-BE49-F238E27FC236}">
                <a16:creationId xmlns:a16="http://schemas.microsoft.com/office/drawing/2014/main" id="{221E74B0-631B-81C1-F75E-CBD3E0D38A85}"/>
              </a:ext>
            </a:extLst>
          </p:cNvPr>
          <p:cNvGrpSpPr/>
          <p:nvPr/>
        </p:nvGrpSpPr>
        <p:grpSpPr>
          <a:xfrm>
            <a:off x="4928320" y="3758281"/>
            <a:ext cx="6272067" cy="495822"/>
            <a:chOff x="4286691" y="3920498"/>
            <a:chExt cx="6272067" cy="495822"/>
          </a:xfrm>
        </p:grpSpPr>
        <p:sp>
          <p:nvSpPr>
            <p:cNvPr id="23" name="Rectangle : coins arrondis 22">
              <a:extLst>
                <a:ext uri="{FF2B5EF4-FFF2-40B4-BE49-F238E27FC236}">
                  <a16:creationId xmlns:a16="http://schemas.microsoft.com/office/drawing/2014/main" id="{D2F681ED-836B-B144-5D0E-1BA90F309916}"/>
                </a:ext>
              </a:extLst>
            </p:cNvPr>
            <p:cNvSpPr/>
            <p:nvPr/>
          </p:nvSpPr>
          <p:spPr>
            <a:xfrm>
              <a:off x="4286692" y="3920498"/>
              <a:ext cx="1273757" cy="495822"/>
            </a:xfrm>
            <a:prstGeom prst="roundRect">
              <a:avLst/>
            </a:prstGeom>
            <a:noFill/>
            <a:ln>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ZoneTexte 26">
              <a:extLst>
                <a:ext uri="{FF2B5EF4-FFF2-40B4-BE49-F238E27FC236}">
                  <a16:creationId xmlns:a16="http://schemas.microsoft.com/office/drawing/2014/main" id="{C306AA20-DAE8-3BF6-9D7A-8F54EF716F9C}"/>
                </a:ext>
              </a:extLst>
            </p:cNvPr>
            <p:cNvSpPr txBox="1"/>
            <p:nvPr/>
          </p:nvSpPr>
          <p:spPr>
            <a:xfrm>
              <a:off x="4286691" y="3937577"/>
              <a:ext cx="1283448" cy="461665"/>
            </a:xfrm>
            <a:prstGeom prst="rect">
              <a:avLst/>
            </a:prstGeom>
            <a:noFill/>
          </p:spPr>
          <p:txBody>
            <a:bodyPr wrap="square" rtlCol="0">
              <a:spAutoFit/>
            </a:bodyPr>
            <a:lstStyle/>
            <a:p>
              <a:pPr marL="0" marR="0" lvl="0" indent="0" algn="ctr" defTabSz="914400" rtl="0" eaLnBrk="0" fontAlgn="base" latinLnBrk="0" hangingPunct="0">
                <a:lnSpc>
                  <a:spcPct val="100000"/>
                </a:lnSpc>
                <a:spcAft>
                  <a:spcPct val="0"/>
                </a:spcAft>
                <a:buClrTx/>
                <a:buSzTx/>
                <a:tabLst/>
              </a:pPr>
              <a:r>
                <a:rPr kumimoji="0" lang="fr-FR" altLang="fr-FR" sz="1200" b="1" i="0" u="none" strike="noStrike" cap="none" normalizeH="0" baseline="0">
                  <a:ln>
                    <a:noFill/>
                  </a:ln>
                  <a:solidFill>
                    <a:srgbClr val="7B435D"/>
                  </a:solidFill>
                  <a:effectLst/>
                </a:rPr>
                <a:t>Présentation de l’analyse</a:t>
              </a:r>
            </a:p>
          </p:txBody>
        </p:sp>
        <p:sp>
          <p:nvSpPr>
            <p:cNvPr id="39" name="Organigramme : Délai 38">
              <a:extLst>
                <a:ext uri="{FF2B5EF4-FFF2-40B4-BE49-F238E27FC236}">
                  <a16:creationId xmlns:a16="http://schemas.microsoft.com/office/drawing/2014/main" id="{A5A0C04A-1ACC-9BBB-E9BB-62D7DB233F42}"/>
                </a:ext>
              </a:extLst>
            </p:cNvPr>
            <p:cNvSpPr/>
            <p:nvPr/>
          </p:nvSpPr>
          <p:spPr>
            <a:xfrm>
              <a:off x="5845477" y="3961761"/>
              <a:ext cx="74574"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4" name="Organigramme : Délai 43">
              <a:extLst>
                <a:ext uri="{FF2B5EF4-FFF2-40B4-BE49-F238E27FC236}">
                  <a16:creationId xmlns:a16="http://schemas.microsoft.com/office/drawing/2014/main" id="{8650FD38-8C8F-F810-A915-7825106A2F62}"/>
                </a:ext>
              </a:extLst>
            </p:cNvPr>
            <p:cNvSpPr/>
            <p:nvPr/>
          </p:nvSpPr>
          <p:spPr>
            <a:xfrm>
              <a:off x="7466752" y="3961761"/>
              <a:ext cx="73627"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9" name="Organigramme : Délai 48">
              <a:extLst>
                <a:ext uri="{FF2B5EF4-FFF2-40B4-BE49-F238E27FC236}">
                  <a16:creationId xmlns:a16="http://schemas.microsoft.com/office/drawing/2014/main" id="{E3D484E8-88B9-A01F-F353-0EF94AD07ADF}"/>
                </a:ext>
              </a:extLst>
            </p:cNvPr>
            <p:cNvSpPr/>
            <p:nvPr/>
          </p:nvSpPr>
          <p:spPr>
            <a:xfrm>
              <a:off x="9012755" y="3961761"/>
              <a:ext cx="73627"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7" name="ZoneTexte 56">
              <a:extLst>
                <a:ext uri="{FF2B5EF4-FFF2-40B4-BE49-F238E27FC236}">
                  <a16:creationId xmlns:a16="http://schemas.microsoft.com/office/drawing/2014/main" id="{43F29F9C-800B-79FC-3CBF-86F874C7E7FA}"/>
                </a:ext>
              </a:extLst>
            </p:cNvPr>
            <p:cNvSpPr txBox="1"/>
            <p:nvPr/>
          </p:nvSpPr>
          <p:spPr>
            <a:xfrm>
              <a:off x="5892589" y="398374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Définition des exigences du projet</a:t>
              </a:r>
            </a:p>
          </p:txBody>
        </p:sp>
        <p:sp>
          <p:nvSpPr>
            <p:cNvPr id="62" name="ZoneTexte 61">
              <a:extLst>
                <a:ext uri="{FF2B5EF4-FFF2-40B4-BE49-F238E27FC236}">
                  <a16:creationId xmlns:a16="http://schemas.microsoft.com/office/drawing/2014/main" id="{B004B384-3ACC-4B15-FDE1-A439E25F9B4C}"/>
                </a:ext>
              </a:extLst>
            </p:cNvPr>
            <p:cNvSpPr txBox="1"/>
            <p:nvPr/>
          </p:nvSpPr>
          <p:spPr>
            <a:xfrm>
              <a:off x="7519972" y="4052993"/>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Priorisation des tâches</a:t>
              </a:r>
            </a:p>
          </p:txBody>
        </p:sp>
        <p:sp>
          <p:nvSpPr>
            <p:cNvPr id="67" name="ZoneTexte 66">
              <a:extLst>
                <a:ext uri="{FF2B5EF4-FFF2-40B4-BE49-F238E27FC236}">
                  <a16:creationId xmlns:a16="http://schemas.microsoft.com/office/drawing/2014/main" id="{0B889544-6BF0-7446-1689-05AC2B5EBC6E}"/>
                </a:ext>
              </a:extLst>
            </p:cNvPr>
            <p:cNvSpPr txBox="1"/>
            <p:nvPr/>
          </p:nvSpPr>
          <p:spPr>
            <a:xfrm>
              <a:off x="9061663" y="3983743"/>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Définition du calendrier de mise en œuvre</a:t>
              </a:r>
            </a:p>
          </p:txBody>
        </p:sp>
      </p:grpSp>
      <p:grpSp>
        <p:nvGrpSpPr>
          <p:cNvPr id="76" name="Groupe 75">
            <a:extLst>
              <a:ext uri="{FF2B5EF4-FFF2-40B4-BE49-F238E27FC236}">
                <a16:creationId xmlns:a16="http://schemas.microsoft.com/office/drawing/2014/main" id="{C78014D5-FB26-9C91-0253-8D780B2FB766}"/>
              </a:ext>
            </a:extLst>
          </p:cNvPr>
          <p:cNvGrpSpPr/>
          <p:nvPr/>
        </p:nvGrpSpPr>
        <p:grpSpPr>
          <a:xfrm>
            <a:off x="4928320" y="4346387"/>
            <a:ext cx="6272067" cy="495822"/>
            <a:chOff x="4286691" y="4611785"/>
            <a:chExt cx="6272067" cy="495822"/>
          </a:xfrm>
        </p:grpSpPr>
        <p:sp>
          <p:nvSpPr>
            <p:cNvPr id="22" name="Rectangle : coins arrondis 21">
              <a:extLst>
                <a:ext uri="{FF2B5EF4-FFF2-40B4-BE49-F238E27FC236}">
                  <a16:creationId xmlns:a16="http://schemas.microsoft.com/office/drawing/2014/main" id="{EBB2FEAD-1129-E041-F82E-042A77AD8F56}"/>
                </a:ext>
              </a:extLst>
            </p:cNvPr>
            <p:cNvSpPr/>
            <p:nvPr/>
          </p:nvSpPr>
          <p:spPr>
            <a:xfrm>
              <a:off x="4286692" y="4611785"/>
              <a:ext cx="1273757" cy="495822"/>
            </a:xfrm>
            <a:prstGeom prst="roundRect">
              <a:avLst/>
            </a:prstGeom>
            <a:noFill/>
            <a:ln>
              <a:solidFill>
                <a:srgbClr val="7B435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8" name="ZoneTexte 27">
              <a:extLst>
                <a:ext uri="{FF2B5EF4-FFF2-40B4-BE49-F238E27FC236}">
                  <a16:creationId xmlns:a16="http://schemas.microsoft.com/office/drawing/2014/main" id="{818ECC23-C0AA-0CAD-8E5F-AD4DEE1380E7}"/>
                </a:ext>
              </a:extLst>
            </p:cNvPr>
            <p:cNvSpPr txBox="1"/>
            <p:nvPr/>
          </p:nvSpPr>
          <p:spPr>
            <a:xfrm>
              <a:off x="4286691" y="4628864"/>
              <a:ext cx="1283448" cy="461665"/>
            </a:xfrm>
            <a:prstGeom prst="rect">
              <a:avLst/>
            </a:prstGeom>
            <a:noFill/>
          </p:spPr>
          <p:txBody>
            <a:bodyPr wrap="square" rtlCol="0">
              <a:spAutoFit/>
            </a:bodyPr>
            <a:lstStyle/>
            <a:p>
              <a:pPr marL="0" marR="0" lvl="0" indent="0" algn="ctr" defTabSz="914400" rtl="0" eaLnBrk="0" fontAlgn="base" latinLnBrk="0" hangingPunct="0">
                <a:lnSpc>
                  <a:spcPct val="100000"/>
                </a:lnSpc>
                <a:spcAft>
                  <a:spcPct val="0"/>
                </a:spcAft>
                <a:buClrTx/>
                <a:buSzTx/>
                <a:tabLst/>
              </a:pPr>
              <a:r>
                <a:rPr kumimoji="0" lang="fr-FR" altLang="fr-FR" sz="1200" b="1" i="0" u="none" strike="noStrike" cap="none" normalizeH="0" baseline="0">
                  <a:ln>
                    <a:noFill/>
                  </a:ln>
                  <a:solidFill>
                    <a:srgbClr val="7B435D"/>
                  </a:solidFill>
                  <a:effectLst/>
                </a:rPr>
                <a:t>Retours &amp; Validation</a:t>
              </a:r>
            </a:p>
          </p:txBody>
        </p:sp>
        <p:sp>
          <p:nvSpPr>
            <p:cNvPr id="40" name="Organigramme : Délai 39">
              <a:extLst>
                <a:ext uri="{FF2B5EF4-FFF2-40B4-BE49-F238E27FC236}">
                  <a16:creationId xmlns:a16="http://schemas.microsoft.com/office/drawing/2014/main" id="{47155EB0-C831-3480-9C4E-65A8276B9AD3}"/>
                </a:ext>
              </a:extLst>
            </p:cNvPr>
            <p:cNvSpPr/>
            <p:nvPr/>
          </p:nvSpPr>
          <p:spPr>
            <a:xfrm>
              <a:off x="5845128" y="4653048"/>
              <a:ext cx="74923"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5" name="Organigramme : Délai 44">
              <a:extLst>
                <a:ext uri="{FF2B5EF4-FFF2-40B4-BE49-F238E27FC236}">
                  <a16:creationId xmlns:a16="http://schemas.microsoft.com/office/drawing/2014/main" id="{89EBB634-A69A-E89E-DAB4-5C24030BE296}"/>
                </a:ext>
              </a:extLst>
            </p:cNvPr>
            <p:cNvSpPr/>
            <p:nvPr/>
          </p:nvSpPr>
          <p:spPr>
            <a:xfrm>
              <a:off x="7466403" y="4653048"/>
              <a:ext cx="73627" cy="413296"/>
            </a:xfrm>
            <a:prstGeom prst="flowChartDelay">
              <a:avLst/>
            </a:prstGeom>
            <a:gradFill>
              <a:gsLst>
                <a:gs pos="35000">
                  <a:srgbClr val="714B67"/>
                </a:gs>
                <a:gs pos="0">
                  <a:srgbClr val="714B67"/>
                </a:gs>
                <a:gs pos="100000">
                  <a:srgbClr val="BA131A"/>
                </a:gs>
              </a:gsLst>
              <a:path path="rect">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0" name="Organigramme : Délai 49">
              <a:extLst>
                <a:ext uri="{FF2B5EF4-FFF2-40B4-BE49-F238E27FC236}">
                  <a16:creationId xmlns:a16="http://schemas.microsoft.com/office/drawing/2014/main" id="{20F1C753-5E49-BA0D-99BC-028D589553A7}"/>
                </a:ext>
              </a:extLst>
            </p:cNvPr>
            <p:cNvSpPr/>
            <p:nvPr/>
          </p:nvSpPr>
          <p:spPr>
            <a:xfrm>
              <a:off x="9012406" y="4653048"/>
              <a:ext cx="73627" cy="413296"/>
            </a:xfrm>
            <a:prstGeom prst="flowChartDelay">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8" name="ZoneTexte 57">
              <a:extLst>
                <a:ext uri="{FF2B5EF4-FFF2-40B4-BE49-F238E27FC236}">
                  <a16:creationId xmlns:a16="http://schemas.microsoft.com/office/drawing/2014/main" id="{172645B2-6D62-7C20-0E95-422DE9BC5D10}"/>
                </a:ext>
              </a:extLst>
            </p:cNvPr>
            <p:cNvSpPr txBox="1"/>
            <p:nvPr/>
          </p:nvSpPr>
          <p:spPr>
            <a:xfrm>
              <a:off x="5885293" y="4675030"/>
              <a:ext cx="1497095" cy="3693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Gestion des retours (feedback)</a:t>
              </a:r>
              <a:endParaRPr lang="fr-FR" sz="900" b="1"/>
            </a:p>
          </p:txBody>
        </p:sp>
        <p:sp>
          <p:nvSpPr>
            <p:cNvPr id="63" name="ZoneTexte 62">
              <a:extLst>
                <a:ext uri="{FF2B5EF4-FFF2-40B4-BE49-F238E27FC236}">
                  <a16:creationId xmlns:a16="http://schemas.microsoft.com/office/drawing/2014/main" id="{256CCDE6-B650-DD8C-0A78-280112C98F0C}"/>
                </a:ext>
              </a:extLst>
            </p:cNvPr>
            <p:cNvSpPr txBox="1"/>
            <p:nvPr/>
          </p:nvSpPr>
          <p:spPr>
            <a:xfrm>
              <a:off x="7513582" y="4744280"/>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Ajustement du projet</a:t>
              </a:r>
              <a:endParaRPr lang="fr-FR" altLang="fr-FR" sz="900"/>
            </a:p>
          </p:txBody>
        </p:sp>
        <p:sp>
          <p:nvSpPr>
            <p:cNvPr id="68" name="ZoneTexte 67">
              <a:extLst>
                <a:ext uri="{FF2B5EF4-FFF2-40B4-BE49-F238E27FC236}">
                  <a16:creationId xmlns:a16="http://schemas.microsoft.com/office/drawing/2014/main" id="{6C410FCA-1CF8-EA4E-8BB0-91B2B8148E52}"/>
                </a:ext>
              </a:extLst>
            </p:cNvPr>
            <p:cNvSpPr txBox="1"/>
            <p:nvPr/>
          </p:nvSpPr>
          <p:spPr>
            <a:xfrm>
              <a:off x="9061663" y="4744280"/>
              <a:ext cx="1497095" cy="230832"/>
            </a:xfrm>
            <a:prstGeom prst="rect">
              <a:avLst/>
            </a:prstGeom>
            <a:noFill/>
          </p:spPr>
          <p:txBody>
            <a:bodyPr wrap="square">
              <a:spAutoFit/>
            </a:bodyPr>
            <a:lstStyle/>
            <a:p>
              <a:pPr lvl="0" defTabSz="914400" eaLnBrk="0" fontAlgn="base" hangingPunct="0">
                <a:spcBef>
                  <a:spcPct val="0"/>
                </a:spcBef>
                <a:spcAft>
                  <a:spcPct val="0"/>
                </a:spcAft>
              </a:pPr>
              <a:r>
                <a:rPr lang="fr-FR" altLang="fr-FR" sz="900" b="1"/>
                <a:t>Validation du projet</a:t>
              </a:r>
            </a:p>
          </p:txBody>
        </p:sp>
      </p:grpSp>
      <p:sp>
        <p:nvSpPr>
          <p:cNvPr id="2" name="Espace réservé du numéro de diapositive 1">
            <a:extLst>
              <a:ext uri="{FF2B5EF4-FFF2-40B4-BE49-F238E27FC236}">
                <a16:creationId xmlns:a16="http://schemas.microsoft.com/office/drawing/2014/main" id="{5366E40B-EDAF-33B9-490D-2375DE2DEB0F}"/>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smtClean="0"/>
              <a:pPr defTabSz="914400">
                <a:defRPr/>
              </a:pPr>
              <a:t>21</a:t>
            </a:fld>
            <a:endParaRPr lang="fr-FR"/>
          </a:p>
        </p:txBody>
      </p:sp>
    </p:spTree>
    <p:extLst>
      <p:ext uri="{BB962C8B-B14F-4D97-AF65-F5344CB8AC3E}">
        <p14:creationId xmlns:p14="http://schemas.microsoft.com/office/powerpoint/2010/main" val="4355576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EA3D9D4-D1C3-7DF5-124B-509E2D78B0C8}"/>
              </a:ext>
            </a:extLst>
          </p:cNvPr>
          <p:cNvSpPr>
            <a:spLocks noGrp="1"/>
          </p:cNvSpPr>
          <p:nvPr>
            <p:ph type="title"/>
          </p:nvPr>
        </p:nvSpPr>
        <p:spPr/>
        <p:txBody>
          <a:bodyPr/>
          <a:lstStyle/>
          <a:p>
            <a:r>
              <a:rPr lang="fr-FR">
                <a:latin typeface="+mj-lt"/>
              </a:rPr>
              <a:t>PHASE D’ANALYSE</a:t>
            </a:r>
            <a:br>
              <a:rPr lang="fr-FR">
                <a:latin typeface="+mj-lt"/>
              </a:rPr>
            </a:br>
            <a:r>
              <a:rPr lang="fr-FR" b="0">
                <a:latin typeface="+mj-lt"/>
              </a:rPr>
              <a:t>LIVRABLES À LA FIN D'UNE ANALYSE</a:t>
            </a:r>
            <a:endParaRPr lang="en-US">
              <a:latin typeface="+mj-lt"/>
            </a:endParaRPr>
          </a:p>
        </p:txBody>
      </p:sp>
      <p:grpSp>
        <p:nvGrpSpPr>
          <p:cNvPr id="3" name="Group 16">
            <a:extLst>
              <a:ext uri="{FF2B5EF4-FFF2-40B4-BE49-F238E27FC236}">
                <a16:creationId xmlns:a16="http://schemas.microsoft.com/office/drawing/2014/main" id="{C3741A3D-6F7B-CDBB-9717-061F6547D00D}"/>
              </a:ext>
            </a:extLst>
          </p:cNvPr>
          <p:cNvGrpSpPr/>
          <p:nvPr/>
        </p:nvGrpSpPr>
        <p:grpSpPr>
          <a:xfrm>
            <a:off x="4233423" y="2296103"/>
            <a:ext cx="3725154" cy="3687494"/>
            <a:chOff x="4199164" y="2762448"/>
            <a:chExt cx="3725154" cy="3124163"/>
          </a:xfrm>
        </p:grpSpPr>
        <p:pic>
          <p:nvPicPr>
            <p:cNvPr id="4" name="Graphic 40">
              <a:extLst>
                <a:ext uri="{FF2B5EF4-FFF2-40B4-BE49-F238E27FC236}">
                  <a16:creationId xmlns:a16="http://schemas.microsoft.com/office/drawing/2014/main" id="{2EDA8BDA-FE58-B97C-30EE-54D648BBD0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5962326" y="2762448"/>
              <a:ext cx="1961992" cy="3096268"/>
            </a:xfrm>
            <a:prstGeom prst="rect">
              <a:avLst/>
            </a:prstGeom>
          </p:spPr>
        </p:pic>
        <p:pic>
          <p:nvPicPr>
            <p:cNvPr id="5" name="Graphic 12">
              <a:extLst>
                <a:ext uri="{FF2B5EF4-FFF2-40B4-BE49-F238E27FC236}">
                  <a16:creationId xmlns:a16="http://schemas.microsoft.com/office/drawing/2014/main" id="{C7FB3EE4-C147-5A2B-72CE-DD32F6F299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99164" y="2790343"/>
              <a:ext cx="1961992" cy="3096268"/>
            </a:xfrm>
            <a:prstGeom prst="rect">
              <a:avLst/>
            </a:prstGeom>
          </p:spPr>
        </p:pic>
      </p:grpSp>
      <p:grpSp>
        <p:nvGrpSpPr>
          <p:cNvPr id="6" name="Group 7">
            <a:extLst>
              <a:ext uri="{FF2B5EF4-FFF2-40B4-BE49-F238E27FC236}">
                <a16:creationId xmlns:a16="http://schemas.microsoft.com/office/drawing/2014/main" id="{805B7E89-35FE-EC53-5D61-3FC2555B1D4E}"/>
              </a:ext>
            </a:extLst>
          </p:cNvPr>
          <p:cNvGrpSpPr/>
          <p:nvPr/>
        </p:nvGrpSpPr>
        <p:grpSpPr>
          <a:xfrm>
            <a:off x="7312717" y="1956864"/>
            <a:ext cx="3920559" cy="4096797"/>
            <a:chOff x="6668520" y="1559378"/>
            <a:chExt cx="2648632" cy="2767694"/>
          </a:xfrm>
        </p:grpSpPr>
        <p:sp>
          <p:nvSpPr>
            <p:cNvPr id="7" name="Rectangle: Rounded Corners 19">
              <a:extLst>
                <a:ext uri="{FF2B5EF4-FFF2-40B4-BE49-F238E27FC236}">
                  <a16:creationId xmlns:a16="http://schemas.microsoft.com/office/drawing/2014/main" id="{485B6D1A-09F2-8A41-64DC-53A72660DC33}"/>
                </a:ext>
              </a:extLst>
            </p:cNvPr>
            <p:cNvSpPr/>
            <p:nvPr/>
          </p:nvSpPr>
          <p:spPr>
            <a:xfrm>
              <a:off x="6668520" y="1559378"/>
              <a:ext cx="2648632" cy="2767694"/>
            </a:xfrm>
            <a:prstGeom prst="roundRect">
              <a:avLst>
                <a:gd name="adj" fmla="val 16863"/>
              </a:avLst>
            </a:prstGeom>
            <a:gradFill flip="none" rotWithShape="1">
              <a:gsLst>
                <a:gs pos="0">
                  <a:srgbClr val="714B67"/>
                </a:gs>
                <a:gs pos="100000">
                  <a:srgbClr val="BA131A"/>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8" name="Rectangle: Rounded Corners 15">
              <a:extLst>
                <a:ext uri="{FF2B5EF4-FFF2-40B4-BE49-F238E27FC236}">
                  <a16:creationId xmlns:a16="http://schemas.microsoft.com/office/drawing/2014/main" id="{BE8021D7-8CC9-F530-42DD-93DFB2B0888E}"/>
                </a:ext>
              </a:extLst>
            </p:cNvPr>
            <p:cNvSpPr/>
            <p:nvPr/>
          </p:nvSpPr>
          <p:spPr>
            <a:xfrm>
              <a:off x="6892566" y="1758787"/>
              <a:ext cx="2226732" cy="689347"/>
            </a:xfrm>
            <a:prstGeom prst="roundRect">
              <a:avLst>
                <a:gd name="adj" fmla="val 3815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a:ln>
                    <a:noFill/>
                  </a:ln>
                  <a:solidFill>
                    <a:srgbClr val="223843"/>
                  </a:solidFill>
                  <a:effectLst/>
                  <a:uLnTx/>
                  <a:uFillTx/>
                  <a:ea typeface="+mn-ea"/>
                  <a:cs typeface="+mn-cs"/>
                </a:rPr>
                <a:t>LISTE DÉTAILLÉE DES EXIGENCES</a:t>
              </a:r>
            </a:p>
          </p:txBody>
        </p:sp>
      </p:grpSp>
      <p:grpSp>
        <p:nvGrpSpPr>
          <p:cNvPr id="9" name="Group 2">
            <a:extLst>
              <a:ext uri="{FF2B5EF4-FFF2-40B4-BE49-F238E27FC236}">
                <a16:creationId xmlns:a16="http://schemas.microsoft.com/office/drawing/2014/main" id="{CFCC4AEC-F396-7CC5-A73E-BB179BE8B3F3}"/>
              </a:ext>
            </a:extLst>
          </p:cNvPr>
          <p:cNvGrpSpPr/>
          <p:nvPr/>
        </p:nvGrpSpPr>
        <p:grpSpPr>
          <a:xfrm>
            <a:off x="864930" y="1962801"/>
            <a:ext cx="3920559" cy="4096797"/>
            <a:chOff x="960829" y="2098221"/>
            <a:chExt cx="3398899" cy="3118430"/>
          </a:xfrm>
        </p:grpSpPr>
        <p:sp>
          <p:nvSpPr>
            <p:cNvPr id="10" name="Rectangle: Rounded Corners 3">
              <a:extLst>
                <a:ext uri="{FF2B5EF4-FFF2-40B4-BE49-F238E27FC236}">
                  <a16:creationId xmlns:a16="http://schemas.microsoft.com/office/drawing/2014/main" id="{D8EF9338-2D17-744E-D351-907508046DC9}"/>
                </a:ext>
              </a:extLst>
            </p:cNvPr>
            <p:cNvSpPr/>
            <p:nvPr/>
          </p:nvSpPr>
          <p:spPr>
            <a:xfrm>
              <a:off x="960829" y="2098221"/>
              <a:ext cx="3398899" cy="3118430"/>
            </a:xfrm>
            <a:prstGeom prst="roundRect">
              <a:avLst>
                <a:gd name="adj" fmla="val 16863"/>
              </a:avLst>
            </a:prstGeom>
            <a:gradFill flip="none" rotWithShape="1">
              <a:gsLst>
                <a:gs pos="0">
                  <a:srgbClr val="714B67"/>
                </a:gs>
                <a:gs pos="100000">
                  <a:srgbClr val="BA131A"/>
                </a:gs>
              </a:gsLst>
              <a:lin ang="81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11" name="Rectangle: Rounded Corners 6">
              <a:extLst>
                <a:ext uri="{FF2B5EF4-FFF2-40B4-BE49-F238E27FC236}">
                  <a16:creationId xmlns:a16="http://schemas.microsoft.com/office/drawing/2014/main" id="{6967F0F4-524B-E11A-6AAC-8DE34077DD23}"/>
                </a:ext>
              </a:extLst>
            </p:cNvPr>
            <p:cNvSpPr/>
            <p:nvPr/>
          </p:nvSpPr>
          <p:spPr>
            <a:xfrm>
              <a:off x="1231533" y="2322901"/>
              <a:ext cx="2857489" cy="776704"/>
            </a:xfrm>
            <a:prstGeom prst="roundRect">
              <a:avLst>
                <a:gd name="adj" fmla="val 38157"/>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2000" b="1" i="0" u="none" strike="noStrike" kern="1200" cap="none" spc="0" normalizeH="0" baseline="0" noProof="0">
                  <a:ln>
                    <a:noFill/>
                  </a:ln>
                  <a:solidFill>
                    <a:srgbClr val="223843"/>
                  </a:solidFill>
                  <a:effectLst/>
                  <a:uLnTx/>
                  <a:uFillTx/>
                  <a:ea typeface="+mn-ea"/>
                  <a:cs typeface="+mn-cs"/>
                </a:rPr>
                <a:t>PRÉSENTATION DE L'ANALYSE</a:t>
              </a:r>
            </a:p>
          </p:txBody>
        </p:sp>
      </p:grpSp>
      <p:grpSp>
        <p:nvGrpSpPr>
          <p:cNvPr id="12" name="Group 10">
            <a:extLst>
              <a:ext uri="{FF2B5EF4-FFF2-40B4-BE49-F238E27FC236}">
                <a16:creationId xmlns:a16="http://schemas.microsoft.com/office/drawing/2014/main" id="{A56CB8E7-1FDA-85A3-96E8-CBD4D48D8526}"/>
              </a:ext>
            </a:extLst>
          </p:cNvPr>
          <p:cNvGrpSpPr/>
          <p:nvPr/>
        </p:nvGrpSpPr>
        <p:grpSpPr>
          <a:xfrm>
            <a:off x="4590298" y="5726295"/>
            <a:ext cx="3011404" cy="997528"/>
            <a:chOff x="4785489" y="5754005"/>
            <a:chExt cx="3011404" cy="997528"/>
          </a:xfrm>
        </p:grpSpPr>
        <p:sp>
          <p:nvSpPr>
            <p:cNvPr id="13" name="Rectangle: Rounded Corners 44">
              <a:extLst>
                <a:ext uri="{FF2B5EF4-FFF2-40B4-BE49-F238E27FC236}">
                  <a16:creationId xmlns:a16="http://schemas.microsoft.com/office/drawing/2014/main" id="{40C86AC8-3D09-A77D-A985-776C9802F58A}"/>
                </a:ext>
              </a:extLst>
            </p:cNvPr>
            <p:cNvSpPr/>
            <p:nvPr/>
          </p:nvSpPr>
          <p:spPr>
            <a:xfrm>
              <a:off x="4785489" y="5754005"/>
              <a:ext cx="3011404" cy="997528"/>
            </a:xfrm>
            <a:prstGeom prst="roundRect">
              <a:avLst>
                <a:gd name="adj" fmla="val 50000"/>
              </a:avLst>
            </a:prstGeom>
            <a:gradFill>
              <a:gsLst>
                <a:gs pos="0">
                  <a:srgbClr val="714B67"/>
                </a:gs>
                <a:gs pos="100000">
                  <a:srgbClr val="BA131A"/>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14" name="Rectangle: Rounded Corners 42">
              <a:extLst>
                <a:ext uri="{FF2B5EF4-FFF2-40B4-BE49-F238E27FC236}">
                  <a16:creationId xmlns:a16="http://schemas.microsoft.com/office/drawing/2014/main" id="{1506215D-4D06-8847-EB24-891990F0E15C}"/>
                </a:ext>
              </a:extLst>
            </p:cNvPr>
            <p:cNvSpPr/>
            <p:nvPr/>
          </p:nvSpPr>
          <p:spPr>
            <a:xfrm>
              <a:off x="4950619" y="5910296"/>
              <a:ext cx="2622451" cy="6893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srgbClr val="223843"/>
                  </a:solidFill>
                  <a:effectLst/>
                  <a:uLnTx/>
                  <a:uFillTx/>
                  <a:ea typeface="+mn-ea"/>
                  <a:cs typeface="+mn-cs"/>
                </a:rPr>
                <a:t>PRÉSENTATION FINALE</a:t>
              </a:r>
            </a:p>
          </p:txBody>
        </p:sp>
      </p:grpSp>
      <p:sp>
        <p:nvSpPr>
          <p:cNvPr id="15" name="TextBox 8">
            <a:extLst>
              <a:ext uri="{FF2B5EF4-FFF2-40B4-BE49-F238E27FC236}">
                <a16:creationId xmlns:a16="http://schemas.microsoft.com/office/drawing/2014/main" id="{F51D0484-453C-D5AB-411B-CF1E3D25BDD2}"/>
              </a:ext>
            </a:extLst>
          </p:cNvPr>
          <p:cNvSpPr txBox="1"/>
          <p:nvPr/>
        </p:nvSpPr>
        <p:spPr>
          <a:xfrm>
            <a:off x="1125425" y="3320847"/>
            <a:ext cx="3296054" cy="2499586"/>
          </a:xfrm>
          <a:prstGeom prst="rect">
            <a:avLst/>
          </a:prstGeom>
        </p:spPr>
        <p:txBody>
          <a:bodyPr vert="horz" wrap="none" lIns="91440" tIns="45720" rIns="91440" bIns="45720" rtlCol="0" anchor="t">
            <a:norm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dirty="0">
                <a:solidFill>
                  <a:prstClr val="white"/>
                </a:solidFill>
              </a:rPr>
              <a:t> Maquette de tableau de bord</a:t>
            </a:r>
            <a:endParaRPr kumimoji="0" lang="en-US" sz="2000" b="0" i="0" u="none" strike="noStrike" kern="1200" cap="none" spc="0" normalizeH="0" baseline="0" noProof="0" dirty="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ea typeface="+mn-ea"/>
                <a:cs typeface="+mn-cs"/>
              </a:rPr>
              <a:t> </a:t>
            </a:r>
            <a:r>
              <a:rPr kumimoji="0" lang="en-US" sz="2000" b="0" i="0" u="none" strike="noStrike" kern="1200" cap="none" spc="0" normalizeH="0" baseline="0" noProof="0" dirty="0" err="1">
                <a:ln>
                  <a:noFill/>
                </a:ln>
                <a:solidFill>
                  <a:prstClr val="white"/>
                </a:solidFill>
                <a:effectLst/>
                <a:uLnTx/>
                <a:uFillTx/>
                <a:ea typeface="+mn-ea"/>
                <a:cs typeface="+mn-cs"/>
              </a:rPr>
              <a:t>Périmètre</a:t>
            </a:r>
            <a:r>
              <a:rPr kumimoji="0" lang="en-US" sz="2000" b="0" i="0" u="none" strike="noStrike" kern="1200" cap="none" spc="0" normalizeH="0" baseline="0" noProof="0" dirty="0">
                <a:ln>
                  <a:noFill/>
                </a:ln>
                <a:solidFill>
                  <a:prstClr val="white"/>
                </a:solidFill>
                <a:effectLst/>
                <a:uLnTx/>
                <a:uFillTx/>
                <a:ea typeface="+mn-ea"/>
                <a:cs typeface="+mn-cs"/>
              </a:rPr>
              <a:t> du </a:t>
            </a:r>
            <a:r>
              <a:rPr kumimoji="0" lang="en-US" sz="2000" b="0" i="0" u="none" strike="noStrike" kern="1200" cap="none" spc="0" normalizeH="0" baseline="0" noProof="0" dirty="0" err="1">
                <a:ln>
                  <a:noFill/>
                </a:ln>
                <a:solidFill>
                  <a:prstClr val="white"/>
                </a:solidFill>
                <a:effectLst/>
                <a:uLnTx/>
                <a:uFillTx/>
                <a:ea typeface="+mn-ea"/>
                <a:cs typeface="+mn-cs"/>
              </a:rPr>
              <a:t>projet</a:t>
            </a:r>
            <a:r>
              <a:rPr kumimoji="0" lang="en-US" sz="2000" b="0" i="0" u="none" strike="noStrike" kern="1200" cap="none" spc="0" normalizeH="0" baseline="0" noProof="0" dirty="0">
                <a:ln>
                  <a:noFill/>
                </a:ln>
                <a:solidFill>
                  <a:prstClr val="white"/>
                </a:solidFill>
                <a:effectLst/>
                <a:uLnTx/>
                <a:uFillTx/>
                <a:ea typeface="+mn-ea"/>
                <a:cs typeface="+mn-cs"/>
              </a:rPr>
              <a:t> </a:t>
            </a:r>
            <a:r>
              <a:rPr kumimoji="0" lang="en-US" sz="2000" b="0" i="0" u="none" strike="noStrike" kern="1200" cap="none" spc="0" normalizeH="0" baseline="0" noProof="0" dirty="0" err="1">
                <a:ln>
                  <a:noFill/>
                </a:ln>
                <a:solidFill>
                  <a:prstClr val="white"/>
                </a:solidFill>
                <a:effectLst/>
                <a:uLnTx/>
                <a:uFillTx/>
                <a:ea typeface="+mn-ea"/>
                <a:cs typeface="+mn-cs"/>
              </a:rPr>
              <a:t>adressé</a:t>
            </a:r>
            <a:br>
              <a:rPr kumimoji="0" lang="en-US" sz="2000" b="0" i="0" u="none" strike="noStrike" kern="1200" cap="none" spc="0" normalizeH="0" baseline="0" noProof="0" dirty="0">
                <a:ln>
                  <a:noFill/>
                </a:ln>
                <a:solidFill>
                  <a:prstClr val="white"/>
                </a:solidFill>
                <a:effectLst/>
                <a:uLnTx/>
                <a:uFillTx/>
                <a:ea typeface="+mn-ea"/>
                <a:cs typeface="+mn-cs"/>
              </a:rPr>
            </a:br>
            <a:r>
              <a:rPr kumimoji="0" lang="fr-FR" sz="2000" b="0" i="0" u="none" strike="noStrike" kern="1200" cap="none" spc="0" normalizeH="0" baseline="0" noProof="0" dirty="0">
                <a:ln>
                  <a:noFill/>
                </a:ln>
                <a:solidFill>
                  <a:prstClr val="white"/>
                </a:solidFill>
                <a:effectLst/>
                <a:uLnTx/>
                <a:uFillTx/>
                <a:ea typeface="+mn-ea"/>
                <a:cs typeface="+mn-cs"/>
              </a:rPr>
              <a:t>(standard et non standard)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ea typeface="+mn-ea"/>
                <a:cs typeface="+mn-cs"/>
              </a:rPr>
              <a:t> Budget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ea typeface="+mn-ea"/>
                <a:cs typeface="+mn-cs"/>
              </a:rPr>
              <a:t> </a:t>
            </a:r>
            <a:r>
              <a:rPr kumimoji="0" lang="en-US" sz="2000" b="0" i="0" u="none" strike="noStrike" kern="1200" cap="none" spc="0" normalizeH="0" baseline="0" noProof="0" dirty="0" err="1">
                <a:ln>
                  <a:noFill/>
                </a:ln>
                <a:solidFill>
                  <a:prstClr val="white"/>
                </a:solidFill>
                <a:effectLst/>
                <a:uLnTx/>
                <a:uFillTx/>
                <a:ea typeface="+mn-ea"/>
                <a:cs typeface="+mn-cs"/>
              </a:rPr>
              <a:t>Chronologie</a:t>
            </a:r>
            <a:r>
              <a:rPr kumimoji="0" lang="en-US" sz="2000" b="0" i="0" u="none" strike="noStrike" kern="1200" cap="none" spc="0" normalizeH="0" baseline="0" noProof="0" dirty="0">
                <a:ln>
                  <a:noFill/>
                </a:ln>
                <a:solidFill>
                  <a:prstClr val="white"/>
                </a:solidFill>
                <a:effectLst/>
                <a:uLnTx/>
                <a:uFillTx/>
                <a:ea typeface="+mn-ea"/>
                <a:cs typeface="+mn-cs"/>
              </a:rPr>
              <a:t> du </a:t>
            </a:r>
            <a:r>
              <a:rPr kumimoji="0" lang="en-US" sz="2000" b="0" i="0" u="none" strike="noStrike" kern="1200" cap="none" spc="0" normalizeH="0" baseline="0" noProof="0" dirty="0" err="1">
                <a:ln>
                  <a:noFill/>
                </a:ln>
                <a:solidFill>
                  <a:prstClr val="white"/>
                </a:solidFill>
                <a:effectLst/>
                <a:uLnTx/>
                <a:uFillTx/>
                <a:ea typeface="+mn-ea"/>
                <a:cs typeface="+mn-cs"/>
              </a:rPr>
              <a:t>projet</a:t>
            </a:r>
            <a:endParaRPr kumimoji="0" lang="en-US" sz="2000" b="0" i="0" u="none" strike="noStrike" kern="1200" cap="none" spc="0" normalizeH="0" baseline="0" noProof="0" dirty="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prstClr val="white"/>
                </a:solidFill>
                <a:effectLst/>
                <a:uLnTx/>
                <a:uFillTx/>
                <a:ea typeface="+mn-ea"/>
                <a:cs typeface="+mn-cs"/>
              </a:rPr>
              <a:t> Organigramme du </a:t>
            </a:r>
            <a:r>
              <a:rPr kumimoji="0" lang="en-US" sz="2000" b="0" i="0" u="none" strike="noStrike" kern="1200" cap="none" spc="0" normalizeH="0" baseline="0" noProof="0" dirty="0" err="1">
                <a:ln>
                  <a:noFill/>
                </a:ln>
                <a:solidFill>
                  <a:prstClr val="white"/>
                </a:solidFill>
                <a:effectLst/>
                <a:uLnTx/>
                <a:uFillTx/>
                <a:ea typeface="+mn-ea"/>
                <a:cs typeface="+mn-cs"/>
              </a:rPr>
              <a:t>projet</a:t>
            </a:r>
            <a:endParaRPr kumimoji="0" lang="en-US" sz="2000" b="0" i="0" u="none" strike="noStrike" kern="1200" cap="none" spc="0" normalizeH="0" baseline="0" noProof="0" dirty="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fr-FR" sz="2000" b="0" i="0" u="none" strike="noStrike" kern="1200" cap="none" spc="0" normalizeH="0" baseline="0" noProof="0" dirty="0">
              <a:ln>
                <a:noFill/>
              </a:ln>
              <a:solidFill>
                <a:prstClr val="white"/>
              </a:solidFill>
              <a:effectLst/>
              <a:uLnTx/>
              <a:uFillTx/>
              <a:ea typeface="+mn-ea"/>
              <a:cs typeface="+mn-cs"/>
            </a:endParaRPr>
          </a:p>
        </p:txBody>
      </p:sp>
      <p:sp>
        <p:nvSpPr>
          <p:cNvPr id="16" name="TextBox 9">
            <a:extLst>
              <a:ext uri="{FF2B5EF4-FFF2-40B4-BE49-F238E27FC236}">
                <a16:creationId xmlns:a16="http://schemas.microsoft.com/office/drawing/2014/main" id="{18378CA8-5E0C-77C4-996E-35D6C26B6646}"/>
              </a:ext>
            </a:extLst>
          </p:cNvPr>
          <p:cNvSpPr txBox="1"/>
          <p:nvPr/>
        </p:nvSpPr>
        <p:spPr>
          <a:xfrm>
            <a:off x="7645630" y="3314910"/>
            <a:ext cx="3294778" cy="2535896"/>
          </a:xfrm>
          <a:prstGeom prst="rect">
            <a:avLst/>
          </a:prstGeom>
        </p:spPr>
        <p:txBody>
          <a:bodyPr vert="horz" wrap="none" lIns="91440" tIns="45720" rIns="91440" bIns="45720" rtlCol="0" anchor="t">
            <a:no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white"/>
                </a:solidFill>
                <a:effectLst/>
                <a:uLnTx/>
                <a:uFillTx/>
                <a:ea typeface="+mn-ea"/>
                <a:cs typeface="+mn-cs"/>
              </a:rPr>
              <a:t> </a:t>
            </a:r>
            <a:r>
              <a:rPr kumimoji="0" lang="en-US" sz="2000" b="0" i="0" u="none" strike="noStrike" kern="1200" cap="none" spc="0" normalizeH="0" baseline="0" noProof="0" err="1">
                <a:ln>
                  <a:noFill/>
                </a:ln>
                <a:solidFill>
                  <a:prstClr val="white"/>
                </a:solidFill>
                <a:effectLst/>
                <a:uLnTx/>
                <a:uFillTx/>
                <a:ea typeface="+mn-ea"/>
                <a:cs typeface="+mn-cs"/>
              </a:rPr>
              <a:t>Tâches</a:t>
            </a:r>
            <a:r>
              <a:rPr kumimoji="0" lang="en-US" sz="2000" b="0" i="0" u="none" strike="noStrike" kern="1200" cap="none" spc="0" normalizeH="0" baseline="0" noProof="0">
                <a:ln>
                  <a:noFill/>
                </a:ln>
                <a:solidFill>
                  <a:prstClr val="white"/>
                </a:solidFill>
                <a:effectLst/>
                <a:uLnTx/>
                <a:uFillTx/>
                <a:ea typeface="+mn-ea"/>
                <a:cs typeface="+mn-cs"/>
              </a:rPr>
              <a:t> </a:t>
            </a:r>
            <a:r>
              <a:rPr kumimoji="0" lang="en-US" sz="2000" b="0" i="0" u="none" strike="noStrike" kern="1200" cap="none" spc="0" normalizeH="0" baseline="0" noProof="0" err="1">
                <a:ln>
                  <a:noFill/>
                </a:ln>
                <a:solidFill>
                  <a:prstClr val="white"/>
                </a:solidFill>
                <a:effectLst/>
                <a:uLnTx/>
                <a:uFillTx/>
                <a:ea typeface="+mn-ea"/>
                <a:cs typeface="+mn-cs"/>
              </a:rPr>
              <a:t>fonctionnelles</a:t>
            </a:r>
            <a:endParaRPr kumimoji="0" lang="en-US" sz="2000" b="0" i="0" u="none" strike="noStrike" kern="1200" cap="none" spc="0" normalizeH="0" baseline="0" noProof="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err="1">
                <a:ln>
                  <a:noFill/>
                </a:ln>
                <a:solidFill>
                  <a:prstClr val="white"/>
                </a:solidFill>
                <a:effectLst/>
                <a:uLnTx/>
                <a:uFillTx/>
                <a:ea typeface="+mn-ea"/>
                <a:cs typeface="+mn-cs"/>
              </a:rPr>
              <a:t>incluses</a:t>
            </a:r>
            <a:endParaRPr kumimoji="0" lang="en-US" sz="2000" b="0" i="0" u="none" strike="noStrike" kern="1200" cap="none" spc="0" normalizeH="0" baseline="0" noProof="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white"/>
                </a:solidFill>
                <a:effectLst/>
                <a:uLnTx/>
                <a:uFillTx/>
                <a:ea typeface="+mn-ea"/>
                <a:cs typeface="+mn-cs"/>
              </a:rPr>
              <a:t> </a:t>
            </a:r>
            <a:r>
              <a:rPr kumimoji="0" lang="en-US" sz="2000" b="0" i="0" u="none" strike="noStrike" kern="1200" cap="none" spc="0" normalizeH="0" baseline="0" noProof="0" err="1">
                <a:ln>
                  <a:noFill/>
                </a:ln>
                <a:solidFill>
                  <a:prstClr val="white"/>
                </a:solidFill>
                <a:effectLst/>
                <a:uLnTx/>
                <a:uFillTx/>
                <a:ea typeface="+mn-ea"/>
                <a:cs typeface="+mn-cs"/>
              </a:rPr>
              <a:t>Tâches</a:t>
            </a:r>
            <a:r>
              <a:rPr kumimoji="0" lang="en-US" sz="2000" b="0" i="0" u="none" strike="noStrike" kern="1200" cap="none" spc="0" normalizeH="0" baseline="0" noProof="0">
                <a:ln>
                  <a:noFill/>
                </a:ln>
                <a:solidFill>
                  <a:prstClr val="white"/>
                </a:solidFill>
                <a:effectLst/>
                <a:uLnTx/>
                <a:uFillTx/>
                <a:ea typeface="+mn-ea"/>
                <a:cs typeface="+mn-cs"/>
              </a:rPr>
              <a:t> </a:t>
            </a:r>
            <a:r>
              <a:rPr kumimoji="0" lang="en-US" sz="2000" b="0" i="0" u="none" strike="noStrike" kern="1200" cap="none" spc="0" normalizeH="0" baseline="0" noProof="0" err="1">
                <a:ln>
                  <a:noFill/>
                </a:ln>
                <a:solidFill>
                  <a:prstClr val="white"/>
                </a:solidFill>
                <a:effectLst/>
                <a:uLnTx/>
                <a:uFillTx/>
                <a:ea typeface="+mn-ea"/>
                <a:cs typeface="+mn-cs"/>
              </a:rPr>
              <a:t>fonctionnelles</a:t>
            </a:r>
            <a:endParaRPr kumimoji="0" lang="en-US" sz="2000" b="0" i="0" u="none" strike="noStrike" kern="1200" cap="none" spc="0" normalizeH="0" baseline="0" noProof="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err="1">
                <a:ln>
                  <a:noFill/>
                </a:ln>
                <a:solidFill>
                  <a:prstClr val="white"/>
                </a:solidFill>
                <a:effectLst/>
                <a:uLnTx/>
                <a:uFillTx/>
                <a:ea typeface="+mn-ea"/>
                <a:cs typeface="+mn-cs"/>
              </a:rPr>
              <a:t>exclues</a:t>
            </a:r>
            <a:endParaRPr kumimoji="0" lang="en-US" sz="2000" b="0" i="0" u="none" strike="noStrike" kern="1200" cap="none" spc="0" normalizeH="0" baseline="0" noProof="0">
              <a:ln>
                <a:noFill/>
              </a:ln>
              <a:solidFill>
                <a:prstClr val="white"/>
              </a:solidFill>
              <a:effectLst/>
              <a:uLnTx/>
              <a:uFillTx/>
              <a:ea typeface="+mn-ea"/>
              <a:cs typeface="+mn-cs"/>
            </a:endParaRP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white"/>
                </a:solidFill>
                <a:effectLst/>
                <a:uLnTx/>
                <a:uFillTx/>
                <a:ea typeface="+mn-ea"/>
                <a:cs typeface="+mn-cs"/>
              </a:rPr>
              <a:t> </a:t>
            </a:r>
            <a:r>
              <a:rPr kumimoji="0" lang="fr-FR" sz="2000" b="0" i="0" u="none" strike="noStrike" kern="1200" cap="none" spc="0" normalizeH="0" baseline="0" noProof="0">
                <a:ln>
                  <a:noFill/>
                </a:ln>
                <a:solidFill>
                  <a:prstClr val="white"/>
                </a:solidFill>
                <a:effectLst/>
                <a:uLnTx/>
                <a:uFillTx/>
                <a:ea typeface="+mn-ea"/>
                <a:cs typeface="+mn-cs"/>
              </a:rPr>
              <a:t>Exigences de gestion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a:ln>
                  <a:noFill/>
                </a:ln>
                <a:solidFill>
                  <a:prstClr val="white"/>
                </a:solidFill>
                <a:effectLst/>
                <a:uLnTx/>
                <a:uFillTx/>
                <a:ea typeface="+mn-ea"/>
                <a:cs typeface="+mn-cs"/>
              </a:rPr>
              <a:t>et de qualité</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000" b="0" i="0" u="none" strike="noStrike" kern="1200" cap="none" spc="0" normalizeH="0" baseline="0" noProof="0">
                <a:ln>
                  <a:noFill/>
                </a:ln>
                <a:solidFill>
                  <a:prstClr val="white"/>
                </a:solidFill>
                <a:effectLst/>
                <a:uLnTx/>
                <a:uFillTx/>
                <a:ea typeface="+mn-ea"/>
                <a:cs typeface="+mn-cs"/>
              </a:rPr>
              <a:t> </a:t>
            </a:r>
            <a:r>
              <a:rPr kumimoji="0" lang="fr-FR" sz="2000" b="0" i="0" u="none" strike="noStrike" kern="1200" cap="none" spc="0" normalizeH="0" baseline="0" noProof="0">
                <a:ln>
                  <a:noFill/>
                </a:ln>
                <a:solidFill>
                  <a:prstClr val="white"/>
                </a:solidFill>
                <a:effectLst/>
                <a:uLnTx/>
                <a:uFillTx/>
                <a:ea typeface="+mn-ea"/>
                <a:cs typeface="+mn-cs"/>
              </a:rPr>
              <a:t>Estimations, avancement,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2000" b="0" i="0" u="none" strike="noStrike" kern="1200" cap="none" spc="0" normalizeH="0" baseline="0" noProof="0">
                <a:ln>
                  <a:noFill/>
                </a:ln>
                <a:solidFill>
                  <a:prstClr val="white"/>
                </a:solidFill>
                <a:effectLst/>
                <a:uLnTx/>
                <a:uFillTx/>
                <a:ea typeface="+mn-ea"/>
                <a:cs typeface="+mn-cs"/>
              </a:rPr>
              <a:t>classification par phase... </a:t>
            </a:r>
            <a:endParaRPr kumimoji="0" lang="en-US" sz="2000" b="0" i="0" u="none" strike="noStrike" kern="1200" cap="none" spc="0" normalizeH="0" baseline="0" noProof="0">
              <a:ln>
                <a:noFill/>
              </a:ln>
              <a:solidFill>
                <a:prstClr val="white"/>
              </a:solidFill>
              <a:effectLst/>
              <a:uLnTx/>
              <a:uFillTx/>
              <a:ea typeface="+mn-ea"/>
              <a:cs typeface="+mn-cs"/>
            </a:endParaRPr>
          </a:p>
        </p:txBody>
      </p:sp>
      <p:sp>
        <p:nvSpPr>
          <p:cNvPr id="17" name="Espace réservé du numéro de diapositive 16">
            <a:extLst>
              <a:ext uri="{FF2B5EF4-FFF2-40B4-BE49-F238E27FC236}">
                <a16:creationId xmlns:a16="http://schemas.microsoft.com/office/drawing/2014/main" id="{BDDBAB07-9348-A3D6-70A5-ACAB6D53F069}"/>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smtClean="0"/>
              <a:pPr defTabSz="914400">
                <a:defRPr/>
              </a:pPr>
              <a:t>22</a:t>
            </a:fld>
            <a:endParaRPr lang="fr-FR"/>
          </a:p>
        </p:txBody>
      </p:sp>
    </p:spTree>
    <p:extLst>
      <p:ext uri="{BB962C8B-B14F-4D97-AF65-F5344CB8AC3E}">
        <p14:creationId xmlns:p14="http://schemas.microsoft.com/office/powerpoint/2010/main" val="35746590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70D32-4252-5BC4-1374-AD931B648660}"/>
            </a:ext>
          </a:extLst>
        </p:cNvPr>
        <p:cNvGrpSpPr/>
        <p:nvPr/>
      </p:nvGrpSpPr>
      <p:grpSpPr>
        <a:xfrm>
          <a:off x="0" y="0"/>
          <a:ext cx="0" cy="0"/>
          <a:chOff x="0" y="0"/>
          <a:chExt cx="0" cy="0"/>
        </a:xfrm>
      </p:grpSpPr>
      <p:sp>
        <p:nvSpPr>
          <p:cNvPr id="4" name="Titre 3">
            <a:extLst>
              <a:ext uri="{FF2B5EF4-FFF2-40B4-BE49-F238E27FC236}">
                <a16:creationId xmlns:a16="http://schemas.microsoft.com/office/drawing/2014/main" id="{94F72D51-A8F0-27B6-06B4-84EA25F0A689}"/>
              </a:ext>
            </a:extLst>
          </p:cNvPr>
          <p:cNvSpPr>
            <a:spLocks noGrp="1"/>
          </p:cNvSpPr>
          <p:nvPr>
            <p:ph type="ctrTitle"/>
          </p:nvPr>
        </p:nvSpPr>
        <p:spPr>
          <a:xfrm>
            <a:off x="215900" y="1898650"/>
            <a:ext cx="5880100" cy="3060700"/>
          </a:xfrm>
        </p:spPr>
        <p:txBody>
          <a:bodyPr anchor="ctr">
            <a:normAutofit/>
          </a:bodyPr>
          <a:lstStyle/>
          <a:p>
            <a:r>
              <a:rPr lang="fr-FR" sz="6000">
                <a:latin typeface="+mj-lt"/>
              </a:rPr>
              <a:t>APPROCHE BUDGÉTAIRE</a:t>
            </a:r>
            <a:endParaRPr lang="en-US" sz="6000">
              <a:latin typeface="+mj-lt"/>
            </a:endParaRPr>
          </a:p>
        </p:txBody>
      </p:sp>
      <p:pic>
        <p:nvPicPr>
          <p:cNvPr id="7" name="Espace réservé du contenu 6">
            <a:extLst>
              <a:ext uri="{FF2B5EF4-FFF2-40B4-BE49-F238E27FC236}">
                <a16:creationId xmlns:a16="http://schemas.microsoft.com/office/drawing/2014/main" id="{D261C24A-F94C-C02A-CEB2-A3BC6F7C60B0}"/>
              </a:ext>
            </a:extLst>
          </p:cNvPr>
          <p:cNvPicPr>
            <a:picLocks noGrp="1" noChangeAspect="1"/>
          </p:cNvPicPr>
          <p:nvPr>
            <p:ph sz="quarter" idx="11"/>
          </p:nvPr>
        </p:nvPicPr>
        <p:blipFill>
          <a:blip r:embed="rId3">
            <a:extLst>
              <a:ext uri="{96DAC541-7B7A-43D3-8B79-37D633B846F1}">
                <asvg:svgBlip xmlns:asvg="http://schemas.microsoft.com/office/drawing/2016/SVG/main" r:embed="rId4"/>
              </a:ext>
            </a:extLst>
          </a:blip>
          <a:stretch/>
        </p:blipFill>
        <p:spPr>
          <a:xfrm>
            <a:off x="6096000" y="1347787"/>
            <a:ext cx="4160838" cy="4160838"/>
          </a:xfrm>
          <a:prstGeom prst="rect">
            <a:avLst/>
          </a:prstGeom>
        </p:spPr>
      </p:pic>
      <p:sp>
        <p:nvSpPr>
          <p:cNvPr id="2" name="Espace réservé du numéro de diapositive 1">
            <a:extLst>
              <a:ext uri="{FF2B5EF4-FFF2-40B4-BE49-F238E27FC236}">
                <a16:creationId xmlns:a16="http://schemas.microsoft.com/office/drawing/2014/main" id="{3CFDC36C-68E4-379C-E69D-3482DD28B9E4}"/>
              </a:ext>
            </a:extLst>
          </p:cNvPr>
          <p:cNvSpPr>
            <a:spLocks noGrp="1"/>
          </p:cNvSpPr>
          <p:nvPr>
            <p:ph type="sldNum" sz="quarter" idx="12"/>
          </p:nvPr>
        </p:nvSpPr>
        <p:spPr>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bg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smtClean="0"/>
              <a:pPr defTabSz="914400">
                <a:defRPr/>
              </a:pPr>
              <a:t>23</a:t>
            </a:fld>
            <a:endParaRPr lang="fr-FR"/>
          </a:p>
        </p:txBody>
      </p:sp>
    </p:spTree>
    <p:extLst>
      <p:ext uri="{BB962C8B-B14F-4D97-AF65-F5344CB8AC3E}">
        <p14:creationId xmlns:p14="http://schemas.microsoft.com/office/powerpoint/2010/main" val="12424056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7C32F396-0A8F-ED8E-BE48-6B551A79A37E}"/>
              </a:ext>
            </a:extLst>
          </p:cNvPr>
          <p:cNvSpPr>
            <a:spLocks noGrp="1"/>
          </p:cNvSpPr>
          <p:nvPr>
            <p:ph type="body" sz="quarter" idx="14"/>
          </p:nvPr>
        </p:nvSpPr>
        <p:spPr>
          <a:xfrm>
            <a:off x="808176" y="4462047"/>
            <a:ext cx="1896833" cy="480483"/>
          </a:xfrm>
        </p:spPr>
        <p:txBody>
          <a:bodyPr anchor="ctr">
            <a:normAutofit/>
          </a:bodyPr>
          <a:lstStyle/>
          <a:p>
            <a:r>
              <a:rPr lang="fr-FR" sz="1400" b="1" dirty="0"/>
              <a:t>ANALYSE</a:t>
            </a:r>
            <a:endParaRPr lang="en-US" sz="1400" b="1" dirty="0"/>
          </a:p>
        </p:txBody>
      </p:sp>
      <p:sp>
        <p:nvSpPr>
          <p:cNvPr id="12" name="Espace réservé du texte 11">
            <a:extLst>
              <a:ext uri="{FF2B5EF4-FFF2-40B4-BE49-F238E27FC236}">
                <a16:creationId xmlns:a16="http://schemas.microsoft.com/office/drawing/2014/main" id="{32BE3B57-20A5-D0A9-BE56-3BF8423BD0BA}"/>
              </a:ext>
            </a:extLst>
          </p:cNvPr>
          <p:cNvSpPr>
            <a:spLocks noGrp="1"/>
          </p:cNvSpPr>
          <p:nvPr>
            <p:ph type="body" sz="quarter" idx="15"/>
          </p:nvPr>
        </p:nvSpPr>
        <p:spPr>
          <a:xfrm>
            <a:off x="3464895" y="4462047"/>
            <a:ext cx="2386348" cy="706939"/>
          </a:xfrm>
        </p:spPr>
        <p:txBody>
          <a:bodyPr anchor="ctr">
            <a:normAutofit fontScale="92500"/>
          </a:bodyPr>
          <a:lstStyle/>
          <a:p>
            <a:r>
              <a:rPr lang="fr-FR" sz="1400" b="1" dirty="0"/>
              <a:t>LICENCES ET HÉBERGEMENT</a:t>
            </a:r>
          </a:p>
          <a:p>
            <a:r>
              <a:rPr lang="fr-FR" sz="1300" i="1" dirty="0"/>
              <a:t>/an, Facturé par Odoo</a:t>
            </a:r>
            <a:endParaRPr lang="en-US" sz="1300" i="1" dirty="0"/>
          </a:p>
        </p:txBody>
      </p:sp>
      <p:sp>
        <p:nvSpPr>
          <p:cNvPr id="13" name="Espace réservé du texte 12">
            <a:extLst>
              <a:ext uri="{FF2B5EF4-FFF2-40B4-BE49-F238E27FC236}">
                <a16:creationId xmlns:a16="http://schemas.microsoft.com/office/drawing/2014/main" id="{D8BBD250-A7A5-D022-F675-83676AC29E6B}"/>
              </a:ext>
            </a:extLst>
          </p:cNvPr>
          <p:cNvSpPr>
            <a:spLocks noGrp="1"/>
          </p:cNvSpPr>
          <p:nvPr>
            <p:ph type="body" sz="quarter" idx="16"/>
          </p:nvPr>
        </p:nvSpPr>
        <p:spPr>
          <a:xfrm>
            <a:off x="9430005" y="4462047"/>
            <a:ext cx="1974339" cy="595728"/>
          </a:xfrm>
        </p:spPr>
        <p:txBody>
          <a:bodyPr anchor="ctr">
            <a:noAutofit/>
          </a:bodyPr>
          <a:lstStyle/>
          <a:p>
            <a:r>
              <a:rPr lang="fr-FR" sz="1400" b="1" dirty="0"/>
              <a:t>ACHATS DE MODULES SUPPLÉMENTAIRES</a:t>
            </a:r>
            <a:endParaRPr lang="en-US" sz="1400" b="1" dirty="0"/>
          </a:p>
        </p:txBody>
      </p:sp>
      <p:sp>
        <p:nvSpPr>
          <p:cNvPr id="15" name="Espace réservé du texte 14">
            <a:extLst>
              <a:ext uri="{FF2B5EF4-FFF2-40B4-BE49-F238E27FC236}">
                <a16:creationId xmlns:a16="http://schemas.microsoft.com/office/drawing/2014/main" id="{A1B5F088-7990-7D59-411B-FADFE592F346}"/>
              </a:ext>
            </a:extLst>
          </p:cNvPr>
          <p:cNvSpPr>
            <a:spLocks noGrp="1"/>
          </p:cNvSpPr>
          <p:nvPr>
            <p:ph type="body" sz="quarter" idx="18"/>
          </p:nvPr>
        </p:nvSpPr>
        <p:spPr>
          <a:xfrm>
            <a:off x="6597732" y="4462047"/>
            <a:ext cx="1881861" cy="480483"/>
          </a:xfrm>
        </p:spPr>
        <p:txBody>
          <a:bodyPr anchor="ctr">
            <a:normAutofit/>
          </a:bodyPr>
          <a:lstStyle/>
          <a:p>
            <a:r>
              <a:rPr lang="fr-FR" sz="1400" b="1" dirty="0"/>
              <a:t>IMPLÉMENTATION</a:t>
            </a:r>
            <a:endParaRPr lang="en-US" sz="1400" b="1" dirty="0"/>
          </a:p>
        </p:txBody>
      </p:sp>
      <p:sp>
        <p:nvSpPr>
          <p:cNvPr id="7" name="Titre 6">
            <a:extLst>
              <a:ext uri="{FF2B5EF4-FFF2-40B4-BE49-F238E27FC236}">
                <a16:creationId xmlns:a16="http://schemas.microsoft.com/office/drawing/2014/main" id="{E3C40A50-0A93-BCA6-93F0-1DE666F2AE9A}"/>
              </a:ext>
            </a:extLst>
          </p:cNvPr>
          <p:cNvSpPr>
            <a:spLocks noGrp="1"/>
          </p:cNvSpPr>
          <p:nvPr>
            <p:ph type="title"/>
          </p:nvPr>
        </p:nvSpPr>
        <p:spPr/>
        <p:txBody>
          <a:bodyPr/>
          <a:lstStyle/>
          <a:p>
            <a:r>
              <a:rPr lang="fr-FR"/>
              <a:t>NOTRE OFFRE DE PRIX</a:t>
            </a:r>
            <a:endParaRPr lang="en-US"/>
          </a:p>
        </p:txBody>
      </p:sp>
      <p:sp>
        <p:nvSpPr>
          <p:cNvPr id="5" name="Espace réservé du numéro de diapositive 4">
            <a:extLst>
              <a:ext uri="{FF2B5EF4-FFF2-40B4-BE49-F238E27FC236}">
                <a16:creationId xmlns:a16="http://schemas.microsoft.com/office/drawing/2014/main" id="{935E0A44-0E33-E3CB-60DD-A5912259F0DB}"/>
              </a:ext>
            </a:extLst>
          </p:cNvPr>
          <p:cNvSpPr>
            <a:spLocks noGrp="1"/>
          </p:cNvSpPr>
          <p:nvPr>
            <p:ph type="sldNum" sz="quarter" idx="19"/>
          </p:nvPr>
        </p:nvSpPr>
        <p:spPr/>
        <p:txBody>
          <a:bodyPr/>
          <a:lstStyle/>
          <a:p>
            <a:fld id="{0C34F99C-3C47-4582-9518-8D365E9692AE}" type="slidenum">
              <a:rPr lang="en-US" smtClean="0"/>
              <a:pPr/>
              <a:t>24</a:t>
            </a:fld>
            <a:endParaRPr lang="en-US"/>
          </a:p>
        </p:txBody>
      </p:sp>
      <p:grpSp>
        <p:nvGrpSpPr>
          <p:cNvPr id="23" name="Google Shape;10712;p75">
            <a:extLst>
              <a:ext uri="{FF2B5EF4-FFF2-40B4-BE49-F238E27FC236}">
                <a16:creationId xmlns:a16="http://schemas.microsoft.com/office/drawing/2014/main" id="{8C45EC9C-C4A3-E800-422B-A0E72CA755F1}"/>
              </a:ext>
            </a:extLst>
          </p:cNvPr>
          <p:cNvGrpSpPr/>
          <p:nvPr/>
        </p:nvGrpSpPr>
        <p:grpSpPr>
          <a:xfrm>
            <a:off x="1351343" y="3014279"/>
            <a:ext cx="828000" cy="828000"/>
            <a:chOff x="5045500" y="842250"/>
            <a:chExt cx="503875" cy="481850"/>
          </a:xfrm>
          <a:solidFill>
            <a:schemeClr val="bg1"/>
          </a:solidFill>
        </p:grpSpPr>
        <p:sp>
          <p:nvSpPr>
            <p:cNvPr id="24" name="Google Shape;10713;p75">
              <a:extLst>
                <a:ext uri="{FF2B5EF4-FFF2-40B4-BE49-F238E27FC236}">
                  <a16:creationId xmlns:a16="http://schemas.microsoft.com/office/drawing/2014/main" id="{C6046427-81EA-3696-3F30-867636271AD1}"/>
                </a:ext>
              </a:extLst>
            </p:cNvPr>
            <p:cNvSpPr/>
            <p:nvPr/>
          </p:nvSpPr>
          <p:spPr>
            <a:xfrm>
              <a:off x="5045500" y="842250"/>
              <a:ext cx="503875" cy="481850"/>
            </a:xfrm>
            <a:custGeom>
              <a:avLst/>
              <a:gdLst/>
              <a:ahLst/>
              <a:cxnLst/>
              <a:rect l="l" t="t" r="r" b="b"/>
              <a:pathLst>
                <a:path w="20155" h="19274" extrusionOk="0">
                  <a:moveTo>
                    <a:pt x="12103" y="1130"/>
                  </a:moveTo>
                  <a:cubicBezTo>
                    <a:pt x="13694" y="1130"/>
                    <a:pt x="15284" y="1735"/>
                    <a:pt x="16496" y="2945"/>
                  </a:cubicBezTo>
                  <a:cubicBezTo>
                    <a:pt x="18917" y="5366"/>
                    <a:pt x="18917" y="9305"/>
                    <a:pt x="16496" y="11729"/>
                  </a:cubicBezTo>
                  <a:cubicBezTo>
                    <a:pt x="15286" y="12940"/>
                    <a:pt x="13695" y="13545"/>
                    <a:pt x="12104" y="13545"/>
                  </a:cubicBezTo>
                  <a:cubicBezTo>
                    <a:pt x="10514" y="13545"/>
                    <a:pt x="8923" y="12940"/>
                    <a:pt x="7712" y="11729"/>
                  </a:cubicBezTo>
                  <a:cubicBezTo>
                    <a:pt x="5288" y="9305"/>
                    <a:pt x="5288" y="5369"/>
                    <a:pt x="7712" y="2945"/>
                  </a:cubicBezTo>
                  <a:cubicBezTo>
                    <a:pt x="8923" y="1735"/>
                    <a:pt x="10513" y="1130"/>
                    <a:pt x="12103" y="1130"/>
                  </a:cubicBezTo>
                  <a:close/>
                  <a:moveTo>
                    <a:pt x="4918" y="13726"/>
                  </a:moveTo>
                  <a:lnTo>
                    <a:pt x="5716" y="14524"/>
                  </a:lnTo>
                  <a:lnTo>
                    <a:pt x="4918" y="15322"/>
                  </a:lnTo>
                  <a:lnTo>
                    <a:pt x="4120" y="14524"/>
                  </a:lnTo>
                  <a:lnTo>
                    <a:pt x="4918" y="13726"/>
                  </a:lnTo>
                  <a:close/>
                  <a:moveTo>
                    <a:pt x="12106" y="1"/>
                  </a:moveTo>
                  <a:cubicBezTo>
                    <a:pt x="10226" y="1"/>
                    <a:pt x="8345" y="717"/>
                    <a:pt x="6914" y="2147"/>
                  </a:cubicBezTo>
                  <a:cubicBezTo>
                    <a:pt x="4725" y="4333"/>
                    <a:pt x="4240" y="7516"/>
                    <a:pt x="5315" y="10133"/>
                  </a:cubicBezTo>
                  <a:lnTo>
                    <a:pt x="4518" y="10931"/>
                  </a:lnTo>
                  <a:cubicBezTo>
                    <a:pt x="4009" y="11434"/>
                    <a:pt x="3876" y="12208"/>
                    <a:pt x="4192" y="12852"/>
                  </a:cubicBezTo>
                  <a:lnTo>
                    <a:pt x="663" y="16382"/>
                  </a:lnTo>
                  <a:cubicBezTo>
                    <a:pt x="1" y="17044"/>
                    <a:pt x="1" y="18116"/>
                    <a:pt x="663" y="18778"/>
                  </a:cubicBezTo>
                  <a:cubicBezTo>
                    <a:pt x="994" y="19108"/>
                    <a:pt x="1428" y="19273"/>
                    <a:pt x="1862" y="19273"/>
                  </a:cubicBezTo>
                  <a:cubicBezTo>
                    <a:pt x="2295" y="19273"/>
                    <a:pt x="2729" y="19108"/>
                    <a:pt x="3060" y="18778"/>
                  </a:cubicBezTo>
                  <a:lnTo>
                    <a:pt x="6586" y="15249"/>
                  </a:lnTo>
                  <a:cubicBezTo>
                    <a:pt x="6820" y="15363"/>
                    <a:pt x="7071" y="15418"/>
                    <a:pt x="7320" y="15418"/>
                  </a:cubicBezTo>
                  <a:cubicBezTo>
                    <a:pt x="7757" y="15418"/>
                    <a:pt x="8188" y="15247"/>
                    <a:pt x="8510" y="14921"/>
                  </a:cubicBezTo>
                  <a:lnTo>
                    <a:pt x="9308" y="14126"/>
                  </a:lnTo>
                  <a:cubicBezTo>
                    <a:pt x="10192" y="14489"/>
                    <a:pt x="11145" y="14675"/>
                    <a:pt x="12104" y="14675"/>
                  </a:cubicBezTo>
                  <a:cubicBezTo>
                    <a:pt x="13962" y="14675"/>
                    <a:pt x="15843" y="13979"/>
                    <a:pt x="17294" y="12527"/>
                  </a:cubicBezTo>
                  <a:cubicBezTo>
                    <a:pt x="20155" y="9666"/>
                    <a:pt x="20155" y="5008"/>
                    <a:pt x="17294" y="2147"/>
                  </a:cubicBezTo>
                  <a:cubicBezTo>
                    <a:pt x="15864" y="716"/>
                    <a:pt x="13985" y="1"/>
                    <a:pt x="12106"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25" name="Google Shape;10714;p75">
              <a:extLst>
                <a:ext uri="{FF2B5EF4-FFF2-40B4-BE49-F238E27FC236}">
                  <a16:creationId xmlns:a16="http://schemas.microsoft.com/office/drawing/2014/main" id="{CC2D59DF-EA26-CB66-3A7B-826E3E22388A}"/>
                </a:ext>
              </a:extLst>
            </p:cNvPr>
            <p:cNvSpPr/>
            <p:nvPr/>
          </p:nvSpPr>
          <p:spPr>
            <a:xfrm>
              <a:off x="5221050" y="898625"/>
              <a:ext cx="254100" cy="254100"/>
            </a:xfrm>
            <a:custGeom>
              <a:avLst/>
              <a:gdLst/>
              <a:ahLst/>
              <a:cxnLst/>
              <a:rect l="l" t="t" r="r" b="b"/>
              <a:pathLst>
                <a:path w="10164" h="10164" extrusionOk="0">
                  <a:moveTo>
                    <a:pt x="5081" y="1"/>
                  </a:moveTo>
                  <a:cubicBezTo>
                    <a:pt x="2274" y="1"/>
                    <a:pt x="1" y="2274"/>
                    <a:pt x="1" y="5081"/>
                  </a:cubicBezTo>
                  <a:cubicBezTo>
                    <a:pt x="1" y="7887"/>
                    <a:pt x="2274" y="10164"/>
                    <a:pt x="5081" y="10164"/>
                  </a:cubicBezTo>
                  <a:cubicBezTo>
                    <a:pt x="7887" y="10164"/>
                    <a:pt x="10164" y="7887"/>
                    <a:pt x="10164" y="5081"/>
                  </a:cubicBezTo>
                  <a:cubicBezTo>
                    <a:pt x="10164" y="2274"/>
                    <a:pt x="7887" y="1"/>
                    <a:pt x="5081"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grpSp>
      <p:grpSp>
        <p:nvGrpSpPr>
          <p:cNvPr id="27" name="Groupe 26">
            <a:extLst>
              <a:ext uri="{FF2B5EF4-FFF2-40B4-BE49-F238E27FC236}">
                <a16:creationId xmlns:a16="http://schemas.microsoft.com/office/drawing/2014/main" id="{CCE36300-328E-A84D-4064-DA7ECC5EC6CB}"/>
              </a:ext>
            </a:extLst>
          </p:cNvPr>
          <p:cNvGrpSpPr/>
          <p:nvPr/>
        </p:nvGrpSpPr>
        <p:grpSpPr>
          <a:xfrm>
            <a:off x="4094200" y="2958682"/>
            <a:ext cx="1127738" cy="940633"/>
            <a:chOff x="4062122" y="2853000"/>
            <a:chExt cx="1191894" cy="994145"/>
          </a:xfrm>
        </p:grpSpPr>
        <p:pic>
          <p:nvPicPr>
            <p:cNvPr id="17" name="Graphic 50">
              <a:extLst>
                <a:ext uri="{FF2B5EF4-FFF2-40B4-BE49-F238E27FC236}">
                  <a16:creationId xmlns:a16="http://schemas.microsoft.com/office/drawing/2014/main" id="{1DEF78C1-EEB9-923D-C301-947B036D919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70069" y="2853000"/>
              <a:ext cx="576000" cy="576000"/>
            </a:xfrm>
            <a:prstGeom prst="rect">
              <a:avLst/>
            </a:prstGeom>
          </p:spPr>
        </p:pic>
        <p:pic>
          <p:nvPicPr>
            <p:cNvPr id="26" name="Graphique 25">
              <a:extLst>
                <a:ext uri="{FF2B5EF4-FFF2-40B4-BE49-F238E27FC236}">
                  <a16:creationId xmlns:a16="http://schemas.microsoft.com/office/drawing/2014/main" id="{B5C113C2-BFCB-BBE7-AAEC-48B8B8BE8A9F}"/>
                </a:ext>
              </a:extLst>
            </p:cNvPr>
            <p:cNvPicPr>
              <a:picLocks noChangeAspect="1"/>
            </p:cNvPicPr>
            <p:nvPr/>
          </p:nvPicPr>
          <p:blipFill>
            <a:blip r:embed="rId5">
              <a:extLst>
                <a:ext uri="{96DAC541-7B7A-43D3-8B79-37D633B846F1}">
                  <asvg:svgBlip xmlns:asvg="http://schemas.microsoft.com/office/drawing/2016/SVG/main" r:embed="rId6"/>
                </a:ext>
              </a:extLst>
            </a:blip>
            <a:srcRect b="24142"/>
            <a:stretch>
              <a:fillRect/>
            </a:stretch>
          </p:blipFill>
          <p:spPr>
            <a:xfrm>
              <a:off x="4062122" y="3360148"/>
              <a:ext cx="1191894" cy="486997"/>
            </a:xfrm>
            <a:prstGeom prst="rect">
              <a:avLst/>
            </a:prstGeom>
          </p:spPr>
        </p:pic>
      </p:grpSp>
      <p:sp>
        <p:nvSpPr>
          <p:cNvPr id="28" name="ZoneTexte 27">
            <a:extLst>
              <a:ext uri="{FF2B5EF4-FFF2-40B4-BE49-F238E27FC236}">
                <a16:creationId xmlns:a16="http://schemas.microsoft.com/office/drawing/2014/main" id="{382BE814-AB72-8DF8-0E6F-E19212E9F327}"/>
              </a:ext>
            </a:extLst>
          </p:cNvPr>
          <p:cNvSpPr txBox="1"/>
          <p:nvPr/>
        </p:nvSpPr>
        <p:spPr>
          <a:xfrm>
            <a:off x="2649340" y="3115388"/>
            <a:ext cx="1049165" cy="646331"/>
          </a:xfrm>
          <a:prstGeom prst="rect">
            <a:avLst/>
          </a:prstGeom>
          <a:noFill/>
        </p:spPr>
        <p:txBody>
          <a:bodyPr wrap="square" rtlCol="0">
            <a:spAutoFit/>
          </a:bodyPr>
          <a:lstStyle/>
          <a:p>
            <a:pPr algn="ctr"/>
            <a:r>
              <a:rPr lang="fr-FR"/>
              <a:t>GO</a:t>
            </a:r>
            <a:br>
              <a:rPr lang="fr-FR"/>
            </a:br>
            <a:r>
              <a:rPr lang="fr-FR"/>
              <a:t>NO GO</a:t>
            </a:r>
            <a:endParaRPr lang="en-US"/>
          </a:p>
        </p:txBody>
      </p:sp>
      <p:grpSp>
        <p:nvGrpSpPr>
          <p:cNvPr id="29" name="Google Shape;11558;p77">
            <a:extLst>
              <a:ext uri="{FF2B5EF4-FFF2-40B4-BE49-F238E27FC236}">
                <a16:creationId xmlns:a16="http://schemas.microsoft.com/office/drawing/2014/main" id="{8E15B290-39EE-E4CB-E90B-87C39E18B89F}"/>
              </a:ext>
            </a:extLst>
          </p:cNvPr>
          <p:cNvGrpSpPr/>
          <p:nvPr/>
        </p:nvGrpSpPr>
        <p:grpSpPr>
          <a:xfrm>
            <a:off x="10003175" y="3014279"/>
            <a:ext cx="828000" cy="828000"/>
            <a:chOff x="-62154300" y="3743950"/>
            <a:chExt cx="318200" cy="317450"/>
          </a:xfrm>
          <a:solidFill>
            <a:schemeClr val="bg1"/>
          </a:solidFill>
        </p:grpSpPr>
        <p:sp>
          <p:nvSpPr>
            <p:cNvPr id="30" name="Google Shape;11559;p77">
              <a:extLst>
                <a:ext uri="{FF2B5EF4-FFF2-40B4-BE49-F238E27FC236}">
                  <a16:creationId xmlns:a16="http://schemas.microsoft.com/office/drawing/2014/main" id="{9299D3B0-6B5F-C6DB-56F6-77F95F2C44D0}"/>
                </a:ext>
              </a:extLst>
            </p:cNvPr>
            <p:cNvSpPr/>
            <p:nvPr/>
          </p:nvSpPr>
          <p:spPr>
            <a:xfrm>
              <a:off x="-61992850" y="3743950"/>
              <a:ext cx="63825" cy="69150"/>
            </a:xfrm>
            <a:custGeom>
              <a:avLst/>
              <a:gdLst/>
              <a:ahLst/>
              <a:cxnLst/>
              <a:rect l="l" t="t" r="r" b="b"/>
              <a:pathLst>
                <a:path w="2553" h="2766" extrusionOk="0">
                  <a:moveTo>
                    <a:pt x="1261" y="1"/>
                  </a:moveTo>
                  <a:cubicBezTo>
                    <a:pt x="1009" y="1"/>
                    <a:pt x="851" y="221"/>
                    <a:pt x="851" y="410"/>
                  </a:cubicBezTo>
                  <a:lnTo>
                    <a:pt x="851" y="1355"/>
                  </a:lnTo>
                  <a:lnTo>
                    <a:pt x="725" y="1229"/>
                  </a:lnTo>
                  <a:cubicBezTo>
                    <a:pt x="646" y="1151"/>
                    <a:pt x="544" y="1111"/>
                    <a:pt x="442" y="1111"/>
                  </a:cubicBezTo>
                  <a:cubicBezTo>
                    <a:pt x="339" y="1111"/>
                    <a:pt x="237" y="1151"/>
                    <a:pt x="158" y="1229"/>
                  </a:cubicBezTo>
                  <a:cubicBezTo>
                    <a:pt x="1" y="1387"/>
                    <a:pt x="1" y="1670"/>
                    <a:pt x="158" y="1828"/>
                  </a:cubicBezTo>
                  <a:lnTo>
                    <a:pt x="977" y="2647"/>
                  </a:lnTo>
                  <a:cubicBezTo>
                    <a:pt x="1056" y="2726"/>
                    <a:pt x="1166" y="2765"/>
                    <a:pt x="1277" y="2765"/>
                  </a:cubicBezTo>
                  <a:cubicBezTo>
                    <a:pt x="1387" y="2765"/>
                    <a:pt x="1497" y="2726"/>
                    <a:pt x="1576" y="2647"/>
                  </a:cubicBezTo>
                  <a:lnTo>
                    <a:pt x="2395" y="1828"/>
                  </a:lnTo>
                  <a:cubicBezTo>
                    <a:pt x="2553" y="1670"/>
                    <a:pt x="2553" y="1387"/>
                    <a:pt x="2395" y="1229"/>
                  </a:cubicBezTo>
                  <a:cubicBezTo>
                    <a:pt x="2316" y="1151"/>
                    <a:pt x="2206" y="1111"/>
                    <a:pt x="2096" y="1111"/>
                  </a:cubicBezTo>
                  <a:cubicBezTo>
                    <a:pt x="1985" y="1111"/>
                    <a:pt x="1875" y="1151"/>
                    <a:pt x="1796" y="1229"/>
                  </a:cubicBezTo>
                  <a:lnTo>
                    <a:pt x="1670" y="1355"/>
                  </a:lnTo>
                  <a:lnTo>
                    <a:pt x="1670" y="410"/>
                  </a:lnTo>
                  <a:cubicBezTo>
                    <a:pt x="1670" y="221"/>
                    <a:pt x="1481" y="1"/>
                    <a:pt x="1261" y="1"/>
                  </a:cubicBezTo>
                  <a:close/>
                </a:path>
              </a:pathLst>
            </a:custGeom>
            <a:grpFill/>
            <a:ln>
              <a:noFill/>
            </a:ln>
          </p:spPr>
          <p:txBody>
            <a:bodyPr spcFirstLastPara="1" wrap="square" lIns="121900" tIns="121900" rIns="121900" bIns="121900" anchor="ctr" anchorCtr="0">
              <a:noAutofit/>
            </a:bodyPr>
            <a:lstStyle/>
            <a:p>
              <a:endParaRPr sz="2400"/>
            </a:p>
          </p:txBody>
        </p:sp>
        <p:sp>
          <p:nvSpPr>
            <p:cNvPr id="31" name="Google Shape;11560;p77">
              <a:extLst>
                <a:ext uri="{FF2B5EF4-FFF2-40B4-BE49-F238E27FC236}">
                  <a16:creationId xmlns:a16="http://schemas.microsoft.com/office/drawing/2014/main" id="{4BBE206F-CD67-D531-8CFF-4DC44D927F9A}"/>
                </a:ext>
              </a:extLst>
            </p:cNvPr>
            <p:cNvSpPr/>
            <p:nvPr/>
          </p:nvSpPr>
          <p:spPr>
            <a:xfrm>
              <a:off x="-62154300" y="3785700"/>
              <a:ext cx="318200" cy="275700"/>
            </a:xfrm>
            <a:custGeom>
              <a:avLst/>
              <a:gdLst/>
              <a:ahLst/>
              <a:cxnLst/>
              <a:rect l="l" t="t" r="r" b="b"/>
              <a:pathLst>
                <a:path w="12728" h="11028" extrusionOk="0">
                  <a:moveTo>
                    <a:pt x="5261" y="3560"/>
                  </a:moveTo>
                  <a:cubicBezTo>
                    <a:pt x="5513" y="3560"/>
                    <a:pt x="5671" y="3781"/>
                    <a:pt x="5671" y="4002"/>
                  </a:cubicBezTo>
                  <a:lnTo>
                    <a:pt x="5671" y="5671"/>
                  </a:lnTo>
                  <a:cubicBezTo>
                    <a:pt x="5671" y="5892"/>
                    <a:pt x="5450" y="6112"/>
                    <a:pt x="5261" y="6112"/>
                  </a:cubicBezTo>
                  <a:cubicBezTo>
                    <a:pt x="5072" y="6112"/>
                    <a:pt x="4820" y="5892"/>
                    <a:pt x="4820" y="5671"/>
                  </a:cubicBezTo>
                  <a:lnTo>
                    <a:pt x="4820" y="4002"/>
                  </a:lnTo>
                  <a:cubicBezTo>
                    <a:pt x="4820" y="3781"/>
                    <a:pt x="5041" y="3560"/>
                    <a:pt x="5261" y="3560"/>
                  </a:cubicBezTo>
                  <a:close/>
                  <a:moveTo>
                    <a:pt x="7719" y="3560"/>
                  </a:moveTo>
                  <a:cubicBezTo>
                    <a:pt x="7908" y="3560"/>
                    <a:pt x="8128" y="3781"/>
                    <a:pt x="8128" y="4002"/>
                  </a:cubicBezTo>
                  <a:lnTo>
                    <a:pt x="8128" y="5671"/>
                  </a:lnTo>
                  <a:cubicBezTo>
                    <a:pt x="8128" y="5892"/>
                    <a:pt x="7939" y="6112"/>
                    <a:pt x="7719" y="6112"/>
                  </a:cubicBezTo>
                  <a:cubicBezTo>
                    <a:pt x="7467" y="6112"/>
                    <a:pt x="7309" y="5892"/>
                    <a:pt x="7309" y="5671"/>
                  </a:cubicBezTo>
                  <a:lnTo>
                    <a:pt x="7309" y="4002"/>
                  </a:lnTo>
                  <a:cubicBezTo>
                    <a:pt x="7309" y="3781"/>
                    <a:pt x="7498" y="3560"/>
                    <a:pt x="7719" y="3560"/>
                  </a:cubicBezTo>
                  <a:close/>
                  <a:moveTo>
                    <a:pt x="10239" y="3560"/>
                  </a:moveTo>
                  <a:cubicBezTo>
                    <a:pt x="10460" y="3560"/>
                    <a:pt x="10617" y="3781"/>
                    <a:pt x="10617" y="4002"/>
                  </a:cubicBezTo>
                  <a:lnTo>
                    <a:pt x="10617" y="5671"/>
                  </a:lnTo>
                  <a:cubicBezTo>
                    <a:pt x="10617" y="5892"/>
                    <a:pt x="10428" y="6112"/>
                    <a:pt x="10239" y="6112"/>
                  </a:cubicBezTo>
                  <a:cubicBezTo>
                    <a:pt x="9987" y="6112"/>
                    <a:pt x="9798" y="5892"/>
                    <a:pt x="9798" y="5671"/>
                  </a:cubicBezTo>
                  <a:lnTo>
                    <a:pt x="9798" y="4002"/>
                  </a:lnTo>
                  <a:cubicBezTo>
                    <a:pt x="9798" y="3781"/>
                    <a:pt x="9987" y="3560"/>
                    <a:pt x="10239" y="3560"/>
                  </a:cubicBezTo>
                  <a:close/>
                  <a:moveTo>
                    <a:pt x="5230" y="9357"/>
                  </a:moveTo>
                  <a:cubicBezTo>
                    <a:pt x="5450" y="9357"/>
                    <a:pt x="5608" y="9578"/>
                    <a:pt x="5608" y="9767"/>
                  </a:cubicBezTo>
                  <a:cubicBezTo>
                    <a:pt x="5608" y="9987"/>
                    <a:pt x="5419" y="10208"/>
                    <a:pt x="5230" y="10208"/>
                  </a:cubicBezTo>
                  <a:cubicBezTo>
                    <a:pt x="5041" y="10208"/>
                    <a:pt x="4789" y="9987"/>
                    <a:pt x="4789" y="9767"/>
                  </a:cubicBezTo>
                  <a:cubicBezTo>
                    <a:pt x="4820" y="9578"/>
                    <a:pt x="5041" y="9357"/>
                    <a:pt x="5230" y="9357"/>
                  </a:cubicBezTo>
                  <a:close/>
                  <a:moveTo>
                    <a:pt x="9924" y="9357"/>
                  </a:moveTo>
                  <a:cubicBezTo>
                    <a:pt x="10145" y="9357"/>
                    <a:pt x="10302" y="9578"/>
                    <a:pt x="10302" y="9767"/>
                  </a:cubicBezTo>
                  <a:cubicBezTo>
                    <a:pt x="10302" y="9987"/>
                    <a:pt x="10113" y="10208"/>
                    <a:pt x="9924" y="10208"/>
                  </a:cubicBezTo>
                  <a:cubicBezTo>
                    <a:pt x="9704" y="10208"/>
                    <a:pt x="9515" y="9987"/>
                    <a:pt x="9515" y="9767"/>
                  </a:cubicBezTo>
                  <a:cubicBezTo>
                    <a:pt x="9515" y="9578"/>
                    <a:pt x="9704" y="9357"/>
                    <a:pt x="9924" y="9357"/>
                  </a:cubicBezTo>
                  <a:close/>
                  <a:moveTo>
                    <a:pt x="441" y="0"/>
                  </a:moveTo>
                  <a:cubicBezTo>
                    <a:pt x="189" y="0"/>
                    <a:pt x="0" y="189"/>
                    <a:pt x="0" y="378"/>
                  </a:cubicBezTo>
                  <a:cubicBezTo>
                    <a:pt x="0" y="599"/>
                    <a:pt x="347" y="820"/>
                    <a:pt x="536" y="820"/>
                  </a:cubicBezTo>
                  <a:lnTo>
                    <a:pt x="2111" y="820"/>
                  </a:lnTo>
                  <a:cubicBezTo>
                    <a:pt x="2174" y="1103"/>
                    <a:pt x="3245" y="6711"/>
                    <a:pt x="3308" y="6994"/>
                  </a:cubicBezTo>
                  <a:cubicBezTo>
                    <a:pt x="2867" y="7184"/>
                    <a:pt x="2584" y="7625"/>
                    <a:pt x="2584" y="8097"/>
                  </a:cubicBezTo>
                  <a:cubicBezTo>
                    <a:pt x="2584" y="8759"/>
                    <a:pt x="3151" y="9326"/>
                    <a:pt x="3812" y="9326"/>
                  </a:cubicBezTo>
                  <a:lnTo>
                    <a:pt x="4001" y="9326"/>
                  </a:lnTo>
                  <a:cubicBezTo>
                    <a:pt x="3970" y="9452"/>
                    <a:pt x="3938" y="9609"/>
                    <a:pt x="3938" y="9767"/>
                  </a:cubicBezTo>
                  <a:cubicBezTo>
                    <a:pt x="3938" y="10429"/>
                    <a:pt x="4474" y="11027"/>
                    <a:pt x="5167" y="11027"/>
                  </a:cubicBezTo>
                  <a:cubicBezTo>
                    <a:pt x="5829" y="11027"/>
                    <a:pt x="6364" y="10460"/>
                    <a:pt x="6364" y="9767"/>
                  </a:cubicBezTo>
                  <a:cubicBezTo>
                    <a:pt x="6364" y="9609"/>
                    <a:pt x="6333" y="9483"/>
                    <a:pt x="6301" y="9326"/>
                  </a:cubicBezTo>
                  <a:lnTo>
                    <a:pt x="8664" y="9326"/>
                  </a:lnTo>
                  <a:cubicBezTo>
                    <a:pt x="8632" y="9452"/>
                    <a:pt x="8569" y="9609"/>
                    <a:pt x="8569" y="9767"/>
                  </a:cubicBezTo>
                  <a:cubicBezTo>
                    <a:pt x="8569" y="10429"/>
                    <a:pt x="9137" y="11027"/>
                    <a:pt x="9798" y="11027"/>
                  </a:cubicBezTo>
                  <a:cubicBezTo>
                    <a:pt x="10460" y="11027"/>
                    <a:pt x="11027" y="10460"/>
                    <a:pt x="11027" y="9767"/>
                  </a:cubicBezTo>
                  <a:cubicBezTo>
                    <a:pt x="11027" y="9609"/>
                    <a:pt x="10995" y="9483"/>
                    <a:pt x="10932" y="9357"/>
                  </a:cubicBezTo>
                  <a:lnTo>
                    <a:pt x="11562" y="9357"/>
                  </a:lnTo>
                  <a:cubicBezTo>
                    <a:pt x="11814" y="9357"/>
                    <a:pt x="12003" y="9168"/>
                    <a:pt x="12003" y="8979"/>
                  </a:cubicBezTo>
                  <a:cubicBezTo>
                    <a:pt x="12003" y="8727"/>
                    <a:pt x="11814" y="8538"/>
                    <a:pt x="11562" y="8538"/>
                  </a:cubicBezTo>
                  <a:lnTo>
                    <a:pt x="3749" y="8538"/>
                  </a:lnTo>
                  <a:cubicBezTo>
                    <a:pt x="3497" y="8538"/>
                    <a:pt x="3308" y="8349"/>
                    <a:pt x="3308" y="8160"/>
                  </a:cubicBezTo>
                  <a:cubicBezTo>
                    <a:pt x="3308" y="7940"/>
                    <a:pt x="3497" y="7719"/>
                    <a:pt x="3749" y="7719"/>
                  </a:cubicBezTo>
                  <a:lnTo>
                    <a:pt x="11468" y="7719"/>
                  </a:lnTo>
                  <a:cubicBezTo>
                    <a:pt x="11657" y="7719"/>
                    <a:pt x="11846" y="7562"/>
                    <a:pt x="11846" y="7373"/>
                  </a:cubicBezTo>
                  <a:lnTo>
                    <a:pt x="12665" y="2395"/>
                  </a:lnTo>
                  <a:cubicBezTo>
                    <a:pt x="12728" y="2143"/>
                    <a:pt x="12508" y="1922"/>
                    <a:pt x="12287" y="1922"/>
                  </a:cubicBezTo>
                  <a:lnTo>
                    <a:pt x="3056" y="1922"/>
                  </a:lnTo>
                  <a:lnTo>
                    <a:pt x="2741" y="347"/>
                  </a:lnTo>
                  <a:cubicBezTo>
                    <a:pt x="2710" y="158"/>
                    <a:pt x="2552" y="0"/>
                    <a:pt x="2363" y="0"/>
                  </a:cubicBezTo>
                  <a:close/>
                </a:path>
              </a:pathLst>
            </a:custGeom>
            <a:grpFill/>
            <a:ln>
              <a:noFill/>
            </a:ln>
          </p:spPr>
          <p:txBody>
            <a:bodyPr spcFirstLastPara="1" wrap="square" lIns="121900" tIns="121900" rIns="121900" bIns="121900" anchor="ctr" anchorCtr="0">
              <a:noAutofit/>
            </a:bodyPr>
            <a:lstStyle/>
            <a:p>
              <a:endParaRPr sz="2400"/>
            </a:p>
          </p:txBody>
        </p:sp>
      </p:grpSp>
      <p:grpSp>
        <p:nvGrpSpPr>
          <p:cNvPr id="32" name="Google Shape;10957;p75">
            <a:extLst>
              <a:ext uri="{FF2B5EF4-FFF2-40B4-BE49-F238E27FC236}">
                <a16:creationId xmlns:a16="http://schemas.microsoft.com/office/drawing/2014/main" id="{6527DF7B-DC9E-9BC2-1BC5-C46743D78E58}"/>
              </a:ext>
            </a:extLst>
          </p:cNvPr>
          <p:cNvGrpSpPr/>
          <p:nvPr/>
        </p:nvGrpSpPr>
        <p:grpSpPr>
          <a:xfrm>
            <a:off x="7113189" y="3019146"/>
            <a:ext cx="828000" cy="827999"/>
            <a:chOff x="898875" y="4399275"/>
            <a:chExt cx="483700" cy="481850"/>
          </a:xfrm>
          <a:solidFill>
            <a:schemeClr val="bg1"/>
          </a:solidFill>
        </p:grpSpPr>
        <p:sp>
          <p:nvSpPr>
            <p:cNvPr id="33" name="Google Shape;10958;p75">
              <a:extLst>
                <a:ext uri="{FF2B5EF4-FFF2-40B4-BE49-F238E27FC236}">
                  <a16:creationId xmlns:a16="http://schemas.microsoft.com/office/drawing/2014/main" id="{9261D402-64DE-9C89-3654-5E2D45A34803}"/>
                </a:ext>
              </a:extLst>
            </p:cNvPr>
            <p:cNvSpPr/>
            <p:nvPr/>
          </p:nvSpPr>
          <p:spPr>
            <a:xfrm>
              <a:off x="992750" y="4642900"/>
              <a:ext cx="145300" cy="144100"/>
            </a:xfrm>
            <a:custGeom>
              <a:avLst/>
              <a:gdLst/>
              <a:ahLst/>
              <a:cxnLst/>
              <a:rect l="l" t="t" r="r" b="b"/>
              <a:pathLst>
                <a:path w="5812" h="5764" extrusionOk="0">
                  <a:moveTo>
                    <a:pt x="994" y="0"/>
                  </a:moveTo>
                  <a:lnTo>
                    <a:pt x="988" y="12"/>
                  </a:lnTo>
                  <a:cubicBezTo>
                    <a:pt x="988" y="9"/>
                    <a:pt x="991" y="6"/>
                    <a:pt x="991" y="3"/>
                  </a:cubicBezTo>
                  <a:lnTo>
                    <a:pt x="991" y="3"/>
                  </a:lnTo>
                  <a:lnTo>
                    <a:pt x="979" y="27"/>
                  </a:lnTo>
                  <a:lnTo>
                    <a:pt x="108" y="1759"/>
                  </a:lnTo>
                  <a:cubicBezTo>
                    <a:pt x="0" y="1976"/>
                    <a:pt x="42" y="2241"/>
                    <a:pt x="214" y="2415"/>
                  </a:cubicBezTo>
                  <a:lnTo>
                    <a:pt x="3397" y="5598"/>
                  </a:lnTo>
                  <a:cubicBezTo>
                    <a:pt x="3506" y="5707"/>
                    <a:pt x="3649" y="5763"/>
                    <a:pt x="3795" y="5763"/>
                  </a:cubicBezTo>
                  <a:cubicBezTo>
                    <a:pt x="3883" y="5763"/>
                    <a:pt x="3971" y="5743"/>
                    <a:pt x="4053" y="5701"/>
                  </a:cubicBezTo>
                  <a:lnTo>
                    <a:pt x="5797" y="4827"/>
                  </a:lnTo>
                  <a:lnTo>
                    <a:pt x="5800" y="4824"/>
                  </a:lnTo>
                  <a:lnTo>
                    <a:pt x="5812" y="4818"/>
                  </a:lnTo>
                  <a:lnTo>
                    <a:pt x="994" y="0"/>
                  </a:ln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34" name="Google Shape;10959;p75">
              <a:extLst>
                <a:ext uri="{FF2B5EF4-FFF2-40B4-BE49-F238E27FC236}">
                  <a16:creationId xmlns:a16="http://schemas.microsoft.com/office/drawing/2014/main" id="{FB90E7BB-CCE0-9A45-FDE9-C231945F89F4}"/>
                </a:ext>
              </a:extLst>
            </p:cNvPr>
            <p:cNvSpPr/>
            <p:nvPr/>
          </p:nvSpPr>
          <p:spPr>
            <a:xfrm>
              <a:off x="1138025" y="4763350"/>
              <a:ext cx="25" cy="25"/>
            </a:xfrm>
            <a:custGeom>
              <a:avLst/>
              <a:gdLst/>
              <a:ahLst/>
              <a:cxnLst/>
              <a:rect l="l" t="t" r="r" b="b"/>
              <a:pathLst>
                <a:path w="1" h="1" extrusionOk="0">
                  <a:moveTo>
                    <a:pt x="1" y="0"/>
                  </a:move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35" name="Google Shape;10960;p75">
              <a:extLst>
                <a:ext uri="{FF2B5EF4-FFF2-40B4-BE49-F238E27FC236}">
                  <a16:creationId xmlns:a16="http://schemas.microsoft.com/office/drawing/2014/main" id="{5D6696A8-ECE4-782D-97F9-644064EE7306}"/>
                </a:ext>
              </a:extLst>
            </p:cNvPr>
            <p:cNvSpPr/>
            <p:nvPr/>
          </p:nvSpPr>
          <p:spPr>
            <a:xfrm>
              <a:off x="1269550" y="4399275"/>
              <a:ext cx="113025" cy="112125"/>
            </a:xfrm>
            <a:custGeom>
              <a:avLst/>
              <a:gdLst/>
              <a:ahLst/>
              <a:cxnLst/>
              <a:rect l="l" t="t" r="r" b="b"/>
              <a:pathLst>
                <a:path w="4521" h="4485" extrusionOk="0">
                  <a:moveTo>
                    <a:pt x="3066" y="1"/>
                  </a:moveTo>
                  <a:cubicBezTo>
                    <a:pt x="1947" y="1"/>
                    <a:pt x="938" y="82"/>
                    <a:pt x="0" y="239"/>
                  </a:cubicBezTo>
                  <a:lnTo>
                    <a:pt x="9" y="895"/>
                  </a:lnTo>
                  <a:cubicBezTo>
                    <a:pt x="34" y="2862"/>
                    <a:pt x="1623" y="4452"/>
                    <a:pt x="3590" y="4476"/>
                  </a:cubicBezTo>
                  <a:lnTo>
                    <a:pt x="4243" y="4485"/>
                  </a:lnTo>
                  <a:cubicBezTo>
                    <a:pt x="4439" y="3313"/>
                    <a:pt x="4520" y="2028"/>
                    <a:pt x="4469" y="561"/>
                  </a:cubicBezTo>
                  <a:cubicBezTo>
                    <a:pt x="4457" y="266"/>
                    <a:pt x="4219" y="28"/>
                    <a:pt x="3924" y="16"/>
                  </a:cubicBezTo>
                  <a:cubicBezTo>
                    <a:pt x="3631" y="6"/>
                    <a:pt x="3345" y="1"/>
                    <a:pt x="3066"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36" name="Google Shape;10961;p75">
              <a:extLst>
                <a:ext uri="{FF2B5EF4-FFF2-40B4-BE49-F238E27FC236}">
                  <a16:creationId xmlns:a16="http://schemas.microsoft.com/office/drawing/2014/main" id="{A034C53E-B514-34B7-A5CD-5A9F0C56A1A4}"/>
                </a:ext>
              </a:extLst>
            </p:cNvPr>
            <p:cNvSpPr/>
            <p:nvPr/>
          </p:nvSpPr>
          <p:spPr>
            <a:xfrm>
              <a:off x="1161975" y="4531175"/>
              <a:ext cx="91400" cy="84350"/>
            </a:xfrm>
            <a:custGeom>
              <a:avLst/>
              <a:gdLst/>
              <a:ahLst/>
              <a:cxnLst/>
              <a:rect l="l" t="t" r="r" b="b"/>
              <a:pathLst>
                <a:path w="3656" h="3374" extrusionOk="0">
                  <a:moveTo>
                    <a:pt x="1821" y="1"/>
                  </a:moveTo>
                  <a:cubicBezTo>
                    <a:pt x="1137" y="1"/>
                    <a:pt x="523" y="415"/>
                    <a:pt x="262" y="1046"/>
                  </a:cubicBezTo>
                  <a:cubicBezTo>
                    <a:pt x="0" y="1678"/>
                    <a:pt x="145" y="2410"/>
                    <a:pt x="633" y="2894"/>
                  </a:cubicBezTo>
                  <a:cubicBezTo>
                    <a:pt x="952" y="3214"/>
                    <a:pt x="1391" y="3373"/>
                    <a:pt x="1830" y="3373"/>
                  </a:cubicBezTo>
                  <a:cubicBezTo>
                    <a:pt x="2269" y="3373"/>
                    <a:pt x="2707" y="3214"/>
                    <a:pt x="3027" y="2894"/>
                  </a:cubicBezTo>
                  <a:cubicBezTo>
                    <a:pt x="3511" y="2410"/>
                    <a:pt x="3656" y="1681"/>
                    <a:pt x="3394" y="1046"/>
                  </a:cubicBezTo>
                  <a:cubicBezTo>
                    <a:pt x="3132" y="413"/>
                    <a:pt x="2515" y="1"/>
                    <a:pt x="1828" y="1"/>
                  </a:cubicBezTo>
                  <a:cubicBezTo>
                    <a:pt x="1826" y="1"/>
                    <a:pt x="1823" y="1"/>
                    <a:pt x="1821"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37" name="Google Shape;10962;p75">
              <a:extLst>
                <a:ext uri="{FF2B5EF4-FFF2-40B4-BE49-F238E27FC236}">
                  <a16:creationId xmlns:a16="http://schemas.microsoft.com/office/drawing/2014/main" id="{86207EC4-7BBA-71A8-532D-7235F6475E91}"/>
                </a:ext>
              </a:extLst>
            </p:cNvPr>
            <p:cNvSpPr/>
            <p:nvPr/>
          </p:nvSpPr>
          <p:spPr>
            <a:xfrm>
              <a:off x="1031050" y="4411100"/>
              <a:ext cx="338650" cy="338725"/>
            </a:xfrm>
            <a:custGeom>
              <a:avLst/>
              <a:gdLst/>
              <a:ahLst/>
              <a:cxnLst/>
              <a:rect l="l" t="t" r="r" b="b"/>
              <a:pathLst>
                <a:path w="13546" h="13549" extrusionOk="0">
                  <a:moveTo>
                    <a:pt x="7066" y="3673"/>
                  </a:moveTo>
                  <a:cubicBezTo>
                    <a:pt x="7800" y="3673"/>
                    <a:pt x="8522" y="3960"/>
                    <a:pt x="9062" y="4500"/>
                  </a:cubicBezTo>
                  <a:cubicBezTo>
                    <a:pt x="10170" y="5602"/>
                    <a:pt x="10170" y="7393"/>
                    <a:pt x="9062" y="8492"/>
                  </a:cubicBezTo>
                  <a:cubicBezTo>
                    <a:pt x="8522" y="9032"/>
                    <a:pt x="7800" y="9319"/>
                    <a:pt x="7066" y="9319"/>
                  </a:cubicBezTo>
                  <a:cubicBezTo>
                    <a:pt x="6702" y="9319"/>
                    <a:pt x="6334" y="9248"/>
                    <a:pt x="5984" y="9104"/>
                  </a:cubicBezTo>
                  <a:cubicBezTo>
                    <a:pt x="4930" y="8667"/>
                    <a:pt x="4244" y="7637"/>
                    <a:pt x="4244" y="6496"/>
                  </a:cubicBezTo>
                  <a:cubicBezTo>
                    <a:pt x="4244" y="5355"/>
                    <a:pt x="4930" y="4325"/>
                    <a:pt x="5984" y="3888"/>
                  </a:cubicBezTo>
                  <a:cubicBezTo>
                    <a:pt x="6334" y="3744"/>
                    <a:pt x="6702" y="3673"/>
                    <a:pt x="7066" y="3673"/>
                  </a:cubicBezTo>
                  <a:close/>
                  <a:moveTo>
                    <a:pt x="3868" y="9124"/>
                  </a:moveTo>
                  <a:cubicBezTo>
                    <a:pt x="4006" y="9124"/>
                    <a:pt x="4147" y="9176"/>
                    <a:pt x="4262" y="9290"/>
                  </a:cubicBezTo>
                  <a:cubicBezTo>
                    <a:pt x="4481" y="9510"/>
                    <a:pt x="4481" y="9869"/>
                    <a:pt x="4262" y="10088"/>
                  </a:cubicBezTo>
                  <a:cubicBezTo>
                    <a:pt x="4147" y="10204"/>
                    <a:pt x="4005" y="10255"/>
                    <a:pt x="3866" y="10255"/>
                  </a:cubicBezTo>
                  <a:cubicBezTo>
                    <a:pt x="3576" y="10255"/>
                    <a:pt x="3298" y="10031"/>
                    <a:pt x="3298" y="9691"/>
                  </a:cubicBezTo>
                  <a:cubicBezTo>
                    <a:pt x="3298" y="9350"/>
                    <a:pt x="3577" y="9124"/>
                    <a:pt x="3868" y="9124"/>
                  </a:cubicBezTo>
                  <a:close/>
                  <a:moveTo>
                    <a:pt x="8414" y="1"/>
                  </a:moveTo>
                  <a:cubicBezTo>
                    <a:pt x="6466" y="507"/>
                    <a:pt x="4888" y="1425"/>
                    <a:pt x="3518" y="2846"/>
                  </a:cubicBezTo>
                  <a:cubicBezTo>
                    <a:pt x="2169" y="4244"/>
                    <a:pt x="1000" y="6282"/>
                    <a:pt x="1" y="8212"/>
                  </a:cubicBezTo>
                  <a:lnTo>
                    <a:pt x="5337" y="13548"/>
                  </a:lnTo>
                  <a:cubicBezTo>
                    <a:pt x="7267" y="12549"/>
                    <a:pt x="9309" y="11380"/>
                    <a:pt x="10706" y="10031"/>
                  </a:cubicBezTo>
                  <a:cubicBezTo>
                    <a:pt x="12124" y="8664"/>
                    <a:pt x="13039" y="7086"/>
                    <a:pt x="13545" y="5138"/>
                  </a:cubicBezTo>
                  <a:lnTo>
                    <a:pt x="13112" y="5129"/>
                  </a:lnTo>
                  <a:cubicBezTo>
                    <a:pt x="10534" y="5099"/>
                    <a:pt x="8453" y="3015"/>
                    <a:pt x="8420" y="440"/>
                  </a:cubicBezTo>
                  <a:lnTo>
                    <a:pt x="8414" y="1"/>
                  </a:ln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38" name="Google Shape;10963;p75">
              <a:extLst>
                <a:ext uri="{FF2B5EF4-FFF2-40B4-BE49-F238E27FC236}">
                  <a16:creationId xmlns:a16="http://schemas.microsoft.com/office/drawing/2014/main" id="{6E5F54EB-626F-F2AA-A7B0-E984070281A3}"/>
                </a:ext>
              </a:extLst>
            </p:cNvPr>
            <p:cNvSpPr/>
            <p:nvPr/>
          </p:nvSpPr>
          <p:spPr>
            <a:xfrm>
              <a:off x="1130500" y="4740450"/>
              <a:ext cx="108950" cy="111250"/>
            </a:xfrm>
            <a:custGeom>
              <a:avLst/>
              <a:gdLst/>
              <a:ahLst/>
              <a:cxnLst/>
              <a:rect l="l" t="t" r="r" b="b"/>
              <a:pathLst>
                <a:path w="4358" h="4450" extrusionOk="0">
                  <a:moveTo>
                    <a:pt x="4358" y="1"/>
                  </a:moveTo>
                  <a:lnTo>
                    <a:pt x="4358" y="1"/>
                  </a:lnTo>
                  <a:cubicBezTo>
                    <a:pt x="2906" y="877"/>
                    <a:pt x="1437" y="1609"/>
                    <a:pt x="1" y="2332"/>
                  </a:cubicBezTo>
                  <a:cubicBezTo>
                    <a:pt x="58" y="3090"/>
                    <a:pt x="112" y="3789"/>
                    <a:pt x="118" y="3882"/>
                  </a:cubicBezTo>
                  <a:cubicBezTo>
                    <a:pt x="118" y="4211"/>
                    <a:pt x="387" y="4450"/>
                    <a:pt x="683" y="4450"/>
                  </a:cubicBezTo>
                  <a:cubicBezTo>
                    <a:pt x="767" y="4450"/>
                    <a:pt x="854" y="4430"/>
                    <a:pt x="937" y="4388"/>
                  </a:cubicBezTo>
                  <a:cubicBezTo>
                    <a:pt x="1039" y="4295"/>
                    <a:pt x="3858" y="3208"/>
                    <a:pt x="4358"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39" name="Google Shape;10964;p75">
              <a:extLst>
                <a:ext uri="{FF2B5EF4-FFF2-40B4-BE49-F238E27FC236}">
                  <a16:creationId xmlns:a16="http://schemas.microsoft.com/office/drawing/2014/main" id="{AF2E1F87-839F-AF57-5C43-B1B507C54FEA}"/>
                </a:ext>
              </a:extLst>
            </p:cNvPr>
            <p:cNvSpPr/>
            <p:nvPr/>
          </p:nvSpPr>
          <p:spPr>
            <a:xfrm>
              <a:off x="927325" y="4539825"/>
              <a:ext cx="114150" cy="109800"/>
            </a:xfrm>
            <a:custGeom>
              <a:avLst/>
              <a:gdLst/>
              <a:ahLst/>
              <a:cxnLst/>
              <a:rect l="l" t="t" r="r" b="b"/>
              <a:pathLst>
                <a:path w="4566" h="4392" extrusionOk="0">
                  <a:moveTo>
                    <a:pt x="4565" y="1"/>
                  </a:moveTo>
                  <a:lnTo>
                    <a:pt x="4565" y="1"/>
                  </a:lnTo>
                  <a:cubicBezTo>
                    <a:pt x="1268" y="459"/>
                    <a:pt x="184" y="3334"/>
                    <a:pt x="91" y="3437"/>
                  </a:cubicBezTo>
                  <a:cubicBezTo>
                    <a:pt x="0" y="3611"/>
                    <a:pt x="9" y="3822"/>
                    <a:pt x="112" y="3988"/>
                  </a:cubicBezTo>
                  <a:cubicBezTo>
                    <a:pt x="295" y="4286"/>
                    <a:pt x="606" y="4232"/>
                    <a:pt x="723" y="4256"/>
                  </a:cubicBezTo>
                  <a:lnTo>
                    <a:pt x="2214" y="4391"/>
                  </a:lnTo>
                  <a:cubicBezTo>
                    <a:pt x="2945" y="2928"/>
                    <a:pt x="3680" y="1458"/>
                    <a:pt x="4565"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sp>
          <p:nvSpPr>
            <p:cNvPr id="40" name="Google Shape;10965;p75">
              <a:extLst>
                <a:ext uri="{FF2B5EF4-FFF2-40B4-BE49-F238E27FC236}">
                  <a16:creationId xmlns:a16="http://schemas.microsoft.com/office/drawing/2014/main" id="{6C239E57-733C-C452-3A11-4013046F3F30}"/>
                </a:ext>
              </a:extLst>
            </p:cNvPr>
            <p:cNvSpPr/>
            <p:nvPr/>
          </p:nvSpPr>
          <p:spPr>
            <a:xfrm>
              <a:off x="898875" y="4711550"/>
              <a:ext cx="170825" cy="169575"/>
            </a:xfrm>
            <a:custGeom>
              <a:avLst/>
              <a:gdLst/>
              <a:ahLst/>
              <a:cxnLst/>
              <a:rect l="l" t="t" r="r" b="b"/>
              <a:pathLst>
                <a:path w="6833" h="6783" extrusionOk="0">
                  <a:moveTo>
                    <a:pt x="2846" y="1"/>
                  </a:moveTo>
                  <a:cubicBezTo>
                    <a:pt x="1747" y="1052"/>
                    <a:pt x="503" y="4602"/>
                    <a:pt x="63" y="6050"/>
                  </a:cubicBezTo>
                  <a:cubicBezTo>
                    <a:pt x="0" y="6252"/>
                    <a:pt x="54" y="6469"/>
                    <a:pt x="202" y="6616"/>
                  </a:cubicBezTo>
                  <a:cubicBezTo>
                    <a:pt x="309" y="6724"/>
                    <a:pt x="454" y="6782"/>
                    <a:pt x="602" y="6782"/>
                  </a:cubicBezTo>
                  <a:cubicBezTo>
                    <a:pt x="656" y="6782"/>
                    <a:pt x="711" y="6774"/>
                    <a:pt x="765" y="6758"/>
                  </a:cubicBezTo>
                  <a:cubicBezTo>
                    <a:pt x="2225" y="6318"/>
                    <a:pt x="5782" y="5084"/>
                    <a:pt x="6833" y="3981"/>
                  </a:cubicBezTo>
                  <a:cubicBezTo>
                    <a:pt x="6655" y="3900"/>
                    <a:pt x="6492" y="3789"/>
                    <a:pt x="6354" y="3650"/>
                  </a:cubicBezTo>
                  <a:lnTo>
                    <a:pt x="5167" y="2464"/>
                  </a:lnTo>
                  <a:lnTo>
                    <a:pt x="4767" y="2861"/>
                  </a:lnTo>
                  <a:cubicBezTo>
                    <a:pt x="4658" y="2967"/>
                    <a:pt x="4517" y="3020"/>
                    <a:pt x="4375" y="3020"/>
                  </a:cubicBezTo>
                  <a:cubicBezTo>
                    <a:pt x="4231" y="3020"/>
                    <a:pt x="4086" y="2965"/>
                    <a:pt x="3975" y="2855"/>
                  </a:cubicBezTo>
                  <a:cubicBezTo>
                    <a:pt x="3758" y="2638"/>
                    <a:pt x="3755" y="2286"/>
                    <a:pt x="3969" y="2063"/>
                  </a:cubicBezTo>
                  <a:lnTo>
                    <a:pt x="4369" y="1663"/>
                  </a:lnTo>
                  <a:lnTo>
                    <a:pt x="3171" y="464"/>
                  </a:lnTo>
                  <a:cubicBezTo>
                    <a:pt x="3035" y="329"/>
                    <a:pt x="2927" y="172"/>
                    <a:pt x="2846"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endParaRPr>
            </a:p>
          </p:txBody>
        </p:sp>
      </p:grpSp>
      <p:cxnSp>
        <p:nvCxnSpPr>
          <p:cNvPr id="42" name="Connecteur droit 41">
            <a:extLst>
              <a:ext uri="{FF2B5EF4-FFF2-40B4-BE49-F238E27FC236}">
                <a16:creationId xmlns:a16="http://schemas.microsoft.com/office/drawing/2014/main" id="{6E0D9A32-8E7E-C4BE-534F-D1E2C6E348F7}"/>
              </a:ext>
            </a:extLst>
          </p:cNvPr>
          <p:cNvCxnSpPr/>
          <p:nvPr/>
        </p:nvCxnSpPr>
        <p:spPr>
          <a:xfrm>
            <a:off x="2926272" y="3429000"/>
            <a:ext cx="495300"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25757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a:extLst>
              <a:ext uri="{FF2B5EF4-FFF2-40B4-BE49-F238E27FC236}">
                <a16:creationId xmlns:a16="http://schemas.microsoft.com/office/drawing/2014/main" id="{C9E1FDCC-22D5-6122-2EAD-5572DD52D94E}"/>
              </a:ext>
            </a:extLst>
          </p:cNvPr>
          <p:cNvSpPr>
            <a:spLocks noGrp="1"/>
          </p:cNvSpPr>
          <p:nvPr>
            <p:ph type="title"/>
          </p:nvPr>
        </p:nvSpPr>
        <p:spPr/>
        <p:txBody>
          <a:bodyPr/>
          <a:lstStyle/>
          <a:p>
            <a:r>
              <a:rPr lang="en-US">
                <a:latin typeface="+mj-lt"/>
              </a:rPr>
              <a:t>DIVERSES</a:t>
            </a:r>
            <a:r>
              <a:rPr lang="en-US">
                <a:latin typeface="+mn-lt"/>
              </a:rPr>
              <a:t> OPTIONS </a:t>
            </a:r>
            <a:br>
              <a:rPr lang="en-US">
                <a:latin typeface="+mn-lt"/>
              </a:rPr>
            </a:br>
            <a:r>
              <a:rPr lang="en-US" b="0">
                <a:latin typeface="+mn-lt"/>
              </a:rPr>
              <a:t>D'HÉBERGEMENT ODOO</a:t>
            </a:r>
          </a:p>
        </p:txBody>
      </p:sp>
      <p:grpSp>
        <p:nvGrpSpPr>
          <p:cNvPr id="10" name="Group 16">
            <a:extLst>
              <a:ext uri="{FF2B5EF4-FFF2-40B4-BE49-F238E27FC236}">
                <a16:creationId xmlns:a16="http://schemas.microsoft.com/office/drawing/2014/main" id="{466BC1D9-32D9-C7AF-027F-A6840808CCF1}"/>
              </a:ext>
            </a:extLst>
          </p:cNvPr>
          <p:cNvGrpSpPr/>
          <p:nvPr/>
        </p:nvGrpSpPr>
        <p:grpSpPr>
          <a:xfrm>
            <a:off x="4404483" y="2219807"/>
            <a:ext cx="3367426" cy="3376907"/>
            <a:chOff x="4404483" y="2219807"/>
            <a:chExt cx="3367426" cy="3376907"/>
          </a:xfrm>
        </p:grpSpPr>
        <p:grpSp>
          <p:nvGrpSpPr>
            <p:cNvPr id="11" name="Group 12">
              <a:extLst>
                <a:ext uri="{FF2B5EF4-FFF2-40B4-BE49-F238E27FC236}">
                  <a16:creationId xmlns:a16="http://schemas.microsoft.com/office/drawing/2014/main" id="{B30A96B4-156A-E59E-D1C0-78B3461C9F2E}"/>
                </a:ext>
              </a:extLst>
            </p:cNvPr>
            <p:cNvGrpSpPr/>
            <p:nvPr/>
          </p:nvGrpSpPr>
          <p:grpSpPr>
            <a:xfrm>
              <a:off x="4404483" y="2219807"/>
              <a:ext cx="2951942" cy="2932278"/>
              <a:chOff x="583061" y="2480934"/>
              <a:chExt cx="2951942" cy="2932278"/>
            </a:xfrm>
          </p:grpSpPr>
          <p:sp>
            <p:nvSpPr>
              <p:cNvPr id="16" name="Rectangle: Rounded Corners 1">
                <a:extLst>
                  <a:ext uri="{FF2B5EF4-FFF2-40B4-BE49-F238E27FC236}">
                    <a16:creationId xmlns:a16="http://schemas.microsoft.com/office/drawing/2014/main" id="{9CECDBFE-0C7A-9191-CCAD-5492AFA27857}"/>
                  </a:ext>
                </a:extLst>
              </p:cNvPr>
              <p:cNvSpPr/>
              <p:nvPr/>
            </p:nvSpPr>
            <p:spPr>
              <a:xfrm>
                <a:off x="583061" y="2480934"/>
                <a:ext cx="2951942" cy="2932278"/>
              </a:xfrm>
              <a:prstGeom prst="roundRect">
                <a:avLst>
                  <a:gd name="adj" fmla="val 8175"/>
                </a:avLst>
              </a:prstGeom>
              <a:gradFill>
                <a:gsLst>
                  <a:gs pos="0">
                    <a:srgbClr val="714B67"/>
                  </a:gs>
                  <a:gs pos="100000">
                    <a:srgbClr val="BA131A"/>
                  </a:gs>
                </a:gsLst>
                <a:lin ang="6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17" name="Rectangle: Rounded Corners 7">
                <a:extLst>
                  <a:ext uri="{FF2B5EF4-FFF2-40B4-BE49-F238E27FC236}">
                    <a16:creationId xmlns:a16="http://schemas.microsoft.com/office/drawing/2014/main" id="{86DD63A1-E4FD-0DE0-CEF7-6821B4F096C6}"/>
                  </a:ext>
                </a:extLst>
              </p:cNvPr>
              <p:cNvSpPr/>
              <p:nvPr/>
            </p:nvSpPr>
            <p:spPr>
              <a:xfrm>
                <a:off x="693396" y="2882093"/>
                <a:ext cx="2736233" cy="2425695"/>
              </a:xfrm>
              <a:prstGeom prst="roundRect">
                <a:avLst>
                  <a:gd name="adj" fmla="val 657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18" name="TextBox 26">
                <a:extLst>
                  <a:ext uri="{FF2B5EF4-FFF2-40B4-BE49-F238E27FC236}">
                    <a16:creationId xmlns:a16="http://schemas.microsoft.com/office/drawing/2014/main" id="{10937009-BAFE-BFD1-B77F-A3E86D518B82}"/>
                  </a:ext>
                </a:extLst>
              </p:cNvPr>
              <p:cNvSpPr txBox="1"/>
              <p:nvPr/>
            </p:nvSpPr>
            <p:spPr>
              <a:xfrm>
                <a:off x="1394753" y="2521778"/>
                <a:ext cx="1403928" cy="323354"/>
              </a:xfrm>
              <a:prstGeom prst="rect">
                <a:avLst/>
              </a:prstGeom>
            </p:spPr>
            <p:txBody>
              <a:bodyPr vert="horz" wrap="none" lIns="91440" tIns="45720" rIns="91440" bIns="4572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ea typeface="+mn-ea"/>
                    <a:cs typeface="+mn-cs"/>
                  </a:rPr>
                  <a:t>ODOO CLOUD (SAAS)</a:t>
                </a:r>
              </a:p>
            </p:txBody>
          </p:sp>
          <p:sp>
            <p:nvSpPr>
              <p:cNvPr id="19" name="TextBox 34">
                <a:extLst>
                  <a:ext uri="{FF2B5EF4-FFF2-40B4-BE49-F238E27FC236}">
                    <a16:creationId xmlns:a16="http://schemas.microsoft.com/office/drawing/2014/main" id="{66D2EE1E-D61A-94D1-40A1-F4077B1AAB45}"/>
                  </a:ext>
                </a:extLst>
              </p:cNvPr>
              <p:cNvSpPr txBox="1"/>
              <p:nvPr/>
            </p:nvSpPr>
            <p:spPr>
              <a:xfrm>
                <a:off x="702633" y="2867888"/>
                <a:ext cx="2709960" cy="2405321"/>
              </a:xfrm>
              <a:prstGeom prst="rect">
                <a:avLst/>
              </a:prstGeom>
            </p:spPr>
            <p:txBody>
              <a:bodyPr vert="horz" wrap="none" lIns="91440" tIns="45720" rIns="91440" bIns="45720" rtlCol="0" anchor="t">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a:ln>
                      <a:noFill/>
                    </a:ln>
                    <a:solidFill>
                      <a:srgbClr val="223843"/>
                    </a:solidFill>
                    <a:effectLst/>
                    <a:uLnTx/>
                    <a:uFillTx/>
                    <a:ea typeface="+mn-ea"/>
                    <a:cs typeface="+mn-cs"/>
                  </a:rPr>
                  <a:t>Aucun coût supplémentaire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a:ln>
                      <a:noFill/>
                    </a:ln>
                    <a:solidFill>
                      <a:srgbClr val="223843"/>
                    </a:solidFill>
                    <a:effectLst/>
                    <a:uLnTx/>
                    <a:uFillTx/>
                    <a:ea typeface="+mn-ea"/>
                    <a:cs typeface="+mn-cs"/>
                  </a:rPr>
                  <a:t>Toujours à jour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a:ln>
                      <a:noFill/>
                    </a:ln>
                    <a:solidFill>
                      <a:srgbClr val="223843"/>
                    </a:solidFill>
                    <a:effectLst/>
                    <a:uLnTx/>
                    <a:uFillTx/>
                    <a:ea typeface="+mn-ea"/>
                    <a:cs typeface="+mn-cs"/>
                  </a:rPr>
                  <a:t>Pas d'apps.odoo.com</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a:ln>
                      <a:noFill/>
                    </a:ln>
                    <a:solidFill>
                      <a:srgbClr val="223843"/>
                    </a:solidFill>
                    <a:effectLst/>
                    <a:uLnTx/>
                    <a:uFillTx/>
                    <a:ea typeface="+mn-ea"/>
                    <a:cs typeface="+mn-cs"/>
                  </a:rPr>
                  <a:t>Pas de développement</a:t>
                </a:r>
              </a:p>
            </p:txBody>
          </p:sp>
        </p:grpSp>
        <p:grpSp>
          <p:nvGrpSpPr>
            <p:cNvPr id="12" name="Group 52">
              <a:extLst>
                <a:ext uri="{FF2B5EF4-FFF2-40B4-BE49-F238E27FC236}">
                  <a16:creationId xmlns:a16="http://schemas.microsoft.com/office/drawing/2014/main" id="{75D508E0-9F78-E133-6AAE-EDFC8AF26693}"/>
                </a:ext>
              </a:extLst>
            </p:cNvPr>
            <p:cNvGrpSpPr/>
            <p:nvPr/>
          </p:nvGrpSpPr>
          <p:grpSpPr>
            <a:xfrm>
              <a:off x="6835567" y="4660372"/>
              <a:ext cx="936342" cy="936342"/>
              <a:chOff x="2268062" y="898165"/>
              <a:chExt cx="936342" cy="936342"/>
            </a:xfrm>
          </p:grpSpPr>
          <p:sp>
            <p:nvSpPr>
              <p:cNvPr id="13" name="Oval 29">
                <a:extLst>
                  <a:ext uri="{FF2B5EF4-FFF2-40B4-BE49-F238E27FC236}">
                    <a16:creationId xmlns:a16="http://schemas.microsoft.com/office/drawing/2014/main" id="{A4B35710-D3E4-BAD4-CD34-21621ECED0BB}"/>
                  </a:ext>
                </a:extLst>
              </p:cNvPr>
              <p:cNvSpPr/>
              <p:nvPr/>
            </p:nvSpPr>
            <p:spPr>
              <a:xfrm>
                <a:off x="2268062" y="898165"/>
                <a:ext cx="936342" cy="936342"/>
              </a:xfrm>
              <a:prstGeom prst="ellipse">
                <a:avLst/>
              </a:prstGeom>
              <a:solidFill>
                <a:schemeClr val="bg1"/>
              </a:solidFill>
              <a:ln w="63500">
                <a:gradFill>
                  <a:gsLst>
                    <a:gs pos="100000">
                      <a:srgbClr val="A52331"/>
                    </a:gs>
                    <a:gs pos="0">
                      <a:srgbClr val="BA131A"/>
                    </a:gs>
                    <a:gs pos="47000">
                      <a:srgbClr val="714B67"/>
                    </a:gs>
                  </a:gsLst>
                  <a:lin ang="156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pic>
            <p:nvPicPr>
              <p:cNvPr id="14" name="Graphic 41">
                <a:extLst>
                  <a:ext uri="{FF2B5EF4-FFF2-40B4-BE49-F238E27FC236}">
                    <a16:creationId xmlns:a16="http://schemas.microsoft.com/office/drawing/2014/main" id="{C006B819-D49C-9542-6B85-BAD6797DD71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417650" y="1454554"/>
                <a:ext cx="661700" cy="356411"/>
              </a:xfrm>
              <a:prstGeom prst="rect">
                <a:avLst/>
              </a:prstGeom>
            </p:spPr>
          </p:pic>
          <p:pic>
            <p:nvPicPr>
              <p:cNvPr id="15" name="Graphic 43">
                <a:extLst>
                  <a:ext uri="{FF2B5EF4-FFF2-40B4-BE49-F238E27FC236}">
                    <a16:creationId xmlns:a16="http://schemas.microsoft.com/office/drawing/2014/main" id="{1D6BC44A-48CB-7B63-66C6-9D749787CD7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389766" y="906728"/>
                <a:ext cx="717469" cy="717469"/>
              </a:xfrm>
              <a:prstGeom prst="rect">
                <a:avLst/>
              </a:prstGeom>
            </p:spPr>
          </p:pic>
        </p:grpSp>
      </p:grpSp>
      <p:grpSp>
        <p:nvGrpSpPr>
          <p:cNvPr id="20" name="Group 17">
            <a:extLst>
              <a:ext uri="{FF2B5EF4-FFF2-40B4-BE49-F238E27FC236}">
                <a16:creationId xmlns:a16="http://schemas.microsoft.com/office/drawing/2014/main" id="{B51C0A6A-10E9-F89A-0D67-D176A4C60B8A}"/>
              </a:ext>
            </a:extLst>
          </p:cNvPr>
          <p:cNvGrpSpPr/>
          <p:nvPr/>
        </p:nvGrpSpPr>
        <p:grpSpPr>
          <a:xfrm>
            <a:off x="659962" y="2219807"/>
            <a:ext cx="3367426" cy="3376907"/>
            <a:chOff x="659962" y="2219807"/>
            <a:chExt cx="3367426" cy="3376907"/>
          </a:xfrm>
        </p:grpSpPr>
        <p:grpSp>
          <p:nvGrpSpPr>
            <p:cNvPr id="21" name="Group 9">
              <a:extLst>
                <a:ext uri="{FF2B5EF4-FFF2-40B4-BE49-F238E27FC236}">
                  <a16:creationId xmlns:a16="http://schemas.microsoft.com/office/drawing/2014/main" id="{A63BC568-D0C3-8D82-FE71-40869ED46D4C}"/>
                </a:ext>
              </a:extLst>
            </p:cNvPr>
            <p:cNvGrpSpPr/>
            <p:nvPr/>
          </p:nvGrpSpPr>
          <p:grpSpPr>
            <a:xfrm>
              <a:off x="659962" y="2219807"/>
              <a:ext cx="2951942" cy="2932278"/>
              <a:chOff x="8203089" y="2480934"/>
              <a:chExt cx="2951942" cy="2932278"/>
            </a:xfrm>
          </p:grpSpPr>
          <p:grpSp>
            <p:nvGrpSpPr>
              <p:cNvPr id="25" name="Group 82">
                <a:extLst>
                  <a:ext uri="{FF2B5EF4-FFF2-40B4-BE49-F238E27FC236}">
                    <a16:creationId xmlns:a16="http://schemas.microsoft.com/office/drawing/2014/main" id="{7E3F463D-363B-8347-6CBA-6E93CF27FDC6}"/>
                  </a:ext>
                </a:extLst>
              </p:cNvPr>
              <p:cNvGrpSpPr/>
              <p:nvPr/>
            </p:nvGrpSpPr>
            <p:grpSpPr>
              <a:xfrm>
                <a:off x="8203089" y="2480934"/>
                <a:ext cx="2951942" cy="2932278"/>
                <a:chOff x="4394951" y="2459770"/>
                <a:chExt cx="2951942" cy="2932278"/>
              </a:xfrm>
            </p:grpSpPr>
            <p:sp>
              <p:nvSpPr>
                <p:cNvPr id="28" name="Rectangle: Rounded Corners 83">
                  <a:extLst>
                    <a:ext uri="{FF2B5EF4-FFF2-40B4-BE49-F238E27FC236}">
                      <a16:creationId xmlns:a16="http://schemas.microsoft.com/office/drawing/2014/main" id="{E767B5BA-02AF-A10B-8498-D02A118F9BC0}"/>
                    </a:ext>
                  </a:extLst>
                </p:cNvPr>
                <p:cNvSpPr/>
                <p:nvPr/>
              </p:nvSpPr>
              <p:spPr>
                <a:xfrm>
                  <a:off x="4394951" y="2459770"/>
                  <a:ext cx="2951942" cy="2932278"/>
                </a:xfrm>
                <a:prstGeom prst="roundRect">
                  <a:avLst>
                    <a:gd name="adj" fmla="val 8175"/>
                  </a:avLst>
                </a:prstGeom>
                <a:gradFill>
                  <a:gsLst>
                    <a:gs pos="0">
                      <a:srgbClr val="714B67"/>
                    </a:gs>
                    <a:gs pos="100000">
                      <a:srgbClr val="BA131A"/>
                    </a:gs>
                  </a:gsLst>
                  <a:lin ang="6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29" name="Rectangle: Rounded Corners 84">
                  <a:extLst>
                    <a:ext uri="{FF2B5EF4-FFF2-40B4-BE49-F238E27FC236}">
                      <a16:creationId xmlns:a16="http://schemas.microsoft.com/office/drawing/2014/main" id="{DC9EA64B-ECBA-1D41-E6E7-2BC09F2EFF0F}"/>
                    </a:ext>
                  </a:extLst>
                </p:cNvPr>
                <p:cNvSpPr/>
                <p:nvPr/>
              </p:nvSpPr>
              <p:spPr>
                <a:xfrm>
                  <a:off x="4505286" y="2881533"/>
                  <a:ext cx="2736233" cy="2425695"/>
                </a:xfrm>
                <a:prstGeom prst="roundRect">
                  <a:avLst>
                    <a:gd name="adj" fmla="val 657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grpSp>
          <p:sp>
            <p:nvSpPr>
              <p:cNvPr id="26" name="TextBox 37">
                <a:extLst>
                  <a:ext uri="{FF2B5EF4-FFF2-40B4-BE49-F238E27FC236}">
                    <a16:creationId xmlns:a16="http://schemas.microsoft.com/office/drawing/2014/main" id="{E1F83E9A-9329-CB0C-698C-DDE769FD7D51}"/>
                  </a:ext>
                </a:extLst>
              </p:cNvPr>
              <p:cNvSpPr txBox="1"/>
              <p:nvPr/>
            </p:nvSpPr>
            <p:spPr>
              <a:xfrm>
                <a:off x="8343555" y="2874384"/>
                <a:ext cx="2687629" cy="2425695"/>
              </a:xfrm>
              <a:prstGeom prst="rect">
                <a:avLst/>
              </a:prstGeom>
            </p:spPr>
            <p:txBody>
              <a:bodyPr vert="horz" wrap="none" lIns="91440" tIns="45720" rIns="91440" bIns="45720" rtlCol="0" anchor="t">
                <a:no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La connaissance 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ea typeface="+mn-ea"/>
                    <a:cs typeface="+mn-cs"/>
                  </a:rPr>
                  <a:t>l'installation d'Odoo est requise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Un contrat clair et réel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ea typeface="+mn-ea"/>
                    <a:cs typeface="+mn-cs"/>
                  </a:rPr>
                  <a:t>de services d'hébergement est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ea typeface="+mn-ea"/>
                    <a:cs typeface="+mn-cs"/>
                  </a:rPr>
                  <a:t>nécessaire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Il existe des limitations et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ea typeface="+mn-ea"/>
                    <a:cs typeface="+mn-cs"/>
                  </a:rPr>
                  <a:t>des difficultés dans la gestion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ea typeface="+mn-ea"/>
                    <a:cs typeface="+mn-cs"/>
                  </a:rPr>
                  <a:t>de projet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Vous devez effectuer des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ea typeface="+mn-ea"/>
                    <a:cs typeface="+mn-cs"/>
                  </a:rPr>
                  <a:t> mises à jour de sécurité</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dirty="0">
                    <a:ln>
                      <a:noFill/>
                    </a:ln>
                    <a:solidFill>
                      <a:srgbClr val="223843"/>
                    </a:solidFill>
                    <a:effectLst/>
                    <a:uLnTx/>
                    <a:uFillTx/>
                    <a:ea typeface="+mn-ea"/>
                    <a:cs typeface="+mn-cs"/>
                  </a:rPr>
                  <a:t>Vous devez disposer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dirty="0">
                    <a:ln>
                      <a:noFill/>
                    </a:ln>
                    <a:solidFill>
                      <a:srgbClr val="223843"/>
                    </a:solidFill>
                    <a:effectLst/>
                    <a:uLnTx/>
                    <a:uFillTx/>
                    <a:ea typeface="+mn-ea"/>
                    <a:cs typeface="+mn-cs"/>
                  </a:rPr>
                  <a:t>d'une équipe DSI</a:t>
                </a:r>
              </a:p>
            </p:txBody>
          </p:sp>
          <p:sp>
            <p:nvSpPr>
              <p:cNvPr id="27" name="TextBox 28">
                <a:extLst>
                  <a:ext uri="{FF2B5EF4-FFF2-40B4-BE49-F238E27FC236}">
                    <a16:creationId xmlns:a16="http://schemas.microsoft.com/office/drawing/2014/main" id="{FBA563AB-1C59-CC97-AFD8-17D047ADE615}"/>
                  </a:ext>
                </a:extLst>
              </p:cNvPr>
              <p:cNvSpPr txBox="1"/>
              <p:nvPr/>
            </p:nvSpPr>
            <p:spPr>
              <a:xfrm>
                <a:off x="8977260" y="2521778"/>
                <a:ext cx="1403928" cy="323354"/>
              </a:xfrm>
              <a:prstGeom prst="rect">
                <a:avLst/>
              </a:prstGeom>
            </p:spPr>
            <p:txBody>
              <a:bodyPr vert="horz" wrap="none" lIns="91440" tIns="45720" rIns="91440" bIns="4572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ea typeface="+mn-ea"/>
                    <a:cs typeface="+mn-cs"/>
                  </a:rPr>
                  <a:t>SUR SITE</a:t>
                </a:r>
              </a:p>
            </p:txBody>
          </p:sp>
        </p:grpSp>
        <p:grpSp>
          <p:nvGrpSpPr>
            <p:cNvPr id="22" name="Group 55">
              <a:extLst>
                <a:ext uri="{FF2B5EF4-FFF2-40B4-BE49-F238E27FC236}">
                  <a16:creationId xmlns:a16="http://schemas.microsoft.com/office/drawing/2014/main" id="{C1132FC2-7906-DD09-7A29-7259D8024802}"/>
                </a:ext>
              </a:extLst>
            </p:cNvPr>
            <p:cNvGrpSpPr/>
            <p:nvPr/>
          </p:nvGrpSpPr>
          <p:grpSpPr>
            <a:xfrm>
              <a:off x="3091046" y="4660372"/>
              <a:ext cx="936342" cy="936342"/>
              <a:chOff x="2268062" y="4937871"/>
              <a:chExt cx="936342" cy="936342"/>
            </a:xfrm>
          </p:grpSpPr>
          <p:sp>
            <p:nvSpPr>
              <p:cNvPr id="23" name="Oval 33">
                <a:extLst>
                  <a:ext uri="{FF2B5EF4-FFF2-40B4-BE49-F238E27FC236}">
                    <a16:creationId xmlns:a16="http://schemas.microsoft.com/office/drawing/2014/main" id="{95D60F2F-D96A-7F00-5C8A-9D9C5B6C980C}"/>
                  </a:ext>
                </a:extLst>
              </p:cNvPr>
              <p:cNvSpPr/>
              <p:nvPr/>
            </p:nvSpPr>
            <p:spPr>
              <a:xfrm>
                <a:off x="2268062" y="4937871"/>
                <a:ext cx="936342" cy="936342"/>
              </a:xfrm>
              <a:prstGeom prst="ellipse">
                <a:avLst/>
              </a:prstGeom>
              <a:solidFill>
                <a:schemeClr val="bg1"/>
              </a:solidFill>
              <a:ln w="63500">
                <a:gradFill>
                  <a:gsLst>
                    <a:gs pos="100000">
                      <a:srgbClr val="A52331"/>
                    </a:gs>
                    <a:gs pos="0">
                      <a:srgbClr val="BA131A"/>
                    </a:gs>
                    <a:gs pos="47000">
                      <a:srgbClr val="714B67"/>
                    </a:gs>
                  </a:gsLst>
                  <a:lin ang="156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pic>
            <p:nvPicPr>
              <p:cNvPr id="24" name="Graphic 47">
                <a:extLst>
                  <a:ext uri="{FF2B5EF4-FFF2-40B4-BE49-F238E27FC236}">
                    <a16:creationId xmlns:a16="http://schemas.microsoft.com/office/drawing/2014/main" id="{8285968A-3793-A763-9116-2DC5524D635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2430233" y="5100042"/>
                <a:ext cx="612000" cy="612000"/>
              </a:xfrm>
              <a:prstGeom prst="rect">
                <a:avLst/>
              </a:prstGeom>
            </p:spPr>
          </p:pic>
        </p:grpSp>
      </p:grpSp>
      <p:grpSp>
        <p:nvGrpSpPr>
          <p:cNvPr id="30" name="Group 6">
            <a:extLst>
              <a:ext uri="{FF2B5EF4-FFF2-40B4-BE49-F238E27FC236}">
                <a16:creationId xmlns:a16="http://schemas.microsoft.com/office/drawing/2014/main" id="{C17C0293-226C-8A04-F17D-AF7CCD504D46}"/>
              </a:ext>
            </a:extLst>
          </p:cNvPr>
          <p:cNvGrpSpPr/>
          <p:nvPr/>
        </p:nvGrpSpPr>
        <p:grpSpPr>
          <a:xfrm>
            <a:off x="8148674" y="2159203"/>
            <a:ext cx="3383364" cy="3437511"/>
            <a:chOff x="8148674" y="2159203"/>
            <a:chExt cx="3383364" cy="3437511"/>
          </a:xfrm>
        </p:grpSpPr>
        <p:grpSp>
          <p:nvGrpSpPr>
            <p:cNvPr id="31" name="Group 10">
              <a:extLst>
                <a:ext uri="{FF2B5EF4-FFF2-40B4-BE49-F238E27FC236}">
                  <a16:creationId xmlns:a16="http://schemas.microsoft.com/office/drawing/2014/main" id="{A07A1CDD-DF81-389B-7141-68423DA68899}"/>
                </a:ext>
              </a:extLst>
            </p:cNvPr>
            <p:cNvGrpSpPr/>
            <p:nvPr/>
          </p:nvGrpSpPr>
          <p:grpSpPr>
            <a:xfrm>
              <a:off x="8148674" y="2219807"/>
              <a:ext cx="2951942" cy="2932278"/>
              <a:chOff x="4327252" y="2480934"/>
              <a:chExt cx="2951942" cy="2932278"/>
            </a:xfrm>
          </p:grpSpPr>
          <p:grpSp>
            <p:nvGrpSpPr>
              <p:cNvPr id="40" name="Group 76">
                <a:extLst>
                  <a:ext uri="{FF2B5EF4-FFF2-40B4-BE49-F238E27FC236}">
                    <a16:creationId xmlns:a16="http://schemas.microsoft.com/office/drawing/2014/main" id="{D2BC0575-FB90-91B7-61D0-2AB10E412C92}"/>
                  </a:ext>
                </a:extLst>
              </p:cNvPr>
              <p:cNvGrpSpPr/>
              <p:nvPr/>
            </p:nvGrpSpPr>
            <p:grpSpPr>
              <a:xfrm>
                <a:off x="4327252" y="2480934"/>
                <a:ext cx="2951942" cy="2932278"/>
                <a:chOff x="4394951" y="2459770"/>
                <a:chExt cx="2951942" cy="2932278"/>
              </a:xfrm>
            </p:grpSpPr>
            <p:sp>
              <p:nvSpPr>
                <p:cNvPr id="43" name="Rectangle: Rounded Corners 64">
                  <a:extLst>
                    <a:ext uri="{FF2B5EF4-FFF2-40B4-BE49-F238E27FC236}">
                      <a16:creationId xmlns:a16="http://schemas.microsoft.com/office/drawing/2014/main" id="{63ABA52A-1020-C5D8-068D-A729AA86053B}"/>
                    </a:ext>
                  </a:extLst>
                </p:cNvPr>
                <p:cNvSpPr/>
                <p:nvPr/>
              </p:nvSpPr>
              <p:spPr>
                <a:xfrm>
                  <a:off x="4394951" y="2459770"/>
                  <a:ext cx="2951942" cy="2932278"/>
                </a:xfrm>
                <a:prstGeom prst="roundRect">
                  <a:avLst>
                    <a:gd name="adj" fmla="val 8175"/>
                  </a:avLst>
                </a:prstGeom>
                <a:gradFill>
                  <a:gsLst>
                    <a:gs pos="0">
                      <a:srgbClr val="714B67"/>
                    </a:gs>
                    <a:gs pos="100000">
                      <a:srgbClr val="BA131A"/>
                    </a:gs>
                  </a:gsLst>
                  <a:lin ang="6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sp>
              <p:nvSpPr>
                <p:cNvPr id="44" name="Rectangle: Rounded Corners 66">
                  <a:extLst>
                    <a:ext uri="{FF2B5EF4-FFF2-40B4-BE49-F238E27FC236}">
                      <a16:creationId xmlns:a16="http://schemas.microsoft.com/office/drawing/2014/main" id="{6829A835-20DE-9473-0DE4-B0649E35EC39}"/>
                    </a:ext>
                  </a:extLst>
                </p:cNvPr>
                <p:cNvSpPr/>
                <p:nvPr/>
              </p:nvSpPr>
              <p:spPr>
                <a:xfrm>
                  <a:off x="4505286" y="2881533"/>
                  <a:ext cx="2736233" cy="2425695"/>
                </a:xfrm>
                <a:prstGeom prst="roundRect">
                  <a:avLst>
                    <a:gd name="adj" fmla="val 6576"/>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grpSp>
          <p:sp>
            <p:nvSpPr>
              <p:cNvPr id="41" name="TextBox 77">
                <a:extLst>
                  <a:ext uri="{FF2B5EF4-FFF2-40B4-BE49-F238E27FC236}">
                    <a16:creationId xmlns:a16="http://schemas.microsoft.com/office/drawing/2014/main" id="{CBA15F1D-AC40-BF7E-BE2B-2C5E59FA22F8}"/>
                  </a:ext>
                </a:extLst>
              </p:cNvPr>
              <p:cNvSpPr txBox="1"/>
              <p:nvPr/>
            </p:nvSpPr>
            <p:spPr>
              <a:xfrm>
                <a:off x="5220639" y="2521778"/>
                <a:ext cx="1403928" cy="323354"/>
              </a:xfrm>
              <a:prstGeom prst="rect">
                <a:avLst/>
              </a:prstGeom>
            </p:spPr>
            <p:txBody>
              <a:bodyPr vert="horz" wrap="none" lIns="91440" tIns="45720" rIns="91440" bIns="45720" rtlCol="0" anchor="ctr">
                <a:normAutofit fontScale="9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ea typeface="+mn-ea"/>
                    <a:cs typeface="+mn-cs"/>
                  </a:rPr>
                  <a:t>ODOO SH (PAAS)</a:t>
                </a:r>
              </a:p>
            </p:txBody>
          </p:sp>
          <p:sp>
            <p:nvSpPr>
              <p:cNvPr id="42" name="TextBox 35">
                <a:extLst>
                  <a:ext uri="{FF2B5EF4-FFF2-40B4-BE49-F238E27FC236}">
                    <a16:creationId xmlns:a16="http://schemas.microsoft.com/office/drawing/2014/main" id="{FEE2AC1A-1461-2030-E47E-4747DEFE6648}"/>
                  </a:ext>
                </a:extLst>
              </p:cNvPr>
              <p:cNvSpPr txBox="1"/>
              <p:nvPr/>
            </p:nvSpPr>
            <p:spPr>
              <a:xfrm>
                <a:off x="4449662" y="2877992"/>
                <a:ext cx="2714922" cy="2425695"/>
              </a:xfrm>
              <a:prstGeom prst="rect">
                <a:avLst/>
              </a:prstGeom>
            </p:spPr>
            <p:txBody>
              <a:bodyPr vert="horz" wrap="none" lIns="91440" tIns="45720" rIns="91440" bIns="45720" rtlCol="0" anchor="t">
                <a:norm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a:ln>
                      <a:noFill/>
                    </a:ln>
                    <a:solidFill>
                      <a:srgbClr val="223843"/>
                    </a:solidFill>
                    <a:effectLst/>
                    <a:uLnTx/>
                    <a:uFillTx/>
                    <a:ea typeface="+mn-ea"/>
                    <a:cs typeface="+mn-cs"/>
                  </a:rPr>
                  <a:t>Coût supplémentaire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a:ln>
                      <a:noFill/>
                    </a:ln>
                    <a:solidFill>
                      <a:srgbClr val="223843"/>
                    </a:solidFill>
                    <a:effectLst/>
                    <a:uLnTx/>
                    <a:uFillTx/>
                    <a:ea typeface="+mn-ea"/>
                    <a:cs typeface="+mn-cs"/>
                  </a:rPr>
                  <a:t>Tout intégré pour une gestion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a:ln>
                      <a:noFill/>
                    </a:ln>
                    <a:solidFill>
                      <a:srgbClr val="223843"/>
                    </a:solidFill>
                    <a:effectLst/>
                    <a:uLnTx/>
                    <a:uFillTx/>
                    <a:ea typeface="+mn-ea"/>
                    <a:cs typeface="+mn-cs"/>
                  </a:rPr>
                  <a:t>de projet efficace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a:ln>
                      <a:noFill/>
                    </a:ln>
                    <a:solidFill>
                      <a:srgbClr val="223843"/>
                    </a:solidFill>
                    <a:effectLst/>
                    <a:uLnTx/>
                    <a:uFillTx/>
                    <a:ea typeface="+mn-ea"/>
                    <a:cs typeface="+mn-cs"/>
                  </a:rPr>
                  <a:t>Tous les correctifs de sécurité</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a:ln>
                      <a:noFill/>
                    </a:ln>
                    <a:solidFill>
                      <a:srgbClr val="223843"/>
                    </a:solidFill>
                    <a:effectLst/>
                    <a:uLnTx/>
                    <a:uFillTx/>
                    <a:ea typeface="+mn-ea"/>
                    <a:cs typeface="+mn-cs"/>
                  </a:rPr>
                  <a:t>Automatiques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a:ln>
                      <a:noFill/>
                    </a:ln>
                    <a:solidFill>
                      <a:srgbClr val="223843"/>
                    </a:solidFill>
                    <a:effectLst/>
                    <a:uLnTx/>
                    <a:uFillTx/>
                    <a:ea typeface="+mn-ea"/>
                    <a:cs typeface="+mn-cs"/>
                  </a:rPr>
                  <a:t>Hébergement et services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fr-FR" sz="1300" b="0" i="0" u="none" strike="noStrike" kern="1200" cap="none" spc="0" normalizeH="0" baseline="0" noProof="0">
                    <a:ln>
                      <a:noFill/>
                    </a:ln>
                    <a:solidFill>
                      <a:srgbClr val="223843"/>
                    </a:solidFill>
                    <a:effectLst/>
                    <a:uLnTx/>
                    <a:uFillTx/>
                    <a:ea typeface="+mn-ea"/>
                    <a:cs typeface="+mn-cs"/>
                  </a:rPr>
                  <a:t>à faible coût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300" b="0" i="0" u="none" strike="noStrike" kern="1200" cap="none" spc="0" normalizeH="0" baseline="0" noProof="0">
                    <a:ln>
                      <a:noFill/>
                    </a:ln>
                    <a:solidFill>
                      <a:srgbClr val="223843"/>
                    </a:solidFill>
                    <a:effectLst/>
                    <a:uLnTx/>
                    <a:uFillTx/>
                    <a:ea typeface="+mn-ea"/>
                    <a:cs typeface="+mn-cs"/>
                  </a:rPr>
                  <a:t>Odoo Studio inclus</a:t>
                </a:r>
              </a:p>
            </p:txBody>
          </p:sp>
        </p:grpSp>
        <p:grpSp>
          <p:nvGrpSpPr>
            <p:cNvPr id="32" name="Group 3">
              <a:extLst>
                <a:ext uri="{FF2B5EF4-FFF2-40B4-BE49-F238E27FC236}">
                  <a16:creationId xmlns:a16="http://schemas.microsoft.com/office/drawing/2014/main" id="{99BE6F20-6EF3-E9A3-A420-E18AF1819CAC}"/>
                </a:ext>
              </a:extLst>
            </p:cNvPr>
            <p:cNvGrpSpPr/>
            <p:nvPr/>
          </p:nvGrpSpPr>
          <p:grpSpPr>
            <a:xfrm>
              <a:off x="10595696" y="4660372"/>
              <a:ext cx="936342" cy="936342"/>
              <a:chOff x="10595696" y="4660372"/>
              <a:chExt cx="936342" cy="936342"/>
            </a:xfrm>
          </p:grpSpPr>
          <p:grpSp>
            <p:nvGrpSpPr>
              <p:cNvPr id="36" name="Group 54">
                <a:extLst>
                  <a:ext uri="{FF2B5EF4-FFF2-40B4-BE49-F238E27FC236}">
                    <a16:creationId xmlns:a16="http://schemas.microsoft.com/office/drawing/2014/main" id="{DC42CBFC-70BA-3AA4-1443-87DD021E0695}"/>
                  </a:ext>
                </a:extLst>
              </p:cNvPr>
              <p:cNvGrpSpPr/>
              <p:nvPr/>
            </p:nvGrpSpPr>
            <p:grpSpPr>
              <a:xfrm>
                <a:off x="10595696" y="4660372"/>
                <a:ext cx="936342" cy="936342"/>
                <a:chOff x="2268062" y="2974057"/>
                <a:chExt cx="936342" cy="936342"/>
              </a:xfrm>
            </p:grpSpPr>
            <p:sp>
              <p:nvSpPr>
                <p:cNvPr id="38" name="Oval 31">
                  <a:extLst>
                    <a:ext uri="{FF2B5EF4-FFF2-40B4-BE49-F238E27FC236}">
                      <a16:creationId xmlns:a16="http://schemas.microsoft.com/office/drawing/2014/main" id="{3942621A-1BCA-CDB6-ABA5-C9C9B8F01D6A}"/>
                    </a:ext>
                  </a:extLst>
                </p:cNvPr>
                <p:cNvSpPr/>
                <p:nvPr/>
              </p:nvSpPr>
              <p:spPr>
                <a:xfrm>
                  <a:off x="2268062" y="2974057"/>
                  <a:ext cx="936342" cy="936342"/>
                </a:xfrm>
                <a:prstGeom prst="ellipse">
                  <a:avLst/>
                </a:prstGeom>
                <a:solidFill>
                  <a:schemeClr val="bg1"/>
                </a:solidFill>
                <a:ln w="63500">
                  <a:gradFill>
                    <a:gsLst>
                      <a:gs pos="100000">
                        <a:srgbClr val="A52331"/>
                      </a:gs>
                      <a:gs pos="0">
                        <a:srgbClr val="BA131A"/>
                      </a:gs>
                      <a:gs pos="47000">
                        <a:srgbClr val="714B67"/>
                      </a:gs>
                    </a:gsLst>
                    <a:lin ang="1560000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pic>
              <p:nvPicPr>
                <p:cNvPr id="39" name="Graphic 50">
                  <a:extLst>
                    <a:ext uri="{FF2B5EF4-FFF2-40B4-BE49-F238E27FC236}">
                      <a16:creationId xmlns:a16="http://schemas.microsoft.com/office/drawing/2014/main" id="{51AC699F-6400-31E6-C412-DFC7AC2DF409}"/>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2458893" y="3039088"/>
                  <a:ext cx="576000" cy="576000"/>
                </a:xfrm>
                <a:prstGeom prst="rect">
                  <a:avLst/>
                </a:prstGeom>
              </p:spPr>
            </p:pic>
          </p:grpSp>
          <p:pic>
            <p:nvPicPr>
              <p:cNvPr id="37" name="Graphic 2">
                <a:extLst>
                  <a:ext uri="{FF2B5EF4-FFF2-40B4-BE49-F238E27FC236}">
                    <a16:creationId xmlns:a16="http://schemas.microsoft.com/office/drawing/2014/main" id="{F7297FE0-7390-A6CA-474B-E3771F9242F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46825" y="5224770"/>
                <a:ext cx="661700" cy="356411"/>
              </a:xfrm>
              <a:prstGeom prst="rect">
                <a:avLst/>
              </a:prstGeom>
            </p:spPr>
          </p:pic>
        </p:grpSp>
        <p:grpSp>
          <p:nvGrpSpPr>
            <p:cNvPr id="33" name="Group 8">
              <a:extLst>
                <a:ext uri="{FF2B5EF4-FFF2-40B4-BE49-F238E27FC236}">
                  <a16:creationId xmlns:a16="http://schemas.microsoft.com/office/drawing/2014/main" id="{FA7F0C78-799D-03A6-4D9B-9FA97B5CB908}"/>
                </a:ext>
              </a:extLst>
            </p:cNvPr>
            <p:cNvGrpSpPr/>
            <p:nvPr/>
          </p:nvGrpSpPr>
          <p:grpSpPr>
            <a:xfrm>
              <a:off x="10791137" y="2159203"/>
              <a:ext cx="566415" cy="566415"/>
              <a:chOff x="7070264" y="2151039"/>
              <a:chExt cx="566415" cy="566415"/>
            </a:xfrm>
          </p:grpSpPr>
          <p:sp>
            <p:nvSpPr>
              <p:cNvPr id="34" name="Oval 11">
                <a:extLst>
                  <a:ext uri="{FF2B5EF4-FFF2-40B4-BE49-F238E27FC236}">
                    <a16:creationId xmlns:a16="http://schemas.microsoft.com/office/drawing/2014/main" id="{346F5767-AFF9-04E8-DF82-B789A34537DF}"/>
                  </a:ext>
                </a:extLst>
              </p:cNvPr>
              <p:cNvSpPr/>
              <p:nvPr/>
            </p:nvSpPr>
            <p:spPr>
              <a:xfrm>
                <a:off x="7070264" y="2151039"/>
                <a:ext cx="566415" cy="566415"/>
              </a:xfrm>
              <a:prstGeom prst="ellipse">
                <a:avLst/>
              </a:prstGeom>
              <a:solidFill>
                <a:schemeClr val="bg1"/>
              </a:solidFill>
              <a:ln w="63500">
                <a:solidFill>
                  <a:srgbClr val="13BA3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fr-FR" sz="1800" b="0" i="0" u="none" strike="noStrike" kern="1200" cap="none" spc="0" normalizeH="0" baseline="0" noProof="0">
                  <a:ln>
                    <a:noFill/>
                  </a:ln>
                  <a:solidFill>
                    <a:prstClr val="white"/>
                  </a:solidFill>
                  <a:effectLst/>
                  <a:uLnTx/>
                  <a:uFillTx/>
                  <a:ea typeface="+mn-ea"/>
                  <a:cs typeface="+mn-cs"/>
                </a:endParaRPr>
              </a:p>
            </p:txBody>
          </p:sp>
          <p:pic>
            <p:nvPicPr>
              <p:cNvPr id="35" name="Graphic 15">
                <a:extLst>
                  <a:ext uri="{FF2B5EF4-FFF2-40B4-BE49-F238E27FC236}">
                    <a16:creationId xmlns:a16="http://schemas.microsoft.com/office/drawing/2014/main" id="{1AACED7D-63C6-8075-0C87-BA63E07A6BD2}"/>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7187172" y="2250695"/>
                <a:ext cx="367103" cy="367103"/>
              </a:xfrm>
              <a:prstGeom prst="rect">
                <a:avLst/>
              </a:prstGeom>
            </p:spPr>
          </p:pic>
        </p:grpSp>
      </p:grpSp>
      <p:sp>
        <p:nvSpPr>
          <p:cNvPr id="2" name="Espace réservé du numéro de diapositive 1">
            <a:extLst>
              <a:ext uri="{FF2B5EF4-FFF2-40B4-BE49-F238E27FC236}">
                <a16:creationId xmlns:a16="http://schemas.microsoft.com/office/drawing/2014/main" id="{E74F9AD9-DFE3-0666-A540-FC2B36D69EC8}"/>
              </a:ext>
            </a:extLst>
          </p:cNvPr>
          <p:cNvSpPr>
            <a:spLocks noGrp="1"/>
          </p:cNvSpPr>
          <p:nvPr>
            <p:ph type="sldNum" sz="quarter" idx="4"/>
          </p:nvPr>
        </p:nvSpPr>
        <p:spPr>
          <a:xfrm>
            <a:off x="0" y="6492875"/>
            <a:ext cx="543464" cy="365125"/>
          </a:xfrm>
          <a:prstGeom prst="rect">
            <a:avLst/>
          </a:prstGeom>
        </p:spPr>
        <p:txBody>
          <a:bodyPr vert="horz" lIns="91440" tIns="45720" rIns="91440" bIns="45720" rtlCol="0" anchor="ctr"/>
          <a:lstStyle>
            <a:defPPr>
              <a:defRPr lang="en-US"/>
            </a:defPPr>
            <a:lvl1pPr marL="0" algn="l" defTabSz="609539" rtl="0" eaLnBrk="1" latinLnBrk="0" hangingPunct="1">
              <a:defRPr sz="1200" b="0" kern="1200">
                <a:solidFill>
                  <a:schemeClr val="tx1"/>
                </a:solidFill>
                <a:latin typeface="+mn-lt"/>
                <a:ea typeface="+mn-ea"/>
                <a:cs typeface="+mn-cs"/>
              </a:defRPr>
            </a:lvl1pPr>
            <a:lvl2pPr marL="304770" algn="l" defTabSz="609539" rtl="0" eaLnBrk="1" latinLnBrk="0" hangingPunct="1">
              <a:defRPr sz="1200" kern="1200">
                <a:solidFill>
                  <a:schemeClr val="tx1"/>
                </a:solidFill>
                <a:latin typeface="+mn-lt"/>
                <a:ea typeface="+mn-ea"/>
                <a:cs typeface="+mn-cs"/>
              </a:defRPr>
            </a:lvl2pPr>
            <a:lvl3pPr marL="609539" algn="l" defTabSz="609539" rtl="0" eaLnBrk="1" latinLnBrk="0" hangingPunct="1">
              <a:defRPr sz="1200" kern="1200">
                <a:solidFill>
                  <a:schemeClr val="tx1"/>
                </a:solidFill>
                <a:latin typeface="+mn-lt"/>
                <a:ea typeface="+mn-ea"/>
                <a:cs typeface="+mn-cs"/>
              </a:defRPr>
            </a:lvl3pPr>
            <a:lvl4pPr marL="914309" algn="l" defTabSz="609539" rtl="0" eaLnBrk="1" latinLnBrk="0" hangingPunct="1">
              <a:defRPr sz="1200" kern="1200">
                <a:solidFill>
                  <a:schemeClr val="tx1"/>
                </a:solidFill>
                <a:latin typeface="+mn-lt"/>
                <a:ea typeface="+mn-ea"/>
                <a:cs typeface="+mn-cs"/>
              </a:defRPr>
            </a:lvl4pPr>
            <a:lvl5pPr marL="1219078" algn="l" defTabSz="609539" rtl="0" eaLnBrk="1" latinLnBrk="0" hangingPunct="1">
              <a:defRPr sz="1200" kern="1200">
                <a:solidFill>
                  <a:schemeClr val="tx1"/>
                </a:solidFill>
                <a:latin typeface="+mn-lt"/>
                <a:ea typeface="+mn-ea"/>
                <a:cs typeface="+mn-cs"/>
              </a:defRPr>
            </a:lvl5pPr>
            <a:lvl6pPr marL="1523848" algn="l" defTabSz="609539" rtl="0" eaLnBrk="1" latinLnBrk="0" hangingPunct="1">
              <a:defRPr sz="1200" kern="1200">
                <a:solidFill>
                  <a:schemeClr val="tx1"/>
                </a:solidFill>
                <a:latin typeface="+mn-lt"/>
                <a:ea typeface="+mn-ea"/>
                <a:cs typeface="+mn-cs"/>
              </a:defRPr>
            </a:lvl6pPr>
            <a:lvl7pPr marL="1828617" algn="l" defTabSz="609539" rtl="0" eaLnBrk="1" latinLnBrk="0" hangingPunct="1">
              <a:defRPr sz="1200" kern="1200">
                <a:solidFill>
                  <a:schemeClr val="tx1"/>
                </a:solidFill>
                <a:latin typeface="+mn-lt"/>
                <a:ea typeface="+mn-ea"/>
                <a:cs typeface="+mn-cs"/>
              </a:defRPr>
            </a:lvl7pPr>
            <a:lvl8pPr marL="2133387" algn="l" defTabSz="609539" rtl="0" eaLnBrk="1" latinLnBrk="0" hangingPunct="1">
              <a:defRPr sz="1200" kern="1200">
                <a:solidFill>
                  <a:schemeClr val="tx1"/>
                </a:solidFill>
                <a:latin typeface="+mn-lt"/>
                <a:ea typeface="+mn-ea"/>
                <a:cs typeface="+mn-cs"/>
              </a:defRPr>
            </a:lvl8pPr>
            <a:lvl9pPr marL="2438156" algn="l" defTabSz="609539" rtl="0" eaLnBrk="1" latinLnBrk="0" hangingPunct="1">
              <a:defRPr sz="1200" kern="1200">
                <a:solidFill>
                  <a:schemeClr val="tx1"/>
                </a:solidFill>
                <a:latin typeface="+mn-lt"/>
                <a:ea typeface="+mn-ea"/>
                <a:cs typeface="+mn-cs"/>
              </a:defRPr>
            </a:lvl9pPr>
          </a:lstStyle>
          <a:p>
            <a:pPr defTabSz="914400">
              <a:defRPr/>
            </a:pPr>
            <a:fld id="{11061685-6496-4975-B02C-C44B14DBF38E}" type="slidenum">
              <a:rPr lang="fr-FR" smtClean="0"/>
              <a:pPr defTabSz="914400">
                <a:defRPr/>
              </a:pPr>
              <a:t>25</a:t>
            </a:fld>
            <a:endParaRPr lang="fr-FR"/>
          </a:p>
        </p:txBody>
      </p:sp>
    </p:spTree>
    <p:extLst>
      <p:ext uri="{BB962C8B-B14F-4D97-AF65-F5344CB8AC3E}">
        <p14:creationId xmlns:p14="http://schemas.microsoft.com/office/powerpoint/2010/main" val="7601347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texte 3">
            <a:extLst>
              <a:ext uri="{FF2B5EF4-FFF2-40B4-BE49-F238E27FC236}">
                <a16:creationId xmlns:a16="http://schemas.microsoft.com/office/drawing/2014/main" id="{D99BBFAE-F23E-B8C2-F1A0-34363CD5C1C8}"/>
              </a:ext>
            </a:extLst>
          </p:cNvPr>
          <p:cNvSpPr>
            <a:spLocks noGrp="1"/>
          </p:cNvSpPr>
          <p:nvPr>
            <p:ph type="body" sz="quarter" idx="10"/>
          </p:nvPr>
        </p:nvSpPr>
        <p:spPr/>
        <p:txBody>
          <a:bodyPr>
            <a:normAutofit/>
          </a:bodyPr>
          <a:lstStyle/>
          <a:p>
            <a:r>
              <a:rPr lang="fr-FR" sz="2000">
                <a:latin typeface="+mn-lt"/>
              </a:rPr>
              <a:t>Licences</a:t>
            </a:r>
          </a:p>
          <a:p>
            <a:r>
              <a:rPr lang="fr-FR" sz="2000">
                <a:latin typeface="+mn-lt"/>
              </a:rPr>
              <a:t>Odoo</a:t>
            </a:r>
            <a:endParaRPr lang="en-US" sz="2000">
              <a:latin typeface="+mn-lt"/>
            </a:endParaRPr>
          </a:p>
        </p:txBody>
      </p:sp>
      <p:sp>
        <p:nvSpPr>
          <p:cNvPr id="5" name="Espace réservé du texte 4">
            <a:extLst>
              <a:ext uri="{FF2B5EF4-FFF2-40B4-BE49-F238E27FC236}">
                <a16:creationId xmlns:a16="http://schemas.microsoft.com/office/drawing/2014/main" id="{A1DE8262-F581-4A3C-3C1A-080D88617060}"/>
              </a:ext>
            </a:extLst>
          </p:cNvPr>
          <p:cNvSpPr>
            <a:spLocks noGrp="1"/>
          </p:cNvSpPr>
          <p:nvPr>
            <p:ph type="body" sz="quarter" idx="11"/>
          </p:nvPr>
        </p:nvSpPr>
        <p:spPr/>
        <p:txBody>
          <a:bodyPr>
            <a:normAutofit/>
          </a:bodyPr>
          <a:lstStyle/>
          <a:p>
            <a:r>
              <a:rPr lang="fr-FR" sz="2000">
                <a:latin typeface="+mn-lt"/>
              </a:rPr>
              <a:t>Hébergement</a:t>
            </a:r>
          </a:p>
          <a:p>
            <a:r>
              <a:rPr lang="fr-FR" sz="2000">
                <a:latin typeface="+mn-lt"/>
              </a:rPr>
              <a:t>Odoo.SH</a:t>
            </a:r>
            <a:endParaRPr lang="en-US" sz="2000">
              <a:latin typeface="+mn-lt"/>
            </a:endParaRPr>
          </a:p>
        </p:txBody>
      </p:sp>
      <p:sp>
        <p:nvSpPr>
          <p:cNvPr id="6" name="Espace réservé du texte 5">
            <a:extLst>
              <a:ext uri="{FF2B5EF4-FFF2-40B4-BE49-F238E27FC236}">
                <a16:creationId xmlns:a16="http://schemas.microsoft.com/office/drawing/2014/main" id="{F866D680-C32F-892C-8521-E69958BE33DC}"/>
              </a:ext>
            </a:extLst>
          </p:cNvPr>
          <p:cNvSpPr>
            <a:spLocks noGrp="1"/>
          </p:cNvSpPr>
          <p:nvPr>
            <p:ph type="body" sz="quarter" idx="13"/>
          </p:nvPr>
        </p:nvSpPr>
        <p:spPr>
          <a:xfrm>
            <a:off x="1841500" y="4425950"/>
            <a:ext cx="3625850" cy="717550"/>
          </a:xfrm>
        </p:spPr>
        <p:txBody>
          <a:bodyPr anchor="ctr">
            <a:noAutofit/>
          </a:bodyPr>
          <a:lstStyle/>
          <a:p>
            <a:r>
              <a:rPr lang="fr-FR" sz="1600" b="1">
                <a:latin typeface="+mn-lt"/>
              </a:rPr>
              <a:t>29,90€ /m/utilisateur la 1</a:t>
            </a:r>
            <a:r>
              <a:rPr lang="fr-FR" sz="1600" b="1" baseline="30000">
                <a:latin typeface="+mn-lt"/>
              </a:rPr>
              <a:t>ère</a:t>
            </a:r>
            <a:r>
              <a:rPr lang="fr-FR" sz="1600" b="1">
                <a:latin typeface="+mn-lt"/>
              </a:rPr>
              <a:t> année</a:t>
            </a:r>
          </a:p>
          <a:p>
            <a:r>
              <a:rPr lang="fr-FR" sz="1400">
                <a:latin typeface="+mn-lt"/>
              </a:rPr>
              <a:t>37,40€ /m/utilisateur les années suivantes</a:t>
            </a:r>
          </a:p>
        </p:txBody>
      </p:sp>
      <p:sp>
        <p:nvSpPr>
          <p:cNvPr id="3" name="Titre 2">
            <a:extLst>
              <a:ext uri="{FF2B5EF4-FFF2-40B4-BE49-F238E27FC236}">
                <a16:creationId xmlns:a16="http://schemas.microsoft.com/office/drawing/2014/main" id="{87351F49-758A-17E8-B019-B8AF6EB65813}"/>
              </a:ext>
            </a:extLst>
          </p:cNvPr>
          <p:cNvSpPr>
            <a:spLocks noGrp="1"/>
          </p:cNvSpPr>
          <p:nvPr>
            <p:ph type="title"/>
          </p:nvPr>
        </p:nvSpPr>
        <p:spPr/>
        <p:txBody>
          <a:bodyPr/>
          <a:lstStyle/>
          <a:p>
            <a:r>
              <a:rPr lang="fr-FR">
                <a:latin typeface="+mn-lt"/>
              </a:rPr>
              <a:t>APPROCHE BUDGÉTAIRE</a:t>
            </a:r>
            <a:br>
              <a:rPr lang="fr-FR">
                <a:latin typeface="+mn-lt"/>
              </a:rPr>
            </a:br>
            <a:r>
              <a:rPr lang="fr-FR" b="0">
                <a:latin typeface="+mn-lt"/>
              </a:rPr>
              <a:t>ODOO</a:t>
            </a:r>
            <a:endParaRPr lang="en-US" b="0">
              <a:latin typeface="+mn-lt"/>
            </a:endParaRPr>
          </a:p>
        </p:txBody>
      </p:sp>
      <p:sp>
        <p:nvSpPr>
          <p:cNvPr id="8" name="Espace réservé du texte 5">
            <a:extLst>
              <a:ext uri="{FF2B5EF4-FFF2-40B4-BE49-F238E27FC236}">
                <a16:creationId xmlns:a16="http://schemas.microsoft.com/office/drawing/2014/main" id="{FCBD70E2-8320-EE60-3F7F-785EB4D8B88F}"/>
              </a:ext>
            </a:extLst>
          </p:cNvPr>
          <p:cNvSpPr txBox="1">
            <a:spLocks/>
          </p:cNvSpPr>
          <p:nvPr/>
        </p:nvSpPr>
        <p:spPr>
          <a:xfrm>
            <a:off x="6815925" y="4425950"/>
            <a:ext cx="3625850" cy="717550"/>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b="1">
                <a:highlight>
                  <a:srgbClr val="FFFF00"/>
                </a:highlight>
                <a:latin typeface="+mn-lt"/>
              </a:rPr>
              <a:t>29,90</a:t>
            </a:r>
            <a:r>
              <a:rPr lang="fr-FR" sz="1600" b="1">
                <a:latin typeface="+mn-lt"/>
              </a:rPr>
              <a:t>€ /mois</a:t>
            </a:r>
            <a:endParaRPr lang="fr-FR" sz="1600">
              <a:latin typeface="+mn-lt"/>
            </a:endParaRPr>
          </a:p>
        </p:txBody>
      </p:sp>
      <p:sp>
        <p:nvSpPr>
          <p:cNvPr id="9" name="Espace réservé du texte 5">
            <a:extLst>
              <a:ext uri="{FF2B5EF4-FFF2-40B4-BE49-F238E27FC236}">
                <a16:creationId xmlns:a16="http://schemas.microsoft.com/office/drawing/2014/main" id="{A8ADAA8D-BFDD-65BE-46F6-CE6168A7100E}"/>
              </a:ext>
            </a:extLst>
          </p:cNvPr>
          <p:cNvSpPr txBox="1">
            <a:spLocks/>
          </p:cNvSpPr>
          <p:nvPr/>
        </p:nvSpPr>
        <p:spPr>
          <a:xfrm>
            <a:off x="1795862" y="5668010"/>
            <a:ext cx="8600275" cy="717550"/>
          </a:xfrm>
          <a:prstGeom prst="rect">
            <a:avLst/>
          </a:prstGeom>
        </p:spPr>
        <p:txBody>
          <a:bodyPr vert="horz" lIns="91440" tIns="45720" rIns="91440" bIns="45720" rtlCol="0" anchor="ctr">
            <a:noAutofit/>
          </a:bodyPr>
          <a:lstStyle>
            <a:lvl1pPr marL="0" indent="0" algn="ctr" defTabSz="914400" rtl="0" eaLnBrk="1" latinLnBrk="0" hangingPunct="1">
              <a:lnSpc>
                <a:spcPct val="90000"/>
              </a:lnSpc>
              <a:spcBef>
                <a:spcPts val="1000"/>
              </a:spcBef>
              <a:buFont typeface="Arial" panose="020B0604020202020204" pitchFamily="34" charset="0"/>
              <a:buNone/>
              <a:defRPr sz="2800" kern="1200">
                <a:solidFill>
                  <a:schemeClr val="tx1"/>
                </a:solidFill>
                <a:latin typeface="Trebuchet MS" panose="020B0603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rebuchet MS" panose="020B0603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rebuchet MS" panose="020B0603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rebuchet MS" panose="020B0603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2000" b="1">
                <a:latin typeface="+mn-lt"/>
              </a:rPr>
              <a:t>Pour </a:t>
            </a:r>
            <a:r>
              <a:rPr lang="fr-FR" sz="2000" b="1">
                <a:highlight>
                  <a:srgbClr val="FFFF00"/>
                </a:highlight>
                <a:latin typeface="+mn-lt"/>
              </a:rPr>
              <a:t>XXX</a:t>
            </a:r>
            <a:r>
              <a:rPr lang="fr-FR" sz="2000" b="1">
                <a:latin typeface="+mn-lt"/>
              </a:rPr>
              <a:t> utilisateurs : </a:t>
            </a:r>
            <a:r>
              <a:rPr lang="fr-FR" sz="2000" b="1">
                <a:highlight>
                  <a:srgbClr val="FFFF00"/>
                </a:highlight>
                <a:latin typeface="+mn-lt"/>
              </a:rPr>
              <a:t>XXX</a:t>
            </a:r>
            <a:r>
              <a:rPr lang="fr-FR" sz="2000" b="1">
                <a:latin typeface="+mn-lt"/>
              </a:rPr>
              <a:t>€ la première année</a:t>
            </a:r>
          </a:p>
        </p:txBody>
      </p:sp>
      <p:sp>
        <p:nvSpPr>
          <p:cNvPr id="2" name="Espace réservé du numéro de diapositive 1">
            <a:extLst>
              <a:ext uri="{FF2B5EF4-FFF2-40B4-BE49-F238E27FC236}">
                <a16:creationId xmlns:a16="http://schemas.microsoft.com/office/drawing/2014/main" id="{B10E9C5A-13F1-8FEC-2257-F5BE9D55B6FA}"/>
              </a:ext>
            </a:extLst>
          </p:cNvPr>
          <p:cNvSpPr>
            <a:spLocks noGrp="1"/>
          </p:cNvSpPr>
          <p:nvPr>
            <p:ph type="sldNum" sz="quarter" idx="4"/>
          </p:nvPr>
        </p:nvSpPr>
        <p:spPr/>
        <p:txBody>
          <a:bodyPr/>
          <a:lstStyle/>
          <a:p>
            <a:pPr defTabSz="914400">
              <a:defRPr/>
            </a:pPr>
            <a:fld id="{11061685-6496-4975-B02C-C44B14DBF38E}" type="slidenum">
              <a:rPr lang="fr-FR" smtClean="0"/>
              <a:pPr defTabSz="914400">
                <a:defRPr/>
              </a:pPr>
              <a:t>26</a:t>
            </a:fld>
            <a:endParaRPr lang="fr-FR"/>
          </a:p>
        </p:txBody>
      </p:sp>
    </p:spTree>
    <p:extLst>
      <p:ext uri="{BB962C8B-B14F-4D97-AF65-F5344CB8AC3E}">
        <p14:creationId xmlns:p14="http://schemas.microsoft.com/office/powerpoint/2010/main" val="20167687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04249-D7B9-7768-00CC-EFAA43FFD8D9}"/>
            </a:ext>
          </a:extLst>
        </p:cNvPr>
        <p:cNvGrpSpPr/>
        <p:nvPr/>
      </p:nvGrpSpPr>
      <p:grpSpPr>
        <a:xfrm>
          <a:off x="0" y="0"/>
          <a:ext cx="0" cy="0"/>
          <a:chOff x="0" y="0"/>
          <a:chExt cx="0" cy="0"/>
        </a:xfrm>
      </p:grpSpPr>
      <p:sp>
        <p:nvSpPr>
          <p:cNvPr id="12" name="Titre 11">
            <a:extLst>
              <a:ext uri="{FF2B5EF4-FFF2-40B4-BE49-F238E27FC236}">
                <a16:creationId xmlns:a16="http://schemas.microsoft.com/office/drawing/2014/main" id="{D78B20A5-EDF3-CA4F-FBBC-481EC4B60857}"/>
              </a:ext>
            </a:extLst>
          </p:cNvPr>
          <p:cNvSpPr>
            <a:spLocks noGrp="1"/>
          </p:cNvSpPr>
          <p:nvPr>
            <p:ph type="title"/>
          </p:nvPr>
        </p:nvSpPr>
        <p:spPr/>
        <p:txBody>
          <a:bodyPr>
            <a:normAutofit/>
          </a:bodyPr>
          <a:lstStyle/>
          <a:p>
            <a:r>
              <a:rPr lang="fr-FR" dirty="0"/>
              <a:t>APPROCHE BUDGÉTAIRE</a:t>
            </a:r>
            <a:endParaRPr lang="en-US" b="0" dirty="0"/>
          </a:p>
        </p:txBody>
      </p:sp>
      <p:grpSp>
        <p:nvGrpSpPr>
          <p:cNvPr id="18" name="Group 17">
            <a:extLst>
              <a:ext uri="{FF2B5EF4-FFF2-40B4-BE49-F238E27FC236}">
                <a16:creationId xmlns:a16="http://schemas.microsoft.com/office/drawing/2014/main" id="{0E831653-11D8-E287-4DD2-26ADD11F369F}"/>
              </a:ext>
            </a:extLst>
          </p:cNvPr>
          <p:cNvGrpSpPr/>
          <p:nvPr/>
        </p:nvGrpSpPr>
        <p:grpSpPr>
          <a:xfrm>
            <a:off x="7260343" y="2787939"/>
            <a:ext cx="2540000" cy="2199618"/>
            <a:chOff x="3397469" y="1748971"/>
            <a:chExt cx="2540000" cy="2199618"/>
          </a:xfrm>
        </p:grpSpPr>
        <p:sp>
          <p:nvSpPr>
            <p:cNvPr id="17" name="ZoneTexte 16">
              <a:extLst>
                <a:ext uri="{FF2B5EF4-FFF2-40B4-BE49-F238E27FC236}">
                  <a16:creationId xmlns:a16="http://schemas.microsoft.com/office/drawing/2014/main" id="{06E97060-3AD7-4054-6260-015AECBBAF30}"/>
                </a:ext>
              </a:extLst>
            </p:cNvPr>
            <p:cNvSpPr txBox="1"/>
            <p:nvPr/>
          </p:nvSpPr>
          <p:spPr>
            <a:xfrm>
              <a:off x="3397469" y="3209925"/>
              <a:ext cx="2540000" cy="738664"/>
            </a:xfrm>
            <a:prstGeom prst="rect">
              <a:avLst/>
            </a:prstGeom>
            <a:noFill/>
          </p:spPr>
          <p:txBody>
            <a:bodyPr wrap="square" rtlCol="0">
              <a:spAutoFit/>
            </a:bodyPr>
            <a:lstStyle/>
            <a:p>
              <a:pPr algn="ctr"/>
              <a:r>
                <a:rPr lang="fr-FR" sz="1400" b="1" dirty="0"/>
                <a:t>BI </a:t>
              </a:r>
              <a:r>
                <a:rPr lang="fr-FR" sz="1400" b="1" dirty="0" err="1"/>
                <a:t>Analyst</a:t>
              </a:r>
              <a:endParaRPr lang="en-US" sz="1400" b="1" dirty="0"/>
            </a:p>
            <a:p>
              <a:pPr algn="ctr"/>
              <a:r>
                <a:rPr lang="fr-FR" sz="1400" dirty="0"/>
                <a:t>50€/h</a:t>
              </a:r>
              <a:endParaRPr lang="en-US" sz="1400" dirty="0"/>
            </a:p>
            <a:p>
              <a:endParaRPr lang="fr-FR" sz="1400" dirty="0"/>
            </a:p>
          </p:txBody>
        </p:sp>
        <p:pic>
          <p:nvPicPr>
            <p:cNvPr id="2" name="Graphique 1">
              <a:extLst>
                <a:ext uri="{FF2B5EF4-FFF2-40B4-BE49-F238E27FC236}">
                  <a16:creationId xmlns:a16="http://schemas.microsoft.com/office/drawing/2014/main" id="{BCF77C12-DEF4-4787-A710-F7992C1544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805457" y="1748971"/>
              <a:ext cx="1628775" cy="1285875"/>
            </a:xfrm>
            <a:prstGeom prst="rect">
              <a:avLst/>
            </a:prstGeom>
          </p:spPr>
        </p:pic>
      </p:grpSp>
      <p:grpSp>
        <p:nvGrpSpPr>
          <p:cNvPr id="16" name="Group 15">
            <a:extLst>
              <a:ext uri="{FF2B5EF4-FFF2-40B4-BE49-F238E27FC236}">
                <a16:creationId xmlns:a16="http://schemas.microsoft.com/office/drawing/2014/main" id="{B37D96EF-C893-8A1C-236E-48E0A41A82D6}"/>
              </a:ext>
            </a:extLst>
          </p:cNvPr>
          <p:cNvGrpSpPr/>
          <p:nvPr/>
        </p:nvGrpSpPr>
        <p:grpSpPr>
          <a:xfrm>
            <a:off x="1805649" y="2793999"/>
            <a:ext cx="2346440" cy="1899661"/>
            <a:chOff x="541937" y="1841317"/>
            <a:chExt cx="2346440" cy="1899661"/>
          </a:xfrm>
        </p:grpSpPr>
        <p:sp>
          <p:nvSpPr>
            <p:cNvPr id="21" name="ZoneTexte 20">
              <a:extLst>
                <a:ext uri="{FF2B5EF4-FFF2-40B4-BE49-F238E27FC236}">
                  <a16:creationId xmlns:a16="http://schemas.microsoft.com/office/drawing/2014/main" id="{ABB8251E-956D-29B1-0DFE-7BF7D3296102}"/>
                </a:ext>
              </a:extLst>
            </p:cNvPr>
            <p:cNvSpPr txBox="1"/>
            <p:nvPr/>
          </p:nvSpPr>
          <p:spPr>
            <a:xfrm>
              <a:off x="541937" y="3217758"/>
              <a:ext cx="2346440" cy="523220"/>
            </a:xfrm>
            <a:prstGeom prst="rect">
              <a:avLst/>
            </a:prstGeom>
            <a:noFill/>
          </p:spPr>
          <p:txBody>
            <a:bodyPr wrap="square">
              <a:spAutoFit/>
            </a:bodyPr>
            <a:lstStyle/>
            <a:p>
              <a:pPr marL="0" indent="0" algn="ctr">
                <a:buNone/>
              </a:pPr>
              <a:r>
                <a:rPr lang="fr-FR" sz="1400" b="1" dirty="0"/>
                <a:t>BI </a:t>
              </a:r>
              <a:r>
                <a:rPr lang="fr-FR" sz="1400" b="1" dirty="0" err="1"/>
                <a:t>Director</a:t>
              </a:r>
              <a:endParaRPr lang="en-US" sz="1400" b="1" dirty="0"/>
            </a:p>
            <a:p>
              <a:pPr marL="0" indent="0" algn="ctr">
                <a:buNone/>
              </a:pPr>
              <a:r>
                <a:rPr lang="fr-FR" sz="1400" dirty="0"/>
                <a:t>130€/h </a:t>
              </a:r>
              <a:endParaRPr lang="en-US" sz="1400" dirty="0"/>
            </a:p>
          </p:txBody>
        </p:sp>
        <p:pic>
          <p:nvPicPr>
            <p:cNvPr id="10" name="Graphique 9">
              <a:extLst>
                <a:ext uri="{FF2B5EF4-FFF2-40B4-BE49-F238E27FC236}">
                  <a16:creationId xmlns:a16="http://schemas.microsoft.com/office/drawing/2014/main" id="{09326725-4475-4E77-F5AA-D14ADD190AD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0770" y="1841317"/>
              <a:ext cx="1628775" cy="1200150"/>
            </a:xfrm>
            <a:prstGeom prst="rect">
              <a:avLst/>
            </a:prstGeom>
          </p:spPr>
        </p:pic>
      </p:grpSp>
    </p:spTree>
    <p:extLst>
      <p:ext uri="{BB962C8B-B14F-4D97-AF65-F5344CB8AC3E}">
        <p14:creationId xmlns:p14="http://schemas.microsoft.com/office/powerpoint/2010/main" val="32424139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6EBA941D-225A-7E4E-93D8-ECFC3C5ABDAD}"/>
              </a:ext>
            </a:extLst>
          </p:cNvPr>
          <p:cNvSpPr>
            <a:spLocks noGrp="1"/>
          </p:cNvSpPr>
          <p:nvPr>
            <p:ph type="body" idx="1"/>
          </p:nvPr>
        </p:nvSpPr>
        <p:spPr>
          <a:xfrm>
            <a:off x="839788" y="1819425"/>
            <a:ext cx="5157787" cy="466575"/>
          </a:xfrm>
        </p:spPr>
        <p:txBody>
          <a:bodyPr/>
          <a:lstStyle/>
          <a:p>
            <a:r>
              <a:rPr lang="fr-FR">
                <a:latin typeface="+mn-lt"/>
              </a:rPr>
              <a:t>LES WORKSHOPS</a:t>
            </a:r>
            <a:endParaRPr lang="en-US">
              <a:latin typeface="+mn-lt"/>
            </a:endParaRPr>
          </a:p>
        </p:txBody>
      </p:sp>
      <p:sp>
        <p:nvSpPr>
          <p:cNvPr id="12" name="Espace réservé du contenu 11">
            <a:extLst>
              <a:ext uri="{FF2B5EF4-FFF2-40B4-BE49-F238E27FC236}">
                <a16:creationId xmlns:a16="http://schemas.microsoft.com/office/drawing/2014/main" id="{70F06569-83E5-E692-8423-510807DB8FC6}"/>
              </a:ext>
            </a:extLst>
          </p:cNvPr>
          <p:cNvSpPr>
            <a:spLocks noGrp="1"/>
          </p:cNvSpPr>
          <p:nvPr>
            <p:ph sz="half" idx="2"/>
          </p:nvPr>
        </p:nvSpPr>
        <p:spPr>
          <a:xfrm>
            <a:off x="839788" y="2286000"/>
            <a:ext cx="5157787" cy="4089400"/>
          </a:xfrm>
        </p:spPr>
        <p:txBody>
          <a:bodyPr vert="horz" lIns="91440" tIns="45720" rIns="91440" bIns="45720" rtlCol="0">
            <a:normAutofit/>
          </a:bodyPr>
          <a:lstStyle/>
          <a:p>
            <a:pPr marL="342900" indent="-342900" fontAlgn="t">
              <a:buFont typeface="+mj-lt"/>
              <a:buAutoNum type="arabicPeriod"/>
            </a:pPr>
            <a:r>
              <a:rPr lang="fr-FR" sz="1800">
                <a:highlight>
                  <a:srgbClr val="FFFF00"/>
                </a:highlight>
              </a:rPr>
              <a:t>Référentiels contacts et articles</a:t>
            </a:r>
          </a:p>
          <a:p>
            <a:pPr marL="342900" indent="-342900" fontAlgn="t">
              <a:buFont typeface="+mj-lt"/>
              <a:buAutoNum type="arabicPeriod"/>
            </a:pPr>
            <a:r>
              <a:rPr lang="fr-FR" sz="1800">
                <a:highlight>
                  <a:srgbClr val="FFFF00"/>
                </a:highlight>
              </a:rPr>
              <a:t>Gestion commerciale</a:t>
            </a:r>
          </a:p>
          <a:p>
            <a:pPr marL="342900" indent="-342900" fontAlgn="t">
              <a:buFont typeface="+mj-lt"/>
              <a:buAutoNum type="arabicPeriod"/>
            </a:pPr>
            <a:r>
              <a:rPr lang="fr-FR" sz="1800">
                <a:highlight>
                  <a:srgbClr val="FFFF00"/>
                </a:highlight>
              </a:rPr>
              <a:t>Gestion de licences clients</a:t>
            </a:r>
          </a:p>
          <a:p>
            <a:pPr marL="342900" indent="-342900" fontAlgn="t">
              <a:buFont typeface="+mj-lt"/>
              <a:buAutoNum type="arabicPeriod"/>
            </a:pPr>
            <a:r>
              <a:rPr lang="fr-FR" sz="1800">
                <a:highlight>
                  <a:srgbClr val="FFFF00"/>
                </a:highlight>
              </a:rPr>
              <a:t>Maintenance</a:t>
            </a:r>
          </a:p>
          <a:p>
            <a:pPr marL="342900" indent="-342900" fontAlgn="t">
              <a:buFont typeface="+mj-lt"/>
              <a:buAutoNum type="arabicPeriod"/>
            </a:pPr>
            <a:r>
              <a:rPr lang="fr-FR" sz="1800">
                <a:highlight>
                  <a:srgbClr val="FFFF00"/>
                </a:highlight>
              </a:rPr>
              <a:t>Gestion de projets</a:t>
            </a:r>
          </a:p>
          <a:p>
            <a:pPr marL="342900" indent="-342900" fontAlgn="t">
              <a:buFont typeface="+mj-lt"/>
              <a:buAutoNum type="arabicPeriod"/>
            </a:pPr>
            <a:r>
              <a:rPr lang="fr-FR" sz="1800">
                <a:highlight>
                  <a:srgbClr val="FFFF00"/>
                </a:highlight>
              </a:rPr>
              <a:t>Gestion des achats</a:t>
            </a:r>
          </a:p>
          <a:p>
            <a:pPr marL="342900" indent="-342900" fontAlgn="t">
              <a:buFont typeface="+mj-lt"/>
              <a:buAutoNum type="arabicPeriod"/>
            </a:pPr>
            <a:r>
              <a:rPr lang="fr-FR" sz="1800">
                <a:highlight>
                  <a:srgbClr val="FFFF00"/>
                </a:highlight>
              </a:rPr>
              <a:t>Inventaire et stocks</a:t>
            </a:r>
          </a:p>
          <a:p>
            <a:pPr marL="342900" indent="-342900" fontAlgn="t">
              <a:buFont typeface="+mj-lt"/>
              <a:buAutoNum type="arabicPeriod"/>
            </a:pPr>
            <a:r>
              <a:rPr lang="fr-FR" sz="1800">
                <a:highlight>
                  <a:srgbClr val="FFFF00"/>
                </a:highlight>
              </a:rPr>
              <a:t>Service après-vente</a:t>
            </a:r>
          </a:p>
          <a:p>
            <a:pPr marL="342900" indent="-342900" fontAlgn="t">
              <a:buFont typeface="+mj-lt"/>
              <a:buAutoNum type="arabicPeriod"/>
            </a:pPr>
            <a:r>
              <a:rPr lang="fr-FR" sz="1800">
                <a:highlight>
                  <a:srgbClr val="FFFF00"/>
                </a:highlight>
              </a:rPr>
              <a:t>Finance et comptabilité</a:t>
            </a:r>
          </a:p>
          <a:p>
            <a:pPr marL="342900" indent="-342900" fontAlgn="t">
              <a:buFont typeface="+mj-lt"/>
              <a:buAutoNum type="arabicPeriod"/>
            </a:pPr>
            <a:r>
              <a:rPr lang="fr-FR" sz="1800">
                <a:highlight>
                  <a:srgbClr val="FFFF00"/>
                </a:highlight>
              </a:rPr>
              <a:t>Architecture technique et intégrations</a:t>
            </a:r>
            <a:endParaRPr lang="en-US" sz="1800">
              <a:highlight>
                <a:srgbClr val="FFFF00"/>
              </a:highlight>
            </a:endParaRPr>
          </a:p>
        </p:txBody>
      </p:sp>
      <p:sp>
        <p:nvSpPr>
          <p:cNvPr id="5" name="Espace réservé du texte 4">
            <a:extLst>
              <a:ext uri="{FF2B5EF4-FFF2-40B4-BE49-F238E27FC236}">
                <a16:creationId xmlns:a16="http://schemas.microsoft.com/office/drawing/2014/main" id="{456A0A74-9342-DCED-495E-33FE9D37BF87}"/>
              </a:ext>
            </a:extLst>
          </p:cNvPr>
          <p:cNvSpPr>
            <a:spLocks noGrp="1"/>
          </p:cNvSpPr>
          <p:nvPr>
            <p:ph type="body" sz="quarter" idx="3"/>
          </p:nvPr>
        </p:nvSpPr>
        <p:spPr>
          <a:xfrm>
            <a:off x="6172200" y="1819425"/>
            <a:ext cx="5183188" cy="466575"/>
          </a:xfrm>
        </p:spPr>
        <p:txBody>
          <a:bodyPr>
            <a:normAutofit/>
          </a:bodyPr>
          <a:lstStyle/>
          <a:p>
            <a:r>
              <a:rPr lang="fr-FR"/>
              <a:t>TEMPS PAR CONSULTANTS</a:t>
            </a:r>
            <a:endParaRPr lang="en-US"/>
          </a:p>
        </p:txBody>
      </p:sp>
      <p:sp>
        <p:nvSpPr>
          <p:cNvPr id="10" name="Titre 9">
            <a:extLst>
              <a:ext uri="{FF2B5EF4-FFF2-40B4-BE49-F238E27FC236}">
                <a16:creationId xmlns:a16="http://schemas.microsoft.com/office/drawing/2014/main" id="{E39448D3-199F-77B6-97CA-BAC3F676BA86}"/>
              </a:ext>
            </a:extLst>
          </p:cNvPr>
          <p:cNvSpPr>
            <a:spLocks noGrp="1"/>
          </p:cNvSpPr>
          <p:nvPr>
            <p:ph type="title"/>
          </p:nvPr>
        </p:nvSpPr>
        <p:spPr/>
        <p:txBody>
          <a:bodyPr/>
          <a:lstStyle/>
          <a:p>
            <a:r>
              <a:rPr lang="fr-FR">
                <a:latin typeface="+mj-lt"/>
              </a:rPr>
              <a:t>APPROCHE</a:t>
            </a:r>
            <a:r>
              <a:rPr lang="fr-FR">
                <a:latin typeface="+mn-lt"/>
              </a:rPr>
              <a:t> BUDGÉTAIRE</a:t>
            </a:r>
            <a:br>
              <a:rPr lang="fr-FR">
                <a:latin typeface="+mn-lt"/>
              </a:rPr>
            </a:br>
            <a:r>
              <a:rPr lang="fr-FR" b="0">
                <a:latin typeface="+mn-lt"/>
              </a:rPr>
              <a:t>PHASE D’ANALYSE</a:t>
            </a:r>
            <a:endParaRPr lang="en-US" b="0">
              <a:latin typeface="+mn-lt"/>
            </a:endParaRPr>
          </a:p>
        </p:txBody>
      </p:sp>
      <p:sp>
        <p:nvSpPr>
          <p:cNvPr id="2" name="Espace réservé du numéro de diapositive 1">
            <a:extLst>
              <a:ext uri="{FF2B5EF4-FFF2-40B4-BE49-F238E27FC236}">
                <a16:creationId xmlns:a16="http://schemas.microsoft.com/office/drawing/2014/main" id="{2D0B42D0-E4BF-C2A8-AE9A-D415C3EF6842}"/>
              </a:ext>
            </a:extLst>
          </p:cNvPr>
          <p:cNvSpPr>
            <a:spLocks noGrp="1"/>
          </p:cNvSpPr>
          <p:nvPr>
            <p:ph type="sldNum" sz="quarter" idx="10"/>
          </p:nvPr>
        </p:nvSpPr>
        <p:spPr/>
        <p:txBody>
          <a:bodyPr/>
          <a:lstStyle/>
          <a:p>
            <a:pPr defTabSz="914400">
              <a:defRPr/>
            </a:pPr>
            <a:fld id="{11061685-6496-4975-B02C-C44B14DBF38E}" type="slidenum">
              <a:rPr lang="fr-FR" smtClean="0"/>
              <a:pPr defTabSz="914400">
                <a:defRPr/>
              </a:pPr>
              <a:t>28</a:t>
            </a:fld>
            <a:endParaRPr lang="fr-FR"/>
          </a:p>
        </p:txBody>
      </p:sp>
      <p:sp>
        <p:nvSpPr>
          <p:cNvPr id="8" name="Freeform 18">
            <a:extLst>
              <a:ext uri="{FF2B5EF4-FFF2-40B4-BE49-F238E27FC236}">
                <a16:creationId xmlns:a16="http://schemas.microsoft.com/office/drawing/2014/main" id="{82B03277-82DE-9EF1-7B7F-F0355BDA84F1}"/>
              </a:ext>
            </a:extLst>
          </p:cNvPr>
          <p:cNvSpPr/>
          <p:nvPr/>
        </p:nvSpPr>
        <p:spPr>
          <a:xfrm>
            <a:off x="7707424" y="6375400"/>
            <a:ext cx="2440720" cy="536959"/>
          </a:xfrm>
          <a:custGeom>
            <a:avLst/>
            <a:gdLst/>
            <a:ahLst/>
            <a:cxnLst/>
            <a:rect l="l" t="t" r="r" b="b"/>
            <a:pathLst>
              <a:path w="3661080" h="805438">
                <a:moveTo>
                  <a:pt x="0" y="0"/>
                </a:moveTo>
                <a:lnTo>
                  <a:pt x="3661080" y="0"/>
                </a:lnTo>
                <a:lnTo>
                  <a:pt x="3661080" y="805438"/>
                </a:lnTo>
                <a:lnTo>
                  <a:pt x="0" y="805438"/>
                </a:lnTo>
                <a:lnTo>
                  <a:pt x="0" y="0"/>
                </a:lnTo>
                <a:close/>
              </a:path>
            </a:pathLst>
          </a:custGeom>
          <a:blipFill>
            <a:blip r:embed="rId2">
              <a:alphaModFix amt="47000"/>
            </a:blip>
            <a:stretch>
              <a:fillRect/>
            </a:stretch>
          </a:blipFill>
        </p:spPr>
        <p:txBody>
          <a:bodyPr/>
          <a:lstStyle/>
          <a:p>
            <a:endParaRPr lang="fr-FR" sz="800">
              <a:latin typeface="+mn-lt"/>
            </a:endParaRPr>
          </a:p>
        </p:txBody>
      </p:sp>
      <p:sp>
        <p:nvSpPr>
          <p:cNvPr id="9" name="Ellipse 8">
            <a:extLst>
              <a:ext uri="{FF2B5EF4-FFF2-40B4-BE49-F238E27FC236}">
                <a16:creationId xmlns:a16="http://schemas.microsoft.com/office/drawing/2014/main" id="{2751756D-912F-E78A-415B-3317C582BA0F}"/>
              </a:ext>
            </a:extLst>
          </p:cNvPr>
          <p:cNvSpPr/>
          <p:nvPr/>
        </p:nvSpPr>
        <p:spPr>
          <a:xfrm>
            <a:off x="7841157" y="4227068"/>
            <a:ext cx="2173255" cy="2148332"/>
          </a:xfrm>
          <a:prstGeom prst="ellipse">
            <a:avLst/>
          </a:prstGeom>
          <a:gradFill>
            <a:gsLst>
              <a:gs pos="25000">
                <a:srgbClr val="714B67"/>
              </a:gs>
              <a:gs pos="0">
                <a:srgbClr val="714B67"/>
              </a:gs>
              <a:gs pos="100000">
                <a:srgbClr val="BA131A"/>
              </a:gs>
            </a:gsLst>
            <a:path path="circle">
              <a:fillToRect l="100000" b="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solidFill>
                <a:srgbClr val="BA131A"/>
              </a:solidFill>
              <a:latin typeface="+mn-lt"/>
              <a:ea typeface="Inter Heavy"/>
              <a:cs typeface="Inter Heavy"/>
              <a:sym typeface="Inter Heavy"/>
            </a:endParaRPr>
          </a:p>
        </p:txBody>
      </p:sp>
      <p:sp>
        <p:nvSpPr>
          <p:cNvPr id="13" name="Espace réservé du texte 15">
            <a:extLst>
              <a:ext uri="{FF2B5EF4-FFF2-40B4-BE49-F238E27FC236}">
                <a16:creationId xmlns:a16="http://schemas.microsoft.com/office/drawing/2014/main" id="{2683D563-3D89-E8F8-6483-ADE1E27D8BC9}"/>
              </a:ext>
            </a:extLst>
          </p:cNvPr>
          <p:cNvSpPr txBox="1">
            <a:spLocks/>
          </p:cNvSpPr>
          <p:nvPr/>
        </p:nvSpPr>
        <p:spPr>
          <a:xfrm>
            <a:off x="7841158" y="4226896"/>
            <a:ext cx="2173254" cy="2148731"/>
          </a:xfrm>
          <a:prstGeom prst="rect">
            <a:avLst/>
          </a:prstGeom>
        </p:spPr>
        <p:txBody>
          <a:bodyPr vert="horz" lIns="91440" tIns="45720" rIns="91440" bIns="45720" rtlCol="0" anchor="ctr">
            <a:normAutofit/>
          </a:bodyPr>
          <a:lstStyle>
            <a:defPPr>
              <a:defRPr lang="en-US"/>
            </a:defPPr>
            <a:lvl1pPr marL="0" indent="0" algn="ctr" defTabSz="914400" rtl="0" eaLnBrk="1" latinLnBrk="0" hangingPunct="1">
              <a:buNone/>
              <a:defRPr sz="36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sz="4800" dirty="0"/>
              <a:t>57h</a:t>
            </a:r>
          </a:p>
          <a:p>
            <a:r>
              <a:rPr lang="fr-FR" dirty="0"/>
              <a:t>7410€</a:t>
            </a:r>
            <a:endParaRPr lang="en-US" dirty="0"/>
          </a:p>
        </p:txBody>
      </p:sp>
      <p:sp>
        <p:nvSpPr>
          <p:cNvPr id="18" name="Espace réservé du contenu 17">
            <a:extLst>
              <a:ext uri="{FF2B5EF4-FFF2-40B4-BE49-F238E27FC236}">
                <a16:creationId xmlns:a16="http://schemas.microsoft.com/office/drawing/2014/main" id="{81E6D388-C5E2-A5FD-00A9-127543C5A9CD}"/>
              </a:ext>
            </a:extLst>
          </p:cNvPr>
          <p:cNvSpPr>
            <a:spLocks noGrp="1"/>
          </p:cNvSpPr>
          <p:nvPr>
            <p:ph sz="quarter" idx="4"/>
          </p:nvPr>
        </p:nvSpPr>
        <p:spPr>
          <a:xfrm>
            <a:off x="6172200" y="2286000"/>
            <a:ext cx="5183188" cy="1940669"/>
          </a:xfrm>
        </p:spPr>
        <p:txBody>
          <a:bodyPr>
            <a:normAutofit/>
          </a:bodyPr>
          <a:lstStyle/>
          <a:p>
            <a:pPr fontAlgn="t"/>
            <a:r>
              <a:rPr lang="fr-FR" sz="1800"/>
              <a:t>Consultant / Développeur Odoo : </a:t>
            </a:r>
            <a:r>
              <a:rPr lang="fr-FR" sz="1800">
                <a:highlight>
                  <a:srgbClr val="FFFF00"/>
                </a:highlight>
              </a:rPr>
              <a:t>0h</a:t>
            </a:r>
            <a:endParaRPr lang="en-US" sz="1800">
              <a:highlight>
                <a:srgbClr val="FFFF00"/>
              </a:highlight>
            </a:endParaRPr>
          </a:p>
          <a:p>
            <a:pPr fontAlgn="t"/>
            <a:r>
              <a:rPr lang="fr-FR" sz="1800"/>
              <a:t>Consultant / Développeur Odoo Certifié : </a:t>
            </a:r>
            <a:r>
              <a:rPr lang="fr-FR" sz="1800">
                <a:highlight>
                  <a:srgbClr val="FFFF00"/>
                </a:highlight>
              </a:rPr>
              <a:t>57h</a:t>
            </a:r>
            <a:endParaRPr lang="en-US" sz="1800">
              <a:highlight>
                <a:srgbClr val="FFFF00"/>
              </a:highlight>
            </a:endParaRPr>
          </a:p>
          <a:p>
            <a:r>
              <a:rPr lang="fr-FR" sz="1800"/>
              <a:t>Consultant / Développeur Odoo Master : </a:t>
            </a:r>
            <a:r>
              <a:rPr lang="fr-FR" sz="1800">
                <a:highlight>
                  <a:srgbClr val="FFFF00"/>
                </a:highlight>
              </a:rPr>
              <a:t>0h</a:t>
            </a:r>
            <a:endParaRPr lang="en-US" sz="1800">
              <a:highlight>
                <a:srgbClr val="FFFF00"/>
              </a:highlight>
            </a:endParaRPr>
          </a:p>
          <a:p>
            <a:r>
              <a:rPr lang="fr-FR" sz="1800"/>
              <a:t>Consultant / Développeur Odoo </a:t>
            </a:r>
            <a:r>
              <a:rPr lang="fr-FR" sz="1800" err="1"/>
              <a:t>Legend</a:t>
            </a:r>
            <a:r>
              <a:rPr lang="fr-FR" sz="1800"/>
              <a:t> : </a:t>
            </a:r>
            <a:r>
              <a:rPr lang="fr-FR" sz="1800">
                <a:highlight>
                  <a:srgbClr val="FFFF00"/>
                </a:highlight>
              </a:rPr>
              <a:t>0h</a:t>
            </a:r>
            <a:endParaRPr lang="en-US" sz="1800">
              <a:highlight>
                <a:srgbClr val="FFFF00"/>
              </a:highlight>
            </a:endParaRPr>
          </a:p>
          <a:p>
            <a:r>
              <a:rPr lang="fr-FR" sz="1800"/>
              <a:t>Frais de déplacement : </a:t>
            </a:r>
            <a:r>
              <a:rPr lang="fr-FR" sz="1800">
                <a:highlight>
                  <a:srgbClr val="FFFF00"/>
                </a:highlight>
              </a:rPr>
              <a:t>0€</a:t>
            </a:r>
            <a:endParaRPr lang="en-US" sz="1800">
              <a:highlight>
                <a:srgbClr val="FFFF00"/>
              </a:highlight>
            </a:endParaRPr>
          </a:p>
          <a:p>
            <a:endParaRPr lang="en-US" sz="1800"/>
          </a:p>
        </p:txBody>
      </p:sp>
    </p:spTree>
    <p:extLst>
      <p:ext uri="{BB962C8B-B14F-4D97-AF65-F5344CB8AC3E}">
        <p14:creationId xmlns:p14="http://schemas.microsoft.com/office/powerpoint/2010/main" val="2001393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Espace réservé du texte 6">
            <a:extLst>
              <a:ext uri="{FF2B5EF4-FFF2-40B4-BE49-F238E27FC236}">
                <a16:creationId xmlns:a16="http://schemas.microsoft.com/office/drawing/2014/main" id="{6D671FBF-031D-D14E-5379-7D3DC38606BE}"/>
              </a:ext>
            </a:extLst>
          </p:cNvPr>
          <p:cNvSpPr>
            <a:spLocks noGrp="1"/>
          </p:cNvSpPr>
          <p:nvPr>
            <p:ph type="body" idx="1"/>
          </p:nvPr>
        </p:nvSpPr>
        <p:spPr/>
        <p:txBody>
          <a:bodyPr/>
          <a:lstStyle/>
          <a:p>
            <a:r>
              <a:rPr lang="fr-FR">
                <a:latin typeface="+mn-lt"/>
              </a:rPr>
              <a:t>PLANNING</a:t>
            </a:r>
            <a:endParaRPr lang="en-US">
              <a:latin typeface="+mn-lt"/>
            </a:endParaRPr>
          </a:p>
        </p:txBody>
      </p:sp>
      <p:sp>
        <p:nvSpPr>
          <p:cNvPr id="8" name="Espace réservé du contenu 7">
            <a:extLst>
              <a:ext uri="{FF2B5EF4-FFF2-40B4-BE49-F238E27FC236}">
                <a16:creationId xmlns:a16="http://schemas.microsoft.com/office/drawing/2014/main" id="{A9FBE70D-87DF-4085-7A1C-EE1B9897E542}"/>
              </a:ext>
            </a:extLst>
          </p:cNvPr>
          <p:cNvSpPr>
            <a:spLocks noGrp="1"/>
          </p:cNvSpPr>
          <p:nvPr>
            <p:ph sz="half" idx="2"/>
          </p:nvPr>
        </p:nvSpPr>
        <p:spPr/>
        <p:txBody>
          <a:bodyPr/>
          <a:lstStyle/>
          <a:p>
            <a:r>
              <a:rPr lang="fr-FR">
                <a:highlight>
                  <a:srgbClr val="FFFF00"/>
                </a:highlight>
                <a:latin typeface="+mn-lt"/>
              </a:rPr>
              <a:t>Février : Analyse</a:t>
            </a:r>
          </a:p>
          <a:p>
            <a:r>
              <a:rPr lang="fr-FR">
                <a:highlight>
                  <a:srgbClr val="FFFF00"/>
                </a:highlight>
                <a:latin typeface="+mn-lt"/>
              </a:rPr>
              <a:t>Mars - Mai: Implémentation</a:t>
            </a:r>
          </a:p>
          <a:p>
            <a:r>
              <a:rPr lang="fr-FR">
                <a:highlight>
                  <a:srgbClr val="FFFF00"/>
                </a:highlight>
                <a:latin typeface="+mn-lt"/>
              </a:rPr>
              <a:t>Juin  : Validation / Formation</a:t>
            </a:r>
          </a:p>
          <a:p>
            <a:r>
              <a:rPr lang="fr-FR">
                <a:highlight>
                  <a:srgbClr val="FFFF00"/>
                </a:highlight>
                <a:latin typeface="+mn-lt"/>
              </a:rPr>
              <a:t>Juillet : Mise en production</a:t>
            </a:r>
          </a:p>
          <a:p>
            <a:endParaRPr lang="en-US">
              <a:latin typeface="+mn-lt"/>
            </a:endParaRPr>
          </a:p>
        </p:txBody>
      </p:sp>
      <p:sp>
        <p:nvSpPr>
          <p:cNvPr id="9" name="Espace réservé du texte 8">
            <a:extLst>
              <a:ext uri="{FF2B5EF4-FFF2-40B4-BE49-F238E27FC236}">
                <a16:creationId xmlns:a16="http://schemas.microsoft.com/office/drawing/2014/main" id="{B5C8E2FA-C971-E5BF-A0DD-6D9D8FE58825}"/>
              </a:ext>
            </a:extLst>
          </p:cNvPr>
          <p:cNvSpPr>
            <a:spLocks noGrp="1"/>
          </p:cNvSpPr>
          <p:nvPr>
            <p:ph type="body" sz="quarter" idx="3"/>
          </p:nvPr>
        </p:nvSpPr>
        <p:spPr/>
        <p:txBody>
          <a:bodyPr/>
          <a:lstStyle/>
          <a:p>
            <a:r>
              <a:rPr lang="fr-FR">
                <a:latin typeface="+mn-lt"/>
              </a:rPr>
              <a:t>BUDGET IMPLÉMENTATION</a:t>
            </a:r>
            <a:endParaRPr lang="en-US">
              <a:latin typeface="+mn-lt"/>
            </a:endParaRPr>
          </a:p>
        </p:txBody>
      </p:sp>
      <p:sp>
        <p:nvSpPr>
          <p:cNvPr id="10" name="Espace réservé du contenu 9">
            <a:extLst>
              <a:ext uri="{FF2B5EF4-FFF2-40B4-BE49-F238E27FC236}">
                <a16:creationId xmlns:a16="http://schemas.microsoft.com/office/drawing/2014/main" id="{FFDB6A7E-DF1C-7093-42DD-6B73FE9D2729}"/>
              </a:ext>
            </a:extLst>
          </p:cNvPr>
          <p:cNvSpPr>
            <a:spLocks noGrp="1"/>
          </p:cNvSpPr>
          <p:nvPr>
            <p:ph sz="quarter" idx="4"/>
          </p:nvPr>
        </p:nvSpPr>
        <p:spPr/>
        <p:txBody>
          <a:bodyPr/>
          <a:lstStyle/>
          <a:p>
            <a:r>
              <a:rPr lang="fr-FR">
                <a:highlight>
                  <a:srgbClr val="FFFF00"/>
                </a:highlight>
                <a:latin typeface="+mn-lt"/>
              </a:rPr>
              <a:t>250-350h</a:t>
            </a:r>
          </a:p>
          <a:p>
            <a:r>
              <a:rPr lang="fr-FR">
                <a:highlight>
                  <a:srgbClr val="FFFF00"/>
                </a:highlight>
                <a:latin typeface="+mn-lt"/>
              </a:rPr>
              <a:t>8-12K€ par mois sur 7-8 mois</a:t>
            </a:r>
          </a:p>
          <a:p>
            <a:endParaRPr lang="en-US">
              <a:latin typeface="+mn-lt"/>
            </a:endParaRPr>
          </a:p>
        </p:txBody>
      </p:sp>
      <p:sp>
        <p:nvSpPr>
          <p:cNvPr id="6" name="Titre 5">
            <a:extLst>
              <a:ext uri="{FF2B5EF4-FFF2-40B4-BE49-F238E27FC236}">
                <a16:creationId xmlns:a16="http://schemas.microsoft.com/office/drawing/2014/main" id="{0DE74E65-2DB5-4E36-4BCA-2124313838F2}"/>
              </a:ext>
            </a:extLst>
          </p:cNvPr>
          <p:cNvSpPr>
            <a:spLocks noGrp="1"/>
          </p:cNvSpPr>
          <p:nvPr>
            <p:ph type="title"/>
          </p:nvPr>
        </p:nvSpPr>
        <p:spPr/>
        <p:txBody>
          <a:bodyPr/>
          <a:lstStyle/>
          <a:p>
            <a:r>
              <a:rPr lang="fr-FR">
                <a:latin typeface="+mj-lt"/>
              </a:rPr>
              <a:t>APPROCHE</a:t>
            </a:r>
            <a:r>
              <a:rPr lang="fr-FR">
                <a:latin typeface="+mn-lt"/>
              </a:rPr>
              <a:t> BUDGÉTAIRE</a:t>
            </a:r>
            <a:br>
              <a:rPr lang="fr-FR">
                <a:latin typeface="+mn-lt"/>
              </a:rPr>
            </a:br>
            <a:r>
              <a:rPr lang="fr-FR" b="0">
                <a:latin typeface="+mn-lt"/>
              </a:rPr>
              <a:t>IMPLÉMENTATION</a:t>
            </a:r>
            <a:endParaRPr lang="en-US" b="0">
              <a:latin typeface="+mn-lt"/>
            </a:endParaRPr>
          </a:p>
        </p:txBody>
      </p:sp>
      <p:sp>
        <p:nvSpPr>
          <p:cNvPr id="2" name="Espace réservé du numéro de diapositive 1">
            <a:extLst>
              <a:ext uri="{FF2B5EF4-FFF2-40B4-BE49-F238E27FC236}">
                <a16:creationId xmlns:a16="http://schemas.microsoft.com/office/drawing/2014/main" id="{34B3CEAA-07EC-7C22-68E0-73294404B576}"/>
              </a:ext>
            </a:extLst>
          </p:cNvPr>
          <p:cNvSpPr>
            <a:spLocks noGrp="1"/>
          </p:cNvSpPr>
          <p:nvPr>
            <p:ph type="sldNum" sz="quarter" idx="10"/>
          </p:nvPr>
        </p:nvSpPr>
        <p:spPr/>
        <p:txBody>
          <a:bodyPr/>
          <a:lstStyle/>
          <a:p>
            <a:pPr defTabSz="914400">
              <a:defRPr/>
            </a:pPr>
            <a:fld id="{11061685-6496-4975-B02C-C44B14DBF38E}" type="slidenum">
              <a:rPr lang="fr-FR" smtClean="0"/>
              <a:pPr defTabSz="914400">
                <a:defRPr/>
              </a:pPr>
              <a:t>29</a:t>
            </a:fld>
            <a:endParaRPr lang="fr-FR"/>
          </a:p>
        </p:txBody>
      </p:sp>
    </p:spTree>
    <p:extLst>
      <p:ext uri="{BB962C8B-B14F-4D97-AF65-F5344CB8AC3E}">
        <p14:creationId xmlns:p14="http://schemas.microsoft.com/office/powerpoint/2010/main" val="19208141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Espace réservé du numéro de diapositive 6">
            <a:extLst>
              <a:ext uri="{FF2B5EF4-FFF2-40B4-BE49-F238E27FC236}">
                <a16:creationId xmlns:a16="http://schemas.microsoft.com/office/drawing/2014/main" id="{6EC3A44F-21D9-0C5B-E0E9-B1D4B292F38B}"/>
              </a:ext>
            </a:extLst>
          </p:cNvPr>
          <p:cNvSpPr>
            <a:spLocks noGrp="1"/>
          </p:cNvSpPr>
          <p:nvPr>
            <p:ph type="sldNum" sz="quarter" idx="10"/>
          </p:nvPr>
        </p:nvSpPr>
        <p:spPr/>
        <p:txBody>
          <a:bodyPr/>
          <a:lstStyle/>
          <a:p>
            <a:fld id="{0C34F99C-3C47-4582-9518-8D365E9692AE}" type="slidenum">
              <a:rPr lang="en-US" smtClean="0"/>
              <a:pPr/>
              <a:t>30</a:t>
            </a:fld>
            <a:endParaRPr lang="en-US"/>
          </a:p>
        </p:txBody>
      </p:sp>
      <p:sp>
        <p:nvSpPr>
          <p:cNvPr id="10" name="ZoneTexte 9">
            <a:extLst>
              <a:ext uri="{FF2B5EF4-FFF2-40B4-BE49-F238E27FC236}">
                <a16:creationId xmlns:a16="http://schemas.microsoft.com/office/drawing/2014/main" id="{1E9BADD3-F726-6EC9-358C-4FB92CF7E811}"/>
              </a:ext>
            </a:extLst>
          </p:cNvPr>
          <p:cNvSpPr txBox="1"/>
          <p:nvPr/>
        </p:nvSpPr>
        <p:spPr>
          <a:xfrm>
            <a:off x="1377864" y="1402915"/>
            <a:ext cx="3106454" cy="1077218"/>
          </a:xfrm>
          <a:prstGeom prst="rect">
            <a:avLst/>
          </a:prstGeom>
          <a:noFill/>
        </p:spPr>
        <p:txBody>
          <a:bodyPr wrap="square" rtlCol="0">
            <a:spAutoFit/>
          </a:bodyPr>
          <a:lstStyle/>
          <a:p>
            <a:pPr algn="ctr"/>
            <a:r>
              <a:rPr lang="fr-FR" sz="3200" b="1">
                <a:solidFill>
                  <a:schemeClr val="bg1"/>
                </a:solidFill>
              </a:rPr>
              <a:t>LE BON </a:t>
            </a:r>
          </a:p>
          <a:p>
            <a:pPr algn="ctr"/>
            <a:r>
              <a:rPr lang="fr-FR" sz="3200" b="1">
                <a:solidFill>
                  <a:schemeClr val="bg1"/>
                </a:solidFill>
              </a:rPr>
              <a:t>INTÉGRATEUR</a:t>
            </a:r>
          </a:p>
        </p:txBody>
      </p:sp>
      <p:sp>
        <p:nvSpPr>
          <p:cNvPr id="11" name="ZoneTexte 10">
            <a:extLst>
              <a:ext uri="{FF2B5EF4-FFF2-40B4-BE49-F238E27FC236}">
                <a16:creationId xmlns:a16="http://schemas.microsoft.com/office/drawing/2014/main" id="{71854D27-5413-7D99-9FD9-1F3D85361554}"/>
              </a:ext>
            </a:extLst>
          </p:cNvPr>
          <p:cNvSpPr txBox="1"/>
          <p:nvPr/>
        </p:nvSpPr>
        <p:spPr>
          <a:xfrm>
            <a:off x="7170923" y="1402915"/>
            <a:ext cx="4346222" cy="1077218"/>
          </a:xfrm>
          <a:prstGeom prst="rect">
            <a:avLst/>
          </a:prstGeom>
          <a:noFill/>
        </p:spPr>
        <p:txBody>
          <a:bodyPr wrap="square" rtlCol="0">
            <a:spAutoFit/>
          </a:bodyPr>
          <a:lstStyle/>
          <a:p>
            <a:pPr algn="ctr"/>
            <a:r>
              <a:rPr lang="fr-FR" sz="3200" b="1">
                <a:solidFill>
                  <a:schemeClr val="bg1"/>
                </a:solidFill>
              </a:rPr>
              <a:t>AVEC LA BONNE SOLUTION</a:t>
            </a:r>
          </a:p>
        </p:txBody>
      </p:sp>
      <p:grpSp>
        <p:nvGrpSpPr>
          <p:cNvPr id="12" name="Groupe 11">
            <a:extLst>
              <a:ext uri="{FF2B5EF4-FFF2-40B4-BE49-F238E27FC236}">
                <a16:creationId xmlns:a16="http://schemas.microsoft.com/office/drawing/2014/main" id="{1E7BC3D3-1736-FFB1-7735-EDF1B080DE28}"/>
              </a:ext>
            </a:extLst>
          </p:cNvPr>
          <p:cNvGrpSpPr/>
          <p:nvPr/>
        </p:nvGrpSpPr>
        <p:grpSpPr>
          <a:xfrm>
            <a:off x="7518400" y="2970330"/>
            <a:ext cx="3660092" cy="1540950"/>
            <a:chOff x="5974532" y="4919498"/>
            <a:chExt cx="4983886" cy="2098286"/>
          </a:xfrm>
        </p:grpSpPr>
        <p:sp>
          <p:nvSpPr>
            <p:cNvPr id="13" name="Freeform 4">
              <a:extLst>
                <a:ext uri="{FF2B5EF4-FFF2-40B4-BE49-F238E27FC236}">
                  <a16:creationId xmlns:a16="http://schemas.microsoft.com/office/drawing/2014/main" id="{AA3335E7-2BD0-3815-8123-8E40997C36AD}"/>
                </a:ext>
              </a:extLst>
            </p:cNvPr>
            <p:cNvSpPr/>
            <p:nvPr/>
          </p:nvSpPr>
          <p:spPr>
            <a:xfrm>
              <a:off x="5974532" y="6085152"/>
              <a:ext cx="4983886" cy="932632"/>
            </a:xfrm>
            <a:custGeom>
              <a:avLst/>
              <a:gdLst/>
              <a:ahLst/>
              <a:cxnLst/>
              <a:rect l="l" t="t" r="r" b="b"/>
              <a:pathLst>
                <a:path w="4983886" h="932632">
                  <a:moveTo>
                    <a:pt x="0" y="0"/>
                  </a:moveTo>
                  <a:lnTo>
                    <a:pt x="4983887" y="0"/>
                  </a:lnTo>
                  <a:lnTo>
                    <a:pt x="4983887" y="932632"/>
                  </a:lnTo>
                  <a:lnTo>
                    <a:pt x="0" y="932632"/>
                  </a:lnTo>
                  <a:lnTo>
                    <a:pt x="0" y="0"/>
                  </a:lnTo>
                  <a:close/>
                </a:path>
              </a:pathLst>
            </a:custGeom>
            <a:blipFill>
              <a:blip r:embed="rId3"/>
              <a:stretch>
                <a:fillRect t="-166812"/>
              </a:stretch>
            </a:blipFill>
          </p:spPr>
          <p:txBody>
            <a:bodyPr/>
            <a:lstStyle/>
            <a:p>
              <a:endParaRPr lang="fr-FR" sz="800"/>
            </a:p>
          </p:txBody>
        </p:sp>
        <p:sp>
          <p:nvSpPr>
            <p:cNvPr id="14" name="Freeform 6">
              <a:extLst>
                <a:ext uri="{FF2B5EF4-FFF2-40B4-BE49-F238E27FC236}">
                  <a16:creationId xmlns:a16="http://schemas.microsoft.com/office/drawing/2014/main" id="{8FE09EFB-35A0-DDD2-701D-AFCB9114486B}"/>
                </a:ext>
              </a:extLst>
            </p:cNvPr>
            <p:cNvSpPr/>
            <p:nvPr/>
          </p:nvSpPr>
          <p:spPr>
            <a:xfrm>
              <a:off x="6705600" y="4919498"/>
              <a:ext cx="3509734" cy="1105566"/>
            </a:xfrm>
            <a:custGeom>
              <a:avLst/>
              <a:gdLst/>
              <a:ahLst/>
              <a:cxnLst/>
              <a:rect l="l" t="t" r="r" b="b"/>
              <a:pathLst>
                <a:path w="3509734" h="1105566">
                  <a:moveTo>
                    <a:pt x="0" y="0"/>
                  </a:moveTo>
                  <a:lnTo>
                    <a:pt x="3509734" y="0"/>
                  </a:lnTo>
                  <a:lnTo>
                    <a:pt x="3509734" y="1105566"/>
                  </a:lnTo>
                  <a:lnTo>
                    <a:pt x="0" y="1105566"/>
                  </a:lnTo>
                  <a:lnTo>
                    <a:pt x="0" y="0"/>
                  </a:lnTo>
                  <a:close/>
                </a:path>
              </a:pathLst>
            </a:custGeom>
            <a:blipFill>
              <a:blip r:embed="rId4"/>
              <a:stretch>
                <a:fillRect/>
              </a:stretch>
            </a:blipFill>
          </p:spPr>
          <p:txBody>
            <a:bodyPr/>
            <a:lstStyle/>
            <a:p>
              <a:endParaRPr lang="fr-FR" sz="800"/>
            </a:p>
          </p:txBody>
        </p:sp>
      </p:grpSp>
      <p:pic>
        <p:nvPicPr>
          <p:cNvPr id="15" name="Graphique 14">
            <a:extLst>
              <a:ext uri="{FF2B5EF4-FFF2-40B4-BE49-F238E27FC236}">
                <a16:creationId xmlns:a16="http://schemas.microsoft.com/office/drawing/2014/main" id="{7D543B67-CB66-AEA3-E877-2615C50C487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6799" y="2970330"/>
            <a:ext cx="5372260" cy="895377"/>
          </a:xfrm>
          <a:prstGeom prst="rect">
            <a:avLst/>
          </a:prstGeom>
        </p:spPr>
      </p:pic>
      <p:sp>
        <p:nvSpPr>
          <p:cNvPr id="16" name="Freeform 5">
            <a:extLst>
              <a:ext uri="{FF2B5EF4-FFF2-40B4-BE49-F238E27FC236}">
                <a16:creationId xmlns:a16="http://schemas.microsoft.com/office/drawing/2014/main" id="{7A67820E-50F4-92C3-18A9-33CACC7EDBF4}"/>
              </a:ext>
            </a:extLst>
          </p:cNvPr>
          <p:cNvSpPr/>
          <p:nvPr/>
        </p:nvSpPr>
        <p:spPr>
          <a:xfrm>
            <a:off x="1440168" y="4488569"/>
            <a:ext cx="9311664" cy="2199881"/>
          </a:xfrm>
          <a:custGeom>
            <a:avLst/>
            <a:gdLst/>
            <a:ahLst/>
            <a:cxnLst/>
            <a:rect l="l" t="t" r="r" b="b"/>
            <a:pathLst>
              <a:path w="7403402" h="1749054">
                <a:moveTo>
                  <a:pt x="0" y="0"/>
                </a:moveTo>
                <a:lnTo>
                  <a:pt x="7403402" y="0"/>
                </a:lnTo>
                <a:lnTo>
                  <a:pt x="7403402" y="1749054"/>
                </a:lnTo>
                <a:lnTo>
                  <a:pt x="0" y="174905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fr-FR" sz="800"/>
          </a:p>
        </p:txBody>
      </p:sp>
    </p:spTree>
    <p:extLst>
      <p:ext uri="{BB962C8B-B14F-4D97-AF65-F5344CB8AC3E}">
        <p14:creationId xmlns:p14="http://schemas.microsoft.com/office/powerpoint/2010/main" val="75344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numéro de diapositive 1">
            <a:extLst>
              <a:ext uri="{FF2B5EF4-FFF2-40B4-BE49-F238E27FC236}">
                <a16:creationId xmlns:a16="http://schemas.microsoft.com/office/drawing/2014/main" id="{FB2711FF-8826-0F9B-611C-CD785C3D6489}"/>
              </a:ext>
            </a:extLst>
          </p:cNvPr>
          <p:cNvSpPr>
            <a:spLocks noGrp="1"/>
          </p:cNvSpPr>
          <p:nvPr>
            <p:ph type="sldNum" sz="quarter" idx="12"/>
          </p:nvPr>
        </p:nvSpPr>
        <p:spPr/>
        <p:txBody>
          <a:bodyPr/>
          <a:lstStyle/>
          <a:p>
            <a:fld id="{0C34F99C-3C47-4582-9518-8D365E9692AE}" type="slidenum">
              <a:rPr lang="en-US" smtClean="0">
                <a:latin typeface="+mj-lt"/>
              </a:rPr>
              <a:pPr/>
              <a:t>31</a:t>
            </a:fld>
            <a:endParaRPr lang="en-US">
              <a:latin typeface="+mj-lt"/>
            </a:endParaRPr>
          </a:p>
        </p:txBody>
      </p:sp>
      <p:pic>
        <p:nvPicPr>
          <p:cNvPr id="6" name="Espace réservé du contenu 4" descr="Une image contenant texte, capture d’écran, diagramme, carte">
            <a:extLst>
              <a:ext uri="{FF2B5EF4-FFF2-40B4-BE49-F238E27FC236}">
                <a16:creationId xmlns:a16="http://schemas.microsoft.com/office/drawing/2014/main" id="{ED26723B-BF1F-F2D9-2796-3525DB83D33E}"/>
              </a:ext>
            </a:extLst>
          </p:cNvPr>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5424844" y="93099"/>
            <a:ext cx="6671802" cy="6671802"/>
          </a:xfrm>
          <a:prstGeom prst="rect">
            <a:avLst/>
          </a:prstGeom>
        </p:spPr>
      </p:pic>
      <p:sp>
        <p:nvSpPr>
          <p:cNvPr id="7" name="Titre 1">
            <a:extLst>
              <a:ext uri="{FF2B5EF4-FFF2-40B4-BE49-F238E27FC236}">
                <a16:creationId xmlns:a16="http://schemas.microsoft.com/office/drawing/2014/main" id="{E7127C68-D8CF-682F-5B93-7A87D5061EAA}"/>
              </a:ext>
            </a:extLst>
          </p:cNvPr>
          <p:cNvSpPr>
            <a:spLocks noGrp="1"/>
          </p:cNvSpPr>
          <p:nvPr>
            <p:ph type="ctrTitle"/>
          </p:nvPr>
        </p:nvSpPr>
        <p:spPr>
          <a:xfrm>
            <a:off x="215900" y="0"/>
            <a:ext cx="4933616" cy="1111045"/>
          </a:xfrm>
        </p:spPr>
        <p:txBody>
          <a:bodyPr>
            <a:normAutofit/>
          </a:bodyPr>
          <a:lstStyle/>
          <a:p>
            <a:r>
              <a:rPr lang="en-US" sz="4000">
                <a:solidFill>
                  <a:srgbClr val="F5F4F4"/>
                </a:solidFill>
                <a:latin typeface="+mj-lt"/>
                <a:ea typeface="Inter Ultra-Bold"/>
                <a:cs typeface="Inter Ultra-Bold"/>
                <a:sym typeface="Inter Ultra-Bold"/>
              </a:rPr>
              <a:t>NOS BUREAUX</a:t>
            </a:r>
            <a:endParaRPr lang="en-US" sz="4000">
              <a:latin typeface="+mj-lt"/>
            </a:endParaRPr>
          </a:p>
        </p:txBody>
      </p:sp>
      <p:sp>
        <p:nvSpPr>
          <p:cNvPr id="8" name="Sous-titre 2">
            <a:extLst>
              <a:ext uri="{FF2B5EF4-FFF2-40B4-BE49-F238E27FC236}">
                <a16:creationId xmlns:a16="http://schemas.microsoft.com/office/drawing/2014/main" id="{840765BA-FDF4-7546-C011-BAF934AB968A}"/>
              </a:ext>
            </a:extLst>
          </p:cNvPr>
          <p:cNvSpPr>
            <a:spLocks noGrp="1"/>
          </p:cNvSpPr>
          <p:nvPr>
            <p:ph type="subTitle" idx="1"/>
          </p:nvPr>
        </p:nvSpPr>
        <p:spPr>
          <a:xfrm>
            <a:off x="215900" y="1224525"/>
            <a:ext cx="4933616" cy="4832145"/>
          </a:xfrm>
        </p:spPr>
        <p:txBody>
          <a:bodyPr>
            <a:normAutofit fontScale="85000" lnSpcReduction="20000"/>
          </a:bodyPr>
          <a:lstStyle/>
          <a:p>
            <a:pPr>
              <a:lnSpc>
                <a:spcPct val="100000"/>
              </a:lnSpc>
              <a:spcBef>
                <a:spcPts val="600"/>
              </a:spcBef>
            </a:pPr>
            <a:r>
              <a:rPr lang="en-US" sz="2100" b="1">
                <a:solidFill>
                  <a:srgbClr val="F5F4F4"/>
                </a:solidFill>
                <a:latin typeface="+mj-lt"/>
                <a:ea typeface="Trebuchet MS Bold"/>
                <a:cs typeface="Trebuchet MS Bold"/>
                <a:sym typeface="Trebuchet MS Bold"/>
              </a:rPr>
              <a:t>AMÉRIQUE DU NORD</a:t>
            </a:r>
          </a:p>
          <a:p>
            <a:pPr>
              <a:lnSpc>
                <a:spcPct val="100000"/>
              </a:lnSpc>
              <a:spcBef>
                <a:spcPts val="600"/>
              </a:spcBef>
            </a:pPr>
            <a:r>
              <a:rPr lang="en-US" sz="2100">
                <a:solidFill>
                  <a:srgbClr val="F5F4F4"/>
                </a:solidFill>
                <a:latin typeface="+mj-lt"/>
                <a:ea typeface="Trebuchet MS"/>
                <a:cs typeface="Trebuchet MS"/>
                <a:sym typeface="Trebuchet MS"/>
              </a:rPr>
              <a:t>USA – Florida, Orlando</a:t>
            </a:r>
          </a:p>
          <a:p>
            <a:pPr>
              <a:lnSpc>
                <a:spcPct val="100000"/>
              </a:lnSpc>
              <a:spcBef>
                <a:spcPts val="600"/>
              </a:spcBef>
            </a:pPr>
            <a:r>
              <a:rPr lang="en-US" sz="2100">
                <a:solidFill>
                  <a:srgbClr val="F5F4F4"/>
                </a:solidFill>
                <a:latin typeface="+mj-lt"/>
                <a:ea typeface="Trebuchet MS"/>
                <a:cs typeface="Trebuchet MS"/>
                <a:sym typeface="Trebuchet MS"/>
              </a:rPr>
              <a:t>Canada – Montréal, Québec</a:t>
            </a:r>
          </a:p>
          <a:p>
            <a:pPr>
              <a:lnSpc>
                <a:spcPct val="100000"/>
              </a:lnSpc>
              <a:spcBef>
                <a:spcPts val="600"/>
              </a:spcBef>
            </a:pPr>
            <a:endParaRPr lang="en-US" sz="2100">
              <a:solidFill>
                <a:srgbClr val="F5F4F4"/>
              </a:solidFill>
              <a:latin typeface="+mj-lt"/>
              <a:ea typeface="Trebuchet MS"/>
              <a:cs typeface="Trebuchet MS"/>
              <a:sym typeface="Trebuchet MS"/>
            </a:endParaRPr>
          </a:p>
          <a:p>
            <a:pPr>
              <a:lnSpc>
                <a:spcPct val="100000"/>
              </a:lnSpc>
              <a:spcBef>
                <a:spcPts val="600"/>
              </a:spcBef>
            </a:pPr>
            <a:r>
              <a:rPr lang="en-US" sz="2100" b="1">
                <a:solidFill>
                  <a:srgbClr val="F5F4F4"/>
                </a:solidFill>
                <a:latin typeface="+mj-lt"/>
                <a:ea typeface="Trebuchet MS Bold"/>
                <a:cs typeface="Trebuchet MS Bold"/>
                <a:sym typeface="Trebuchet MS Bold"/>
              </a:rPr>
              <a:t>EUROPE</a:t>
            </a:r>
          </a:p>
          <a:p>
            <a:pPr>
              <a:lnSpc>
                <a:spcPct val="100000"/>
              </a:lnSpc>
              <a:spcBef>
                <a:spcPts val="600"/>
              </a:spcBef>
            </a:pPr>
            <a:r>
              <a:rPr lang="en-US" sz="2100">
                <a:solidFill>
                  <a:srgbClr val="F5F4F4"/>
                </a:solidFill>
                <a:latin typeface="+mj-lt"/>
                <a:ea typeface="Trebuchet MS"/>
                <a:cs typeface="Trebuchet MS"/>
                <a:sym typeface="Trebuchet MS"/>
              </a:rPr>
              <a:t>France – Savoie, Le Bourget du Lac</a:t>
            </a:r>
          </a:p>
          <a:p>
            <a:pPr>
              <a:lnSpc>
                <a:spcPct val="100000"/>
              </a:lnSpc>
              <a:spcBef>
                <a:spcPts val="600"/>
              </a:spcBef>
            </a:pPr>
            <a:r>
              <a:rPr lang="en-US" sz="2100">
                <a:solidFill>
                  <a:srgbClr val="F5F4F4"/>
                </a:solidFill>
                <a:latin typeface="+mj-lt"/>
                <a:ea typeface="Trebuchet MS"/>
                <a:cs typeface="Trebuchet MS"/>
                <a:sym typeface="Trebuchet MS"/>
              </a:rPr>
              <a:t>France – Nord, </a:t>
            </a:r>
            <a:r>
              <a:rPr lang="en-US" sz="2100" err="1">
                <a:solidFill>
                  <a:srgbClr val="F5F4F4"/>
                </a:solidFill>
                <a:latin typeface="+mj-lt"/>
                <a:ea typeface="Trebuchet MS"/>
                <a:cs typeface="Trebuchet MS"/>
                <a:sym typeface="Trebuchet MS"/>
              </a:rPr>
              <a:t>Fenain</a:t>
            </a:r>
            <a:endParaRPr lang="en-US" sz="2100">
              <a:solidFill>
                <a:srgbClr val="F5F4F4"/>
              </a:solidFill>
              <a:latin typeface="+mj-lt"/>
              <a:ea typeface="Trebuchet MS"/>
              <a:cs typeface="Trebuchet MS"/>
              <a:sym typeface="Trebuchet MS"/>
            </a:endParaRPr>
          </a:p>
          <a:p>
            <a:pPr>
              <a:lnSpc>
                <a:spcPct val="100000"/>
              </a:lnSpc>
              <a:spcBef>
                <a:spcPts val="600"/>
              </a:spcBef>
            </a:pPr>
            <a:r>
              <a:rPr lang="en-US" sz="2100">
                <a:solidFill>
                  <a:srgbClr val="F5F4F4"/>
                </a:solidFill>
                <a:latin typeface="+mj-lt"/>
                <a:ea typeface="Trebuchet MS"/>
                <a:cs typeface="Trebuchet MS"/>
                <a:sym typeface="Trebuchet MS"/>
              </a:rPr>
              <a:t>Luxembourg – Esch-sur-</a:t>
            </a:r>
            <a:r>
              <a:rPr lang="en-US" sz="2100" err="1">
                <a:solidFill>
                  <a:srgbClr val="F5F4F4"/>
                </a:solidFill>
                <a:latin typeface="+mj-lt"/>
                <a:ea typeface="Trebuchet MS"/>
                <a:cs typeface="Trebuchet MS"/>
                <a:sym typeface="Trebuchet MS"/>
              </a:rPr>
              <a:t>Alzette</a:t>
            </a:r>
            <a:r>
              <a:rPr lang="en-US" sz="2100">
                <a:solidFill>
                  <a:srgbClr val="F5F4F4"/>
                </a:solidFill>
                <a:latin typeface="+mj-lt"/>
                <a:ea typeface="Trebuchet MS"/>
                <a:cs typeface="Trebuchet MS"/>
                <a:sym typeface="Trebuchet MS"/>
              </a:rPr>
              <a:t>, </a:t>
            </a:r>
            <a:r>
              <a:rPr lang="en-US" sz="2100" err="1">
                <a:solidFill>
                  <a:srgbClr val="F5F4F4"/>
                </a:solidFill>
                <a:latin typeface="+mj-lt"/>
                <a:ea typeface="Trebuchet MS"/>
                <a:cs typeface="Trebuchet MS"/>
                <a:sym typeface="Trebuchet MS"/>
              </a:rPr>
              <a:t>Belvaux</a:t>
            </a:r>
            <a:endParaRPr lang="en-US" sz="2100">
              <a:solidFill>
                <a:srgbClr val="F5F4F4"/>
              </a:solidFill>
              <a:latin typeface="+mj-lt"/>
              <a:ea typeface="Trebuchet MS"/>
              <a:cs typeface="Trebuchet MS"/>
              <a:sym typeface="Trebuchet MS"/>
            </a:endParaRPr>
          </a:p>
          <a:p>
            <a:pPr>
              <a:lnSpc>
                <a:spcPct val="100000"/>
              </a:lnSpc>
              <a:spcBef>
                <a:spcPts val="600"/>
              </a:spcBef>
            </a:pPr>
            <a:endParaRPr lang="en-US" sz="2100">
              <a:solidFill>
                <a:srgbClr val="F5F4F4"/>
              </a:solidFill>
              <a:latin typeface="+mj-lt"/>
              <a:ea typeface="Trebuchet MS"/>
              <a:cs typeface="Trebuchet MS"/>
              <a:sym typeface="Trebuchet MS"/>
            </a:endParaRPr>
          </a:p>
          <a:p>
            <a:pPr>
              <a:lnSpc>
                <a:spcPct val="100000"/>
              </a:lnSpc>
              <a:spcBef>
                <a:spcPts val="600"/>
              </a:spcBef>
            </a:pPr>
            <a:r>
              <a:rPr lang="en-US" sz="2100" b="1">
                <a:solidFill>
                  <a:srgbClr val="F5F4F4"/>
                </a:solidFill>
                <a:latin typeface="+mj-lt"/>
                <a:ea typeface="Trebuchet MS Bold"/>
                <a:cs typeface="Trebuchet MS Bold"/>
                <a:sym typeface="Trebuchet MS Bold"/>
              </a:rPr>
              <a:t>ASIE</a:t>
            </a:r>
          </a:p>
          <a:p>
            <a:pPr>
              <a:lnSpc>
                <a:spcPct val="100000"/>
              </a:lnSpc>
              <a:spcBef>
                <a:spcPts val="600"/>
              </a:spcBef>
            </a:pPr>
            <a:r>
              <a:rPr lang="en-US" sz="2100" err="1">
                <a:solidFill>
                  <a:srgbClr val="F5F4F4"/>
                </a:solidFill>
                <a:latin typeface="+mj-lt"/>
                <a:ea typeface="Trebuchet MS"/>
                <a:cs typeface="Trebuchet MS"/>
                <a:sym typeface="Trebuchet MS"/>
              </a:rPr>
              <a:t>Singapour</a:t>
            </a:r>
            <a:r>
              <a:rPr lang="en-US" sz="2100">
                <a:solidFill>
                  <a:srgbClr val="F5F4F4"/>
                </a:solidFill>
                <a:latin typeface="+mj-lt"/>
                <a:ea typeface="Trebuchet MS"/>
                <a:cs typeface="Trebuchet MS"/>
                <a:sym typeface="Trebuchet MS"/>
              </a:rPr>
              <a:t> – </a:t>
            </a:r>
            <a:r>
              <a:rPr lang="en-US" sz="2100" err="1">
                <a:solidFill>
                  <a:srgbClr val="F5F4F4"/>
                </a:solidFill>
                <a:latin typeface="+mj-lt"/>
                <a:ea typeface="Trebuchet MS"/>
                <a:cs typeface="Trebuchet MS"/>
                <a:sym typeface="Trebuchet MS"/>
              </a:rPr>
              <a:t>Singapour</a:t>
            </a:r>
            <a:endParaRPr lang="en-US" sz="2100">
              <a:solidFill>
                <a:srgbClr val="F5F4F4"/>
              </a:solidFill>
              <a:latin typeface="+mj-lt"/>
              <a:ea typeface="Trebuchet MS"/>
              <a:cs typeface="Trebuchet MS"/>
              <a:sym typeface="Trebuchet MS"/>
            </a:endParaRPr>
          </a:p>
          <a:p>
            <a:pPr>
              <a:lnSpc>
                <a:spcPct val="100000"/>
              </a:lnSpc>
              <a:spcBef>
                <a:spcPts val="600"/>
              </a:spcBef>
            </a:pPr>
            <a:r>
              <a:rPr lang="en-US" sz="2100">
                <a:solidFill>
                  <a:srgbClr val="F5F4F4"/>
                </a:solidFill>
                <a:latin typeface="+mj-lt"/>
                <a:ea typeface="Trebuchet MS"/>
                <a:cs typeface="Trebuchet MS"/>
                <a:sym typeface="Trebuchet MS"/>
              </a:rPr>
              <a:t>Inde – Gujarat, Vadodara</a:t>
            </a:r>
          </a:p>
          <a:p>
            <a:pPr>
              <a:lnSpc>
                <a:spcPct val="100000"/>
              </a:lnSpc>
              <a:spcBef>
                <a:spcPts val="600"/>
              </a:spcBef>
            </a:pPr>
            <a:endParaRPr lang="en-US" sz="2100">
              <a:solidFill>
                <a:srgbClr val="F5F4F4"/>
              </a:solidFill>
              <a:latin typeface="+mj-lt"/>
              <a:ea typeface="Trebuchet MS"/>
              <a:cs typeface="Trebuchet MS"/>
              <a:sym typeface="Trebuchet MS"/>
            </a:endParaRPr>
          </a:p>
          <a:p>
            <a:pPr>
              <a:lnSpc>
                <a:spcPct val="100000"/>
              </a:lnSpc>
              <a:spcBef>
                <a:spcPts val="600"/>
              </a:spcBef>
            </a:pPr>
            <a:r>
              <a:rPr lang="en-US" sz="2100" b="1">
                <a:solidFill>
                  <a:srgbClr val="F5F4F4"/>
                </a:solidFill>
                <a:latin typeface="+mj-lt"/>
                <a:ea typeface="Trebuchet MS Bold"/>
                <a:cs typeface="Trebuchet MS Bold"/>
                <a:sym typeface="Trebuchet MS Bold"/>
              </a:rPr>
              <a:t>AFRIQUE</a:t>
            </a:r>
          </a:p>
          <a:p>
            <a:pPr>
              <a:lnSpc>
                <a:spcPct val="100000"/>
              </a:lnSpc>
              <a:spcBef>
                <a:spcPts val="600"/>
              </a:spcBef>
            </a:pPr>
            <a:r>
              <a:rPr lang="en-US" sz="2100">
                <a:solidFill>
                  <a:srgbClr val="F5F4F4"/>
                </a:solidFill>
                <a:latin typeface="+mj-lt"/>
                <a:ea typeface="Trebuchet MS"/>
                <a:cs typeface="Trebuchet MS"/>
                <a:sym typeface="Trebuchet MS"/>
              </a:rPr>
              <a:t>Madagascar - Antananarivo</a:t>
            </a:r>
          </a:p>
          <a:p>
            <a:pPr>
              <a:lnSpc>
                <a:spcPct val="100000"/>
              </a:lnSpc>
            </a:pPr>
            <a:endParaRPr lang="en-US">
              <a:latin typeface="+mj-lt"/>
            </a:endParaRPr>
          </a:p>
          <a:p>
            <a:pPr>
              <a:lnSpc>
                <a:spcPct val="100000"/>
              </a:lnSpc>
            </a:pPr>
            <a:endParaRPr lang="en-US">
              <a:latin typeface="+mj-lt"/>
            </a:endParaRPr>
          </a:p>
          <a:p>
            <a:endParaRPr lang="en-US">
              <a:latin typeface="+mj-lt"/>
            </a:endParaRPr>
          </a:p>
        </p:txBody>
      </p:sp>
      <p:sp>
        <p:nvSpPr>
          <p:cNvPr id="10" name="Freeform 5">
            <a:extLst>
              <a:ext uri="{FF2B5EF4-FFF2-40B4-BE49-F238E27FC236}">
                <a16:creationId xmlns:a16="http://schemas.microsoft.com/office/drawing/2014/main" id="{A1D5F088-A180-DAE9-0770-706205A17F70}"/>
              </a:ext>
            </a:extLst>
          </p:cNvPr>
          <p:cNvSpPr/>
          <p:nvPr/>
        </p:nvSpPr>
        <p:spPr>
          <a:xfrm>
            <a:off x="318679" y="5692467"/>
            <a:ext cx="987215" cy="987215"/>
          </a:xfrm>
          <a:custGeom>
            <a:avLst/>
            <a:gdLst/>
            <a:ahLst/>
            <a:cxnLst/>
            <a:rect l="l" t="t" r="r" b="b"/>
            <a:pathLst>
              <a:path w="1480823" h="1480823">
                <a:moveTo>
                  <a:pt x="0" y="0"/>
                </a:moveTo>
                <a:lnTo>
                  <a:pt x="1480824" y="0"/>
                </a:lnTo>
                <a:lnTo>
                  <a:pt x="1480824" y="1480823"/>
                </a:lnTo>
                <a:lnTo>
                  <a:pt x="0" y="1480823"/>
                </a:lnTo>
                <a:lnTo>
                  <a:pt x="0" y="0"/>
                </a:lnTo>
                <a:close/>
              </a:path>
            </a:pathLst>
          </a:custGeom>
          <a:blipFill>
            <a:blip r:embed="rId3"/>
            <a:stretch>
              <a:fillRect/>
            </a:stretch>
          </a:blipFill>
        </p:spPr>
        <p:txBody>
          <a:bodyPr/>
          <a:lstStyle/>
          <a:p>
            <a:endParaRPr lang="fr-FR" sz="800">
              <a:latin typeface="+mj-lt"/>
            </a:endParaRPr>
          </a:p>
        </p:txBody>
      </p:sp>
    </p:spTree>
    <p:extLst>
      <p:ext uri="{BB962C8B-B14F-4D97-AF65-F5344CB8AC3E}">
        <p14:creationId xmlns:p14="http://schemas.microsoft.com/office/powerpoint/2010/main" val="949978694"/>
      </p:ext>
    </p:extLst>
  </p:cSld>
  <p:clrMapOvr>
    <a:masterClrMapping/>
  </p:clrMapOvr>
</p:sld>
</file>

<file path=ppt/theme/theme1.xml><?xml version="1.0" encoding="utf-8"?>
<a:theme xmlns:a="http://schemas.openxmlformats.org/drawingml/2006/main" name="Document Title">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Sales - Odoo BI Implementation" id="{87FBDA75-4DAB-435E-BFF3-72D3764F71E2}" vid="{1D9BDF97-E4A0-45FB-9660-22DB5C7624BE}"/>
    </a:ext>
  </a:extLst>
</a:theme>
</file>

<file path=ppt/theme/theme2.xml><?xml version="1.0" encoding="utf-8"?>
<a:theme xmlns:a="http://schemas.openxmlformats.org/drawingml/2006/main" name="With Gradient Backgroun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Sales - Odoo BI Implementation" id="{87FBDA75-4DAB-435E-BFF3-72D3764F71E2}" vid="{5DCBFA8D-E22F-4D72-AC46-720AC12CBAA4}"/>
    </a:ext>
  </a:extLst>
</a:theme>
</file>

<file path=ppt/theme/theme3.xml><?xml version="1.0" encoding="utf-8"?>
<a:theme xmlns:a="http://schemas.openxmlformats.org/drawingml/2006/main" name="With white Backgroun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Sales - Odoo BI Implementation" id="{87FBDA75-4DAB-435E-BFF3-72D3764F71E2}" vid="{85728CFC-331B-4CB7-871E-D932C0D3909F}"/>
    </a:ext>
  </a:extLst>
</a:theme>
</file>

<file path=ppt/theme/theme4.xml><?xml version="1.0" encoding="utf-8"?>
<a:theme xmlns:a="http://schemas.openxmlformats.org/drawingml/2006/main" name="Free Designe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Sales - Odoo BI Implementation" id="{87FBDA75-4DAB-435E-BFF3-72D3764F71E2}" vid="{8E85D44C-4947-4E91-B608-4F72BA386A58}"/>
    </a:ext>
  </a:extLst>
</a:theme>
</file>

<file path=ppt/theme/theme5.xml><?xml version="1.0" encoding="utf-8"?>
<a:theme xmlns:a="http://schemas.openxmlformats.org/drawingml/2006/main" name="1_With white Background">
  <a:themeElements>
    <a:clrScheme name="Personnalisé 1">
      <a:dk1>
        <a:srgbClr val="212529"/>
      </a:dk1>
      <a:lt1>
        <a:sysClr val="window" lastClr="FFFFFF"/>
      </a:lt1>
      <a:dk2>
        <a:srgbClr val="44546A"/>
      </a:dk2>
      <a:lt2>
        <a:srgbClr val="E7E6E6"/>
      </a:lt2>
      <a:accent1>
        <a:srgbClr val="BA131A"/>
      </a:accent1>
      <a:accent2>
        <a:srgbClr val="714B67"/>
      </a:accent2>
      <a:accent3>
        <a:srgbClr val="CD5358"/>
      </a:accent3>
      <a:accent4>
        <a:srgbClr val="E29C9F"/>
      </a:accent4>
      <a:accent5>
        <a:srgbClr val="8F8F8F"/>
      </a:accent5>
      <a:accent6>
        <a:srgbClr val="70AD47"/>
      </a:accent6>
      <a:hlink>
        <a:srgbClr val="714B67"/>
      </a:hlink>
      <a:folHlink>
        <a:srgbClr val="714B67"/>
      </a:folHlink>
    </a:clrScheme>
    <a:fontScheme name="Captivea - v2">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FR - Sales - Odoo BI Implementation" id="{87FBDA75-4DAB-435E-BFF3-72D3764F71E2}" vid="{B57FB36E-44D1-4E9A-87BF-135E65694F77}"/>
    </a:ext>
  </a:extLst>
</a:theme>
</file>

<file path=ppt/theme/theme6.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224913b6-04fa-4134-94cc-857def7f27c4">
      <Terms xmlns="http://schemas.microsoft.com/office/infopath/2007/PartnerControls"/>
    </lcf76f155ced4ddcb4097134ff3c332f>
    <TaxCatchAll xmlns="1b4ce469-5547-4c0a-a384-c2eccd8050e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FA90F6D298E2C44969C1A2892D3C184" ma:contentTypeVersion="23" ma:contentTypeDescription="Create a new document." ma:contentTypeScope="" ma:versionID="c9937ef98236318e69590d406fe99e08">
  <xsd:schema xmlns:xsd="http://www.w3.org/2001/XMLSchema" xmlns:xs="http://www.w3.org/2001/XMLSchema" xmlns:p="http://schemas.microsoft.com/office/2006/metadata/properties" xmlns:ns2="1b4ce469-5547-4c0a-a384-c2eccd8050e9" xmlns:ns3="224913b6-04fa-4134-94cc-857def7f27c4" targetNamespace="http://schemas.microsoft.com/office/2006/metadata/properties" ma:root="true" ma:fieldsID="31c0fbf82f8a5cbe3aebebb0a82ffded" ns2:_="" ns3:_="">
    <xsd:import namespace="1b4ce469-5547-4c0a-a384-c2eccd8050e9"/>
    <xsd:import namespace="224913b6-04fa-4134-94cc-857def7f27c4"/>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2:TaxCatchAll" minOccurs="0"/>
                <xsd:element ref="ns3:lcf76f155ced4ddcb4097134ff3c332f" minOccurs="0"/>
                <xsd:element ref="ns3:MediaServiceObjectDetectorVersions" minOccurs="0"/>
                <xsd:element ref="ns3:MediaServiceSearchProperti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b4ce469-5547-4c0a-a384-c2eccd8050e9"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536a34f4-1e4e-4aa6-97b5-7b00e672b32c}" ma:internalName="TaxCatchAll" ma:showField="CatchAllData" ma:web="1b4ce469-5547-4c0a-a384-c2eccd8050e9">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24913b6-04fa-4134-94cc-857def7f27c4"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37781493-92cc-4c4b-b8d6-44341a08c91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1832656-1705-40D9-82F2-C54183C761D8}">
  <ds:schemaRefs>
    <ds:schemaRef ds:uri="http://schemas.microsoft.com/sharepoint/v3/contenttype/forms"/>
  </ds:schemaRefs>
</ds:datastoreItem>
</file>

<file path=customXml/itemProps2.xml><?xml version="1.0" encoding="utf-8"?>
<ds:datastoreItem xmlns:ds="http://schemas.openxmlformats.org/officeDocument/2006/customXml" ds:itemID="{FE1DB151-F652-465C-AD8B-EF6348C1E285}">
  <ds:schemaRefs>
    <ds:schemaRef ds:uri="1b4ce469-5547-4c0a-a384-c2eccd8050e9"/>
    <ds:schemaRef ds:uri="224913b6-04fa-4134-94cc-857def7f27c4"/>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DE0255F0-3A60-429F-A82F-A40AFC24AC7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b4ce469-5547-4c0a-a384-c2eccd8050e9"/>
    <ds:schemaRef ds:uri="224913b6-04fa-4134-94cc-857def7f27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TotalTime>
  <Words>2735</Words>
  <Application>Microsoft Office PowerPoint</Application>
  <PresentationFormat>Widescreen</PresentationFormat>
  <Paragraphs>466</Paragraphs>
  <Slides>31</Slides>
  <Notes>24</Notes>
  <HiddenSlides>2</HiddenSlides>
  <MMClips>0</MMClips>
  <ScaleCrop>false</ScaleCrop>
  <HeadingPairs>
    <vt:vector size="6" baseType="variant">
      <vt:variant>
        <vt:lpstr>Fonts Used</vt:lpstr>
      </vt:variant>
      <vt:variant>
        <vt:i4>3</vt:i4>
      </vt:variant>
      <vt:variant>
        <vt:lpstr>Theme</vt:lpstr>
      </vt:variant>
      <vt:variant>
        <vt:i4>5</vt:i4>
      </vt:variant>
      <vt:variant>
        <vt:lpstr>Slide Titles</vt:lpstr>
      </vt:variant>
      <vt:variant>
        <vt:i4>31</vt:i4>
      </vt:variant>
    </vt:vector>
  </HeadingPairs>
  <TitlesOfParts>
    <vt:vector size="39" baseType="lpstr">
      <vt:lpstr>Arial</vt:lpstr>
      <vt:lpstr>Calibri</vt:lpstr>
      <vt:lpstr>Trebuchet MS</vt:lpstr>
      <vt:lpstr>Document Title</vt:lpstr>
      <vt:lpstr>With Gradient Background</vt:lpstr>
      <vt:lpstr>With white Background</vt:lpstr>
      <vt:lpstr>Free Designed</vt:lpstr>
      <vt:lpstr>1_With white Background</vt:lpstr>
      <vt:lpstr>IMPLÉMENTATION BI DANS ODOO</vt:lpstr>
      <vt:lpstr>PowerPoint Presentation</vt:lpstr>
      <vt:lpstr>UN LOGICIEL, UNE SUCCESS STORY</vt:lpstr>
      <vt:lpstr>PowerPoint Presentation</vt:lpstr>
      <vt:lpstr>PowerPoint Presentation</vt:lpstr>
      <vt:lpstr>NOS RÉFÉRENCES</vt:lpstr>
      <vt:lpstr>CHRONOLOGIE DU PROJET CAPTIVEA</vt:lpstr>
      <vt:lpstr>PowerPoint Presentation</vt:lpstr>
      <vt:lpstr>Vos interlocuteurs</vt:lpstr>
      <vt:lpstr>GOUVERNANCE DU PROJET CAPTIVEA</vt:lpstr>
      <vt:lpstr>L’ÉQUIPE PROJET</vt:lpstr>
      <vt:lpstr>DÉFINITION DES RÔLES</vt:lpstr>
      <vt:lpstr>UN LOGICIEL, UNE SUCCESS STORY</vt:lpstr>
      <vt:lpstr>NOTRE VISION D’UN PROJET RÉUSSI</vt:lpstr>
      <vt:lpstr>SOYEZ EN LIGNE RAPIDEMENT</vt:lpstr>
      <vt:lpstr>NOUS AVANÇONS ENSEMBLE  TOUT AU LONG DE VOTRE PROJET !</vt:lpstr>
      <vt:lpstr>SOYEZ LIBRES DE CHANGER D’AVIS  EN TOUTE TRANSPARENCE !</vt:lpstr>
      <vt:lpstr>BÉNÉFICIEZ DE  TOUTE NOTRE EXPERTISE</vt:lpstr>
      <vt:lpstr>LES ÉTAPES VERS UN PROJET RÉUSSI</vt:lpstr>
      <vt:lpstr>PHASE D’ANALYSE</vt:lpstr>
      <vt:lpstr>PHASE D’ANALYSE PROGRESSION DE L’ANALYSE</vt:lpstr>
      <vt:lpstr>PHASE D’ANALYSE LIVRABLES À LA FIN D'UNE ANALYSE</vt:lpstr>
      <vt:lpstr>APPROCHE BUDGÉTAIRE</vt:lpstr>
      <vt:lpstr>NOTRE OFFRE DE PRIX</vt:lpstr>
      <vt:lpstr>DIVERSES OPTIONS  D'HÉBERGEMENT ODOO</vt:lpstr>
      <vt:lpstr>APPROCHE BUDGÉTAIRE ODOO</vt:lpstr>
      <vt:lpstr>APPROCHE BUDGÉTAIRE</vt:lpstr>
      <vt:lpstr>APPROCHE BUDGÉTAIRE PHASE D’ANALYSE</vt:lpstr>
      <vt:lpstr>APPROCHE BUDGÉTAIRE IMPLÉMENTATION</vt:lpstr>
      <vt:lpstr>PowerPoint Presentation</vt:lpstr>
      <vt:lpstr>NOS BUREAUX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Danièle RALANTOMANANA</dc:creator>
  <cp:lastModifiedBy>Sebastien Riss</cp:lastModifiedBy>
  <cp:revision>4</cp:revision>
  <dcterms:created xsi:type="dcterms:W3CDTF">2025-11-24T06:31:14Z</dcterms:created>
  <dcterms:modified xsi:type="dcterms:W3CDTF">2026-03-16T08:45:33Z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0x0101004FA90F6D298E2C44969C1A2892D3C184</vt:lpwstr>
  </property>
  <property fmtid="{D5CDD505-2E9C-101B-9397-08002B2CF9AE}" pid="3" name="MediaServiceImageTags">
    <vt:lpwstr/>
  </property>
</Properties>
</file>